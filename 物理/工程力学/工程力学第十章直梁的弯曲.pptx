
<file path=[Content_Types].xml><?xml version="1.0" encoding="utf-8"?>
<Types xmlns="http://schemas.openxmlformats.org/package/2006/content-types">
  <Default Extension="avi" ContentType="video/x-msvideo"/>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76" r:id="rId2"/>
    <p:sldMasterId id="2147483678" r:id="rId3"/>
  </p:sldMasterIdLst>
  <p:notesMasterIdLst>
    <p:notesMasterId r:id="rId72"/>
  </p:notesMasterIdLst>
  <p:sldIdLst>
    <p:sldId id="802" r:id="rId4"/>
    <p:sldId id="896" r:id="rId5"/>
    <p:sldId id="897" r:id="rId6"/>
    <p:sldId id="899" r:id="rId7"/>
    <p:sldId id="900" r:id="rId8"/>
    <p:sldId id="901" r:id="rId9"/>
    <p:sldId id="902" r:id="rId10"/>
    <p:sldId id="904" r:id="rId11"/>
    <p:sldId id="905" r:id="rId12"/>
    <p:sldId id="906" r:id="rId13"/>
    <p:sldId id="898" r:id="rId14"/>
    <p:sldId id="907" r:id="rId15"/>
    <p:sldId id="903" r:id="rId16"/>
    <p:sldId id="909" r:id="rId17"/>
    <p:sldId id="908" r:id="rId18"/>
    <p:sldId id="936" r:id="rId19"/>
    <p:sldId id="910" r:id="rId20"/>
    <p:sldId id="911" r:id="rId21"/>
    <p:sldId id="912" r:id="rId22"/>
    <p:sldId id="913" r:id="rId23"/>
    <p:sldId id="914" r:id="rId24"/>
    <p:sldId id="916" r:id="rId25"/>
    <p:sldId id="918" r:id="rId26"/>
    <p:sldId id="920" r:id="rId27"/>
    <p:sldId id="922" r:id="rId28"/>
    <p:sldId id="921" r:id="rId29"/>
    <p:sldId id="923" r:id="rId30"/>
    <p:sldId id="924" r:id="rId31"/>
    <p:sldId id="925" r:id="rId32"/>
    <p:sldId id="926" r:id="rId33"/>
    <p:sldId id="927" r:id="rId34"/>
    <p:sldId id="928" r:id="rId35"/>
    <p:sldId id="929" r:id="rId36"/>
    <p:sldId id="930" r:id="rId37"/>
    <p:sldId id="931" r:id="rId38"/>
    <p:sldId id="932" r:id="rId39"/>
    <p:sldId id="933" r:id="rId40"/>
    <p:sldId id="934" r:id="rId41"/>
    <p:sldId id="937" r:id="rId42"/>
    <p:sldId id="938" r:id="rId43"/>
    <p:sldId id="939" r:id="rId44"/>
    <p:sldId id="940" r:id="rId45"/>
    <p:sldId id="941" r:id="rId46"/>
    <p:sldId id="942" r:id="rId47"/>
    <p:sldId id="943" r:id="rId48"/>
    <p:sldId id="945" r:id="rId49"/>
    <p:sldId id="944" r:id="rId50"/>
    <p:sldId id="946" r:id="rId51"/>
    <p:sldId id="947" r:id="rId52"/>
    <p:sldId id="948" r:id="rId53"/>
    <p:sldId id="949" r:id="rId54"/>
    <p:sldId id="950" r:id="rId55"/>
    <p:sldId id="951" r:id="rId56"/>
    <p:sldId id="952" r:id="rId57"/>
    <p:sldId id="953" r:id="rId58"/>
    <p:sldId id="954" r:id="rId59"/>
    <p:sldId id="955" r:id="rId60"/>
    <p:sldId id="956" r:id="rId61"/>
    <p:sldId id="957" r:id="rId62"/>
    <p:sldId id="958" r:id="rId63"/>
    <p:sldId id="959" r:id="rId64"/>
    <p:sldId id="960" r:id="rId65"/>
    <p:sldId id="961" r:id="rId66"/>
    <p:sldId id="962" r:id="rId67"/>
    <p:sldId id="963" r:id="rId68"/>
    <p:sldId id="964" r:id="rId69"/>
    <p:sldId id="935" r:id="rId70"/>
    <p:sldId id="965" r:id="rId71"/>
  </p:sldIdLst>
  <p:sldSz cx="12192000" cy="6858000"/>
  <p:notesSz cx="6858000" cy="9144000"/>
  <p:defaultTextStyle>
    <a:defPPr>
      <a:defRPr lang="zh-CN"/>
    </a:defPPr>
    <a:lvl1pPr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1pPr>
    <a:lvl2pPr marL="4572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2pPr>
    <a:lvl3pPr marL="9144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3pPr>
    <a:lvl4pPr marL="13716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4pPr>
    <a:lvl5pPr marL="1828800" algn="l" rtl="0" fontAlgn="base">
      <a:spcBef>
        <a:spcPct val="0"/>
      </a:spcBef>
      <a:spcAft>
        <a:spcPct val="0"/>
      </a:spcAft>
      <a:defRPr sz="2400" b="1" i="1" kern="1200">
        <a:solidFill>
          <a:srgbClr val="FF00FF"/>
        </a:solidFill>
        <a:latin typeface="Times New Roman" pitchFamily="18" charset="0"/>
        <a:ea typeface="宋体" pitchFamily="2" charset="-122"/>
        <a:cs typeface="+mn-cs"/>
      </a:defRPr>
    </a:lvl5pPr>
    <a:lvl6pPr marL="2286000" algn="l" defTabSz="914400" rtl="0" eaLnBrk="1" latinLnBrk="0" hangingPunct="1">
      <a:defRPr sz="2400" b="1" i="1" kern="1200">
        <a:solidFill>
          <a:srgbClr val="FF00FF"/>
        </a:solidFill>
        <a:latin typeface="Times New Roman" pitchFamily="18" charset="0"/>
        <a:ea typeface="宋体" pitchFamily="2" charset="-122"/>
        <a:cs typeface="+mn-cs"/>
      </a:defRPr>
    </a:lvl6pPr>
    <a:lvl7pPr marL="2743200" algn="l" defTabSz="914400" rtl="0" eaLnBrk="1" latinLnBrk="0" hangingPunct="1">
      <a:defRPr sz="2400" b="1" i="1" kern="1200">
        <a:solidFill>
          <a:srgbClr val="FF00FF"/>
        </a:solidFill>
        <a:latin typeface="Times New Roman" pitchFamily="18" charset="0"/>
        <a:ea typeface="宋体" pitchFamily="2" charset="-122"/>
        <a:cs typeface="+mn-cs"/>
      </a:defRPr>
    </a:lvl7pPr>
    <a:lvl8pPr marL="3200400" algn="l" defTabSz="914400" rtl="0" eaLnBrk="1" latinLnBrk="0" hangingPunct="1">
      <a:defRPr sz="2400" b="1" i="1" kern="1200">
        <a:solidFill>
          <a:srgbClr val="FF00FF"/>
        </a:solidFill>
        <a:latin typeface="Times New Roman" pitchFamily="18" charset="0"/>
        <a:ea typeface="宋体" pitchFamily="2" charset="-122"/>
        <a:cs typeface="+mn-cs"/>
      </a:defRPr>
    </a:lvl8pPr>
    <a:lvl9pPr marL="3657600" algn="l" defTabSz="914400" rtl="0" eaLnBrk="1" latinLnBrk="0" hangingPunct="1">
      <a:defRPr sz="2400" b="1" i="1" kern="1200">
        <a:solidFill>
          <a:srgbClr val="FF00FF"/>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EEEEEE"/>
    <a:srgbClr val="B9CDE5"/>
    <a:srgbClr val="4F81BD"/>
    <a:srgbClr val="008000"/>
    <a:srgbClr val="993300"/>
    <a:srgbClr val="996633"/>
    <a:srgbClr val="E9EDF4"/>
    <a:srgbClr val="CC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73" autoAdjust="0"/>
    <p:restoredTop sz="87237" autoAdjust="0"/>
  </p:normalViewPr>
  <p:slideViewPr>
    <p:cSldViewPr>
      <p:cViewPr>
        <p:scale>
          <a:sx n="85" d="100"/>
          <a:sy n="85" d="100"/>
        </p:scale>
        <p:origin x="112" y="12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433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0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i="0" smtClean="0">
                <a:solidFill>
                  <a:schemeClr val="tx1"/>
                </a:solidFill>
                <a:latin typeface="Arial" charset="0"/>
              </a:defRPr>
            </a:lvl1pPr>
          </a:lstStyle>
          <a:p>
            <a:pPr>
              <a:defRPr/>
            </a:pPr>
            <a:endParaRPr lang="en-US" altLang="zh-CN"/>
          </a:p>
        </p:txBody>
      </p:sp>
      <p:sp>
        <p:nvSpPr>
          <p:cNvPr id="4608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2390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2391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i="0" smtClean="0">
                <a:solidFill>
                  <a:schemeClr val="tx1"/>
                </a:solidFill>
                <a:latin typeface="Arial" charset="0"/>
              </a:defRPr>
            </a:lvl1pPr>
          </a:lstStyle>
          <a:p>
            <a:pPr>
              <a:defRPr/>
            </a:pPr>
            <a:endParaRPr lang="en-US" altLang="zh-CN"/>
          </a:p>
        </p:txBody>
      </p:sp>
      <p:sp>
        <p:nvSpPr>
          <p:cNvPr id="12391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i="0" smtClean="0">
                <a:solidFill>
                  <a:schemeClr val="tx1"/>
                </a:solidFill>
                <a:latin typeface="Arial" charset="0"/>
              </a:defRPr>
            </a:lvl1pPr>
          </a:lstStyle>
          <a:p>
            <a:pPr>
              <a:defRPr/>
            </a:pPr>
            <a:fld id="{0DFEE44B-64F7-4F5D-B160-0DBA82F94B7E}" type="slidenum">
              <a:rPr lang="en-US" altLang="zh-CN"/>
              <a:pPr>
                <a:defRPr/>
              </a:pPr>
              <a:t>‹#›</a:t>
            </a:fld>
            <a:endParaRPr lang="en-US" altLang="zh-CN"/>
          </a:p>
        </p:txBody>
      </p:sp>
    </p:spTree>
    <p:extLst>
      <p:ext uri="{BB962C8B-B14F-4D97-AF65-F5344CB8AC3E}">
        <p14:creationId xmlns:p14="http://schemas.microsoft.com/office/powerpoint/2010/main" val="1580237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a:t>
            </a:fld>
            <a:endParaRPr lang="en-US" altLang="zh-CN" dirty="0"/>
          </a:p>
        </p:txBody>
      </p:sp>
    </p:spTree>
    <p:extLst>
      <p:ext uri="{BB962C8B-B14F-4D97-AF65-F5344CB8AC3E}">
        <p14:creationId xmlns:p14="http://schemas.microsoft.com/office/powerpoint/2010/main" val="2550900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a:t>
            </a:fld>
            <a:endParaRPr lang="en-US" altLang="zh-CN" dirty="0"/>
          </a:p>
        </p:txBody>
      </p:sp>
    </p:spTree>
    <p:extLst>
      <p:ext uri="{BB962C8B-B14F-4D97-AF65-F5344CB8AC3E}">
        <p14:creationId xmlns:p14="http://schemas.microsoft.com/office/powerpoint/2010/main" val="3773706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a:t>
            </a:fld>
            <a:endParaRPr lang="en-US" altLang="zh-CN" dirty="0"/>
          </a:p>
        </p:txBody>
      </p:sp>
    </p:spTree>
    <p:extLst>
      <p:ext uri="{BB962C8B-B14F-4D97-AF65-F5344CB8AC3E}">
        <p14:creationId xmlns:p14="http://schemas.microsoft.com/office/powerpoint/2010/main" val="965968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a:t>
            </a:fld>
            <a:endParaRPr lang="en-US" altLang="zh-CN" dirty="0"/>
          </a:p>
        </p:txBody>
      </p:sp>
    </p:spTree>
    <p:extLst>
      <p:ext uri="{BB962C8B-B14F-4D97-AF65-F5344CB8AC3E}">
        <p14:creationId xmlns:p14="http://schemas.microsoft.com/office/powerpoint/2010/main" val="2585138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a:t>
            </a:fld>
            <a:endParaRPr lang="en-US" altLang="zh-CN" dirty="0"/>
          </a:p>
        </p:txBody>
      </p:sp>
    </p:spTree>
    <p:extLst>
      <p:ext uri="{BB962C8B-B14F-4D97-AF65-F5344CB8AC3E}">
        <p14:creationId xmlns:p14="http://schemas.microsoft.com/office/powerpoint/2010/main" val="3266178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a:t>
            </a:fld>
            <a:endParaRPr lang="en-US" altLang="zh-CN" dirty="0"/>
          </a:p>
        </p:txBody>
      </p:sp>
    </p:spTree>
    <p:extLst>
      <p:ext uri="{BB962C8B-B14F-4D97-AF65-F5344CB8AC3E}">
        <p14:creationId xmlns:p14="http://schemas.microsoft.com/office/powerpoint/2010/main" val="7394865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7</a:t>
            </a:fld>
            <a:endParaRPr lang="en-US" altLang="zh-CN" dirty="0"/>
          </a:p>
        </p:txBody>
      </p:sp>
    </p:spTree>
    <p:extLst>
      <p:ext uri="{BB962C8B-B14F-4D97-AF65-F5344CB8AC3E}">
        <p14:creationId xmlns:p14="http://schemas.microsoft.com/office/powerpoint/2010/main" val="26334894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8</a:t>
            </a:fld>
            <a:endParaRPr lang="en-US" altLang="zh-CN" dirty="0"/>
          </a:p>
        </p:txBody>
      </p:sp>
    </p:spTree>
    <p:extLst>
      <p:ext uri="{BB962C8B-B14F-4D97-AF65-F5344CB8AC3E}">
        <p14:creationId xmlns:p14="http://schemas.microsoft.com/office/powerpoint/2010/main" val="2579019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9</a:t>
            </a:fld>
            <a:endParaRPr lang="en-US" altLang="zh-CN" dirty="0"/>
          </a:p>
        </p:txBody>
      </p:sp>
    </p:spTree>
    <p:extLst>
      <p:ext uri="{BB962C8B-B14F-4D97-AF65-F5344CB8AC3E}">
        <p14:creationId xmlns:p14="http://schemas.microsoft.com/office/powerpoint/2010/main" val="2732170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10</a:t>
            </a:fld>
            <a:endParaRPr lang="en-US" altLang="zh-CN" dirty="0"/>
          </a:p>
        </p:txBody>
      </p:sp>
    </p:spTree>
    <p:extLst>
      <p:ext uri="{BB962C8B-B14F-4D97-AF65-F5344CB8AC3E}">
        <p14:creationId xmlns:p14="http://schemas.microsoft.com/office/powerpoint/2010/main" val="3330894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11</a:t>
            </a:fld>
            <a:endParaRPr lang="en-US" altLang="zh-CN" dirty="0"/>
          </a:p>
        </p:txBody>
      </p:sp>
    </p:spTree>
    <p:extLst>
      <p:ext uri="{BB962C8B-B14F-4D97-AF65-F5344CB8AC3E}">
        <p14:creationId xmlns:p14="http://schemas.microsoft.com/office/powerpoint/2010/main" val="41563759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12</a:t>
            </a:fld>
            <a:endParaRPr lang="en-US" altLang="zh-CN" dirty="0"/>
          </a:p>
        </p:txBody>
      </p:sp>
    </p:spTree>
    <p:extLst>
      <p:ext uri="{BB962C8B-B14F-4D97-AF65-F5344CB8AC3E}">
        <p14:creationId xmlns:p14="http://schemas.microsoft.com/office/powerpoint/2010/main" val="2668634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13</a:t>
            </a:fld>
            <a:endParaRPr lang="en-US" altLang="zh-CN" dirty="0"/>
          </a:p>
        </p:txBody>
      </p:sp>
    </p:spTree>
    <p:extLst>
      <p:ext uri="{BB962C8B-B14F-4D97-AF65-F5344CB8AC3E}">
        <p14:creationId xmlns:p14="http://schemas.microsoft.com/office/powerpoint/2010/main" val="17353439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14</a:t>
            </a:fld>
            <a:endParaRPr lang="en-US" altLang="zh-CN" dirty="0"/>
          </a:p>
        </p:txBody>
      </p:sp>
    </p:spTree>
    <p:extLst>
      <p:ext uri="{BB962C8B-B14F-4D97-AF65-F5344CB8AC3E}">
        <p14:creationId xmlns:p14="http://schemas.microsoft.com/office/powerpoint/2010/main" val="427435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15</a:t>
            </a:fld>
            <a:endParaRPr lang="en-US" altLang="zh-CN" dirty="0"/>
          </a:p>
        </p:txBody>
      </p:sp>
    </p:spTree>
    <p:extLst>
      <p:ext uri="{BB962C8B-B14F-4D97-AF65-F5344CB8AC3E}">
        <p14:creationId xmlns:p14="http://schemas.microsoft.com/office/powerpoint/2010/main" val="17871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16</a:t>
            </a:fld>
            <a:endParaRPr lang="en-US" altLang="zh-CN" dirty="0"/>
          </a:p>
        </p:txBody>
      </p:sp>
    </p:spTree>
    <p:extLst>
      <p:ext uri="{BB962C8B-B14F-4D97-AF65-F5344CB8AC3E}">
        <p14:creationId xmlns:p14="http://schemas.microsoft.com/office/powerpoint/2010/main" val="1772019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17</a:t>
            </a:fld>
            <a:endParaRPr lang="en-US" altLang="zh-CN" dirty="0"/>
          </a:p>
        </p:txBody>
      </p:sp>
    </p:spTree>
    <p:extLst>
      <p:ext uri="{BB962C8B-B14F-4D97-AF65-F5344CB8AC3E}">
        <p14:creationId xmlns:p14="http://schemas.microsoft.com/office/powerpoint/2010/main" val="38495728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18</a:t>
            </a:fld>
            <a:endParaRPr lang="en-US" altLang="zh-CN" dirty="0"/>
          </a:p>
        </p:txBody>
      </p:sp>
    </p:spTree>
    <p:extLst>
      <p:ext uri="{BB962C8B-B14F-4D97-AF65-F5344CB8AC3E}">
        <p14:creationId xmlns:p14="http://schemas.microsoft.com/office/powerpoint/2010/main" val="1290914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19</a:t>
            </a:fld>
            <a:endParaRPr lang="en-US" altLang="zh-CN" dirty="0"/>
          </a:p>
        </p:txBody>
      </p:sp>
    </p:spTree>
    <p:extLst>
      <p:ext uri="{BB962C8B-B14F-4D97-AF65-F5344CB8AC3E}">
        <p14:creationId xmlns:p14="http://schemas.microsoft.com/office/powerpoint/2010/main" val="15431445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20</a:t>
            </a:fld>
            <a:endParaRPr lang="en-US" altLang="zh-CN" dirty="0"/>
          </a:p>
        </p:txBody>
      </p:sp>
    </p:spTree>
    <p:extLst>
      <p:ext uri="{BB962C8B-B14F-4D97-AF65-F5344CB8AC3E}">
        <p14:creationId xmlns:p14="http://schemas.microsoft.com/office/powerpoint/2010/main" val="31934182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21</a:t>
            </a:fld>
            <a:endParaRPr lang="en-US" altLang="zh-CN" dirty="0"/>
          </a:p>
        </p:txBody>
      </p:sp>
    </p:spTree>
    <p:extLst>
      <p:ext uri="{BB962C8B-B14F-4D97-AF65-F5344CB8AC3E}">
        <p14:creationId xmlns:p14="http://schemas.microsoft.com/office/powerpoint/2010/main" val="27065162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41,31</a:t>
            </a:r>
          </a:p>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22</a:t>
            </a:fld>
            <a:endParaRPr lang="en-US" altLang="zh-CN" dirty="0"/>
          </a:p>
        </p:txBody>
      </p:sp>
    </p:spTree>
    <p:extLst>
      <p:ext uri="{BB962C8B-B14F-4D97-AF65-F5344CB8AC3E}">
        <p14:creationId xmlns:p14="http://schemas.microsoft.com/office/powerpoint/2010/main" val="3852999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23</a:t>
            </a:fld>
            <a:endParaRPr lang="en-US" altLang="zh-CN" dirty="0"/>
          </a:p>
        </p:txBody>
      </p:sp>
    </p:spTree>
    <p:extLst>
      <p:ext uri="{BB962C8B-B14F-4D97-AF65-F5344CB8AC3E}">
        <p14:creationId xmlns:p14="http://schemas.microsoft.com/office/powerpoint/2010/main" val="260986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24</a:t>
            </a:fld>
            <a:endParaRPr lang="en-US" altLang="zh-CN" dirty="0"/>
          </a:p>
        </p:txBody>
      </p:sp>
    </p:spTree>
    <p:extLst>
      <p:ext uri="{BB962C8B-B14F-4D97-AF65-F5344CB8AC3E}">
        <p14:creationId xmlns:p14="http://schemas.microsoft.com/office/powerpoint/2010/main" val="2339173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25</a:t>
            </a:fld>
            <a:endParaRPr lang="en-US" altLang="zh-CN" dirty="0"/>
          </a:p>
        </p:txBody>
      </p:sp>
    </p:spTree>
    <p:extLst>
      <p:ext uri="{BB962C8B-B14F-4D97-AF65-F5344CB8AC3E}">
        <p14:creationId xmlns:p14="http://schemas.microsoft.com/office/powerpoint/2010/main" val="33187602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26</a:t>
            </a:fld>
            <a:endParaRPr lang="en-US" altLang="zh-CN" dirty="0"/>
          </a:p>
        </p:txBody>
      </p:sp>
    </p:spTree>
    <p:extLst>
      <p:ext uri="{BB962C8B-B14F-4D97-AF65-F5344CB8AC3E}">
        <p14:creationId xmlns:p14="http://schemas.microsoft.com/office/powerpoint/2010/main" val="23301127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27</a:t>
            </a:fld>
            <a:endParaRPr lang="en-US" altLang="zh-CN" dirty="0"/>
          </a:p>
        </p:txBody>
      </p:sp>
    </p:spTree>
    <p:extLst>
      <p:ext uri="{BB962C8B-B14F-4D97-AF65-F5344CB8AC3E}">
        <p14:creationId xmlns:p14="http://schemas.microsoft.com/office/powerpoint/2010/main" val="762898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28</a:t>
            </a:fld>
            <a:endParaRPr lang="en-US" altLang="zh-CN" dirty="0"/>
          </a:p>
        </p:txBody>
      </p:sp>
    </p:spTree>
    <p:extLst>
      <p:ext uri="{BB962C8B-B14F-4D97-AF65-F5344CB8AC3E}">
        <p14:creationId xmlns:p14="http://schemas.microsoft.com/office/powerpoint/2010/main" val="42201706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29</a:t>
            </a:fld>
            <a:endParaRPr lang="en-US" altLang="zh-CN" dirty="0"/>
          </a:p>
        </p:txBody>
      </p:sp>
    </p:spTree>
    <p:extLst>
      <p:ext uri="{BB962C8B-B14F-4D97-AF65-F5344CB8AC3E}">
        <p14:creationId xmlns:p14="http://schemas.microsoft.com/office/powerpoint/2010/main" val="24326563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30</a:t>
            </a:fld>
            <a:endParaRPr lang="en-US" altLang="zh-CN" dirty="0"/>
          </a:p>
        </p:txBody>
      </p:sp>
    </p:spTree>
    <p:extLst>
      <p:ext uri="{BB962C8B-B14F-4D97-AF65-F5344CB8AC3E}">
        <p14:creationId xmlns:p14="http://schemas.microsoft.com/office/powerpoint/2010/main" val="1454205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31</a:t>
            </a:fld>
            <a:endParaRPr lang="en-US" altLang="zh-CN" dirty="0"/>
          </a:p>
        </p:txBody>
      </p:sp>
    </p:spTree>
    <p:extLst>
      <p:ext uri="{BB962C8B-B14F-4D97-AF65-F5344CB8AC3E}">
        <p14:creationId xmlns:p14="http://schemas.microsoft.com/office/powerpoint/2010/main" val="640991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32</a:t>
            </a:fld>
            <a:endParaRPr lang="en-US" altLang="zh-CN" dirty="0"/>
          </a:p>
        </p:txBody>
      </p:sp>
    </p:spTree>
    <p:extLst>
      <p:ext uri="{BB962C8B-B14F-4D97-AF65-F5344CB8AC3E}">
        <p14:creationId xmlns:p14="http://schemas.microsoft.com/office/powerpoint/2010/main" val="16602261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33</a:t>
            </a:fld>
            <a:endParaRPr lang="en-US" altLang="zh-CN" dirty="0"/>
          </a:p>
        </p:txBody>
      </p:sp>
    </p:spTree>
    <p:extLst>
      <p:ext uri="{BB962C8B-B14F-4D97-AF65-F5344CB8AC3E}">
        <p14:creationId xmlns:p14="http://schemas.microsoft.com/office/powerpoint/2010/main" val="29483810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34</a:t>
            </a:fld>
            <a:endParaRPr lang="en-US" altLang="zh-CN" dirty="0"/>
          </a:p>
        </p:txBody>
      </p:sp>
    </p:spTree>
    <p:extLst>
      <p:ext uri="{BB962C8B-B14F-4D97-AF65-F5344CB8AC3E}">
        <p14:creationId xmlns:p14="http://schemas.microsoft.com/office/powerpoint/2010/main" val="26795163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35</a:t>
            </a:fld>
            <a:endParaRPr lang="en-US" altLang="zh-CN" dirty="0"/>
          </a:p>
        </p:txBody>
      </p:sp>
    </p:spTree>
    <p:extLst>
      <p:ext uri="{BB962C8B-B14F-4D97-AF65-F5344CB8AC3E}">
        <p14:creationId xmlns:p14="http://schemas.microsoft.com/office/powerpoint/2010/main" val="36159279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36</a:t>
            </a:fld>
            <a:endParaRPr lang="en-US" altLang="zh-CN" dirty="0"/>
          </a:p>
        </p:txBody>
      </p:sp>
    </p:spTree>
    <p:extLst>
      <p:ext uri="{BB962C8B-B14F-4D97-AF65-F5344CB8AC3E}">
        <p14:creationId xmlns:p14="http://schemas.microsoft.com/office/powerpoint/2010/main" val="4577561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37</a:t>
            </a:fld>
            <a:endParaRPr lang="en-US" altLang="zh-CN" dirty="0"/>
          </a:p>
        </p:txBody>
      </p:sp>
    </p:spTree>
    <p:extLst>
      <p:ext uri="{BB962C8B-B14F-4D97-AF65-F5344CB8AC3E}">
        <p14:creationId xmlns:p14="http://schemas.microsoft.com/office/powerpoint/2010/main" val="842793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38</a:t>
            </a:fld>
            <a:endParaRPr lang="en-US" altLang="zh-CN" dirty="0"/>
          </a:p>
        </p:txBody>
      </p:sp>
    </p:spTree>
    <p:extLst>
      <p:ext uri="{BB962C8B-B14F-4D97-AF65-F5344CB8AC3E}">
        <p14:creationId xmlns:p14="http://schemas.microsoft.com/office/powerpoint/2010/main" val="25719218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39</a:t>
            </a:fld>
            <a:endParaRPr lang="en-US" altLang="zh-CN" dirty="0"/>
          </a:p>
        </p:txBody>
      </p:sp>
    </p:spTree>
    <p:extLst>
      <p:ext uri="{BB962C8B-B14F-4D97-AF65-F5344CB8AC3E}">
        <p14:creationId xmlns:p14="http://schemas.microsoft.com/office/powerpoint/2010/main" val="4899915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40</a:t>
            </a:fld>
            <a:endParaRPr lang="en-US" altLang="zh-CN" dirty="0"/>
          </a:p>
        </p:txBody>
      </p:sp>
    </p:spTree>
    <p:extLst>
      <p:ext uri="{BB962C8B-B14F-4D97-AF65-F5344CB8AC3E}">
        <p14:creationId xmlns:p14="http://schemas.microsoft.com/office/powerpoint/2010/main" val="213650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41</a:t>
            </a:fld>
            <a:endParaRPr lang="en-US" altLang="zh-CN" dirty="0"/>
          </a:p>
        </p:txBody>
      </p:sp>
    </p:spTree>
    <p:extLst>
      <p:ext uri="{BB962C8B-B14F-4D97-AF65-F5344CB8AC3E}">
        <p14:creationId xmlns:p14="http://schemas.microsoft.com/office/powerpoint/2010/main" val="331486623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42</a:t>
            </a:fld>
            <a:endParaRPr lang="en-US" altLang="zh-CN" dirty="0"/>
          </a:p>
        </p:txBody>
      </p:sp>
    </p:spTree>
    <p:extLst>
      <p:ext uri="{BB962C8B-B14F-4D97-AF65-F5344CB8AC3E}">
        <p14:creationId xmlns:p14="http://schemas.microsoft.com/office/powerpoint/2010/main" val="36313423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43</a:t>
            </a:fld>
            <a:endParaRPr lang="en-US" altLang="zh-CN" dirty="0"/>
          </a:p>
        </p:txBody>
      </p:sp>
    </p:spTree>
    <p:extLst>
      <p:ext uri="{BB962C8B-B14F-4D97-AF65-F5344CB8AC3E}">
        <p14:creationId xmlns:p14="http://schemas.microsoft.com/office/powerpoint/2010/main" val="22621365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44</a:t>
            </a:fld>
            <a:endParaRPr lang="en-US" altLang="zh-CN" dirty="0"/>
          </a:p>
        </p:txBody>
      </p:sp>
    </p:spTree>
    <p:extLst>
      <p:ext uri="{BB962C8B-B14F-4D97-AF65-F5344CB8AC3E}">
        <p14:creationId xmlns:p14="http://schemas.microsoft.com/office/powerpoint/2010/main" val="28706547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45</a:t>
            </a:fld>
            <a:endParaRPr lang="en-US" altLang="zh-CN" dirty="0"/>
          </a:p>
        </p:txBody>
      </p:sp>
    </p:spTree>
    <p:extLst>
      <p:ext uri="{BB962C8B-B14F-4D97-AF65-F5344CB8AC3E}">
        <p14:creationId xmlns:p14="http://schemas.microsoft.com/office/powerpoint/2010/main" val="385094644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46</a:t>
            </a:fld>
            <a:endParaRPr lang="en-US" altLang="zh-CN" dirty="0"/>
          </a:p>
        </p:txBody>
      </p:sp>
    </p:spTree>
    <p:extLst>
      <p:ext uri="{BB962C8B-B14F-4D97-AF65-F5344CB8AC3E}">
        <p14:creationId xmlns:p14="http://schemas.microsoft.com/office/powerpoint/2010/main" val="14450135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47</a:t>
            </a:fld>
            <a:endParaRPr lang="en-US" altLang="zh-CN" dirty="0"/>
          </a:p>
        </p:txBody>
      </p:sp>
    </p:spTree>
    <p:extLst>
      <p:ext uri="{BB962C8B-B14F-4D97-AF65-F5344CB8AC3E}">
        <p14:creationId xmlns:p14="http://schemas.microsoft.com/office/powerpoint/2010/main" val="7149390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48</a:t>
            </a:fld>
            <a:endParaRPr lang="en-US" altLang="zh-CN" dirty="0"/>
          </a:p>
        </p:txBody>
      </p:sp>
    </p:spTree>
    <p:extLst>
      <p:ext uri="{BB962C8B-B14F-4D97-AF65-F5344CB8AC3E}">
        <p14:creationId xmlns:p14="http://schemas.microsoft.com/office/powerpoint/2010/main" val="30438567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49</a:t>
            </a:fld>
            <a:endParaRPr lang="en-US" altLang="zh-CN" dirty="0"/>
          </a:p>
        </p:txBody>
      </p:sp>
    </p:spTree>
    <p:extLst>
      <p:ext uri="{BB962C8B-B14F-4D97-AF65-F5344CB8AC3E}">
        <p14:creationId xmlns:p14="http://schemas.microsoft.com/office/powerpoint/2010/main" val="39234344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50</a:t>
            </a:fld>
            <a:endParaRPr lang="en-US" altLang="zh-CN" dirty="0"/>
          </a:p>
        </p:txBody>
      </p:sp>
    </p:spTree>
    <p:extLst>
      <p:ext uri="{BB962C8B-B14F-4D97-AF65-F5344CB8AC3E}">
        <p14:creationId xmlns:p14="http://schemas.microsoft.com/office/powerpoint/2010/main" val="340135872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51</a:t>
            </a:fld>
            <a:endParaRPr lang="en-US" altLang="zh-CN" dirty="0"/>
          </a:p>
        </p:txBody>
      </p:sp>
    </p:spTree>
    <p:extLst>
      <p:ext uri="{BB962C8B-B14F-4D97-AF65-F5344CB8AC3E}">
        <p14:creationId xmlns:p14="http://schemas.microsoft.com/office/powerpoint/2010/main" val="5313780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52</a:t>
            </a:fld>
            <a:endParaRPr lang="en-US" altLang="zh-CN" dirty="0"/>
          </a:p>
        </p:txBody>
      </p:sp>
    </p:spTree>
    <p:extLst>
      <p:ext uri="{BB962C8B-B14F-4D97-AF65-F5344CB8AC3E}">
        <p14:creationId xmlns:p14="http://schemas.microsoft.com/office/powerpoint/2010/main" val="2777363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53</a:t>
            </a:fld>
            <a:endParaRPr lang="en-US" altLang="zh-CN" dirty="0"/>
          </a:p>
        </p:txBody>
      </p:sp>
    </p:spTree>
    <p:extLst>
      <p:ext uri="{BB962C8B-B14F-4D97-AF65-F5344CB8AC3E}">
        <p14:creationId xmlns:p14="http://schemas.microsoft.com/office/powerpoint/2010/main" val="27118824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54</a:t>
            </a:fld>
            <a:endParaRPr lang="en-US" altLang="zh-CN" dirty="0"/>
          </a:p>
        </p:txBody>
      </p:sp>
    </p:spTree>
    <p:extLst>
      <p:ext uri="{BB962C8B-B14F-4D97-AF65-F5344CB8AC3E}">
        <p14:creationId xmlns:p14="http://schemas.microsoft.com/office/powerpoint/2010/main" val="412033707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55</a:t>
            </a:fld>
            <a:endParaRPr lang="en-US" altLang="zh-CN" dirty="0"/>
          </a:p>
        </p:txBody>
      </p:sp>
    </p:spTree>
    <p:extLst>
      <p:ext uri="{BB962C8B-B14F-4D97-AF65-F5344CB8AC3E}">
        <p14:creationId xmlns:p14="http://schemas.microsoft.com/office/powerpoint/2010/main" val="19784926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56</a:t>
            </a:fld>
            <a:endParaRPr lang="en-US" altLang="zh-CN" dirty="0"/>
          </a:p>
        </p:txBody>
      </p:sp>
    </p:spTree>
    <p:extLst>
      <p:ext uri="{BB962C8B-B14F-4D97-AF65-F5344CB8AC3E}">
        <p14:creationId xmlns:p14="http://schemas.microsoft.com/office/powerpoint/2010/main" val="77792063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57</a:t>
            </a:fld>
            <a:endParaRPr lang="en-US" altLang="zh-CN" dirty="0"/>
          </a:p>
        </p:txBody>
      </p:sp>
    </p:spTree>
    <p:extLst>
      <p:ext uri="{BB962C8B-B14F-4D97-AF65-F5344CB8AC3E}">
        <p14:creationId xmlns:p14="http://schemas.microsoft.com/office/powerpoint/2010/main" val="27999908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58</a:t>
            </a:fld>
            <a:endParaRPr lang="en-US" altLang="zh-CN" dirty="0"/>
          </a:p>
        </p:txBody>
      </p:sp>
    </p:spTree>
    <p:extLst>
      <p:ext uri="{BB962C8B-B14F-4D97-AF65-F5344CB8AC3E}">
        <p14:creationId xmlns:p14="http://schemas.microsoft.com/office/powerpoint/2010/main" val="14564979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59</a:t>
            </a:fld>
            <a:endParaRPr lang="en-US" altLang="zh-CN" dirty="0"/>
          </a:p>
        </p:txBody>
      </p:sp>
    </p:spTree>
    <p:extLst>
      <p:ext uri="{BB962C8B-B14F-4D97-AF65-F5344CB8AC3E}">
        <p14:creationId xmlns:p14="http://schemas.microsoft.com/office/powerpoint/2010/main" val="37249349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60</a:t>
            </a:fld>
            <a:endParaRPr lang="en-US" altLang="zh-CN" dirty="0"/>
          </a:p>
        </p:txBody>
      </p:sp>
    </p:spTree>
    <p:extLst>
      <p:ext uri="{BB962C8B-B14F-4D97-AF65-F5344CB8AC3E}">
        <p14:creationId xmlns:p14="http://schemas.microsoft.com/office/powerpoint/2010/main" val="17528522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61</a:t>
            </a:fld>
            <a:endParaRPr lang="en-US" altLang="zh-CN" dirty="0"/>
          </a:p>
        </p:txBody>
      </p:sp>
    </p:spTree>
    <p:extLst>
      <p:ext uri="{BB962C8B-B14F-4D97-AF65-F5344CB8AC3E}">
        <p14:creationId xmlns:p14="http://schemas.microsoft.com/office/powerpoint/2010/main" val="38253618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62</a:t>
            </a:fld>
            <a:endParaRPr lang="en-US" altLang="zh-CN" dirty="0"/>
          </a:p>
        </p:txBody>
      </p:sp>
    </p:spTree>
    <p:extLst>
      <p:ext uri="{BB962C8B-B14F-4D97-AF65-F5344CB8AC3E}">
        <p14:creationId xmlns:p14="http://schemas.microsoft.com/office/powerpoint/2010/main" val="33170510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63</a:t>
            </a:fld>
            <a:endParaRPr lang="en-US" altLang="zh-CN" dirty="0"/>
          </a:p>
        </p:txBody>
      </p:sp>
    </p:spTree>
    <p:extLst>
      <p:ext uri="{BB962C8B-B14F-4D97-AF65-F5344CB8AC3E}">
        <p14:creationId xmlns:p14="http://schemas.microsoft.com/office/powerpoint/2010/main" val="16416495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64</a:t>
            </a:fld>
            <a:endParaRPr lang="en-US" altLang="zh-CN" dirty="0"/>
          </a:p>
        </p:txBody>
      </p:sp>
    </p:spTree>
    <p:extLst>
      <p:ext uri="{BB962C8B-B14F-4D97-AF65-F5344CB8AC3E}">
        <p14:creationId xmlns:p14="http://schemas.microsoft.com/office/powerpoint/2010/main" val="273958692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65</a:t>
            </a:fld>
            <a:endParaRPr lang="en-US" altLang="zh-CN" dirty="0"/>
          </a:p>
        </p:txBody>
      </p:sp>
    </p:spTree>
    <p:extLst>
      <p:ext uri="{BB962C8B-B14F-4D97-AF65-F5344CB8AC3E}">
        <p14:creationId xmlns:p14="http://schemas.microsoft.com/office/powerpoint/2010/main" val="36403098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66</a:t>
            </a:fld>
            <a:endParaRPr lang="en-US" altLang="zh-CN" dirty="0"/>
          </a:p>
        </p:txBody>
      </p:sp>
    </p:spTree>
    <p:extLst>
      <p:ext uri="{BB962C8B-B14F-4D97-AF65-F5344CB8AC3E}">
        <p14:creationId xmlns:p14="http://schemas.microsoft.com/office/powerpoint/2010/main" val="11405820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67</a:t>
            </a:fld>
            <a:endParaRPr lang="en-US" altLang="zh-CN" dirty="0"/>
          </a:p>
        </p:txBody>
      </p:sp>
    </p:spTree>
    <p:extLst>
      <p:ext uri="{BB962C8B-B14F-4D97-AF65-F5344CB8AC3E}">
        <p14:creationId xmlns:p14="http://schemas.microsoft.com/office/powerpoint/2010/main" val="312418561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DFEE44B-64F7-4F5D-B160-0DBA82F94B7E}" type="slidenum">
              <a:rPr lang="en-US" altLang="zh-CN" smtClean="0"/>
              <a:pPr>
                <a:defRPr/>
              </a:pPr>
              <a:t>68</a:t>
            </a:fld>
            <a:endParaRPr lang="en-US" altLang="zh-CN"/>
          </a:p>
        </p:txBody>
      </p:sp>
    </p:spTree>
    <p:extLst>
      <p:ext uri="{BB962C8B-B14F-4D97-AF65-F5344CB8AC3E}">
        <p14:creationId xmlns:p14="http://schemas.microsoft.com/office/powerpoint/2010/main" val="2409855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a:prstGeom prst="rect">
            <a:avLst/>
          </a:prstGeom>
        </p:spPr>
        <p:txBody>
          <a:bodyPr/>
          <a:lstStyle>
            <a:lvl1pPr algn="ctr">
              <a:defRPr/>
            </a:lvl1p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927003882"/>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960000" y="2160000"/>
            <a:ext cx="10560000" cy="4140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46798571"/>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728925802"/>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960000" y="2213865"/>
            <a:ext cx="5280000" cy="408613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6314120" y="2213866"/>
            <a:ext cx="5220581" cy="409545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702511005"/>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995434" y="2213325"/>
            <a:ext cx="522058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995434" y="2933946"/>
            <a:ext cx="5220580"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370635" y="2213325"/>
            <a:ext cx="516057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396034" y="2933945"/>
            <a:ext cx="5160573" cy="33303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99860088"/>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023355"/>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993251"/>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3840000" cy="108000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895867" y="1088740"/>
            <a:ext cx="6686533" cy="52205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82733" y="2213865"/>
            <a:ext cx="3840427" cy="409545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01862014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6916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1043735"/>
            <a:ext cx="7315200" cy="377595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459453"/>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30399069"/>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960000" y="1080000"/>
            <a:ext cx="10560000" cy="1080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960000" y="2258871"/>
            <a:ext cx="10560000" cy="404112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40425338"/>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256240" y="1072310"/>
            <a:ext cx="3360373" cy="523701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60000" y="1080000"/>
            <a:ext cx="7200000" cy="52200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682278293"/>
      </p:ext>
    </p:extLst>
  </p:cSld>
  <p:clrMapOvr>
    <a:masterClrMapping/>
  </p:clrMapOvr>
  <p:transition spd="slow"/>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60000" y="1080000"/>
            <a:ext cx="10560000" cy="1080000"/>
          </a:xfrm>
          <a:prstGeom prst="rect">
            <a:avLst/>
          </a:prstGeom>
        </p:spPr>
        <p:txBody>
          <a:bodyPr/>
          <a:lstStyle/>
          <a:p>
            <a:r>
              <a:rPr lang="zh-CN" altLang="en-US" dirty="0"/>
              <a:t>单击此处编辑母版标题样式</a:t>
            </a:r>
          </a:p>
        </p:txBody>
      </p:sp>
      <p:sp>
        <p:nvSpPr>
          <p:cNvPr id="3" name="内容占位符 2"/>
          <p:cNvSpPr>
            <a:spLocks noGrp="1"/>
          </p:cNvSpPr>
          <p:nvPr>
            <p:ph sz="quarter" idx="1"/>
          </p:nvPr>
        </p:nvSpPr>
        <p:spPr>
          <a:xfrm>
            <a:off x="960826" y="2213866"/>
            <a:ext cx="5315193" cy="193521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quarter" idx="2"/>
          </p:nvPr>
        </p:nvSpPr>
        <p:spPr>
          <a:xfrm>
            <a:off x="6456040" y="2213865"/>
            <a:ext cx="5100568" cy="1957802"/>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内容占位符 4"/>
          <p:cNvSpPr>
            <a:spLocks noGrp="1"/>
          </p:cNvSpPr>
          <p:nvPr>
            <p:ph sz="quarter" idx="3"/>
          </p:nvPr>
        </p:nvSpPr>
        <p:spPr>
          <a:xfrm>
            <a:off x="978790" y="4265046"/>
            <a:ext cx="5297231" cy="20442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456041" y="4284095"/>
            <a:ext cx="5100567" cy="198022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22978828"/>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60000" y="1080001"/>
            <a:ext cx="10560000" cy="518431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94604936"/>
      </p:ext>
    </p:extLst>
  </p:cSld>
  <p:clrMapOvr>
    <a:masterClrMapping/>
  </p:clrMapOvr>
  <p:transition spd="slow"/>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 Box 12"/>
          <p:cNvSpPr txBox="1">
            <a:spLocks noChangeArrowheads="1"/>
          </p:cNvSpPr>
          <p:nvPr userDrawn="1"/>
        </p:nvSpPr>
        <p:spPr bwMode="auto">
          <a:xfrm>
            <a:off x="2855640" y="1916832"/>
            <a:ext cx="6732748" cy="1107996"/>
          </a:xfrm>
          <a:prstGeom prst="rect">
            <a:avLst/>
          </a:prstGeom>
          <a:noFill/>
          <a:ln w="9525">
            <a:noFill/>
            <a:miter lim="800000"/>
            <a:headEnd/>
            <a:tailEnd/>
          </a:ln>
          <a:effectLst/>
        </p:spPr>
        <p:txBody>
          <a:bodyPr wrap="square">
            <a:spAutoFit/>
          </a:bodyPr>
          <a:lstStyle/>
          <a:p>
            <a:pPr>
              <a:defRPr/>
            </a:pPr>
            <a:r>
              <a:rPr kumimoji="1" lang="zh-CN" altLang="en-US" sz="6600" i="0" kern="2000" spc="600" baseline="0" dirty="0">
                <a:solidFill>
                  <a:srgbClr val="FF0000"/>
                </a:solidFill>
                <a:effectLst>
                  <a:outerShdw blurRad="38100" dist="38100" dir="2700000" algn="tl">
                    <a:srgbClr val="000000">
                      <a:alpha val="43137"/>
                    </a:srgbClr>
                  </a:outerShdw>
                </a:effectLst>
                <a:latin typeface="华文彩云" pitchFamily="2" charset="-122"/>
                <a:ea typeface="黑体" pitchFamily="2" charset="-122"/>
              </a:rPr>
              <a:t>工   程   力   学</a:t>
            </a:r>
            <a:endParaRPr kumimoji="1" lang="zh-CN" altLang="en-US" sz="6600" i="0" kern="2000" spc="600" baseline="0" dirty="0">
              <a:solidFill>
                <a:srgbClr val="FF0000"/>
              </a:solidFill>
              <a:effectLst>
                <a:outerShdw blurRad="38100" dist="38100" dir="2700000" algn="tl">
                  <a:srgbClr val="000000">
                    <a:alpha val="43137"/>
                  </a:srgbClr>
                </a:outerShdw>
              </a:effectLst>
              <a:ea typeface="黑体" pitchFamily="2" charset="-122"/>
            </a:endParaRPr>
          </a:p>
        </p:txBody>
      </p:sp>
      <p:sp>
        <p:nvSpPr>
          <p:cNvPr id="3" name="Text Box 12"/>
          <p:cNvSpPr txBox="1">
            <a:spLocks noChangeArrowheads="1"/>
          </p:cNvSpPr>
          <p:nvPr userDrawn="1"/>
        </p:nvSpPr>
        <p:spPr bwMode="auto">
          <a:xfrm>
            <a:off x="3071664" y="3356992"/>
            <a:ext cx="586865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a:solidFill>
                  <a:schemeClr val="tx1"/>
                </a:solidFill>
                <a:latin typeface="Times New Roman" pitchFamily="18" charset="0"/>
                <a:ea typeface="宋体" pitchFamily="2" charset="-122"/>
              </a:defRPr>
            </a:lvl1pPr>
            <a:lvl2pPr marL="742950" indent="-285750" eaLnBrk="0" hangingPunct="0">
              <a:defRPr sz="2800">
                <a:solidFill>
                  <a:schemeClr val="tx1"/>
                </a:solidFill>
                <a:latin typeface="Times New Roman" pitchFamily="18" charset="0"/>
                <a:ea typeface="宋体" pitchFamily="2" charset="-122"/>
              </a:defRPr>
            </a:lvl2pPr>
            <a:lvl3pPr marL="1143000" indent="-228600" eaLnBrk="0" hangingPunct="0">
              <a:defRPr sz="2800">
                <a:solidFill>
                  <a:schemeClr val="tx1"/>
                </a:solidFill>
                <a:latin typeface="Times New Roman" pitchFamily="18" charset="0"/>
                <a:ea typeface="宋体" pitchFamily="2" charset="-122"/>
              </a:defRPr>
            </a:lvl3pPr>
            <a:lvl4pPr marL="1600200" indent="-228600" eaLnBrk="0" hangingPunct="0">
              <a:defRPr sz="2800">
                <a:solidFill>
                  <a:schemeClr val="tx1"/>
                </a:solidFill>
                <a:latin typeface="Times New Roman" pitchFamily="18" charset="0"/>
                <a:ea typeface="宋体" pitchFamily="2" charset="-122"/>
              </a:defRPr>
            </a:lvl4pPr>
            <a:lvl5pPr marL="2057400" indent="-228600" eaLnBrk="0" hangingPunct="0">
              <a:defRPr sz="28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buChar char="•"/>
              <a:defRPr sz="2800">
                <a:solidFill>
                  <a:schemeClr val="tx1"/>
                </a:solidFill>
                <a:latin typeface="Times New Roman" pitchFamily="18" charset="0"/>
                <a:ea typeface="宋体" pitchFamily="2" charset="-122"/>
              </a:defRPr>
            </a:lvl9pPr>
          </a:lstStyle>
          <a:p>
            <a:pPr eaLnBrk="1" hangingPunct="1">
              <a:defRPr/>
            </a:pPr>
            <a:r>
              <a:rPr kumimoji="1" lang="en-US" altLang="zh-CN" sz="5400" dirty="0">
                <a:solidFill>
                  <a:srgbClr val="0000FF"/>
                </a:solidFill>
                <a:latin typeface="Monotype Corsiva" pitchFamily="66" charset="0"/>
                <a:ea typeface="华文琥珀" pitchFamily="2" charset="-122"/>
              </a:rPr>
              <a:t>Engineering</a:t>
            </a:r>
            <a:r>
              <a:rPr kumimoji="1" lang="en-US" altLang="zh-CN" sz="5400" baseline="0" dirty="0">
                <a:solidFill>
                  <a:srgbClr val="0000FF"/>
                </a:solidFill>
                <a:latin typeface="Monotype Corsiva" pitchFamily="66" charset="0"/>
                <a:ea typeface="华文琥珀" pitchFamily="2" charset="-122"/>
              </a:rPr>
              <a:t> </a:t>
            </a:r>
            <a:r>
              <a:rPr kumimoji="1" lang="en-US" altLang="zh-CN" sz="5400" dirty="0">
                <a:solidFill>
                  <a:srgbClr val="0000FF"/>
                </a:solidFill>
                <a:latin typeface="Monotype Corsiva" pitchFamily="66" charset="0"/>
                <a:ea typeface="华文琥珀" pitchFamily="2" charset="-122"/>
              </a:rPr>
              <a:t>Mechanics</a:t>
            </a:r>
          </a:p>
        </p:txBody>
      </p:sp>
    </p:spTree>
    <p:extLst>
      <p:ext uri="{BB962C8B-B14F-4D97-AF65-F5344CB8AC3E}">
        <p14:creationId xmlns:p14="http://schemas.microsoft.com/office/powerpoint/2010/main" val="3529653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3542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1" name="Text Box 12"/>
          <p:cNvSpPr txBox="1">
            <a:spLocks noChangeArrowheads="1"/>
          </p:cNvSpPr>
          <p:nvPr/>
        </p:nvSpPr>
        <p:spPr bwMode="auto">
          <a:xfrm>
            <a:off x="1390651" y="1125538"/>
            <a:ext cx="10081683" cy="467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rgbClr val="FF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algn="ctr"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algn="ctr"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algn="ctr"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algn="ctr" eaLnBrk="0" fontAlgn="base" hangingPunct="0">
              <a:spcBef>
                <a:spcPct val="0"/>
              </a:spcBef>
              <a:spcAft>
                <a:spcPct val="0"/>
              </a:spcAft>
              <a:buChar char="•"/>
              <a:defRPr>
                <a:solidFill>
                  <a:schemeClr val="tx1"/>
                </a:solidFill>
                <a:latin typeface="Arial" charset="0"/>
                <a:ea typeface="宋体" pitchFamily="2" charset="-122"/>
              </a:defRPr>
            </a:lvl9pPr>
          </a:lstStyle>
          <a:p>
            <a:pPr>
              <a:spcBef>
                <a:spcPct val="50000"/>
              </a:spcBef>
              <a:defRPr/>
            </a:pPr>
            <a:endParaRPr lang="zh-CN" altLang="zh-CN" sz="2400">
              <a:latin typeface="Times" pitchFamily="18" charset="0"/>
            </a:endParaRPr>
          </a:p>
        </p:txBody>
      </p:sp>
      <p:sp>
        <p:nvSpPr>
          <p:cNvPr id="1027" name="Rectangle 16"/>
          <p:cNvSpPr>
            <a:spLocks noGrp="1" noChangeArrowheads="1"/>
          </p:cNvSpPr>
          <p:nvPr>
            <p:ph type="body" idx="1"/>
          </p:nvPr>
        </p:nvSpPr>
        <p:spPr bwMode="auto">
          <a:xfrm>
            <a:off x="960967" y="1079500"/>
            <a:ext cx="10560051" cy="522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矩形 15"/>
          <p:cNvSpPr/>
          <p:nvPr userDrawn="1"/>
        </p:nvSpPr>
        <p:spPr bwMode="auto">
          <a:xfrm>
            <a:off x="-2117" y="6308726"/>
            <a:ext cx="12194117" cy="549275"/>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4" name="矩形 23"/>
          <p:cNvSpPr/>
          <p:nvPr userDrawn="1"/>
        </p:nvSpPr>
        <p:spPr bwMode="auto">
          <a:xfrm>
            <a:off x="1" y="-11113"/>
            <a:ext cx="8909550" cy="796907"/>
          </a:xfrm>
          <a:prstGeom prst="rect">
            <a:avLst/>
          </a:prstGeom>
          <a:solidFill>
            <a:srgbClr val="4F81B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21349" fontAlgn="auto">
              <a:spcBef>
                <a:spcPts val="0"/>
              </a:spcBef>
              <a:spcAft>
                <a:spcPts val="0"/>
              </a:spcAft>
              <a:defRPr/>
            </a:pPr>
            <a:endParaRPr lang="zh-CN" altLang="en-US" sz="2400"/>
          </a:p>
        </p:txBody>
      </p:sp>
      <p:sp>
        <p:nvSpPr>
          <p:cNvPr id="27" name="Text Box 12"/>
          <p:cNvSpPr txBox="1">
            <a:spLocks noChangeArrowheads="1"/>
          </p:cNvSpPr>
          <p:nvPr userDrawn="1"/>
        </p:nvSpPr>
        <p:spPr bwMode="auto">
          <a:xfrm>
            <a:off x="20520" y="50348"/>
            <a:ext cx="7011616" cy="714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algn="l" eaLnBrk="1" hangingPunct="1">
              <a:defRPr/>
            </a:pPr>
            <a:r>
              <a:rPr kumimoji="1" lang="zh-CN" altLang="en-US" sz="3200" i="0" dirty="0">
                <a:solidFill>
                  <a:srgbClr val="FFFFFF"/>
                </a:solidFill>
                <a:ea typeface="黑体" pitchFamily="49" charset="-122"/>
              </a:rPr>
              <a:t>      </a:t>
            </a:r>
            <a:endParaRPr kumimoji="1" lang="zh-CN" altLang="en-US" sz="3200" i="0" dirty="0">
              <a:solidFill>
                <a:srgbClr val="FFFFFF"/>
              </a:solidFill>
              <a:latin typeface="微软雅黑" panose="020B0503020204020204" pitchFamily="34" charset="-122"/>
              <a:ea typeface="微软雅黑" panose="020B0503020204020204" pitchFamily="34" charset="-122"/>
            </a:endParaRPr>
          </a:p>
        </p:txBody>
      </p:sp>
      <p:cxnSp>
        <p:nvCxnSpPr>
          <p:cNvPr id="15" name="直接连接符 14"/>
          <p:cNvCxnSpPr/>
          <p:nvPr userDrawn="1"/>
        </p:nvCxnSpPr>
        <p:spPr bwMode="auto">
          <a:xfrm>
            <a:off x="-2117" y="785794"/>
            <a:ext cx="12194117" cy="0"/>
          </a:xfrm>
          <a:prstGeom prst="line">
            <a:avLst/>
          </a:prstGeom>
          <a:solidFill>
            <a:srgbClr val="3366CC"/>
          </a:solidFill>
          <a:ln w="38100">
            <a:solidFill>
              <a:srgbClr val="4F81BD"/>
            </a:solidFill>
          </a:ln>
        </p:spPr>
        <p:style>
          <a:lnRef idx="1">
            <a:schemeClr val="accent1"/>
          </a:lnRef>
          <a:fillRef idx="0">
            <a:schemeClr val="accent1"/>
          </a:fillRef>
          <a:effectRef idx="0">
            <a:schemeClr val="accent1"/>
          </a:effectRef>
          <a:fontRef idx="minor">
            <a:schemeClr val="tx1"/>
          </a:fontRef>
        </p:style>
      </p:cxnSp>
      <p:pic>
        <p:nvPicPr>
          <p:cNvPr id="17" name="Picture 2" descr="http://www.jdxy.zjut.edu.cn/images/img_02.jpg"/>
          <p:cNvPicPr/>
          <p:nvPr userDrawn="1"/>
        </p:nvPicPr>
        <p:blipFill rotWithShape="1">
          <a:blip r:embed="rId15" cstate="print"/>
          <a:srcRect l="3571" r="6619"/>
          <a:stretch/>
        </p:blipFill>
        <p:spPr bwMode="auto">
          <a:xfrm>
            <a:off x="7183971" y="-16198"/>
            <a:ext cx="5000625" cy="785495"/>
          </a:xfrm>
          <a:prstGeom prst="rect">
            <a:avLst/>
          </a:prstGeom>
          <a:noFill/>
          <a:ln>
            <a:noFill/>
          </a:ln>
          <a:extLst>
            <a:ext uri="{53640926-AAD7-44D8-BBD7-CCE9431645EC}">
              <a14:shadowObscured xmlns:a14="http://schemas.microsoft.com/office/drawing/2010/main"/>
            </a:ext>
          </a:extLst>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Lst>
  <p:transition spd="slow"/>
  <p:txStyles>
    <p:titleStyle>
      <a:lvl1pPr marL="442913" indent="-442913" algn="l" rtl="0" eaLnBrk="0" fontAlgn="base" hangingPunct="0">
        <a:spcBef>
          <a:spcPct val="0"/>
        </a:spcBef>
        <a:spcAft>
          <a:spcPct val="0"/>
        </a:spcAft>
        <a:defRPr sz="3200" b="1">
          <a:solidFill>
            <a:srgbClr val="3333FF"/>
          </a:solidFill>
          <a:latin typeface="+mj-lt"/>
          <a:ea typeface="+mj-ea"/>
          <a:cs typeface="+mj-cs"/>
        </a:defRPr>
      </a:lvl1pPr>
      <a:lvl2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2pPr>
      <a:lvl3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3pPr>
      <a:lvl4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4pPr>
      <a:lvl5pPr marL="442913" indent="-442913" algn="l" rtl="0" eaLnBrk="0" fontAlgn="base" hangingPunct="0">
        <a:spcBef>
          <a:spcPct val="0"/>
        </a:spcBef>
        <a:spcAft>
          <a:spcPct val="0"/>
        </a:spcAft>
        <a:defRPr sz="3200" b="1">
          <a:solidFill>
            <a:srgbClr val="3333FF"/>
          </a:solidFill>
          <a:latin typeface="Times New Roman" pitchFamily="18" charset="0"/>
          <a:ea typeface="宋体" pitchFamily="2" charset="-122"/>
        </a:defRPr>
      </a:lvl5pPr>
      <a:lvl6pPr marL="900113" algn="l" rtl="0" fontAlgn="base">
        <a:spcBef>
          <a:spcPct val="0"/>
        </a:spcBef>
        <a:spcAft>
          <a:spcPct val="0"/>
        </a:spcAft>
        <a:defRPr sz="3200" b="1">
          <a:solidFill>
            <a:srgbClr val="3333FF"/>
          </a:solidFill>
          <a:latin typeface="Times New Roman" pitchFamily="18" charset="0"/>
          <a:ea typeface="宋体" pitchFamily="2" charset="-122"/>
        </a:defRPr>
      </a:lvl6pPr>
      <a:lvl7pPr marL="1357313" algn="l" rtl="0" fontAlgn="base">
        <a:spcBef>
          <a:spcPct val="0"/>
        </a:spcBef>
        <a:spcAft>
          <a:spcPct val="0"/>
        </a:spcAft>
        <a:defRPr sz="3200" b="1">
          <a:solidFill>
            <a:srgbClr val="3333FF"/>
          </a:solidFill>
          <a:latin typeface="Times New Roman" pitchFamily="18" charset="0"/>
          <a:ea typeface="宋体" pitchFamily="2" charset="-122"/>
        </a:defRPr>
      </a:lvl7pPr>
      <a:lvl8pPr marL="1814513" algn="l" rtl="0" fontAlgn="base">
        <a:spcBef>
          <a:spcPct val="0"/>
        </a:spcBef>
        <a:spcAft>
          <a:spcPct val="0"/>
        </a:spcAft>
        <a:defRPr sz="3200" b="1">
          <a:solidFill>
            <a:srgbClr val="3333FF"/>
          </a:solidFill>
          <a:latin typeface="Times New Roman" pitchFamily="18" charset="0"/>
          <a:ea typeface="宋体" pitchFamily="2" charset="-122"/>
        </a:defRPr>
      </a:lvl8pPr>
      <a:lvl9pPr marL="2271713" algn="l" rtl="0" fontAlgn="base">
        <a:spcBef>
          <a:spcPct val="0"/>
        </a:spcBef>
        <a:spcAft>
          <a:spcPct val="0"/>
        </a:spcAft>
        <a:defRPr sz="3200" b="1">
          <a:solidFill>
            <a:srgbClr val="3333FF"/>
          </a:solidFill>
          <a:latin typeface="Times New Roman" pitchFamily="18" charset="0"/>
          <a:ea typeface="宋体" pitchFamily="2" charset="-122"/>
        </a:defRPr>
      </a:lvl9pPr>
    </p:titleStyle>
    <p:bodyStyle>
      <a:lvl1pPr marL="342900" indent="-342900" algn="l" rtl="0" eaLnBrk="0" fontAlgn="base" hangingPunct="0">
        <a:spcBef>
          <a:spcPct val="30000"/>
        </a:spcBef>
        <a:spcAft>
          <a:spcPct val="0"/>
        </a:spcAft>
        <a:buClr>
          <a:schemeClr val="hlink"/>
        </a:buClr>
        <a:buSzPct val="62000"/>
        <a:buFont typeface="Wingdings" pitchFamily="2" charset="2"/>
        <a:buChar char="n"/>
        <a:defRPr sz="2000">
          <a:solidFill>
            <a:schemeClr val="tx1"/>
          </a:solidFill>
          <a:latin typeface="+mn-lt"/>
          <a:ea typeface="+mn-ea"/>
          <a:cs typeface="+mn-cs"/>
        </a:defRPr>
      </a:lvl1pPr>
      <a:lvl2pPr marL="742950" indent="-285750" algn="l" rtl="0" eaLnBrk="0" fontAlgn="base" hangingPunct="0">
        <a:spcBef>
          <a:spcPct val="30000"/>
        </a:spcBef>
        <a:spcAft>
          <a:spcPct val="0"/>
        </a:spcAft>
        <a:buClr>
          <a:schemeClr val="hlink"/>
        </a:buClr>
        <a:buSzPct val="62000"/>
        <a:buFont typeface="Wingdings" pitchFamily="2" charset="2"/>
        <a:buChar char="l"/>
        <a:defRPr sz="20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75000"/>
        <a:buFont typeface="Wingdings" pitchFamily="2" charset="2"/>
        <a:buChar char="à"/>
        <a:defRPr sz="2000">
          <a:solidFill>
            <a:schemeClr val="tx1"/>
          </a:solidFill>
          <a:latin typeface="+mn-lt"/>
          <a:ea typeface="+mn-ea"/>
        </a:defRPr>
      </a:lvl3pPr>
      <a:lvl4pPr marL="1600200" indent="-228600" algn="l" rtl="0" eaLnBrk="0" fontAlgn="base" hangingPunct="0">
        <a:spcBef>
          <a:spcPct val="20000"/>
        </a:spcBef>
        <a:spcAft>
          <a:spcPct val="0"/>
        </a:spcAft>
        <a:buSzPct val="100000"/>
        <a:buChar char="–"/>
        <a:defRPr sz="2000">
          <a:solidFill>
            <a:schemeClr val="tx1"/>
          </a:solidFill>
          <a:latin typeface="+mn-lt"/>
          <a:ea typeface="+mn-ea"/>
        </a:defRPr>
      </a:lvl4pPr>
      <a:lvl5pPr marL="2057400" indent="-228600" algn="l" rtl="0" eaLnBrk="0" fontAlgn="base" hangingPunct="0">
        <a:spcBef>
          <a:spcPct val="20000"/>
        </a:spcBef>
        <a:spcAft>
          <a:spcPct val="0"/>
        </a:spcAft>
        <a:buSzPct val="100000"/>
        <a:buChar char="»"/>
        <a:defRPr sz="2000">
          <a:solidFill>
            <a:schemeClr val="tx1"/>
          </a:solidFill>
          <a:latin typeface="+mn-lt"/>
          <a:ea typeface="+mn-ea"/>
        </a:defRPr>
      </a:lvl5pPr>
      <a:lvl6pPr marL="2514600" indent="-228600" algn="l" rtl="0" fontAlgn="base">
        <a:spcBef>
          <a:spcPct val="20000"/>
        </a:spcBef>
        <a:spcAft>
          <a:spcPct val="0"/>
        </a:spcAft>
        <a:buSzPct val="100000"/>
        <a:buChar char="»"/>
        <a:defRPr sz="2000">
          <a:solidFill>
            <a:schemeClr val="tx1"/>
          </a:solidFill>
          <a:latin typeface="+mn-lt"/>
          <a:ea typeface="+mn-ea"/>
        </a:defRPr>
      </a:lvl6pPr>
      <a:lvl7pPr marL="2971800" indent="-228600" algn="l" rtl="0" fontAlgn="base">
        <a:spcBef>
          <a:spcPct val="20000"/>
        </a:spcBef>
        <a:spcAft>
          <a:spcPct val="0"/>
        </a:spcAft>
        <a:buSzPct val="100000"/>
        <a:buChar char="»"/>
        <a:defRPr sz="2000">
          <a:solidFill>
            <a:schemeClr val="tx1"/>
          </a:solidFill>
          <a:latin typeface="+mn-lt"/>
          <a:ea typeface="+mn-ea"/>
        </a:defRPr>
      </a:lvl7pPr>
      <a:lvl8pPr marL="3429000" indent="-228600" algn="l" rtl="0" fontAlgn="base">
        <a:spcBef>
          <a:spcPct val="20000"/>
        </a:spcBef>
        <a:spcAft>
          <a:spcPct val="0"/>
        </a:spcAft>
        <a:buSzPct val="100000"/>
        <a:buChar char="»"/>
        <a:defRPr sz="2000">
          <a:solidFill>
            <a:schemeClr val="tx1"/>
          </a:solidFill>
          <a:latin typeface="+mn-lt"/>
          <a:ea typeface="+mn-ea"/>
        </a:defRPr>
      </a:lvl8pPr>
      <a:lvl9pPr marL="3886200" indent="-228600" algn="l" rtl="0" fontAlgn="base">
        <a:spcBef>
          <a:spcPct val="20000"/>
        </a:spcBef>
        <a:spcAft>
          <a:spcPct val="0"/>
        </a:spcAft>
        <a:buSzPct val="10000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75FE3E41-3E3A-4598-854A-0ADDC3E3F895}" type="datetimeFigureOut">
              <a:rPr lang="zh-CN" altLang="en-US"/>
              <a:pPr>
                <a:defRPr/>
              </a:pPr>
              <a:t>2024-12-13</a:t>
            </a:fld>
            <a:endParaRPr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7D69B51-3C8E-4B0D-9184-6356F897FB91}" type="slidenum">
              <a:rPr lang="zh-CN" altLang="en-US"/>
              <a:pPr>
                <a:defRPr/>
              </a:pPr>
              <a:t>‹#›</a:t>
            </a:fld>
            <a:endParaRPr lang="zh-CN" altLang="en-US"/>
          </a:p>
        </p:txBody>
      </p:sp>
      <p:pic>
        <p:nvPicPr>
          <p:cNvPr id="2053" name="Picture 63"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6037" b="11566"/>
          <a:stretch>
            <a:fillRect/>
          </a:stretch>
        </p:blipFill>
        <p:spPr bwMode="auto">
          <a:xfrm>
            <a:off x="-8467" y="4579938"/>
            <a:ext cx="12200467" cy="227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29"/>
          <p:cNvSpPr>
            <a:spLocks/>
          </p:cNvSpPr>
          <p:nvPr userDrawn="1"/>
        </p:nvSpPr>
        <p:spPr bwMode="gray">
          <a:xfrm>
            <a:off x="-2117" y="-1588"/>
            <a:ext cx="12206817" cy="4641851"/>
          </a:xfrm>
          <a:custGeom>
            <a:avLst/>
            <a:gdLst>
              <a:gd name="T0" fmla="*/ 2147483647 w 5767"/>
              <a:gd name="T1" fmla="*/ 2147483647 h 3128"/>
              <a:gd name="T2" fmla="*/ 2147483647 w 5767"/>
              <a:gd name="T3" fmla="*/ 2147483647 h 3128"/>
              <a:gd name="T4" fmla="*/ 2147483647 w 5767"/>
              <a:gd name="T5" fmla="*/ 2147483647 h 3128"/>
              <a:gd name="T6" fmla="*/ 2147483647 w 5767"/>
              <a:gd name="T7" fmla="*/ 2147483647 h 3128"/>
              <a:gd name="T8" fmla="*/ 2147483647 w 5767"/>
              <a:gd name="T9" fmla="*/ 2147483647 h 3128"/>
              <a:gd name="T10" fmla="*/ 2147483647 w 5767"/>
              <a:gd name="T11" fmla="*/ 2147483647 h 3128"/>
              <a:gd name="T12" fmla="*/ 2147483647 w 5767"/>
              <a:gd name="T13" fmla="*/ 0 h 3128"/>
              <a:gd name="T14" fmla="*/ 0 w 5767"/>
              <a:gd name="T15" fmla="*/ 2147483647 h 3128"/>
              <a:gd name="T16" fmla="*/ 2147483647 w 5767"/>
              <a:gd name="T17" fmla="*/ 2147483647 h 31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7" h="3128">
                <a:moveTo>
                  <a:pt x="8" y="3103"/>
                </a:moveTo>
                <a:lnTo>
                  <a:pt x="2913" y="3102"/>
                </a:lnTo>
                <a:cubicBezTo>
                  <a:pt x="3054" y="3102"/>
                  <a:pt x="3012" y="3128"/>
                  <a:pt x="3143" y="3022"/>
                </a:cubicBezTo>
                <a:lnTo>
                  <a:pt x="3668" y="2460"/>
                </a:lnTo>
                <a:cubicBezTo>
                  <a:pt x="3832" y="2329"/>
                  <a:pt x="3809" y="2215"/>
                  <a:pt x="4129" y="2235"/>
                </a:cubicBezTo>
                <a:lnTo>
                  <a:pt x="5761" y="2235"/>
                </a:lnTo>
                <a:lnTo>
                  <a:pt x="5767" y="0"/>
                </a:lnTo>
                <a:lnTo>
                  <a:pt x="0" y="1"/>
                </a:lnTo>
                <a:lnTo>
                  <a:pt x="8" y="3103"/>
                </a:lnTo>
                <a:close/>
              </a:path>
            </a:pathLst>
          </a:custGeom>
          <a:solidFill>
            <a:schemeClr val="bg2">
              <a:alpha val="89803"/>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sp>
        <p:nvSpPr>
          <p:cNvPr id="12" name="Freeform 28"/>
          <p:cNvSpPr>
            <a:spLocks/>
          </p:cNvSpPr>
          <p:nvPr userDrawn="1"/>
        </p:nvSpPr>
        <p:spPr bwMode="gray">
          <a:xfrm>
            <a:off x="1" y="-1588"/>
            <a:ext cx="12206817" cy="4581526"/>
          </a:xfrm>
          <a:custGeom>
            <a:avLst/>
            <a:gdLst/>
            <a:ahLst/>
            <a:cxnLst>
              <a:cxn ang="0">
                <a:pos x="8" y="2730"/>
              </a:cxn>
              <a:cxn ang="0">
                <a:pos x="3040" y="2726"/>
              </a:cxn>
              <a:cxn ang="0">
                <a:pos x="3347" y="2630"/>
              </a:cxn>
              <a:cxn ang="0">
                <a:pos x="3795" y="2170"/>
              </a:cxn>
              <a:cxn ang="0">
                <a:pos x="4115" y="2080"/>
              </a:cxn>
              <a:cxn ang="0">
                <a:pos x="5760" y="2093"/>
              </a:cxn>
              <a:cxn ang="0">
                <a:pos x="5767" y="0"/>
              </a:cxn>
              <a:cxn ang="0">
                <a:pos x="0" y="1"/>
              </a:cxn>
              <a:cxn ang="0">
                <a:pos x="8" y="2730"/>
              </a:cxn>
            </a:cxnLst>
            <a:rect l="0" t="0" r="r" b="b"/>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schemeClr>
              </a:gs>
              <a:gs pos="100000">
                <a:schemeClr val="bg1">
                  <a:alpha val="89999"/>
                </a:schemeClr>
              </a:gs>
            </a:gsLst>
            <a:lin ang="0" scaled="1"/>
          </a:gradFill>
          <a:ln w="9525">
            <a:noFill/>
            <a:round/>
            <a:headEnd/>
            <a:tailEnd/>
          </a:ln>
          <a:effectLst/>
        </p:spPr>
        <p:txBody>
          <a:bodyPr/>
          <a:lstStyle/>
          <a:p>
            <a:pPr>
              <a:defRPr/>
            </a:pPr>
            <a:endParaRPr lang="zh-CN" altLang="en-US" sz="2400">
              <a:latin typeface="Arial" charset="0"/>
              <a:ea typeface="宋体" charset="-122"/>
            </a:endParaRPr>
          </a:p>
        </p:txBody>
      </p:sp>
      <p:sp>
        <p:nvSpPr>
          <p:cNvPr id="2056" name="Freeform 30"/>
          <p:cNvSpPr>
            <a:spLocks/>
          </p:cNvSpPr>
          <p:nvPr userDrawn="1"/>
        </p:nvSpPr>
        <p:spPr bwMode="gray">
          <a:xfrm>
            <a:off x="1" y="0"/>
            <a:ext cx="12204700" cy="1600200"/>
          </a:xfrm>
          <a:custGeom>
            <a:avLst/>
            <a:gdLst>
              <a:gd name="T0" fmla="*/ 0 w 5766"/>
              <a:gd name="T1" fmla="*/ 2147483647 h 1008"/>
              <a:gd name="T2" fmla="*/ 2147483647 w 5766"/>
              <a:gd name="T3" fmla="*/ 2147483647 h 1008"/>
              <a:gd name="T4" fmla="*/ 2147483647 w 5766"/>
              <a:gd name="T5" fmla="*/ 2147483647 h 1008"/>
              <a:gd name="T6" fmla="*/ 2147483647 w 5766"/>
              <a:gd name="T7" fmla="*/ 2147483647 h 1008"/>
              <a:gd name="T8" fmla="*/ 2147483647 w 5766"/>
              <a:gd name="T9" fmla="*/ 2147483647 h 1008"/>
              <a:gd name="T10" fmla="*/ 2147483647 w 5766"/>
              <a:gd name="T11" fmla="*/ 2147483647 h 1008"/>
              <a:gd name="T12" fmla="*/ 2147483647 w 5766"/>
              <a:gd name="T13" fmla="*/ 0 h 1008"/>
              <a:gd name="T14" fmla="*/ 0 w 5766"/>
              <a:gd name="T15" fmla="*/ 2147483647 h 1008"/>
              <a:gd name="T16" fmla="*/ 0 w 5766"/>
              <a:gd name="T17" fmla="*/ 2147483647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2400"/>
          </a:p>
        </p:txBody>
      </p:sp>
      <p:pic>
        <p:nvPicPr>
          <p:cNvPr id="10" name="Picture 2" descr="C:\Users\LibeR\Desktop\学院设计\部分素材\标志.png">
            <a:extLst>
              <a:ext uri="{FF2B5EF4-FFF2-40B4-BE49-F238E27FC236}">
                <a16:creationId xmlns:a16="http://schemas.microsoft.com/office/drawing/2014/main" id="{0FD5FD62-6A64-4DAD-8F38-E1AD4CEA33BF}"/>
              </a:ext>
            </a:extLst>
          </p:cNvPr>
          <p:cNvPicPr>
            <a:picLocks noChangeAspect="1" noChangeArrowheads="1"/>
          </p:cNvPicPr>
          <p:nvPr userDrawn="1"/>
        </p:nvPicPr>
        <p:blipFill rotWithShape="1">
          <a:blip r:embed="rId4">
            <a:extLst>
              <a:ext uri="{28A0092B-C50C-407E-A947-70E740481C1C}">
                <a14:useLocalDpi xmlns:a14="http://schemas.microsoft.com/office/drawing/2010/main"/>
              </a:ext>
            </a:extLst>
          </a:blip>
          <a:srcRect l="3956" t="26667" r="5834" b="39999"/>
          <a:stretch/>
        </p:blipFill>
        <p:spPr bwMode="auto">
          <a:xfrm>
            <a:off x="4170622" y="-19186"/>
            <a:ext cx="7920880" cy="104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5" r:id="rId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074" name="Picture 2" descr="图片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37930" b="14191"/>
          <a:stretch>
            <a:fillRect/>
          </a:stretch>
        </p:blipFill>
        <p:spPr bwMode="auto">
          <a:xfrm>
            <a:off x="-16933" y="-98425"/>
            <a:ext cx="12247033" cy="208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 bg1="lt1" tx1="dk1" bg2="lt2" tx2="dk2" accent1="accent1" accent2="accent2" accent3="accent3" accent4="accent4" accent5="accent5" accent6="accent6" hlink="hlink" folHlink="folHlink"/>
  <p:sldLayoutIdLst>
    <p:sldLayoutId id="2147483694"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audio" Target="../media/audio3.wav"/><Relationship Id="rId4" Type="http://schemas.openxmlformats.org/officeDocument/2006/relationships/audio" Target="../media/audio2.wav"/></Relationships>
</file>

<file path=ppt/slides/_rels/slide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3.emf"/><Relationship Id="rId4" Type="http://schemas.openxmlformats.org/officeDocument/2006/relationships/image" Target="../media/image12.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9.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15.wmf"/><Relationship Id="rId5" Type="http://schemas.openxmlformats.org/officeDocument/2006/relationships/oleObject" Target="../embeddings/oleObject2.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9.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7.wmf"/><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4.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15.bin"/><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16.bin"/><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2.wmf"/><Relationship Id="rId5" Type="http://schemas.openxmlformats.org/officeDocument/2006/relationships/oleObject" Target="../embeddings/oleObject18.bin"/><Relationship Id="rId4" Type="http://schemas.openxmlformats.org/officeDocument/2006/relationships/image" Target="../media/image31.wmf"/></Relationships>
</file>

<file path=ppt/slides/_rels/slide2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audio" Target="../media/audio3.wav"/><Relationship Id="rId7" Type="http://schemas.openxmlformats.org/officeDocument/2006/relationships/oleObject" Target="../embeddings/oleObject20.bin"/><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33.wmf"/><Relationship Id="rId5" Type="http://schemas.openxmlformats.org/officeDocument/2006/relationships/oleObject" Target="../embeddings/oleObject19.bin"/><Relationship Id="rId4" Type="http://schemas.openxmlformats.org/officeDocument/2006/relationships/audio" Target="../media/audio2.wav"/></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7" Type="http://schemas.openxmlformats.org/officeDocument/2006/relationships/image" Target="../media/image36.wmf"/><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oleObject" Target="../embeddings/oleObject22.bin"/><Relationship Id="rId5" Type="http://schemas.openxmlformats.org/officeDocument/2006/relationships/image" Target="../media/image35.wmf"/><Relationship Id="rId4" Type="http://schemas.openxmlformats.org/officeDocument/2006/relationships/oleObject" Target="../embeddings/oleObject21.bin"/></Relationships>
</file>

<file path=ppt/slides/_rels/slide2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2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audio" Target="../media/audio3.wav"/></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8.wmf"/><Relationship Id="rId5" Type="http://schemas.openxmlformats.org/officeDocument/2006/relationships/oleObject" Target="../embeddings/oleObject24.bin"/><Relationship Id="rId4" Type="http://schemas.openxmlformats.org/officeDocument/2006/relationships/image" Target="../media/image37.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0.png"/><Relationship Id="rId2" Type="http://schemas.openxmlformats.org/officeDocument/2006/relationships/video" Target="../media/media1.avi"/><Relationship Id="rId1" Type="http://schemas.microsoft.com/office/2007/relationships/media" Target="../media/media1.avi"/><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0.png"/><Relationship Id="rId2" Type="http://schemas.openxmlformats.org/officeDocument/2006/relationships/video" Target="../media/media1.avi"/><Relationship Id="rId1" Type="http://schemas.microsoft.com/office/2007/relationships/media" Target="../media/media1.avi"/><Relationship Id="rId6" Type="http://schemas.openxmlformats.org/officeDocument/2006/relationships/audio" Target="../media/audio2.wav"/><Relationship Id="rId5" Type="http://schemas.openxmlformats.org/officeDocument/2006/relationships/audio" Target="../media/audio3.wav"/><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1.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2.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audio" Target="../media/audio5.wav"/><Relationship Id="rId5" Type="http://schemas.openxmlformats.org/officeDocument/2006/relationships/audio" Target="../media/audio4.wav"/><Relationship Id="rId4" Type="http://schemas.openxmlformats.org/officeDocument/2006/relationships/audio" Target="../media/audio2.wav"/></Relationships>
</file>

<file path=ppt/slides/_rels/slide3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37.xml"/><Relationship Id="rId1" Type="http://schemas.openxmlformats.org/officeDocument/2006/relationships/slideLayout" Target="../slideLayouts/slideLayout7.xml"/><Relationship Id="rId6" Type="http://schemas.openxmlformats.org/officeDocument/2006/relationships/image" Target="../media/image42.wmf"/><Relationship Id="rId5" Type="http://schemas.openxmlformats.org/officeDocument/2006/relationships/oleObject" Target="../embeddings/oleObject27.bin"/><Relationship Id="rId4" Type="http://schemas.openxmlformats.org/officeDocument/2006/relationships/image" Target="../media/image41.wmf"/></Relationships>
</file>

<file path=ppt/slides/_rels/slide38.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38.xml"/><Relationship Id="rId1" Type="http://schemas.openxmlformats.org/officeDocument/2006/relationships/slideLayout" Target="../slideLayouts/slideLayout7.xml"/><Relationship Id="rId6" Type="http://schemas.openxmlformats.org/officeDocument/2006/relationships/image" Target="../media/image43.wmf"/><Relationship Id="rId5" Type="http://schemas.openxmlformats.org/officeDocument/2006/relationships/oleObject" Target="../embeddings/oleObject28.bin"/><Relationship Id="rId4" Type="http://schemas.openxmlformats.org/officeDocument/2006/relationships/audio" Target="../media/audio3.wav"/></Relationships>
</file>

<file path=ppt/slides/_rels/slide39.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audio" Target="../media/audio3.wav"/><Relationship Id="rId7" Type="http://schemas.openxmlformats.org/officeDocument/2006/relationships/image" Target="../media/image45.wmf"/><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oleObject" Target="../embeddings/oleObject30.bin"/><Relationship Id="rId5" Type="http://schemas.openxmlformats.org/officeDocument/2006/relationships/image" Target="../media/image44.wmf"/><Relationship Id="rId4" Type="http://schemas.openxmlformats.org/officeDocument/2006/relationships/oleObject" Target="../embeddings/oleObject29.bin"/><Relationship Id="rId9" Type="http://schemas.openxmlformats.org/officeDocument/2006/relationships/image" Target="../media/image46.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audio" Target="../media/audio3.wav"/><Relationship Id="rId7" Type="http://schemas.openxmlformats.org/officeDocument/2006/relationships/image" Target="../media/image48.wmf"/><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oleObject" Target="../embeddings/oleObject33.bin"/><Relationship Id="rId5" Type="http://schemas.openxmlformats.org/officeDocument/2006/relationships/image" Target="../media/image47.wmf"/><Relationship Id="rId4" Type="http://schemas.openxmlformats.org/officeDocument/2006/relationships/oleObject" Target="../embeddings/oleObject32.bin"/></Relationships>
</file>

<file path=ppt/slides/_rels/slide43.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audio" Target="../media/audio5.wav"/></Relationships>
</file>

<file path=ppt/slides/_rels/slide44.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5.wav"/></Relationships>
</file>

<file path=ppt/slides/_rels/slide45.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audio" Target="../media/audio2.wav"/><Relationship Id="rId4" Type="http://schemas.openxmlformats.org/officeDocument/2006/relationships/audio" Target="../media/audio5.wav"/></Relationships>
</file>

<file path=ppt/slides/_rels/slide46.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audio" Target="../media/audio2.wav"/></Relationships>
</file>

<file path=ppt/slides/_rels/slide47.xml.rels><?xml version="1.0" encoding="UTF-8" standalone="yes"?>
<Relationships xmlns="http://schemas.openxmlformats.org/package/2006/relationships"><Relationship Id="rId3" Type="http://schemas.openxmlformats.org/officeDocument/2006/relationships/audio" Target="../media/audio3.wav"/><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49.wmf"/><Relationship Id="rId5" Type="http://schemas.openxmlformats.org/officeDocument/2006/relationships/oleObject" Target="../embeddings/oleObject34.bin"/><Relationship Id="rId4" Type="http://schemas.openxmlformats.org/officeDocument/2006/relationships/audio" Target="../media/audio2.wav"/></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em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54.wmf"/><Relationship Id="rId5" Type="http://schemas.openxmlformats.org/officeDocument/2006/relationships/oleObject" Target="../embeddings/oleObject36.bin"/><Relationship Id="rId4" Type="http://schemas.openxmlformats.org/officeDocument/2006/relationships/image" Target="../media/image53.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63.wmf"/><Relationship Id="rId3" Type="http://schemas.openxmlformats.org/officeDocument/2006/relationships/oleObject" Target="../embeddings/oleObject38.bin"/><Relationship Id="rId7" Type="http://schemas.openxmlformats.org/officeDocument/2006/relationships/image" Target="../media/image60.wmf"/><Relationship Id="rId12" Type="http://schemas.openxmlformats.org/officeDocument/2006/relationships/oleObject" Target="../embeddings/oleObject42.bin"/><Relationship Id="rId17" Type="http://schemas.openxmlformats.org/officeDocument/2006/relationships/image" Target="../media/image65.wmf"/><Relationship Id="rId2" Type="http://schemas.openxmlformats.org/officeDocument/2006/relationships/notesSlide" Target="../notesSlides/notesSlide54.xml"/><Relationship Id="rId16"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image" Target="../media/image59.wmf"/><Relationship Id="rId11" Type="http://schemas.openxmlformats.org/officeDocument/2006/relationships/image" Target="../media/image62.wmf"/><Relationship Id="rId5" Type="http://schemas.openxmlformats.org/officeDocument/2006/relationships/oleObject" Target="../embeddings/oleObject39.bin"/><Relationship Id="rId15" Type="http://schemas.openxmlformats.org/officeDocument/2006/relationships/image" Target="../media/image64.wmf"/><Relationship Id="rId10" Type="http://schemas.openxmlformats.org/officeDocument/2006/relationships/oleObject" Target="../embeddings/oleObject41.bin"/><Relationship Id="rId4" Type="http://schemas.openxmlformats.org/officeDocument/2006/relationships/image" Target="../media/image58.wmf"/><Relationship Id="rId9" Type="http://schemas.openxmlformats.org/officeDocument/2006/relationships/image" Target="../media/image61.wmf"/><Relationship Id="rId14" Type="http://schemas.openxmlformats.org/officeDocument/2006/relationships/oleObject" Target="../embeddings/oleObject43.bin"/></Relationships>
</file>

<file path=ppt/slides/_rels/slide55.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50.bin"/><Relationship Id="rId18" Type="http://schemas.openxmlformats.org/officeDocument/2006/relationships/image" Target="../media/image73.wmf"/><Relationship Id="rId26" Type="http://schemas.openxmlformats.org/officeDocument/2006/relationships/image" Target="../media/image77.wmf"/><Relationship Id="rId3" Type="http://schemas.openxmlformats.org/officeDocument/2006/relationships/oleObject" Target="../embeddings/oleObject45.bin"/><Relationship Id="rId21" Type="http://schemas.openxmlformats.org/officeDocument/2006/relationships/oleObject" Target="../embeddings/oleObject54.bin"/><Relationship Id="rId7" Type="http://schemas.openxmlformats.org/officeDocument/2006/relationships/oleObject" Target="../embeddings/oleObject47.bin"/><Relationship Id="rId12" Type="http://schemas.openxmlformats.org/officeDocument/2006/relationships/image" Target="../media/image70.wmf"/><Relationship Id="rId17" Type="http://schemas.openxmlformats.org/officeDocument/2006/relationships/oleObject" Target="../embeddings/oleObject52.bin"/><Relationship Id="rId25" Type="http://schemas.openxmlformats.org/officeDocument/2006/relationships/oleObject" Target="../embeddings/oleObject56.bin"/><Relationship Id="rId2" Type="http://schemas.openxmlformats.org/officeDocument/2006/relationships/notesSlide" Target="../notesSlides/notesSlide55.xml"/><Relationship Id="rId16" Type="http://schemas.openxmlformats.org/officeDocument/2006/relationships/image" Target="../media/image72.wmf"/><Relationship Id="rId20" Type="http://schemas.openxmlformats.org/officeDocument/2006/relationships/image" Target="../media/image74.wmf"/><Relationship Id="rId1" Type="http://schemas.openxmlformats.org/officeDocument/2006/relationships/slideLayout" Target="../slideLayouts/slideLayout7.xml"/><Relationship Id="rId6" Type="http://schemas.openxmlformats.org/officeDocument/2006/relationships/image" Target="../media/image67.wmf"/><Relationship Id="rId11" Type="http://schemas.openxmlformats.org/officeDocument/2006/relationships/oleObject" Target="../embeddings/oleObject49.bin"/><Relationship Id="rId24" Type="http://schemas.openxmlformats.org/officeDocument/2006/relationships/image" Target="../media/image76.wmf"/><Relationship Id="rId5" Type="http://schemas.openxmlformats.org/officeDocument/2006/relationships/oleObject" Target="../embeddings/oleObject46.bin"/><Relationship Id="rId15" Type="http://schemas.openxmlformats.org/officeDocument/2006/relationships/oleObject" Target="../embeddings/oleObject51.bin"/><Relationship Id="rId23" Type="http://schemas.openxmlformats.org/officeDocument/2006/relationships/oleObject" Target="../embeddings/oleObject55.bin"/><Relationship Id="rId28" Type="http://schemas.openxmlformats.org/officeDocument/2006/relationships/image" Target="../media/image78.wmf"/><Relationship Id="rId10" Type="http://schemas.openxmlformats.org/officeDocument/2006/relationships/image" Target="../media/image69.wmf"/><Relationship Id="rId19" Type="http://schemas.openxmlformats.org/officeDocument/2006/relationships/oleObject" Target="../embeddings/oleObject53.bin"/><Relationship Id="rId4" Type="http://schemas.openxmlformats.org/officeDocument/2006/relationships/image" Target="../media/image66.wmf"/><Relationship Id="rId9" Type="http://schemas.openxmlformats.org/officeDocument/2006/relationships/oleObject" Target="../embeddings/oleObject48.bin"/><Relationship Id="rId14" Type="http://schemas.openxmlformats.org/officeDocument/2006/relationships/image" Target="../media/image71.wmf"/><Relationship Id="rId22" Type="http://schemas.openxmlformats.org/officeDocument/2006/relationships/image" Target="../media/image75.wmf"/><Relationship Id="rId27" Type="http://schemas.openxmlformats.org/officeDocument/2006/relationships/oleObject" Target="../embeddings/oleObject57.bin"/></Relationships>
</file>

<file path=ppt/slides/_rels/slide56.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50.bin"/><Relationship Id="rId18" Type="http://schemas.openxmlformats.org/officeDocument/2006/relationships/image" Target="../media/image80.wmf"/><Relationship Id="rId3" Type="http://schemas.openxmlformats.org/officeDocument/2006/relationships/oleObject" Target="../embeddings/oleObject45.bin"/><Relationship Id="rId21" Type="http://schemas.openxmlformats.org/officeDocument/2006/relationships/oleObject" Target="../embeddings/oleObject61.bin"/><Relationship Id="rId7" Type="http://schemas.openxmlformats.org/officeDocument/2006/relationships/oleObject" Target="../embeddings/oleObject47.bin"/><Relationship Id="rId12" Type="http://schemas.openxmlformats.org/officeDocument/2006/relationships/image" Target="../media/image70.wmf"/><Relationship Id="rId17" Type="http://schemas.openxmlformats.org/officeDocument/2006/relationships/oleObject" Target="../embeddings/oleObject59.bin"/><Relationship Id="rId2" Type="http://schemas.openxmlformats.org/officeDocument/2006/relationships/notesSlide" Target="../notesSlides/notesSlide56.xml"/><Relationship Id="rId16" Type="http://schemas.openxmlformats.org/officeDocument/2006/relationships/image" Target="../media/image79.wmf"/><Relationship Id="rId20" Type="http://schemas.openxmlformats.org/officeDocument/2006/relationships/image" Target="../media/image81.wmf"/><Relationship Id="rId1" Type="http://schemas.openxmlformats.org/officeDocument/2006/relationships/slideLayout" Target="../slideLayouts/slideLayout7.xml"/><Relationship Id="rId6" Type="http://schemas.openxmlformats.org/officeDocument/2006/relationships/image" Target="../media/image67.wmf"/><Relationship Id="rId11" Type="http://schemas.openxmlformats.org/officeDocument/2006/relationships/oleObject" Target="../embeddings/oleObject49.bin"/><Relationship Id="rId24" Type="http://schemas.openxmlformats.org/officeDocument/2006/relationships/image" Target="../media/image83.wmf"/><Relationship Id="rId5" Type="http://schemas.openxmlformats.org/officeDocument/2006/relationships/oleObject" Target="../embeddings/oleObject46.bin"/><Relationship Id="rId15" Type="http://schemas.openxmlformats.org/officeDocument/2006/relationships/oleObject" Target="../embeddings/oleObject58.bin"/><Relationship Id="rId23" Type="http://schemas.openxmlformats.org/officeDocument/2006/relationships/oleObject" Target="../embeddings/oleObject62.bin"/><Relationship Id="rId10" Type="http://schemas.openxmlformats.org/officeDocument/2006/relationships/image" Target="../media/image69.wmf"/><Relationship Id="rId19" Type="http://schemas.openxmlformats.org/officeDocument/2006/relationships/oleObject" Target="../embeddings/oleObject60.bin"/><Relationship Id="rId4" Type="http://schemas.openxmlformats.org/officeDocument/2006/relationships/image" Target="../media/image66.wmf"/><Relationship Id="rId9" Type="http://schemas.openxmlformats.org/officeDocument/2006/relationships/oleObject" Target="../embeddings/oleObject48.bin"/><Relationship Id="rId14" Type="http://schemas.openxmlformats.org/officeDocument/2006/relationships/image" Target="../media/image71.wmf"/><Relationship Id="rId22" Type="http://schemas.openxmlformats.org/officeDocument/2006/relationships/image" Target="../media/image82.w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88.wmf"/><Relationship Id="rId18" Type="http://schemas.openxmlformats.org/officeDocument/2006/relationships/oleObject" Target="../embeddings/oleObject70.bin"/><Relationship Id="rId3" Type="http://schemas.openxmlformats.org/officeDocument/2006/relationships/audio" Target="../media/audio3.wav"/><Relationship Id="rId21" Type="http://schemas.openxmlformats.org/officeDocument/2006/relationships/image" Target="../media/image92.wmf"/><Relationship Id="rId7" Type="http://schemas.openxmlformats.org/officeDocument/2006/relationships/image" Target="../media/image85.wmf"/><Relationship Id="rId12" Type="http://schemas.openxmlformats.org/officeDocument/2006/relationships/oleObject" Target="../embeddings/oleObject67.bin"/><Relationship Id="rId17" Type="http://schemas.openxmlformats.org/officeDocument/2006/relationships/image" Target="../media/image90.wmf"/><Relationship Id="rId2" Type="http://schemas.openxmlformats.org/officeDocument/2006/relationships/notesSlide" Target="../notesSlides/notesSlide58.xml"/><Relationship Id="rId16" Type="http://schemas.openxmlformats.org/officeDocument/2006/relationships/oleObject" Target="../embeddings/oleObject69.bin"/><Relationship Id="rId20" Type="http://schemas.openxmlformats.org/officeDocument/2006/relationships/oleObject" Target="../embeddings/oleObject71.bin"/><Relationship Id="rId1" Type="http://schemas.openxmlformats.org/officeDocument/2006/relationships/slideLayout" Target="../slideLayouts/slideLayout7.xml"/><Relationship Id="rId6" Type="http://schemas.openxmlformats.org/officeDocument/2006/relationships/oleObject" Target="../embeddings/oleObject64.bin"/><Relationship Id="rId11" Type="http://schemas.openxmlformats.org/officeDocument/2006/relationships/image" Target="../media/image87.wmf"/><Relationship Id="rId5" Type="http://schemas.openxmlformats.org/officeDocument/2006/relationships/image" Target="../media/image84.wmf"/><Relationship Id="rId15" Type="http://schemas.openxmlformats.org/officeDocument/2006/relationships/image" Target="../media/image89.wmf"/><Relationship Id="rId10" Type="http://schemas.openxmlformats.org/officeDocument/2006/relationships/oleObject" Target="../embeddings/oleObject66.bin"/><Relationship Id="rId19" Type="http://schemas.openxmlformats.org/officeDocument/2006/relationships/image" Target="../media/image91.wmf"/><Relationship Id="rId4" Type="http://schemas.openxmlformats.org/officeDocument/2006/relationships/oleObject" Target="../embeddings/oleObject63.bin"/><Relationship Id="rId9" Type="http://schemas.openxmlformats.org/officeDocument/2006/relationships/image" Target="../media/image86.wmf"/><Relationship Id="rId14" Type="http://schemas.openxmlformats.org/officeDocument/2006/relationships/oleObject" Target="../embeddings/oleObject68.bin"/></Relationships>
</file>

<file path=ppt/slides/_rels/slide59.xml.rels><?xml version="1.0" encoding="UTF-8" standalone="yes"?>
<Relationships xmlns="http://schemas.openxmlformats.org/package/2006/relationships"><Relationship Id="rId8" Type="http://schemas.openxmlformats.org/officeDocument/2006/relationships/image" Target="../media/image95.wmf"/><Relationship Id="rId13" Type="http://schemas.openxmlformats.org/officeDocument/2006/relationships/oleObject" Target="../embeddings/oleObject77.bin"/><Relationship Id="rId3" Type="http://schemas.openxmlformats.org/officeDocument/2006/relationships/oleObject" Target="../embeddings/oleObject72.bin"/><Relationship Id="rId7" Type="http://schemas.openxmlformats.org/officeDocument/2006/relationships/oleObject" Target="../embeddings/oleObject74.bin"/><Relationship Id="rId12" Type="http://schemas.openxmlformats.org/officeDocument/2006/relationships/image" Target="../media/image97.wmf"/><Relationship Id="rId2" Type="http://schemas.openxmlformats.org/officeDocument/2006/relationships/notesSlide" Target="../notesSlides/notesSlide59.xml"/><Relationship Id="rId1" Type="http://schemas.openxmlformats.org/officeDocument/2006/relationships/slideLayout" Target="../slideLayouts/slideLayout7.xml"/><Relationship Id="rId6" Type="http://schemas.openxmlformats.org/officeDocument/2006/relationships/image" Target="../media/image94.wmf"/><Relationship Id="rId11" Type="http://schemas.openxmlformats.org/officeDocument/2006/relationships/oleObject" Target="../embeddings/oleObject76.bin"/><Relationship Id="rId5" Type="http://schemas.openxmlformats.org/officeDocument/2006/relationships/oleObject" Target="../embeddings/oleObject73.bin"/><Relationship Id="rId10" Type="http://schemas.openxmlformats.org/officeDocument/2006/relationships/image" Target="../media/image96.wmf"/><Relationship Id="rId4" Type="http://schemas.openxmlformats.org/officeDocument/2006/relationships/image" Target="../media/image93.wmf"/><Relationship Id="rId9" Type="http://schemas.openxmlformats.org/officeDocument/2006/relationships/oleObject" Target="../embeddings/oleObject75.bin"/><Relationship Id="rId14" Type="http://schemas.openxmlformats.org/officeDocument/2006/relationships/image" Target="../media/image98.wmf"/></Relationships>
</file>

<file path=ppt/slides/_rels/slide60.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oleObject" Target="../embeddings/oleObject78.bin"/><Relationship Id="rId7" Type="http://schemas.openxmlformats.org/officeDocument/2006/relationships/oleObject" Target="../embeddings/oleObject80.bin"/><Relationship Id="rId2" Type="http://schemas.openxmlformats.org/officeDocument/2006/relationships/notesSlide" Target="../notesSlides/notesSlide60.xml"/><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oleObject" Target="../embeddings/oleObject79.bin"/><Relationship Id="rId4" Type="http://schemas.openxmlformats.org/officeDocument/2006/relationships/image" Target="../media/image99.png"/></Relationships>
</file>

<file path=ppt/slides/_rels/slide61.xml.rels><?xml version="1.0" encoding="UTF-8" standalone="yes"?>
<Relationships xmlns="http://schemas.openxmlformats.org/package/2006/relationships"><Relationship Id="rId3" Type="http://schemas.openxmlformats.org/officeDocument/2006/relationships/image" Target="../media/image102.png"/><Relationship Id="rId7" Type="http://schemas.openxmlformats.org/officeDocument/2006/relationships/image" Target="../media/image105.wmf"/><Relationship Id="rId2" Type="http://schemas.openxmlformats.org/officeDocument/2006/relationships/notesSlide" Target="../notesSlides/notesSlide61.xml"/><Relationship Id="rId1" Type="http://schemas.openxmlformats.org/officeDocument/2006/relationships/slideLayout" Target="../slideLayouts/slideLayout7.xml"/><Relationship Id="rId6" Type="http://schemas.openxmlformats.org/officeDocument/2006/relationships/oleObject" Target="../embeddings/oleObject81.bin"/><Relationship Id="rId5" Type="http://schemas.openxmlformats.org/officeDocument/2006/relationships/image" Target="../media/image104.png"/><Relationship Id="rId4" Type="http://schemas.openxmlformats.org/officeDocument/2006/relationships/image" Target="../media/image103.png"/></Relationships>
</file>

<file path=ppt/slides/_rels/slide62.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image" Target="../media/image106.png"/><Relationship Id="rId7" Type="http://schemas.openxmlformats.org/officeDocument/2006/relationships/oleObject" Target="../embeddings/oleObject83.bin"/><Relationship Id="rId12" Type="http://schemas.openxmlformats.org/officeDocument/2006/relationships/image" Target="../media/image111.wmf"/><Relationship Id="rId2" Type="http://schemas.openxmlformats.org/officeDocument/2006/relationships/notesSlide" Target="../notesSlides/notesSlide62.xml"/><Relationship Id="rId1" Type="http://schemas.openxmlformats.org/officeDocument/2006/relationships/slideLayout" Target="../slideLayouts/slideLayout7.xml"/><Relationship Id="rId6" Type="http://schemas.openxmlformats.org/officeDocument/2006/relationships/image" Target="../media/image108.wmf"/><Relationship Id="rId11" Type="http://schemas.openxmlformats.org/officeDocument/2006/relationships/oleObject" Target="../embeddings/oleObject85.bin"/><Relationship Id="rId5" Type="http://schemas.openxmlformats.org/officeDocument/2006/relationships/oleObject" Target="../embeddings/oleObject82.bin"/><Relationship Id="rId10" Type="http://schemas.openxmlformats.org/officeDocument/2006/relationships/image" Target="../media/image110.wmf"/><Relationship Id="rId4" Type="http://schemas.openxmlformats.org/officeDocument/2006/relationships/image" Target="../media/image107.png"/><Relationship Id="rId9" Type="http://schemas.openxmlformats.org/officeDocument/2006/relationships/oleObject" Target="../embeddings/oleObject84.bin"/></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§10-1  </a:t>
            </a:r>
            <a:r>
              <a:rPr lang="zh-CN" altLang="en-US" sz="3000" i="0" dirty="0">
                <a:solidFill>
                  <a:schemeClr val="accent6">
                    <a:lumMod val="75000"/>
                  </a:schemeClr>
                </a:solidFill>
                <a:latin typeface="+mn-lt"/>
                <a:ea typeface="微软雅黑" panose="020B0503020204020204" pitchFamily="34" charset="-122"/>
              </a:rPr>
              <a:t>弯曲内力图（剪力图和弯矩图）</a:t>
            </a:r>
          </a:p>
        </p:txBody>
      </p:sp>
      <p:sp>
        <p:nvSpPr>
          <p:cNvPr id="14" name="Text Box 1032"/>
          <p:cNvSpPr txBox="1">
            <a:spLocks noChangeArrowheads="1"/>
          </p:cNvSpPr>
          <p:nvPr/>
        </p:nvSpPr>
        <p:spPr bwMode="auto">
          <a:xfrm>
            <a:off x="695400" y="1970218"/>
            <a:ext cx="8480145"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latin typeface="+mj-lt"/>
                <a:ea typeface="微软雅黑" panose="020B0503020204020204" pitchFamily="34" charset="-122"/>
                <a:sym typeface="Symbol" panose="05050102010706020507" pitchFamily="18" charset="2"/>
              </a:rPr>
              <a:t>工程实际中，存在大量的受弯曲的杆件。</a:t>
            </a:r>
            <a:endParaRPr lang="zh-CN" altLang="en-US" sz="2800" i="0" dirty="0">
              <a:latin typeface="+mj-lt"/>
              <a:ea typeface="微软雅黑" panose="020B0503020204020204" pitchFamily="34" charset="-122"/>
            </a:endParaRPr>
          </a:p>
        </p:txBody>
      </p:sp>
      <p:sp>
        <p:nvSpPr>
          <p:cNvPr id="9" name="Rectangle 61"/>
          <p:cNvSpPr>
            <a:spLocks noChangeArrowheads="1"/>
          </p:cNvSpPr>
          <p:nvPr/>
        </p:nvSpPr>
        <p:spPr bwMode="auto">
          <a:xfrm>
            <a:off x="695400" y="2616549"/>
            <a:ext cx="10945216" cy="3641671"/>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54959" y="1416220"/>
            <a:ext cx="2877711"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平面弯曲的概念</a:t>
            </a:r>
          </a:p>
        </p:txBody>
      </p:sp>
      <p:pic>
        <p:nvPicPr>
          <p:cNvPr id="4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441" y="3055432"/>
            <a:ext cx="4731254" cy="267782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7" name="组合 2"/>
          <p:cNvGrpSpPr>
            <a:grpSpLocks/>
          </p:cNvGrpSpPr>
          <p:nvPr/>
        </p:nvGrpSpPr>
        <p:grpSpPr bwMode="auto">
          <a:xfrm>
            <a:off x="6600056" y="2639759"/>
            <a:ext cx="4176464" cy="2088232"/>
            <a:chOff x="432403" y="4004928"/>
            <a:chExt cx="4139597" cy="2349397"/>
          </a:xfrm>
        </p:grpSpPr>
        <p:pic>
          <p:nvPicPr>
            <p:cNvPr id="48" name="Picture 7"/>
            <p:cNvPicPr>
              <a:picLocks noChangeAspect="1" noChangeArrowheads="1"/>
            </p:cNvPicPr>
            <p:nvPr/>
          </p:nvPicPr>
          <p:blipFill>
            <a:blip r:embed="rId4">
              <a:extLst>
                <a:ext uri="{28A0092B-C50C-407E-A947-70E740481C1C}">
                  <a14:useLocalDpi xmlns:a14="http://schemas.microsoft.com/office/drawing/2010/main" val="0"/>
                </a:ext>
              </a:extLst>
            </a:blip>
            <a:srcRect t="16711" b="16711"/>
            <a:stretch>
              <a:fillRect/>
            </a:stretch>
          </p:blipFill>
          <p:spPr bwMode="auto">
            <a:xfrm>
              <a:off x="432403" y="4345485"/>
              <a:ext cx="4139597" cy="200884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AutoShape 8"/>
            <p:cNvSpPr>
              <a:spLocks noChangeArrowheads="1"/>
            </p:cNvSpPr>
            <p:nvPr/>
          </p:nvSpPr>
          <p:spPr bwMode="auto">
            <a:xfrm>
              <a:off x="1446668" y="4004928"/>
              <a:ext cx="1585681" cy="396858"/>
            </a:xfrm>
            <a:prstGeom prst="wedgeEllipseCallout">
              <a:avLst>
                <a:gd name="adj1" fmla="val -62060"/>
                <a:gd name="adj2" fmla="val 120199"/>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defRPr/>
              </a:pPr>
              <a:r>
                <a:rPr lang="zh-CN" altLang="en-US" sz="1600" dirty="0">
                  <a:solidFill>
                    <a:srgbClr val="FFFF99"/>
                  </a:solidFill>
                  <a:effectLst>
                    <a:outerShdw blurRad="38100" dist="38100" dir="2700000" algn="tl">
                      <a:srgbClr val="000000"/>
                    </a:outerShdw>
                  </a:effectLst>
                  <a:latin typeface="Times New Roman" pitchFamily="18" charset="0"/>
                  <a:ea typeface="黑体" pitchFamily="49" charset="-122"/>
                </a:rPr>
                <a:t>吊车横梁</a:t>
              </a:r>
            </a:p>
          </p:txBody>
        </p:sp>
        <p:sp>
          <p:nvSpPr>
            <p:cNvPr id="50" name="AutoShape 9"/>
            <p:cNvSpPr>
              <a:spLocks noChangeArrowheads="1"/>
            </p:cNvSpPr>
            <p:nvPr/>
          </p:nvSpPr>
          <p:spPr bwMode="auto">
            <a:xfrm>
              <a:off x="1159372" y="5603471"/>
              <a:ext cx="1260291" cy="457180"/>
            </a:xfrm>
            <a:prstGeom prst="wedgeEllipseCallout">
              <a:avLst>
                <a:gd name="adj1" fmla="val 79268"/>
                <a:gd name="adj2" fmla="val -146585"/>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0" hangingPunct="0">
                <a:defRPr/>
              </a:pPr>
              <a:r>
                <a:rPr lang="zh-CN" altLang="en-US" sz="1600" dirty="0">
                  <a:solidFill>
                    <a:srgbClr val="FFFF99"/>
                  </a:solidFill>
                  <a:effectLst>
                    <a:outerShdw blurRad="38100" dist="38100" dir="2700000" algn="tl">
                      <a:srgbClr val="000000"/>
                    </a:outerShdw>
                  </a:effectLst>
                  <a:latin typeface="Times New Roman" pitchFamily="18" charset="0"/>
                  <a:ea typeface="黑体" pitchFamily="49" charset="-122"/>
                </a:rPr>
                <a:t>电葫芦</a:t>
              </a:r>
            </a:p>
            <a:p>
              <a:pPr algn="ctr" eaLnBrk="0" hangingPunct="0">
                <a:defRPr/>
              </a:pPr>
              <a:endParaRPr lang="en-US" altLang="zh-CN" sz="1600" dirty="0">
                <a:solidFill>
                  <a:srgbClr val="FFFF99"/>
                </a:solidFill>
                <a:effectLst>
                  <a:outerShdw blurRad="38100" dist="38100" dir="2700000" algn="tl">
                    <a:srgbClr val="000000"/>
                  </a:outerShdw>
                </a:effectLst>
                <a:latin typeface="Times New Roman" pitchFamily="18" charset="0"/>
                <a:ea typeface="黑体" pitchFamily="49" charset="-122"/>
              </a:endParaRPr>
            </a:p>
          </p:txBody>
        </p:sp>
      </p:grpSp>
      <p:pic>
        <p:nvPicPr>
          <p:cNvPr id="2" name="图片 1"/>
          <p:cNvPicPr>
            <a:picLocks noChangeAspect="1"/>
          </p:cNvPicPr>
          <p:nvPr/>
        </p:nvPicPr>
        <p:blipFill rotWithShape="1">
          <a:blip r:embed="rId5"/>
          <a:srcRect t="7599"/>
          <a:stretch/>
        </p:blipFill>
        <p:spPr>
          <a:xfrm>
            <a:off x="6603649" y="4821023"/>
            <a:ext cx="4172871" cy="1344164"/>
          </a:xfrm>
          <a:prstGeom prst="rect">
            <a:avLst/>
          </a:prstGeom>
        </p:spPr>
      </p:pic>
      <p:sp>
        <p:nvSpPr>
          <p:cNvPr id="52" name="Text Box 1032"/>
          <p:cNvSpPr txBox="1">
            <a:spLocks noChangeArrowheads="1"/>
          </p:cNvSpPr>
          <p:nvPr/>
        </p:nvSpPr>
        <p:spPr bwMode="auto">
          <a:xfrm>
            <a:off x="2495600" y="5796555"/>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spcBef>
                <a:spcPct val="50000"/>
              </a:spcBef>
            </a:pPr>
            <a:r>
              <a:rPr lang="zh-CN" altLang="en-US" i="0" dirty="0">
                <a:latin typeface="+mj-lt"/>
                <a:ea typeface="微软雅黑" panose="020B0503020204020204" pitchFamily="34" charset="-122"/>
              </a:rPr>
              <a:t>桥式吊车</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9755559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52"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95400" y="1196752"/>
            <a:ext cx="10945216" cy="4032448"/>
          </a:xfrm>
          <a:prstGeom prst="rect">
            <a:avLst/>
          </a:prstGeom>
          <a:solidFill>
            <a:srgbClr val="B9CDE5"/>
          </a:solidFill>
          <a:ln>
            <a:noFill/>
          </a:ln>
          <a:effectLst/>
        </p:spPr>
        <p:txBody>
          <a:bodyPr wrap="none" anchor="ctr"/>
          <a:lstStyle/>
          <a:p>
            <a:endParaRPr lang="zh-CN" altLang="en-US" dirty="0"/>
          </a:p>
        </p:txBody>
      </p:sp>
      <p:sp>
        <p:nvSpPr>
          <p:cNvPr id="52" name="Text Box 1032"/>
          <p:cNvSpPr txBox="1">
            <a:spLocks noChangeArrowheads="1"/>
          </p:cNvSpPr>
          <p:nvPr/>
        </p:nvSpPr>
        <p:spPr bwMode="auto">
          <a:xfrm>
            <a:off x="2495600" y="4304750"/>
            <a:ext cx="15841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spcBef>
                <a:spcPct val="50000"/>
              </a:spcBef>
            </a:pPr>
            <a:r>
              <a:rPr lang="zh-CN" altLang="en-US" i="0" dirty="0">
                <a:latin typeface="+mj-lt"/>
                <a:ea typeface="微软雅黑" panose="020B0503020204020204" pitchFamily="34" charset="-122"/>
              </a:rPr>
              <a:t>高铁轮轴</a:t>
            </a:r>
            <a:endParaRPr lang="zh-CN" altLang="en-US" sz="2800" i="0" dirty="0">
              <a:latin typeface="+mj-lt"/>
              <a:ea typeface="微软雅黑" panose="020B0503020204020204" pitchFamily="34" charset="-122"/>
            </a:endParaRPr>
          </a:p>
        </p:txBody>
      </p:sp>
      <p:pic>
        <p:nvPicPr>
          <p:cNvPr id="15" name="Picture 2" descr="http://p.cdn.sohu.com/49dc1158/649ecf10ab3c1548f6f8ec6f0a2da6cc.jpeg"/>
          <p:cNvPicPr>
            <a:picLocks noChangeAspect="1" noChangeArrowheads="1"/>
          </p:cNvPicPr>
          <p:nvPr/>
        </p:nvPicPr>
        <p:blipFill rotWithShape="1">
          <a:blip r:embed="rId3">
            <a:extLst>
              <a:ext uri="{28A0092B-C50C-407E-A947-70E740481C1C}">
                <a14:useLocalDpi xmlns:a14="http://schemas.microsoft.com/office/drawing/2010/main" val="0"/>
              </a:ext>
            </a:extLst>
          </a:blip>
          <a:srcRect t="8849" b="6265"/>
          <a:stretch/>
        </p:blipFill>
        <p:spPr bwMode="auto">
          <a:xfrm>
            <a:off x="6839983" y="1418604"/>
            <a:ext cx="3941255" cy="2207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5728" y="1418603"/>
            <a:ext cx="4601741" cy="25922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5"/>
          <a:stretch>
            <a:fillRect/>
          </a:stretch>
        </p:blipFill>
        <p:spPr>
          <a:xfrm>
            <a:off x="6839983" y="3776553"/>
            <a:ext cx="3941255" cy="1274956"/>
          </a:xfrm>
          <a:prstGeom prst="rect">
            <a:avLst/>
          </a:prstGeom>
        </p:spPr>
      </p:pic>
      <p:sp>
        <p:nvSpPr>
          <p:cNvPr id="17" name="Text Box 1032"/>
          <p:cNvSpPr txBox="1">
            <a:spLocks noChangeArrowheads="1"/>
          </p:cNvSpPr>
          <p:nvPr/>
        </p:nvSpPr>
        <p:spPr bwMode="auto">
          <a:xfrm>
            <a:off x="695400" y="5229200"/>
            <a:ext cx="1116124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lang="zh-CN" altLang="en-US" sz="2800" i="0" dirty="0">
                <a:latin typeface="+mj-lt"/>
                <a:ea typeface="微软雅黑" panose="020B0503020204020204" pitchFamily="34" charset="-122"/>
                <a:sym typeface="Symbol" panose="05050102010706020507" pitchFamily="18" charset="2"/>
              </a:rPr>
              <a:t>在杆的轴线平面内受到外力作用，杆的轴线由原来的直线变曲线，这种变形称为</a:t>
            </a:r>
            <a:r>
              <a:rPr lang="zh-CN" altLang="en-US" sz="2800" i="0" dirty="0">
                <a:solidFill>
                  <a:srgbClr val="FF0000"/>
                </a:solidFill>
                <a:latin typeface="+mj-lt"/>
                <a:ea typeface="微软雅黑" panose="020B0503020204020204" pitchFamily="34" charset="-122"/>
                <a:sym typeface="Symbol" panose="05050102010706020507" pitchFamily="18" charset="2"/>
              </a:rPr>
              <a:t>弯曲变形</a:t>
            </a:r>
            <a:r>
              <a:rPr lang="zh-CN" altLang="en-US" sz="2800" i="0" dirty="0">
                <a:latin typeface="+mj-lt"/>
                <a:ea typeface="微软雅黑" panose="020B0503020204020204" pitchFamily="34" charset="-122"/>
                <a:sym typeface="Symbol" panose="05050102010706020507" pitchFamily="18" charset="2"/>
              </a:rPr>
              <a:t>。凡以弯曲变形为主的杆件，通常称为</a:t>
            </a:r>
            <a:r>
              <a:rPr lang="zh-CN" altLang="en-US" sz="2800" i="0" dirty="0">
                <a:solidFill>
                  <a:srgbClr val="FF0000"/>
                </a:solidFill>
                <a:latin typeface="+mj-lt"/>
                <a:ea typeface="微软雅黑" panose="020B0503020204020204" pitchFamily="34" charset="-122"/>
                <a:sym typeface="Symbol" panose="05050102010706020507" pitchFamily="18" charset="2"/>
              </a:rPr>
              <a:t>梁</a:t>
            </a:r>
            <a:r>
              <a:rPr lang="zh-CN" altLang="en-US" sz="2800" i="0" dirty="0">
                <a:latin typeface="+mj-lt"/>
                <a:ea typeface="微软雅黑" panose="020B0503020204020204" pitchFamily="34" charset="-122"/>
                <a:sym typeface="Symbol" panose="05050102010706020507" pitchFamily="18" charset="2"/>
              </a:rPr>
              <a:t>。</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89265504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2" grpId="0" autoUpdateAnimBg="0"/>
      <p:bldP spid="17"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374109" y="1036271"/>
            <a:ext cx="5495010" cy="5079761"/>
          </a:xfrm>
          <a:prstGeom prst="rect">
            <a:avLst/>
          </a:prstGeom>
          <a:solidFill>
            <a:srgbClr val="B9CDE5"/>
          </a:solidFill>
          <a:ln>
            <a:noFill/>
          </a:ln>
          <a:effectLst/>
        </p:spPr>
        <p:txBody>
          <a:bodyPr wrap="none" anchor="ctr"/>
          <a:lstStyle/>
          <a:p>
            <a:endParaRPr lang="zh-CN" altLang="en-US" dirty="0"/>
          </a:p>
        </p:txBody>
      </p:sp>
      <p:sp>
        <p:nvSpPr>
          <p:cNvPr id="17" name="Text Box 1032"/>
          <p:cNvSpPr txBox="1">
            <a:spLocks noChangeArrowheads="1"/>
          </p:cNvSpPr>
          <p:nvPr/>
        </p:nvSpPr>
        <p:spPr bwMode="auto">
          <a:xfrm>
            <a:off x="367513" y="1036271"/>
            <a:ext cx="5770701"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lang="zh-CN" altLang="en-US" sz="2800" i="0" dirty="0">
                <a:latin typeface="+mj-lt"/>
                <a:ea typeface="微软雅黑" panose="020B0503020204020204" pitchFamily="34" charset="-122"/>
              </a:rPr>
              <a:t>工程中使用的直梁，其横截面大多至少有一根对称轴（</a:t>
            </a:r>
            <a:r>
              <a:rPr lang="en-US" altLang="zh-CN" sz="2800" b="0" dirty="0">
                <a:latin typeface="+mj-lt"/>
                <a:ea typeface="微软雅黑" panose="020B0503020204020204" pitchFamily="34" charset="-122"/>
              </a:rPr>
              <a:t>y </a:t>
            </a:r>
            <a:r>
              <a:rPr lang="zh-CN" altLang="en-US" sz="2800" i="0" dirty="0">
                <a:latin typeface="+mj-lt"/>
                <a:ea typeface="微软雅黑" panose="020B0503020204020204" pitchFamily="34" charset="-122"/>
              </a:rPr>
              <a:t>轴）。通过平面对称轴与梁轴线确定的平面，称为梁的</a:t>
            </a:r>
            <a:r>
              <a:rPr lang="zh-CN" altLang="en-US" sz="2800" i="0" dirty="0">
                <a:solidFill>
                  <a:srgbClr val="FF0000"/>
                </a:solidFill>
                <a:latin typeface="+mj-lt"/>
                <a:ea typeface="微软雅黑" panose="020B0503020204020204" pitchFamily="34" charset="-122"/>
              </a:rPr>
              <a:t>纵向对称面</a:t>
            </a:r>
            <a:r>
              <a:rPr lang="zh-CN" altLang="en-US" sz="2800" i="0" dirty="0">
                <a:latin typeface="+mj-lt"/>
                <a:ea typeface="微软雅黑" panose="020B0503020204020204" pitchFamily="34" charset="-122"/>
              </a:rPr>
              <a:t>。如果作用于梁上的所有外力（包括约束力）都作用于梁的纵向对称面内，则变形后的轴线将是在纵向对称面内的一条平面曲线。这种弯曲变形称为</a:t>
            </a:r>
            <a:r>
              <a:rPr lang="zh-CN" altLang="en-US" sz="2800" i="0" dirty="0">
                <a:solidFill>
                  <a:srgbClr val="FF0000"/>
                </a:solidFill>
                <a:latin typeface="+mj-lt"/>
                <a:ea typeface="微软雅黑" panose="020B0503020204020204" pitchFamily="34" charset="-122"/>
              </a:rPr>
              <a:t>平面弯曲</a:t>
            </a:r>
            <a:r>
              <a:rPr lang="zh-CN" altLang="en-US" sz="2800" i="0" dirty="0">
                <a:latin typeface="+mj-lt"/>
                <a:ea typeface="微软雅黑" panose="020B0503020204020204" pitchFamily="34" charset="-122"/>
              </a:rPr>
              <a:t>。本章只讨论梁的平面弯曲。</a:t>
            </a:r>
          </a:p>
        </p:txBody>
      </p:sp>
      <p:sp>
        <p:nvSpPr>
          <p:cNvPr id="53" name="Rectangle 4" descr="5%"/>
          <p:cNvSpPr>
            <a:spLocks noChangeAspect="1" noChangeArrowheads="1"/>
          </p:cNvSpPr>
          <p:nvPr/>
        </p:nvSpPr>
        <p:spPr bwMode="auto">
          <a:xfrm>
            <a:off x="7790160" y="4137064"/>
            <a:ext cx="3111500" cy="825500"/>
          </a:xfrm>
          <a:prstGeom prst="rect">
            <a:avLst/>
          </a:prstGeom>
          <a:pattFill prst="pct5">
            <a:fgClr>
              <a:srgbClr val="000000"/>
            </a:fgClr>
            <a:bgClr>
              <a:srgbClr val="EAEAEA"/>
            </a:bgClr>
          </a:pattFill>
          <a:ln w="12700">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4" name="Group 5"/>
          <p:cNvGrpSpPr>
            <a:grpSpLocks/>
          </p:cNvGrpSpPr>
          <p:nvPr/>
        </p:nvGrpSpPr>
        <p:grpSpPr bwMode="auto">
          <a:xfrm>
            <a:off x="7409160" y="3866419"/>
            <a:ext cx="4705349" cy="1147763"/>
            <a:chOff x="2863" y="2778"/>
            <a:chExt cx="2964" cy="723"/>
          </a:xfrm>
        </p:grpSpPr>
        <p:sp>
          <p:nvSpPr>
            <p:cNvPr id="55" name="Rectangle 6"/>
            <p:cNvSpPr>
              <a:spLocks noChangeAspect="1" noChangeArrowheads="1"/>
            </p:cNvSpPr>
            <p:nvPr/>
          </p:nvSpPr>
          <p:spPr bwMode="auto">
            <a:xfrm>
              <a:off x="2921" y="2982"/>
              <a:ext cx="1960" cy="51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6" name="Rectangle 7"/>
            <p:cNvSpPr>
              <a:spLocks noChangeAspect="1" noChangeArrowheads="1"/>
            </p:cNvSpPr>
            <p:nvPr/>
          </p:nvSpPr>
          <p:spPr bwMode="auto">
            <a:xfrm>
              <a:off x="3194" y="2779"/>
              <a:ext cx="1961" cy="520"/>
            </a:xfrm>
            <a:prstGeom prst="rect">
              <a:avLst/>
            </a:prstGeom>
            <a:noFill/>
            <a:ln w="2857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7" name="Line 8"/>
            <p:cNvSpPr>
              <a:spLocks noChangeAspect="1" noChangeShapeType="1"/>
            </p:cNvSpPr>
            <p:nvPr/>
          </p:nvSpPr>
          <p:spPr bwMode="auto">
            <a:xfrm rot="21516606" flipH="1">
              <a:off x="2925" y="2778"/>
              <a:ext cx="284" cy="1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Line 9"/>
            <p:cNvSpPr>
              <a:spLocks noChangeAspect="1" noChangeShapeType="1"/>
            </p:cNvSpPr>
            <p:nvPr/>
          </p:nvSpPr>
          <p:spPr bwMode="auto">
            <a:xfrm flipH="1">
              <a:off x="4867" y="2793"/>
              <a:ext cx="274" cy="1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9" name="Line 10"/>
            <p:cNvSpPr>
              <a:spLocks noChangeAspect="1" noChangeShapeType="1"/>
            </p:cNvSpPr>
            <p:nvPr/>
          </p:nvSpPr>
          <p:spPr bwMode="auto">
            <a:xfrm flipH="1">
              <a:off x="4881" y="3299"/>
              <a:ext cx="274" cy="1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0" name="Line 11"/>
            <p:cNvSpPr>
              <a:spLocks noChangeAspect="1" noChangeShapeType="1"/>
            </p:cNvSpPr>
            <p:nvPr/>
          </p:nvSpPr>
          <p:spPr bwMode="auto">
            <a:xfrm>
              <a:off x="2863" y="3141"/>
              <a:ext cx="2494" cy="0"/>
            </a:xfrm>
            <a:prstGeom prst="line">
              <a:avLst/>
            </a:prstGeom>
            <a:noFill/>
            <a:ln w="381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1" name="Line 12"/>
            <p:cNvSpPr>
              <a:spLocks noChangeAspect="1" noChangeShapeType="1"/>
            </p:cNvSpPr>
            <p:nvPr/>
          </p:nvSpPr>
          <p:spPr bwMode="auto">
            <a:xfrm flipH="1">
              <a:off x="5155" y="2793"/>
              <a:ext cx="0" cy="5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2" name="Line 13"/>
            <p:cNvSpPr>
              <a:spLocks noChangeAspect="1" noChangeShapeType="1"/>
            </p:cNvSpPr>
            <p:nvPr/>
          </p:nvSpPr>
          <p:spPr bwMode="auto">
            <a:xfrm>
              <a:off x="3172" y="2787"/>
              <a:ext cx="19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3" name="Line 14"/>
            <p:cNvSpPr>
              <a:spLocks noChangeAspect="1" noChangeShapeType="1"/>
            </p:cNvSpPr>
            <p:nvPr/>
          </p:nvSpPr>
          <p:spPr bwMode="auto">
            <a:xfrm rot="21363911" flipH="1">
              <a:off x="2906" y="3309"/>
              <a:ext cx="274" cy="187"/>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4" name="Text Box 15"/>
            <p:cNvSpPr txBox="1">
              <a:spLocks noChangeAspect="1" noChangeArrowheads="1"/>
            </p:cNvSpPr>
            <p:nvPr/>
          </p:nvSpPr>
          <p:spPr bwMode="auto">
            <a:xfrm>
              <a:off x="5294" y="2799"/>
              <a:ext cx="53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轴线</a:t>
              </a:r>
            </a:p>
          </p:txBody>
        </p:sp>
        <p:sp>
          <p:nvSpPr>
            <p:cNvPr id="65" name="Line 16"/>
            <p:cNvSpPr>
              <a:spLocks noChangeAspect="1" noChangeShapeType="1"/>
            </p:cNvSpPr>
            <p:nvPr/>
          </p:nvSpPr>
          <p:spPr bwMode="auto">
            <a:xfrm flipH="1">
              <a:off x="5192" y="3055"/>
              <a:ext cx="130" cy="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grpSp>
        <p:nvGrpSpPr>
          <p:cNvPr id="66" name="Group 17"/>
          <p:cNvGrpSpPr>
            <a:grpSpLocks/>
          </p:cNvGrpSpPr>
          <p:nvPr/>
        </p:nvGrpSpPr>
        <p:grpSpPr bwMode="auto">
          <a:xfrm>
            <a:off x="6374109" y="1277185"/>
            <a:ext cx="2546350" cy="1516063"/>
            <a:chOff x="293" y="1925"/>
            <a:chExt cx="1604" cy="955"/>
          </a:xfrm>
        </p:grpSpPr>
        <p:sp>
          <p:nvSpPr>
            <p:cNvPr id="67" name="Rectangle 18" descr="宽上对角线"/>
            <p:cNvSpPr>
              <a:spLocks noChangeAspect="1" noChangeArrowheads="1"/>
            </p:cNvSpPr>
            <p:nvPr/>
          </p:nvSpPr>
          <p:spPr bwMode="auto">
            <a:xfrm>
              <a:off x="423" y="2059"/>
              <a:ext cx="345" cy="619"/>
            </a:xfrm>
            <a:prstGeom prst="rect">
              <a:avLst/>
            </a:prstGeom>
            <a:pattFill prst="wdUpDiag">
              <a:fgClr>
                <a:srgbClr val="000000"/>
              </a:fgClr>
              <a:bgClr>
                <a:srgbClr val="FFFF99"/>
              </a:bgClr>
            </a:pattFill>
            <a:ln w="28575" algn="ctr">
              <a:solidFill>
                <a:srgbClr val="000000"/>
              </a:solidFill>
              <a:miter lim="800000"/>
              <a:headEnd/>
              <a:tailEnd type="none" w="sm" len="sm"/>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8" name="AutoShape 19" descr="宽上对角线"/>
            <p:cNvSpPr>
              <a:spLocks noChangeAspect="1" noChangeArrowheads="1"/>
            </p:cNvSpPr>
            <p:nvPr/>
          </p:nvSpPr>
          <p:spPr bwMode="auto">
            <a:xfrm>
              <a:off x="1118" y="2040"/>
              <a:ext cx="664" cy="648"/>
            </a:xfrm>
            <a:custGeom>
              <a:avLst/>
              <a:gdLst>
                <a:gd name="T0" fmla="*/ 0 w 21600"/>
                <a:gd name="T1" fmla="*/ 0 h 21600"/>
                <a:gd name="T2" fmla="*/ 0 w 21600"/>
                <a:gd name="T3" fmla="*/ 0 h 21600"/>
                <a:gd name="T4" fmla="*/ 0 w 21600"/>
                <a:gd name="T5" fmla="*/ 0 h 21600"/>
                <a:gd name="T6" fmla="*/ 0 w 21600"/>
                <a:gd name="T7" fmla="*/ 1 h 21600"/>
                <a:gd name="T8" fmla="*/ 0 w 21600"/>
                <a:gd name="T9" fmla="*/ 1 h 21600"/>
                <a:gd name="T10" fmla="*/ 1 w 21600"/>
                <a:gd name="T11" fmla="*/ 1 h 21600"/>
                <a:gd name="T12" fmla="*/ 1 w 21600"/>
                <a:gd name="T13" fmla="*/ 0 h 21600"/>
                <a:gd name="T14" fmla="*/ 1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5 w 21600"/>
                <a:gd name="T25" fmla="*/ 3167 h 21600"/>
                <a:gd name="T26" fmla="*/ 18445 w 21600"/>
                <a:gd name="T27" fmla="*/ 18433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395" y="10800"/>
                  </a:moveTo>
                  <a:cubicBezTo>
                    <a:pt x="4395" y="14337"/>
                    <a:pt x="7263" y="17205"/>
                    <a:pt x="10800" y="17205"/>
                  </a:cubicBezTo>
                  <a:cubicBezTo>
                    <a:pt x="14337" y="17205"/>
                    <a:pt x="17205" y="14337"/>
                    <a:pt x="17205" y="10800"/>
                  </a:cubicBezTo>
                  <a:cubicBezTo>
                    <a:pt x="17205" y="7263"/>
                    <a:pt x="14337" y="4395"/>
                    <a:pt x="10800" y="4395"/>
                  </a:cubicBezTo>
                  <a:cubicBezTo>
                    <a:pt x="7263" y="4395"/>
                    <a:pt x="4395" y="7263"/>
                    <a:pt x="4395" y="10800"/>
                  </a:cubicBezTo>
                  <a:close/>
                </a:path>
              </a:pathLst>
            </a:custGeom>
            <a:pattFill prst="wdUpDiag">
              <a:fgClr>
                <a:srgbClr val="000000"/>
              </a:fgClr>
              <a:bgClr>
                <a:srgbClr val="FFFF99"/>
              </a:bgClr>
            </a:pattFill>
            <a:ln w="28575">
              <a:solidFill>
                <a:srgbClr val="000000"/>
              </a:solidFill>
              <a:round/>
              <a:headEn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1" name="Line 22"/>
            <p:cNvSpPr>
              <a:spLocks noChangeAspect="1" noChangeShapeType="1"/>
            </p:cNvSpPr>
            <p:nvPr/>
          </p:nvSpPr>
          <p:spPr bwMode="auto">
            <a:xfrm>
              <a:off x="293" y="2376"/>
              <a:ext cx="648"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Line 23"/>
            <p:cNvSpPr>
              <a:spLocks noChangeAspect="1" noChangeShapeType="1"/>
            </p:cNvSpPr>
            <p:nvPr/>
          </p:nvSpPr>
          <p:spPr bwMode="auto">
            <a:xfrm>
              <a:off x="596" y="1929"/>
              <a:ext cx="0" cy="951"/>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3" name="Line 24"/>
            <p:cNvSpPr>
              <a:spLocks noChangeAspect="1" noChangeShapeType="1"/>
            </p:cNvSpPr>
            <p:nvPr/>
          </p:nvSpPr>
          <p:spPr bwMode="auto">
            <a:xfrm>
              <a:off x="1451" y="1925"/>
              <a:ext cx="0" cy="893"/>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4" name="Line 25"/>
            <p:cNvSpPr>
              <a:spLocks noChangeAspect="1" noChangeShapeType="1"/>
            </p:cNvSpPr>
            <p:nvPr/>
          </p:nvSpPr>
          <p:spPr bwMode="auto">
            <a:xfrm>
              <a:off x="1003" y="2372"/>
              <a:ext cx="894"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9" name="Text Box 30"/>
          <p:cNvSpPr txBox="1">
            <a:spLocks noChangeAspect="1" noChangeArrowheads="1"/>
          </p:cNvSpPr>
          <p:nvPr/>
        </p:nvSpPr>
        <p:spPr bwMode="auto">
          <a:xfrm>
            <a:off x="7806035" y="5395952"/>
            <a:ext cx="685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A</a:t>
            </a:r>
          </a:p>
        </p:txBody>
      </p:sp>
      <p:sp>
        <p:nvSpPr>
          <p:cNvPr id="80" name="Text Box 31"/>
          <p:cNvSpPr txBox="1">
            <a:spLocks noChangeAspect="1" noChangeArrowheads="1"/>
          </p:cNvSpPr>
          <p:nvPr/>
        </p:nvSpPr>
        <p:spPr bwMode="auto">
          <a:xfrm>
            <a:off x="10949285" y="5432464"/>
            <a:ext cx="685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B</a:t>
            </a:r>
          </a:p>
        </p:txBody>
      </p:sp>
      <p:grpSp>
        <p:nvGrpSpPr>
          <p:cNvPr id="81" name="Group 32"/>
          <p:cNvGrpSpPr>
            <a:grpSpLocks/>
          </p:cNvGrpSpPr>
          <p:nvPr/>
        </p:nvGrpSpPr>
        <p:grpSpPr bwMode="auto">
          <a:xfrm>
            <a:off x="7536160" y="2528927"/>
            <a:ext cx="3629025" cy="3554412"/>
            <a:chOff x="3089" y="1867"/>
            <a:chExt cx="2003" cy="2239"/>
          </a:xfrm>
        </p:grpSpPr>
        <p:sp>
          <p:nvSpPr>
            <p:cNvPr id="82" name="Line 33"/>
            <p:cNvSpPr>
              <a:spLocks noChangeAspect="1" noChangeShapeType="1"/>
            </p:cNvSpPr>
            <p:nvPr/>
          </p:nvSpPr>
          <p:spPr bwMode="auto">
            <a:xfrm>
              <a:off x="4718" y="2880"/>
              <a:ext cx="0" cy="679"/>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34"/>
            <p:cNvSpPr>
              <a:spLocks noChangeAspect="1" noChangeShapeType="1"/>
            </p:cNvSpPr>
            <p:nvPr/>
          </p:nvSpPr>
          <p:spPr bwMode="auto">
            <a:xfrm flipH="1">
              <a:off x="4516" y="3573"/>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4" name="Rectangle 35"/>
            <p:cNvSpPr>
              <a:spLocks noChangeAspect="1" noChangeArrowheads="1"/>
            </p:cNvSpPr>
            <p:nvPr/>
          </p:nvSpPr>
          <p:spPr bwMode="auto">
            <a:xfrm>
              <a:off x="3095" y="1867"/>
              <a:ext cx="1963" cy="22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5" name="Line 36"/>
            <p:cNvSpPr>
              <a:spLocks noChangeAspect="1" noChangeShapeType="1"/>
            </p:cNvSpPr>
            <p:nvPr/>
          </p:nvSpPr>
          <p:spPr bwMode="auto">
            <a:xfrm>
              <a:off x="3521" y="2392"/>
              <a:ext cx="0" cy="49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6" name="Line 37"/>
            <p:cNvSpPr>
              <a:spLocks noChangeAspect="1" noChangeShapeType="1"/>
            </p:cNvSpPr>
            <p:nvPr/>
          </p:nvSpPr>
          <p:spPr bwMode="auto">
            <a:xfrm flipV="1">
              <a:off x="3103" y="3386"/>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7" name="Line 38"/>
            <p:cNvSpPr>
              <a:spLocks noChangeAspect="1" noChangeShapeType="1"/>
            </p:cNvSpPr>
            <p:nvPr/>
          </p:nvSpPr>
          <p:spPr bwMode="auto">
            <a:xfrm flipV="1">
              <a:off x="5063" y="3400"/>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8" name="Line 39"/>
            <p:cNvSpPr>
              <a:spLocks noChangeAspect="1" noChangeShapeType="1"/>
            </p:cNvSpPr>
            <p:nvPr/>
          </p:nvSpPr>
          <p:spPr bwMode="auto">
            <a:xfrm flipH="1">
              <a:off x="3865" y="2664"/>
              <a:ext cx="2"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9" name="Line 40"/>
            <p:cNvSpPr>
              <a:spLocks noChangeAspect="1" noChangeShapeType="1"/>
            </p:cNvSpPr>
            <p:nvPr/>
          </p:nvSpPr>
          <p:spPr bwMode="auto">
            <a:xfrm flipH="1">
              <a:off x="4038"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Line 41"/>
            <p:cNvSpPr>
              <a:spLocks noChangeAspect="1" noChangeShapeType="1"/>
            </p:cNvSpPr>
            <p:nvPr/>
          </p:nvSpPr>
          <p:spPr bwMode="auto">
            <a:xfrm flipH="1">
              <a:off x="4211"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1" name="Line 42"/>
            <p:cNvSpPr>
              <a:spLocks noChangeAspect="1" noChangeShapeType="1"/>
            </p:cNvSpPr>
            <p:nvPr/>
          </p:nvSpPr>
          <p:spPr bwMode="auto">
            <a:xfrm flipH="1">
              <a:off x="4385" y="2664"/>
              <a:ext cx="3"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2" name="Line 43"/>
            <p:cNvSpPr>
              <a:spLocks noChangeAspect="1" noChangeShapeType="1"/>
            </p:cNvSpPr>
            <p:nvPr/>
          </p:nvSpPr>
          <p:spPr bwMode="auto">
            <a:xfrm>
              <a:off x="3867" y="2664"/>
              <a:ext cx="53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3" name="Line 44"/>
            <p:cNvSpPr>
              <a:spLocks noChangeAspect="1" noChangeShapeType="1"/>
            </p:cNvSpPr>
            <p:nvPr/>
          </p:nvSpPr>
          <p:spPr bwMode="auto">
            <a:xfrm>
              <a:off x="4718" y="2621"/>
              <a:ext cx="0" cy="27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4" name="Line 45"/>
            <p:cNvSpPr>
              <a:spLocks noChangeAspect="1" noChangeShapeType="1"/>
            </p:cNvSpPr>
            <p:nvPr/>
          </p:nvSpPr>
          <p:spPr bwMode="auto">
            <a:xfrm>
              <a:off x="4718" y="2621"/>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5" name="Text Box 46"/>
            <p:cNvSpPr txBox="1">
              <a:spLocks noChangeAspect="1" noChangeArrowheads="1"/>
            </p:cNvSpPr>
            <p:nvPr/>
          </p:nvSpPr>
          <p:spPr bwMode="auto">
            <a:xfrm>
              <a:off x="3486" y="2292"/>
              <a:ext cx="38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sp>
          <p:nvSpPr>
            <p:cNvPr id="96" name="Text Box 47"/>
            <p:cNvSpPr txBox="1">
              <a:spLocks noChangeAspect="1" noChangeArrowheads="1"/>
            </p:cNvSpPr>
            <p:nvPr/>
          </p:nvSpPr>
          <p:spPr bwMode="auto">
            <a:xfrm>
              <a:off x="4025" y="2333"/>
              <a:ext cx="31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q</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7" name="Text Box 48"/>
            <p:cNvSpPr txBox="1">
              <a:spLocks noChangeAspect="1" noChangeArrowheads="1"/>
            </p:cNvSpPr>
            <p:nvPr/>
          </p:nvSpPr>
          <p:spPr bwMode="auto">
            <a:xfrm>
              <a:off x="4674" y="2347"/>
              <a:ext cx="41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8" name="Rectangle 49"/>
            <p:cNvSpPr>
              <a:spLocks noChangeAspect="1" noChangeArrowheads="1"/>
            </p:cNvSpPr>
            <p:nvPr/>
          </p:nvSpPr>
          <p:spPr bwMode="auto">
            <a:xfrm>
              <a:off x="3089" y="1929"/>
              <a:ext cx="1960" cy="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99" name="Text Box 50"/>
            <p:cNvSpPr txBox="1">
              <a:spLocks noChangeAspect="1" noChangeArrowheads="1"/>
            </p:cNvSpPr>
            <p:nvPr/>
          </p:nvSpPr>
          <p:spPr bwMode="auto">
            <a:xfrm>
              <a:off x="3396" y="2016"/>
              <a:ext cx="11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纵向对称面</a:t>
              </a:r>
            </a:p>
          </p:txBody>
        </p:sp>
      </p:grpSp>
      <p:sp>
        <p:nvSpPr>
          <p:cNvPr id="100" name="Line 51"/>
          <p:cNvSpPr>
            <a:spLocks noChangeAspect="1" noChangeShapeType="1"/>
          </p:cNvSpPr>
          <p:nvPr/>
        </p:nvSpPr>
        <p:spPr bwMode="auto">
          <a:xfrm>
            <a:off x="7772697" y="4138652"/>
            <a:ext cx="0" cy="823912"/>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101" name="Line 52"/>
          <p:cNvSpPr>
            <a:spLocks noChangeAspect="1" noChangeShapeType="1"/>
          </p:cNvSpPr>
          <p:nvPr/>
        </p:nvSpPr>
        <p:spPr bwMode="auto">
          <a:xfrm>
            <a:off x="10906422" y="4092614"/>
            <a:ext cx="0" cy="822325"/>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102" name="Arc 54"/>
          <p:cNvSpPr>
            <a:spLocks/>
          </p:cNvSpPr>
          <p:nvPr/>
        </p:nvSpPr>
        <p:spPr bwMode="auto">
          <a:xfrm flipV="1">
            <a:off x="7804447" y="4235489"/>
            <a:ext cx="3140075" cy="550863"/>
          </a:xfrm>
          <a:custGeom>
            <a:avLst/>
            <a:gdLst>
              <a:gd name="T0" fmla="*/ 0 w 35675"/>
              <a:gd name="T1" fmla="*/ 156747959 h 21600"/>
              <a:gd name="T2" fmla="*/ 2147483647 w 35675"/>
              <a:gd name="T3" fmla="*/ 155719070 h 21600"/>
              <a:gd name="T4" fmla="*/ 2147483647 w 35675"/>
              <a:gd name="T5" fmla="*/ 358280452 h 21600"/>
              <a:gd name="T6" fmla="*/ 0 60000 65536"/>
              <a:gd name="T7" fmla="*/ 0 60000 65536"/>
              <a:gd name="T8" fmla="*/ 0 60000 65536"/>
              <a:gd name="T9" fmla="*/ 0 w 35675"/>
              <a:gd name="T10" fmla="*/ 0 h 21600"/>
              <a:gd name="T11" fmla="*/ 35675 w 35675"/>
              <a:gd name="T12" fmla="*/ 21600 h 21600"/>
            </a:gdLst>
            <a:ahLst/>
            <a:cxnLst>
              <a:cxn ang="T6">
                <a:pos x="T0" y="T1"/>
              </a:cxn>
              <a:cxn ang="T7">
                <a:pos x="T2" y="T3"/>
              </a:cxn>
              <a:cxn ang="T8">
                <a:pos x="T4" y="T5"/>
              </a:cxn>
            </a:cxnLst>
            <a:rect l="T9" t="T10" r="T11" b="T12"/>
            <a:pathLst>
              <a:path w="35675" h="21600" fill="none" extrusionOk="0">
                <a:moveTo>
                  <a:pt x="0" y="9450"/>
                </a:moveTo>
                <a:cubicBezTo>
                  <a:pt x="4022" y="3538"/>
                  <a:pt x="10708" y="-1"/>
                  <a:pt x="17859" y="0"/>
                </a:cubicBezTo>
                <a:cubicBezTo>
                  <a:pt x="24982" y="0"/>
                  <a:pt x="31647" y="3512"/>
                  <a:pt x="35675" y="9387"/>
                </a:cubicBezTo>
              </a:path>
              <a:path w="35675" h="21600" stroke="0" extrusionOk="0">
                <a:moveTo>
                  <a:pt x="0" y="9450"/>
                </a:moveTo>
                <a:cubicBezTo>
                  <a:pt x="4022" y="3538"/>
                  <a:pt x="10708" y="-1"/>
                  <a:pt x="17859" y="0"/>
                </a:cubicBezTo>
                <a:cubicBezTo>
                  <a:pt x="24982" y="0"/>
                  <a:pt x="31647" y="3512"/>
                  <a:pt x="35675" y="9387"/>
                </a:cubicBezTo>
                <a:lnTo>
                  <a:pt x="17859" y="21600"/>
                </a:lnTo>
                <a:close/>
              </a:path>
            </a:pathLst>
          </a:custGeom>
          <a:noFill/>
          <a:ln w="38100">
            <a:solidFill>
              <a:srgbClr val="3333CC"/>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03" name="Line 55"/>
          <p:cNvSpPr>
            <a:spLocks noChangeShapeType="1"/>
          </p:cNvSpPr>
          <p:nvPr/>
        </p:nvSpPr>
        <p:spPr bwMode="auto">
          <a:xfrm flipV="1">
            <a:off x="10890547" y="4960977"/>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04" name="Line 56"/>
          <p:cNvSpPr>
            <a:spLocks noChangeShapeType="1"/>
          </p:cNvSpPr>
          <p:nvPr/>
        </p:nvSpPr>
        <p:spPr bwMode="auto">
          <a:xfrm flipV="1">
            <a:off x="7774285" y="4922877"/>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05" name="Text Box 62"/>
          <p:cNvSpPr txBox="1">
            <a:spLocks noChangeAspect="1" noChangeArrowheads="1"/>
          </p:cNvSpPr>
          <p:nvPr/>
        </p:nvSpPr>
        <p:spPr bwMode="auto">
          <a:xfrm>
            <a:off x="6772572" y="980321"/>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
        <p:nvSpPr>
          <p:cNvPr id="106" name="Text Box 63"/>
          <p:cNvSpPr txBox="1">
            <a:spLocks noChangeAspect="1" noChangeArrowheads="1"/>
          </p:cNvSpPr>
          <p:nvPr/>
        </p:nvSpPr>
        <p:spPr bwMode="auto">
          <a:xfrm>
            <a:off x="8283079" y="980321"/>
            <a:ext cx="531812"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grpSp>
        <p:nvGrpSpPr>
          <p:cNvPr id="109" name="Group 17"/>
          <p:cNvGrpSpPr>
            <a:grpSpLocks/>
          </p:cNvGrpSpPr>
          <p:nvPr/>
        </p:nvGrpSpPr>
        <p:grpSpPr bwMode="auto">
          <a:xfrm>
            <a:off x="9208468" y="1228765"/>
            <a:ext cx="2660650" cy="1511300"/>
            <a:chOff x="361" y="2952"/>
            <a:chExt cx="1676" cy="952"/>
          </a:xfrm>
        </p:grpSpPr>
        <p:sp>
          <p:nvSpPr>
            <p:cNvPr id="112" name="Freeform 20" descr="宽上对角线"/>
            <p:cNvSpPr>
              <a:spLocks noChangeAspect="1"/>
            </p:cNvSpPr>
            <p:nvPr/>
          </p:nvSpPr>
          <p:spPr bwMode="auto">
            <a:xfrm>
              <a:off x="404" y="3069"/>
              <a:ext cx="609" cy="691"/>
            </a:xfrm>
            <a:custGeom>
              <a:avLst/>
              <a:gdLst>
                <a:gd name="T0" fmla="*/ 0 w 507"/>
                <a:gd name="T1" fmla="*/ 0 h 576"/>
                <a:gd name="T2" fmla="*/ 732 w 507"/>
                <a:gd name="T3" fmla="*/ 2 h 576"/>
                <a:gd name="T4" fmla="*/ 727 w 507"/>
                <a:gd name="T5" fmla="*/ 190 h 576"/>
                <a:gd name="T6" fmla="*/ 467 w 507"/>
                <a:gd name="T7" fmla="*/ 190 h 576"/>
                <a:gd name="T8" fmla="*/ 468 w 507"/>
                <a:gd name="T9" fmla="*/ 643 h 576"/>
                <a:gd name="T10" fmla="*/ 710 w 507"/>
                <a:gd name="T11" fmla="*/ 639 h 576"/>
                <a:gd name="T12" fmla="*/ 710 w 507"/>
                <a:gd name="T13" fmla="*/ 829 h 576"/>
                <a:gd name="T14" fmla="*/ 17 w 507"/>
                <a:gd name="T15" fmla="*/ 829 h 576"/>
                <a:gd name="T16" fmla="*/ 22 w 507"/>
                <a:gd name="T17" fmla="*/ 643 h 576"/>
                <a:gd name="T18" fmla="*/ 256 w 507"/>
                <a:gd name="T19" fmla="*/ 643 h 576"/>
                <a:gd name="T20" fmla="*/ 256 w 507"/>
                <a:gd name="T21" fmla="*/ 190 h 576"/>
                <a:gd name="T22" fmla="*/ 0 w 507"/>
                <a:gd name="T23" fmla="*/ 190 h 576"/>
                <a:gd name="T24" fmla="*/ 0 w 507"/>
                <a:gd name="T25" fmla="*/ 0 h 5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7"/>
                <a:gd name="T40" fmla="*/ 0 h 576"/>
                <a:gd name="T41" fmla="*/ 507 w 507"/>
                <a:gd name="T42" fmla="*/ 576 h 5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7" h="576">
                  <a:moveTo>
                    <a:pt x="0" y="0"/>
                  </a:moveTo>
                  <a:lnTo>
                    <a:pt x="507" y="2"/>
                  </a:lnTo>
                  <a:lnTo>
                    <a:pt x="504" y="132"/>
                  </a:lnTo>
                  <a:lnTo>
                    <a:pt x="324" y="132"/>
                  </a:lnTo>
                  <a:lnTo>
                    <a:pt x="325" y="447"/>
                  </a:lnTo>
                  <a:lnTo>
                    <a:pt x="492" y="444"/>
                  </a:lnTo>
                  <a:lnTo>
                    <a:pt x="492" y="576"/>
                  </a:lnTo>
                  <a:lnTo>
                    <a:pt x="12" y="576"/>
                  </a:lnTo>
                  <a:lnTo>
                    <a:pt x="15" y="447"/>
                  </a:lnTo>
                  <a:lnTo>
                    <a:pt x="177" y="447"/>
                  </a:lnTo>
                  <a:lnTo>
                    <a:pt x="177" y="132"/>
                  </a:lnTo>
                  <a:lnTo>
                    <a:pt x="0" y="132"/>
                  </a:lnTo>
                  <a:lnTo>
                    <a:pt x="0" y="0"/>
                  </a:lnTo>
                  <a:close/>
                </a:path>
              </a:pathLst>
            </a:custGeom>
            <a:pattFill prst="wdUpDiag">
              <a:fgClr>
                <a:srgbClr val="000000"/>
              </a:fgClr>
              <a:bgClr>
                <a:srgbClr val="FFFF99"/>
              </a:bgClr>
            </a:pattFill>
            <a:ln w="28575" cap="flat" cmpd="sng">
              <a:solidFill>
                <a:srgbClr val="000000"/>
              </a:solidFill>
              <a:prstDash val="solid"/>
              <a:round/>
              <a:headEnd type="none" w="med" len="me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3" name="Freeform 21" descr="宽上对角线"/>
            <p:cNvSpPr>
              <a:spLocks noChangeAspect="1"/>
            </p:cNvSpPr>
            <p:nvPr/>
          </p:nvSpPr>
          <p:spPr bwMode="auto">
            <a:xfrm>
              <a:off x="1359" y="3097"/>
              <a:ext cx="606" cy="677"/>
            </a:xfrm>
            <a:custGeom>
              <a:avLst/>
              <a:gdLst>
                <a:gd name="T0" fmla="*/ 0 w 840"/>
                <a:gd name="T1" fmla="*/ 0 h 940"/>
                <a:gd name="T2" fmla="*/ 437 w 840"/>
                <a:gd name="T3" fmla="*/ 0 h 940"/>
                <a:gd name="T4" fmla="*/ 437 w 840"/>
                <a:gd name="T5" fmla="*/ 104 h 940"/>
                <a:gd name="T6" fmla="*/ 281 w 840"/>
                <a:gd name="T7" fmla="*/ 104 h 940"/>
                <a:gd name="T8" fmla="*/ 281 w 840"/>
                <a:gd name="T9" fmla="*/ 488 h 940"/>
                <a:gd name="T10" fmla="*/ 281 w 840"/>
                <a:gd name="T11" fmla="*/ 488 h 940"/>
                <a:gd name="T12" fmla="*/ 281 w 840"/>
                <a:gd name="T13" fmla="*/ 488 h 940"/>
                <a:gd name="T14" fmla="*/ 156 w 840"/>
                <a:gd name="T15" fmla="*/ 488 h 940"/>
                <a:gd name="T16" fmla="*/ 146 w 840"/>
                <a:gd name="T17" fmla="*/ 488 h 940"/>
                <a:gd name="T18" fmla="*/ 156 w 840"/>
                <a:gd name="T19" fmla="*/ 488 h 940"/>
                <a:gd name="T20" fmla="*/ 156 w 840"/>
                <a:gd name="T21" fmla="*/ 104 h 940"/>
                <a:gd name="T22" fmla="*/ 0 w 840"/>
                <a:gd name="T23" fmla="*/ 104 h 940"/>
                <a:gd name="T24" fmla="*/ 0 w 840"/>
                <a:gd name="T25" fmla="*/ 0 h 9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40"/>
                <a:gd name="T40" fmla="*/ 0 h 940"/>
                <a:gd name="T41" fmla="*/ 840 w 840"/>
                <a:gd name="T42" fmla="*/ 940 h 9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40" h="940">
                  <a:moveTo>
                    <a:pt x="0" y="0"/>
                  </a:moveTo>
                  <a:lnTo>
                    <a:pt x="840" y="0"/>
                  </a:lnTo>
                  <a:lnTo>
                    <a:pt x="840" y="200"/>
                  </a:lnTo>
                  <a:lnTo>
                    <a:pt x="540" y="200"/>
                  </a:lnTo>
                  <a:lnTo>
                    <a:pt x="540" y="940"/>
                  </a:lnTo>
                  <a:lnTo>
                    <a:pt x="300" y="940"/>
                  </a:lnTo>
                  <a:lnTo>
                    <a:pt x="280" y="940"/>
                  </a:lnTo>
                  <a:lnTo>
                    <a:pt x="300" y="940"/>
                  </a:lnTo>
                  <a:lnTo>
                    <a:pt x="300" y="200"/>
                  </a:lnTo>
                  <a:lnTo>
                    <a:pt x="0" y="200"/>
                  </a:lnTo>
                  <a:lnTo>
                    <a:pt x="0" y="0"/>
                  </a:lnTo>
                  <a:close/>
                </a:path>
              </a:pathLst>
            </a:custGeom>
            <a:pattFill prst="wdUpDiag">
              <a:fgClr>
                <a:srgbClr val="000000"/>
              </a:fgClr>
              <a:bgClr>
                <a:srgbClr val="FFFF99"/>
              </a:bgClr>
            </a:pattFill>
            <a:ln w="28575" cap="flat" cmpd="sng">
              <a:solidFill>
                <a:srgbClr val="000000"/>
              </a:solidFill>
              <a:prstDash val="solid"/>
              <a:round/>
              <a:headEnd type="none" w="med" len="med"/>
              <a:tailEnd type="none" w="sm" len="sm"/>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8" name="Line 26"/>
            <p:cNvSpPr>
              <a:spLocks noChangeAspect="1" noChangeShapeType="1"/>
            </p:cNvSpPr>
            <p:nvPr/>
          </p:nvSpPr>
          <p:spPr bwMode="auto">
            <a:xfrm>
              <a:off x="361" y="3429"/>
              <a:ext cx="677"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9" name="Line 27"/>
            <p:cNvSpPr>
              <a:spLocks noChangeAspect="1" noChangeShapeType="1"/>
            </p:cNvSpPr>
            <p:nvPr/>
          </p:nvSpPr>
          <p:spPr bwMode="auto">
            <a:xfrm>
              <a:off x="707" y="2952"/>
              <a:ext cx="0" cy="952"/>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0" name="Line 28"/>
            <p:cNvSpPr>
              <a:spLocks noChangeAspect="1" noChangeShapeType="1"/>
            </p:cNvSpPr>
            <p:nvPr/>
          </p:nvSpPr>
          <p:spPr bwMode="auto">
            <a:xfrm>
              <a:off x="1663" y="2968"/>
              <a:ext cx="0" cy="893"/>
            </a:xfrm>
            <a:prstGeom prst="line">
              <a:avLst/>
            </a:prstGeom>
            <a:noFill/>
            <a:ln w="6350">
              <a:solidFill>
                <a:srgbClr val="000000"/>
              </a:solidFill>
              <a:round/>
              <a:headEnd type="stealth"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1" name="Line 29"/>
            <p:cNvSpPr>
              <a:spLocks noChangeAspect="1" noChangeShapeType="1"/>
            </p:cNvSpPr>
            <p:nvPr/>
          </p:nvSpPr>
          <p:spPr bwMode="auto">
            <a:xfrm>
              <a:off x="1316" y="3328"/>
              <a:ext cx="721" cy="0"/>
            </a:xfrm>
            <a:prstGeom prst="line">
              <a:avLst/>
            </a:prstGeom>
            <a:noFill/>
            <a:ln w="6350">
              <a:solidFill>
                <a:srgbClr val="00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4" name="Text Box 64"/>
          <p:cNvSpPr txBox="1">
            <a:spLocks noChangeAspect="1" noChangeArrowheads="1"/>
          </p:cNvSpPr>
          <p:nvPr/>
        </p:nvSpPr>
        <p:spPr bwMode="auto">
          <a:xfrm>
            <a:off x="9741097" y="985482"/>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
        <p:nvSpPr>
          <p:cNvPr id="125" name="Text Box 65"/>
          <p:cNvSpPr txBox="1">
            <a:spLocks noChangeAspect="1" noChangeArrowheads="1"/>
          </p:cNvSpPr>
          <p:nvPr/>
        </p:nvSpPr>
        <p:spPr bwMode="auto">
          <a:xfrm>
            <a:off x="11282814" y="1003843"/>
            <a:ext cx="5318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latin typeface="+mj-lt"/>
                <a:ea typeface="宋体" panose="02010600030101010101" pitchFamily="2" charset="-122"/>
              </a:rPr>
              <a:t>y</a:t>
            </a:r>
          </a:p>
        </p:txBody>
      </p:sp>
    </p:spTree>
    <p:extLst>
      <p:ext uri="{BB962C8B-B14F-4D97-AF65-F5344CB8AC3E}">
        <p14:creationId xmlns:p14="http://schemas.microsoft.com/office/powerpoint/2010/main" val="18401809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par>
                                <p:cTn id="7" presetID="23" presetClass="entr" presetSubtype="272" fill="hold" nodeType="withEffect">
                                  <p:stCondLst>
                                    <p:cond delay="0"/>
                                  </p:stCondLst>
                                  <p:childTnLst>
                                    <p:set>
                                      <p:cBhvr>
                                        <p:cTn id="8" dur="1" fill="hold">
                                          <p:stCondLst>
                                            <p:cond delay="0"/>
                                          </p:stCondLst>
                                        </p:cTn>
                                        <p:tgtEl>
                                          <p:spTgt spid="54"/>
                                        </p:tgtEl>
                                        <p:attrNameLst>
                                          <p:attrName>style.visibility</p:attrName>
                                        </p:attrNameLst>
                                      </p:cBhvr>
                                      <p:to>
                                        <p:strVal val="visible"/>
                                      </p:to>
                                    </p:set>
                                    <p:anim calcmode="lin" valueType="num">
                                      <p:cBhvr>
                                        <p:cTn id="9" dur="3000" fill="hold"/>
                                        <p:tgtEl>
                                          <p:spTgt spid="54"/>
                                        </p:tgtEl>
                                        <p:attrNameLst>
                                          <p:attrName>ppt_w</p:attrName>
                                        </p:attrNameLst>
                                      </p:cBhvr>
                                      <p:tavLst>
                                        <p:tav tm="0">
                                          <p:val>
                                            <p:strVal val="2/3*#ppt_w"/>
                                          </p:val>
                                        </p:tav>
                                        <p:tav tm="100000">
                                          <p:val>
                                            <p:strVal val="#ppt_w"/>
                                          </p:val>
                                        </p:tav>
                                      </p:tavLst>
                                    </p:anim>
                                    <p:anim calcmode="lin" valueType="num">
                                      <p:cBhvr>
                                        <p:cTn id="10" dur="3000" fill="hold"/>
                                        <p:tgtEl>
                                          <p:spTgt spid="54"/>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7"/>
                                            </p:cond>
                                          </p:stCondLst>
                                          <p:endCondLst>
                                            <p:cond evt="onStopAudio" delay="0">
                                              <p:tgtEl>
                                                <p:sldTgt/>
                                              </p:tgtEl>
                                            </p:cond>
                                          </p:endCondLst>
                                        </p:cTn>
                                        <p:tgtEl>
                                          <p:sndTgt r:embed="rId3" name="CASHREG.WAV"/>
                                        </p:tgtEl>
                                      </p:cMediaNode>
                                    </p:audio>
                                  </p:subTnLst>
                                </p:cTn>
                              </p:par>
                            </p:childTnLst>
                          </p:cTn>
                        </p:par>
                      </p:childTnLst>
                    </p:cTn>
                  </p:par>
                  <p:par>
                    <p:cTn id="11" fill="hold">
                      <p:stCondLst>
                        <p:cond delay="indefinite"/>
                      </p:stCondLst>
                      <p:childTnLst>
                        <p:par>
                          <p:cTn id="12" fill="hold">
                            <p:stCondLst>
                              <p:cond delay="0"/>
                            </p:stCondLst>
                            <p:childTnLst>
                              <p:par>
                                <p:cTn id="13" presetID="16" presetClass="entr" presetSubtype="42" fill="hold" grpId="0" nodeType="clickEffect">
                                  <p:stCondLst>
                                    <p:cond delay="0"/>
                                  </p:stCondLst>
                                  <p:childTnLst>
                                    <p:set>
                                      <p:cBhvr>
                                        <p:cTn id="14" dur="1" fill="hold">
                                          <p:stCondLst>
                                            <p:cond delay="0"/>
                                          </p:stCondLst>
                                        </p:cTn>
                                        <p:tgtEl>
                                          <p:spTgt spid="100"/>
                                        </p:tgtEl>
                                        <p:attrNameLst>
                                          <p:attrName>style.visibility</p:attrName>
                                        </p:attrNameLst>
                                      </p:cBhvr>
                                      <p:to>
                                        <p:strVal val="visible"/>
                                      </p:to>
                                    </p:set>
                                    <p:animEffect transition="in" filter="barn(outHorizontal)">
                                      <p:cBhvr>
                                        <p:cTn id="15" dur="3000"/>
                                        <p:tgtEl>
                                          <p:spTgt spid="100"/>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par>
                          <p:cTn id="16" fill="hold">
                            <p:stCondLst>
                              <p:cond delay="3000"/>
                            </p:stCondLst>
                            <p:childTnLst>
                              <p:par>
                                <p:cTn id="17" presetID="16" presetClass="entr" presetSubtype="42" fill="hold" grpId="0" nodeType="afterEffect">
                                  <p:stCondLst>
                                    <p:cond delay="1000"/>
                                  </p:stCondLst>
                                  <p:childTnLst>
                                    <p:set>
                                      <p:cBhvr>
                                        <p:cTn id="18" dur="1" fill="hold">
                                          <p:stCondLst>
                                            <p:cond delay="0"/>
                                          </p:stCondLst>
                                        </p:cTn>
                                        <p:tgtEl>
                                          <p:spTgt spid="101"/>
                                        </p:tgtEl>
                                        <p:attrNameLst>
                                          <p:attrName>style.visibility</p:attrName>
                                        </p:attrNameLst>
                                      </p:cBhvr>
                                      <p:to>
                                        <p:strVal val="visible"/>
                                      </p:to>
                                    </p:set>
                                    <p:animEffect transition="in" filter="barn(outHorizontal)">
                                      <p:cBhvr>
                                        <p:cTn id="19" dur="3000"/>
                                        <p:tgtEl>
                                          <p:spTgt spid="101"/>
                                        </p:tgtEl>
                                      </p:cBhvr>
                                    </p:animEffect>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par>
                          <p:cTn id="20" fill="hold">
                            <p:stCondLst>
                              <p:cond delay="7000"/>
                            </p:stCondLst>
                            <p:childTnLst>
                              <p:par>
                                <p:cTn id="21" presetID="22" presetClass="entr" presetSubtype="8" fill="hold" grpId="0" nodeType="afterEffect">
                                  <p:stCondLst>
                                    <p:cond delay="1500"/>
                                  </p:stCondLst>
                                  <p:childTnLst>
                                    <p:set>
                                      <p:cBhvr>
                                        <p:cTn id="22" dur="1" fill="hold">
                                          <p:stCondLst>
                                            <p:cond delay="0"/>
                                          </p:stCondLst>
                                        </p:cTn>
                                        <p:tgtEl>
                                          <p:spTgt spid="53"/>
                                        </p:tgtEl>
                                        <p:attrNameLst>
                                          <p:attrName>style.visibility</p:attrName>
                                        </p:attrNameLst>
                                      </p:cBhvr>
                                      <p:to>
                                        <p:strVal val="visible"/>
                                      </p:to>
                                    </p:set>
                                    <p:animEffect transition="in" filter="wipe(left)">
                                      <p:cBhvr>
                                        <p:cTn id="23" dur="3000"/>
                                        <p:tgtEl>
                                          <p:spTgt spid="53"/>
                                        </p:tgtEl>
                                      </p:cBhvr>
                                    </p:animEffect>
                                  </p:childTnLst>
                                  <p:subTnLst>
                                    <p:audio>
                                      <p:cMediaNode>
                                        <p:cTn display="0" masterRel="sameClick">
                                          <p:stCondLst>
                                            <p:cond evt="begin" delay="0">
                                              <p:tn val="21"/>
                                            </p:cond>
                                          </p:stCondLst>
                                          <p:endCondLst>
                                            <p:cond evt="onStopAudio" delay="0">
                                              <p:tgtEl>
                                                <p:sldTgt/>
                                              </p:tgtEl>
                                            </p:cond>
                                          </p:endCondLst>
                                        </p:cTn>
                                        <p:tgtEl>
                                          <p:sndTgt r:embed="rId5" name="CAMERA.WAV"/>
                                        </p:tgtEl>
                                      </p:cMediaNode>
                                    </p:audio>
                                  </p:sub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slide(fromBottom)">
                                      <p:cBhvr>
                                        <p:cTn id="28" dur="5000"/>
                                        <p:tgtEl>
                                          <p:spTgt spid="104"/>
                                        </p:tgtEl>
                                      </p:cBhvr>
                                    </p:animEffect>
                                  </p:childTnLst>
                                </p:cTn>
                              </p:par>
                              <p:par>
                                <p:cTn id="29" presetID="17" presetClass="entr" presetSubtype="8" fill="hold" grpId="0" nodeType="withEffect">
                                  <p:stCondLst>
                                    <p:cond delay="0"/>
                                  </p:stCondLst>
                                  <p:childTnLst>
                                    <p:set>
                                      <p:cBhvr>
                                        <p:cTn id="30" dur="1" fill="hold">
                                          <p:stCondLst>
                                            <p:cond delay="0"/>
                                          </p:stCondLst>
                                        </p:cTn>
                                        <p:tgtEl>
                                          <p:spTgt spid="106"/>
                                        </p:tgtEl>
                                        <p:attrNameLst>
                                          <p:attrName>style.visibility</p:attrName>
                                        </p:attrNameLst>
                                      </p:cBhvr>
                                      <p:to>
                                        <p:strVal val="visible"/>
                                      </p:to>
                                    </p:set>
                                    <p:anim calcmode="lin" valueType="num">
                                      <p:cBhvr>
                                        <p:cTn id="31" dur="3000" fill="hold"/>
                                        <p:tgtEl>
                                          <p:spTgt spid="106"/>
                                        </p:tgtEl>
                                        <p:attrNameLst>
                                          <p:attrName>ppt_x</p:attrName>
                                        </p:attrNameLst>
                                      </p:cBhvr>
                                      <p:tavLst>
                                        <p:tav tm="0">
                                          <p:val>
                                            <p:strVal val="#ppt_x-#ppt_w/2"/>
                                          </p:val>
                                        </p:tav>
                                        <p:tav tm="100000">
                                          <p:val>
                                            <p:strVal val="#ppt_x"/>
                                          </p:val>
                                        </p:tav>
                                      </p:tavLst>
                                    </p:anim>
                                    <p:anim calcmode="lin" valueType="num">
                                      <p:cBhvr>
                                        <p:cTn id="32" dur="3000" fill="hold"/>
                                        <p:tgtEl>
                                          <p:spTgt spid="106"/>
                                        </p:tgtEl>
                                        <p:attrNameLst>
                                          <p:attrName>ppt_y</p:attrName>
                                        </p:attrNameLst>
                                      </p:cBhvr>
                                      <p:tavLst>
                                        <p:tav tm="0">
                                          <p:val>
                                            <p:strVal val="#ppt_y"/>
                                          </p:val>
                                        </p:tav>
                                        <p:tav tm="100000">
                                          <p:val>
                                            <p:strVal val="#ppt_y"/>
                                          </p:val>
                                        </p:tav>
                                      </p:tavLst>
                                    </p:anim>
                                    <p:anim calcmode="lin" valueType="num">
                                      <p:cBhvr>
                                        <p:cTn id="33" dur="3000" fill="hold"/>
                                        <p:tgtEl>
                                          <p:spTgt spid="106"/>
                                        </p:tgtEl>
                                        <p:attrNameLst>
                                          <p:attrName>ppt_w</p:attrName>
                                        </p:attrNameLst>
                                      </p:cBhvr>
                                      <p:tavLst>
                                        <p:tav tm="0">
                                          <p:val>
                                            <p:fltVal val="0"/>
                                          </p:val>
                                        </p:tav>
                                        <p:tav tm="100000">
                                          <p:val>
                                            <p:strVal val="#ppt_w"/>
                                          </p:val>
                                        </p:tav>
                                      </p:tavLst>
                                    </p:anim>
                                    <p:anim calcmode="lin" valueType="num">
                                      <p:cBhvr>
                                        <p:cTn id="34" dur="3000" fill="hold"/>
                                        <p:tgtEl>
                                          <p:spTgt spid="106"/>
                                        </p:tgtEl>
                                        <p:attrNameLst>
                                          <p:attrName>ppt_h</p:attrName>
                                        </p:attrNameLst>
                                      </p:cBhvr>
                                      <p:tavLst>
                                        <p:tav tm="0">
                                          <p:val>
                                            <p:strVal val="#ppt_h"/>
                                          </p:val>
                                        </p:tav>
                                        <p:tav tm="100000">
                                          <p:val>
                                            <p:strVal val="#ppt_h"/>
                                          </p:val>
                                        </p:tav>
                                      </p:tavLst>
                                    </p:anim>
                                  </p:childTnLst>
                                </p:cTn>
                              </p:par>
                              <p:par>
                                <p:cTn id="35" presetID="5" presetClass="entr" presetSubtype="10" fill="hold" nodeType="withEffect">
                                  <p:stCondLst>
                                    <p:cond delay="0"/>
                                  </p:stCondLst>
                                  <p:childTnLst>
                                    <p:set>
                                      <p:cBhvr>
                                        <p:cTn id="36" dur="1" fill="hold">
                                          <p:stCondLst>
                                            <p:cond delay="0"/>
                                          </p:stCondLst>
                                        </p:cTn>
                                        <p:tgtEl>
                                          <p:spTgt spid="66"/>
                                        </p:tgtEl>
                                        <p:attrNameLst>
                                          <p:attrName>style.visibility</p:attrName>
                                        </p:attrNameLst>
                                      </p:cBhvr>
                                      <p:to>
                                        <p:strVal val="visible"/>
                                      </p:to>
                                    </p:set>
                                    <p:animEffect transition="in" filter="checkerboard(across)">
                                      <p:cBhvr>
                                        <p:cTn id="37" dur="3000"/>
                                        <p:tgtEl>
                                          <p:spTgt spid="66"/>
                                        </p:tgtEl>
                                      </p:cBhvr>
                                    </p:animEffect>
                                  </p:childTnLst>
                                  <p:subTnLst>
                                    <p:audio>
                                      <p:cMediaNode>
                                        <p:cTn display="0" masterRel="sameClick">
                                          <p:stCondLst>
                                            <p:cond evt="begin" delay="0">
                                              <p:tn val="35"/>
                                            </p:cond>
                                          </p:stCondLst>
                                          <p:endCondLst>
                                            <p:cond evt="onStopAudio" delay="0">
                                              <p:tgtEl>
                                                <p:sldTgt/>
                                              </p:tgtEl>
                                            </p:cond>
                                          </p:endCondLst>
                                        </p:cTn>
                                        <p:tgtEl>
                                          <p:sndTgt r:embed="rId3" name="CASHREG.WAV"/>
                                        </p:tgtEl>
                                      </p:cMediaNode>
                                    </p:audio>
                                  </p:subTnLst>
                                </p:cTn>
                              </p:par>
                            </p:childTnLst>
                          </p:cTn>
                        </p:par>
                        <p:par>
                          <p:cTn id="38" fill="hold">
                            <p:stCondLst>
                              <p:cond delay="5000"/>
                            </p:stCondLst>
                            <p:childTnLst>
                              <p:par>
                                <p:cTn id="39" presetID="17" presetClass="entr" presetSubtype="8" fill="hold" grpId="0" nodeType="afterEffect">
                                  <p:stCondLst>
                                    <p:cond delay="0"/>
                                  </p:stCondLst>
                                  <p:childTnLst>
                                    <p:set>
                                      <p:cBhvr>
                                        <p:cTn id="40" dur="1" fill="hold">
                                          <p:stCondLst>
                                            <p:cond delay="0"/>
                                          </p:stCondLst>
                                        </p:cTn>
                                        <p:tgtEl>
                                          <p:spTgt spid="105"/>
                                        </p:tgtEl>
                                        <p:attrNameLst>
                                          <p:attrName>style.visibility</p:attrName>
                                        </p:attrNameLst>
                                      </p:cBhvr>
                                      <p:to>
                                        <p:strVal val="visible"/>
                                      </p:to>
                                    </p:set>
                                    <p:anim calcmode="lin" valueType="num">
                                      <p:cBhvr>
                                        <p:cTn id="41" dur="3000" fill="hold"/>
                                        <p:tgtEl>
                                          <p:spTgt spid="105"/>
                                        </p:tgtEl>
                                        <p:attrNameLst>
                                          <p:attrName>ppt_x</p:attrName>
                                        </p:attrNameLst>
                                      </p:cBhvr>
                                      <p:tavLst>
                                        <p:tav tm="0">
                                          <p:val>
                                            <p:strVal val="#ppt_x-#ppt_w/2"/>
                                          </p:val>
                                        </p:tav>
                                        <p:tav tm="100000">
                                          <p:val>
                                            <p:strVal val="#ppt_x"/>
                                          </p:val>
                                        </p:tav>
                                      </p:tavLst>
                                    </p:anim>
                                    <p:anim calcmode="lin" valueType="num">
                                      <p:cBhvr>
                                        <p:cTn id="42" dur="3000" fill="hold"/>
                                        <p:tgtEl>
                                          <p:spTgt spid="105"/>
                                        </p:tgtEl>
                                        <p:attrNameLst>
                                          <p:attrName>ppt_y</p:attrName>
                                        </p:attrNameLst>
                                      </p:cBhvr>
                                      <p:tavLst>
                                        <p:tav tm="0">
                                          <p:val>
                                            <p:strVal val="#ppt_y"/>
                                          </p:val>
                                        </p:tav>
                                        <p:tav tm="100000">
                                          <p:val>
                                            <p:strVal val="#ppt_y"/>
                                          </p:val>
                                        </p:tav>
                                      </p:tavLst>
                                    </p:anim>
                                    <p:anim calcmode="lin" valueType="num">
                                      <p:cBhvr>
                                        <p:cTn id="43" dur="3000" fill="hold"/>
                                        <p:tgtEl>
                                          <p:spTgt spid="105"/>
                                        </p:tgtEl>
                                        <p:attrNameLst>
                                          <p:attrName>ppt_w</p:attrName>
                                        </p:attrNameLst>
                                      </p:cBhvr>
                                      <p:tavLst>
                                        <p:tav tm="0">
                                          <p:val>
                                            <p:fltVal val="0"/>
                                          </p:val>
                                        </p:tav>
                                        <p:tav tm="100000">
                                          <p:val>
                                            <p:strVal val="#ppt_w"/>
                                          </p:val>
                                        </p:tav>
                                      </p:tavLst>
                                    </p:anim>
                                    <p:anim calcmode="lin" valueType="num">
                                      <p:cBhvr>
                                        <p:cTn id="44" dur="3000" fill="hold"/>
                                        <p:tgtEl>
                                          <p:spTgt spid="105"/>
                                        </p:tgtEl>
                                        <p:attrNameLst>
                                          <p:attrName>ppt_h</p:attrName>
                                        </p:attrNameLst>
                                      </p:cBhvr>
                                      <p:tavLst>
                                        <p:tav tm="0">
                                          <p:val>
                                            <p:strVal val="#ppt_h"/>
                                          </p:val>
                                        </p:tav>
                                        <p:tav tm="100000">
                                          <p:val>
                                            <p:strVal val="#ppt_h"/>
                                          </p:val>
                                        </p:tav>
                                      </p:tavLst>
                                    </p:anim>
                                  </p:childTnLst>
                                </p:cTn>
                              </p:par>
                            </p:childTnLst>
                          </p:cTn>
                        </p:par>
                        <p:par>
                          <p:cTn id="45" fill="hold">
                            <p:stCondLst>
                              <p:cond delay="8000"/>
                            </p:stCondLst>
                            <p:childTnLst>
                              <p:par>
                                <p:cTn id="46" presetID="12" presetClass="entr" presetSubtype="1" fill="hold" nodeType="afterEffect">
                                  <p:stCondLst>
                                    <p:cond delay="0"/>
                                  </p:stCondLst>
                                  <p:childTnLst>
                                    <p:set>
                                      <p:cBhvr>
                                        <p:cTn id="47" dur="1" fill="hold">
                                          <p:stCondLst>
                                            <p:cond delay="0"/>
                                          </p:stCondLst>
                                        </p:cTn>
                                        <p:tgtEl>
                                          <p:spTgt spid="81"/>
                                        </p:tgtEl>
                                        <p:attrNameLst>
                                          <p:attrName>style.visibility</p:attrName>
                                        </p:attrNameLst>
                                      </p:cBhvr>
                                      <p:to>
                                        <p:strVal val="visible"/>
                                      </p:to>
                                    </p:set>
                                    <p:animEffect transition="in" filter="slide(fromTop)">
                                      <p:cBhvr>
                                        <p:cTn id="48" dur="5000"/>
                                        <p:tgtEl>
                                          <p:spTgt spid="81"/>
                                        </p:tgtEl>
                                      </p:cBhvr>
                                    </p:animEffect>
                                  </p:childTnLst>
                                  <p:subTnLst>
                                    <p:audio>
                                      <p:cMediaNode>
                                        <p:cTn display="0" masterRel="sameClick">
                                          <p:stCondLst>
                                            <p:cond evt="begin" delay="0">
                                              <p:tn val="46"/>
                                            </p:cond>
                                          </p:stCondLst>
                                          <p:endCondLst>
                                            <p:cond evt="onStopAudio" delay="0">
                                              <p:tgtEl>
                                                <p:sldTgt/>
                                              </p:tgtEl>
                                            </p:cond>
                                          </p:endCondLst>
                                        </p:cTn>
                                        <p:tgtEl>
                                          <p:sndTgt r:embed="rId3" name="CASHREG.WAV"/>
                                        </p:tgtEl>
                                      </p:cMediaNode>
                                    </p:audio>
                                  </p:subTnLst>
                                </p:cTn>
                              </p:par>
                              <p:par>
                                <p:cTn id="49" presetID="12" presetClass="entr" presetSubtype="4" fill="hold" grpId="0" nodeType="withEffect">
                                  <p:stCondLst>
                                    <p:cond delay="0"/>
                                  </p:stCondLst>
                                  <p:childTnLst>
                                    <p:set>
                                      <p:cBhvr>
                                        <p:cTn id="50" dur="1" fill="hold">
                                          <p:stCondLst>
                                            <p:cond delay="0"/>
                                          </p:stCondLst>
                                        </p:cTn>
                                        <p:tgtEl>
                                          <p:spTgt spid="103"/>
                                        </p:tgtEl>
                                        <p:attrNameLst>
                                          <p:attrName>style.visibility</p:attrName>
                                        </p:attrNameLst>
                                      </p:cBhvr>
                                      <p:to>
                                        <p:strVal val="visible"/>
                                      </p:to>
                                    </p:set>
                                    <p:animEffect transition="in" filter="slide(fromBottom)">
                                      <p:cBhvr>
                                        <p:cTn id="51" dur="5000"/>
                                        <p:tgtEl>
                                          <p:spTgt spid="103"/>
                                        </p:tgtEl>
                                      </p:cBhvr>
                                    </p:animEffect>
                                  </p:childTnLst>
                                </p:cTn>
                              </p:par>
                            </p:childTnLst>
                          </p:cTn>
                        </p:par>
                        <p:par>
                          <p:cTn id="52" fill="hold">
                            <p:stCondLst>
                              <p:cond delay="13000"/>
                            </p:stCondLst>
                            <p:childTnLst>
                              <p:par>
                                <p:cTn id="53" presetID="20" presetClass="entr" presetSubtype="0" fill="hold" grpId="0" nodeType="afterEffect">
                                  <p:stCondLst>
                                    <p:cond delay="0"/>
                                  </p:stCondLst>
                                  <p:childTnLst>
                                    <p:set>
                                      <p:cBhvr>
                                        <p:cTn id="54" dur="1" fill="hold">
                                          <p:stCondLst>
                                            <p:cond delay="0"/>
                                          </p:stCondLst>
                                        </p:cTn>
                                        <p:tgtEl>
                                          <p:spTgt spid="79"/>
                                        </p:tgtEl>
                                        <p:attrNameLst>
                                          <p:attrName>style.visibility</p:attrName>
                                        </p:attrNameLst>
                                      </p:cBhvr>
                                      <p:to>
                                        <p:strVal val="visible"/>
                                      </p:to>
                                    </p:set>
                                    <p:animEffect transition="in" filter="wedge">
                                      <p:cBhvr>
                                        <p:cTn id="55" dur="2000"/>
                                        <p:tgtEl>
                                          <p:spTgt spid="79"/>
                                        </p:tgtEl>
                                      </p:cBhvr>
                                    </p:animEffect>
                                  </p:childTnLst>
                                </p:cTn>
                              </p:par>
                              <p:par>
                                <p:cTn id="56" presetID="20" presetClass="entr" presetSubtype="0" fill="hold" grpId="0" nodeType="withEffect">
                                  <p:stCondLst>
                                    <p:cond delay="0"/>
                                  </p:stCondLst>
                                  <p:childTnLst>
                                    <p:set>
                                      <p:cBhvr>
                                        <p:cTn id="57" dur="1" fill="hold">
                                          <p:stCondLst>
                                            <p:cond delay="0"/>
                                          </p:stCondLst>
                                        </p:cTn>
                                        <p:tgtEl>
                                          <p:spTgt spid="80"/>
                                        </p:tgtEl>
                                        <p:attrNameLst>
                                          <p:attrName>style.visibility</p:attrName>
                                        </p:attrNameLst>
                                      </p:cBhvr>
                                      <p:to>
                                        <p:strVal val="visible"/>
                                      </p:to>
                                    </p:set>
                                    <p:animEffect transition="in" filter="wedge">
                                      <p:cBhvr>
                                        <p:cTn id="58" dur="2000"/>
                                        <p:tgtEl>
                                          <p:spTgt spid="80"/>
                                        </p:tgtEl>
                                      </p:cBhvr>
                                    </p:animEffect>
                                  </p:childTnLst>
                                </p:cTn>
                              </p:par>
                            </p:childTnLst>
                          </p:cTn>
                        </p:par>
                        <p:par>
                          <p:cTn id="59" fill="hold">
                            <p:stCondLst>
                              <p:cond delay="15000"/>
                            </p:stCondLst>
                            <p:childTnLst>
                              <p:par>
                                <p:cTn id="60" presetID="17" presetClass="entr" presetSubtype="1" fill="hold" grpId="0" nodeType="afterEffect">
                                  <p:stCondLst>
                                    <p:cond delay="0"/>
                                  </p:stCondLst>
                                  <p:childTnLst>
                                    <p:set>
                                      <p:cBhvr>
                                        <p:cTn id="61" dur="1" fill="hold">
                                          <p:stCondLst>
                                            <p:cond delay="0"/>
                                          </p:stCondLst>
                                        </p:cTn>
                                        <p:tgtEl>
                                          <p:spTgt spid="102"/>
                                        </p:tgtEl>
                                        <p:attrNameLst>
                                          <p:attrName>style.visibility</p:attrName>
                                        </p:attrNameLst>
                                      </p:cBhvr>
                                      <p:to>
                                        <p:strVal val="visible"/>
                                      </p:to>
                                    </p:set>
                                    <p:anim calcmode="lin" valueType="num">
                                      <p:cBhvr>
                                        <p:cTn id="62" dur="5000" fill="hold"/>
                                        <p:tgtEl>
                                          <p:spTgt spid="102"/>
                                        </p:tgtEl>
                                        <p:attrNameLst>
                                          <p:attrName>ppt_x</p:attrName>
                                        </p:attrNameLst>
                                      </p:cBhvr>
                                      <p:tavLst>
                                        <p:tav tm="0">
                                          <p:val>
                                            <p:strVal val="#ppt_x"/>
                                          </p:val>
                                        </p:tav>
                                        <p:tav tm="100000">
                                          <p:val>
                                            <p:strVal val="#ppt_x"/>
                                          </p:val>
                                        </p:tav>
                                      </p:tavLst>
                                    </p:anim>
                                    <p:anim calcmode="lin" valueType="num">
                                      <p:cBhvr>
                                        <p:cTn id="63" dur="5000" fill="hold"/>
                                        <p:tgtEl>
                                          <p:spTgt spid="102"/>
                                        </p:tgtEl>
                                        <p:attrNameLst>
                                          <p:attrName>ppt_y</p:attrName>
                                        </p:attrNameLst>
                                      </p:cBhvr>
                                      <p:tavLst>
                                        <p:tav tm="0">
                                          <p:val>
                                            <p:strVal val="#ppt_y-#ppt_h/2"/>
                                          </p:val>
                                        </p:tav>
                                        <p:tav tm="100000">
                                          <p:val>
                                            <p:strVal val="#ppt_y"/>
                                          </p:val>
                                        </p:tav>
                                      </p:tavLst>
                                    </p:anim>
                                    <p:anim calcmode="lin" valueType="num">
                                      <p:cBhvr>
                                        <p:cTn id="64" dur="5000" fill="hold"/>
                                        <p:tgtEl>
                                          <p:spTgt spid="102"/>
                                        </p:tgtEl>
                                        <p:attrNameLst>
                                          <p:attrName>ppt_w</p:attrName>
                                        </p:attrNameLst>
                                      </p:cBhvr>
                                      <p:tavLst>
                                        <p:tav tm="0">
                                          <p:val>
                                            <p:strVal val="#ppt_w"/>
                                          </p:val>
                                        </p:tav>
                                        <p:tav tm="100000">
                                          <p:val>
                                            <p:strVal val="#ppt_w"/>
                                          </p:val>
                                        </p:tav>
                                      </p:tavLst>
                                    </p:anim>
                                    <p:anim calcmode="lin" valueType="num">
                                      <p:cBhvr>
                                        <p:cTn id="65" dur="5000" fill="hold"/>
                                        <p:tgtEl>
                                          <p:spTgt spid="102"/>
                                        </p:tgtEl>
                                        <p:attrNameLst>
                                          <p:attrName>ppt_h</p:attrName>
                                        </p:attrNameLst>
                                      </p:cBhvr>
                                      <p:tavLst>
                                        <p:tav tm="0">
                                          <p:val>
                                            <p:fltVal val="0"/>
                                          </p:val>
                                        </p:tav>
                                        <p:tav tm="100000">
                                          <p:val>
                                            <p:strVal val="#ppt_h"/>
                                          </p:val>
                                        </p:tav>
                                      </p:tavLst>
                                    </p:anim>
                                  </p:childTnLst>
                                </p:cTn>
                              </p:par>
                              <p:par>
                                <p:cTn id="66" presetID="5" presetClass="entr" presetSubtype="10" fill="hold" nodeType="withEffect">
                                  <p:stCondLst>
                                    <p:cond delay="0"/>
                                  </p:stCondLst>
                                  <p:childTnLst>
                                    <p:set>
                                      <p:cBhvr>
                                        <p:cTn id="67" dur="1" fill="hold">
                                          <p:stCondLst>
                                            <p:cond delay="0"/>
                                          </p:stCondLst>
                                        </p:cTn>
                                        <p:tgtEl>
                                          <p:spTgt spid="109"/>
                                        </p:tgtEl>
                                        <p:attrNameLst>
                                          <p:attrName>style.visibility</p:attrName>
                                        </p:attrNameLst>
                                      </p:cBhvr>
                                      <p:to>
                                        <p:strVal val="visible"/>
                                      </p:to>
                                    </p:set>
                                    <p:animEffect transition="in" filter="checkerboard(across)">
                                      <p:cBhvr>
                                        <p:cTn id="68" dur="3000"/>
                                        <p:tgtEl>
                                          <p:spTgt spid="109"/>
                                        </p:tgtEl>
                                      </p:cBhvr>
                                    </p:animEffect>
                                  </p:childTnLst>
                                  <p:subTnLst>
                                    <p:audio>
                                      <p:cMediaNode>
                                        <p:cTn display="0" masterRel="sameClick">
                                          <p:stCondLst>
                                            <p:cond evt="begin" delay="0">
                                              <p:tn val="66"/>
                                            </p:cond>
                                          </p:stCondLst>
                                          <p:endCondLst>
                                            <p:cond evt="onStopAudio" delay="0">
                                              <p:tgtEl>
                                                <p:sldTgt/>
                                              </p:tgtEl>
                                            </p:cond>
                                          </p:endCondLst>
                                        </p:cTn>
                                        <p:tgtEl>
                                          <p:sndTgt r:embed="rId3" name="CASHREG.WAV"/>
                                        </p:tgtEl>
                                      </p:cMediaNode>
                                    </p:audio>
                                  </p:subTnLst>
                                </p:cTn>
                              </p:par>
                              <p:par>
                                <p:cTn id="69" presetID="17" presetClass="entr" presetSubtype="8" fill="hold" grpId="0" nodeType="withEffect">
                                  <p:stCondLst>
                                    <p:cond delay="0"/>
                                  </p:stCondLst>
                                  <p:childTnLst>
                                    <p:set>
                                      <p:cBhvr>
                                        <p:cTn id="70" dur="1" fill="hold">
                                          <p:stCondLst>
                                            <p:cond delay="0"/>
                                          </p:stCondLst>
                                        </p:cTn>
                                        <p:tgtEl>
                                          <p:spTgt spid="124"/>
                                        </p:tgtEl>
                                        <p:attrNameLst>
                                          <p:attrName>style.visibility</p:attrName>
                                        </p:attrNameLst>
                                      </p:cBhvr>
                                      <p:to>
                                        <p:strVal val="visible"/>
                                      </p:to>
                                    </p:set>
                                    <p:anim calcmode="lin" valueType="num">
                                      <p:cBhvr>
                                        <p:cTn id="71" dur="3000" fill="hold"/>
                                        <p:tgtEl>
                                          <p:spTgt spid="124"/>
                                        </p:tgtEl>
                                        <p:attrNameLst>
                                          <p:attrName>ppt_x</p:attrName>
                                        </p:attrNameLst>
                                      </p:cBhvr>
                                      <p:tavLst>
                                        <p:tav tm="0">
                                          <p:val>
                                            <p:strVal val="#ppt_x-#ppt_w/2"/>
                                          </p:val>
                                        </p:tav>
                                        <p:tav tm="100000">
                                          <p:val>
                                            <p:strVal val="#ppt_x"/>
                                          </p:val>
                                        </p:tav>
                                      </p:tavLst>
                                    </p:anim>
                                    <p:anim calcmode="lin" valueType="num">
                                      <p:cBhvr>
                                        <p:cTn id="72" dur="3000" fill="hold"/>
                                        <p:tgtEl>
                                          <p:spTgt spid="124"/>
                                        </p:tgtEl>
                                        <p:attrNameLst>
                                          <p:attrName>ppt_y</p:attrName>
                                        </p:attrNameLst>
                                      </p:cBhvr>
                                      <p:tavLst>
                                        <p:tav tm="0">
                                          <p:val>
                                            <p:strVal val="#ppt_y"/>
                                          </p:val>
                                        </p:tav>
                                        <p:tav tm="100000">
                                          <p:val>
                                            <p:strVal val="#ppt_y"/>
                                          </p:val>
                                        </p:tav>
                                      </p:tavLst>
                                    </p:anim>
                                    <p:anim calcmode="lin" valueType="num">
                                      <p:cBhvr>
                                        <p:cTn id="73" dur="3000" fill="hold"/>
                                        <p:tgtEl>
                                          <p:spTgt spid="124"/>
                                        </p:tgtEl>
                                        <p:attrNameLst>
                                          <p:attrName>ppt_w</p:attrName>
                                        </p:attrNameLst>
                                      </p:cBhvr>
                                      <p:tavLst>
                                        <p:tav tm="0">
                                          <p:val>
                                            <p:fltVal val="0"/>
                                          </p:val>
                                        </p:tav>
                                        <p:tav tm="100000">
                                          <p:val>
                                            <p:strVal val="#ppt_w"/>
                                          </p:val>
                                        </p:tav>
                                      </p:tavLst>
                                    </p:anim>
                                    <p:anim calcmode="lin" valueType="num">
                                      <p:cBhvr>
                                        <p:cTn id="74" dur="3000" fill="hold"/>
                                        <p:tgtEl>
                                          <p:spTgt spid="124"/>
                                        </p:tgtEl>
                                        <p:attrNameLst>
                                          <p:attrName>ppt_h</p:attrName>
                                        </p:attrNameLst>
                                      </p:cBhvr>
                                      <p:tavLst>
                                        <p:tav tm="0">
                                          <p:val>
                                            <p:strVal val="#ppt_h"/>
                                          </p:val>
                                        </p:tav>
                                        <p:tav tm="100000">
                                          <p:val>
                                            <p:strVal val="#ppt_h"/>
                                          </p:val>
                                        </p:tav>
                                      </p:tavLst>
                                    </p:anim>
                                  </p:childTnLst>
                                </p:cTn>
                              </p:par>
                              <p:par>
                                <p:cTn id="75" presetID="17" presetClass="entr" presetSubtype="8" fill="hold" grpId="0" nodeType="withEffect">
                                  <p:stCondLst>
                                    <p:cond delay="0"/>
                                  </p:stCondLst>
                                  <p:childTnLst>
                                    <p:set>
                                      <p:cBhvr>
                                        <p:cTn id="76" dur="1" fill="hold">
                                          <p:stCondLst>
                                            <p:cond delay="0"/>
                                          </p:stCondLst>
                                        </p:cTn>
                                        <p:tgtEl>
                                          <p:spTgt spid="125"/>
                                        </p:tgtEl>
                                        <p:attrNameLst>
                                          <p:attrName>style.visibility</p:attrName>
                                        </p:attrNameLst>
                                      </p:cBhvr>
                                      <p:to>
                                        <p:strVal val="visible"/>
                                      </p:to>
                                    </p:set>
                                    <p:anim calcmode="lin" valueType="num">
                                      <p:cBhvr>
                                        <p:cTn id="77" dur="3000" fill="hold"/>
                                        <p:tgtEl>
                                          <p:spTgt spid="125"/>
                                        </p:tgtEl>
                                        <p:attrNameLst>
                                          <p:attrName>ppt_x</p:attrName>
                                        </p:attrNameLst>
                                      </p:cBhvr>
                                      <p:tavLst>
                                        <p:tav tm="0">
                                          <p:val>
                                            <p:strVal val="#ppt_x-#ppt_w/2"/>
                                          </p:val>
                                        </p:tav>
                                        <p:tav tm="100000">
                                          <p:val>
                                            <p:strVal val="#ppt_x"/>
                                          </p:val>
                                        </p:tav>
                                      </p:tavLst>
                                    </p:anim>
                                    <p:anim calcmode="lin" valueType="num">
                                      <p:cBhvr>
                                        <p:cTn id="78" dur="3000" fill="hold"/>
                                        <p:tgtEl>
                                          <p:spTgt spid="125"/>
                                        </p:tgtEl>
                                        <p:attrNameLst>
                                          <p:attrName>ppt_y</p:attrName>
                                        </p:attrNameLst>
                                      </p:cBhvr>
                                      <p:tavLst>
                                        <p:tav tm="0">
                                          <p:val>
                                            <p:strVal val="#ppt_y"/>
                                          </p:val>
                                        </p:tav>
                                        <p:tav tm="100000">
                                          <p:val>
                                            <p:strVal val="#ppt_y"/>
                                          </p:val>
                                        </p:tav>
                                      </p:tavLst>
                                    </p:anim>
                                    <p:anim calcmode="lin" valueType="num">
                                      <p:cBhvr>
                                        <p:cTn id="79" dur="3000" fill="hold"/>
                                        <p:tgtEl>
                                          <p:spTgt spid="125"/>
                                        </p:tgtEl>
                                        <p:attrNameLst>
                                          <p:attrName>ppt_w</p:attrName>
                                        </p:attrNameLst>
                                      </p:cBhvr>
                                      <p:tavLst>
                                        <p:tav tm="0">
                                          <p:val>
                                            <p:fltVal val="0"/>
                                          </p:val>
                                        </p:tav>
                                        <p:tav tm="100000">
                                          <p:val>
                                            <p:strVal val="#ppt_w"/>
                                          </p:val>
                                        </p:tav>
                                      </p:tavLst>
                                    </p:anim>
                                    <p:anim calcmode="lin" valueType="num">
                                      <p:cBhvr>
                                        <p:cTn id="80" dur="3000" fill="hold"/>
                                        <p:tgtEl>
                                          <p:spTgt spid="12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53" grpId="0" animBg="1"/>
      <p:bldP spid="79" grpId="0" autoUpdateAnimBg="0"/>
      <p:bldP spid="80" grpId="0" autoUpdateAnimBg="0"/>
      <p:bldP spid="100" grpId="0" animBg="1"/>
      <p:bldP spid="101" grpId="0" animBg="1"/>
      <p:bldP spid="102" grpId="0" animBg="1"/>
      <p:bldP spid="103" grpId="0" animBg="1"/>
      <p:bldP spid="104" grpId="0" animBg="1"/>
      <p:bldP spid="105" grpId="0"/>
      <p:bldP spid="106" grpId="0"/>
      <p:bldP spid="124" grpId="0"/>
      <p:bldP spid="1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1373317"/>
            <a:ext cx="8480145"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solidFill>
                  <a:srgbClr val="FF00FF"/>
                </a:solidFill>
                <a:latin typeface="+mj-lt"/>
                <a:ea typeface="微软雅黑" panose="020B0503020204020204" pitchFamily="34" charset="-122"/>
              </a:rPr>
              <a:t>梁本身的简化</a:t>
            </a:r>
          </a:p>
        </p:txBody>
      </p:sp>
      <p:sp>
        <p:nvSpPr>
          <p:cNvPr id="9" name="Rectangle 61"/>
          <p:cNvSpPr>
            <a:spLocks noChangeArrowheads="1"/>
          </p:cNvSpPr>
          <p:nvPr/>
        </p:nvSpPr>
        <p:spPr bwMode="auto">
          <a:xfrm>
            <a:off x="695400" y="2708920"/>
            <a:ext cx="10945216" cy="3404739"/>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315236" y="881059"/>
            <a:ext cx="3647152"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梁的计算简图及分类</a:t>
            </a:r>
          </a:p>
        </p:txBody>
      </p:sp>
      <p:sp>
        <p:nvSpPr>
          <p:cNvPr id="15" name="Text Box 1032"/>
          <p:cNvSpPr txBox="1">
            <a:spLocks noChangeArrowheads="1"/>
          </p:cNvSpPr>
          <p:nvPr/>
        </p:nvSpPr>
        <p:spPr bwMode="auto">
          <a:xfrm>
            <a:off x="695400" y="1981452"/>
            <a:ext cx="9577064" cy="1156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j-lt"/>
                <a:ea typeface="微软雅黑" panose="020B0503020204020204" pitchFamily="34" charset="-122"/>
              </a:rPr>
              <a:t>不论梁的截面形状如何，通常取梁的轴线来代替实际的梁 。</a:t>
            </a:r>
          </a:p>
          <a:p>
            <a:pPr lvl="0">
              <a:lnSpc>
                <a:spcPct val="130000"/>
              </a:lnSpc>
            </a:pPr>
            <a:endParaRPr lang="zh-CN" altLang="en-US" sz="2800" i="0" dirty="0">
              <a:solidFill>
                <a:srgbClr val="FF00FF"/>
              </a:solidFill>
              <a:latin typeface="+mj-lt"/>
              <a:ea typeface="微软雅黑" panose="020B0503020204020204" pitchFamily="34" charset="-122"/>
            </a:endParaRPr>
          </a:p>
        </p:txBody>
      </p:sp>
      <p:grpSp>
        <p:nvGrpSpPr>
          <p:cNvPr id="16" name="Group 2"/>
          <p:cNvGrpSpPr>
            <a:grpSpLocks/>
          </p:cNvGrpSpPr>
          <p:nvPr/>
        </p:nvGrpSpPr>
        <p:grpSpPr bwMode="auto">
          <a:xfrm>
            <a:off x="1163713" y="3314754"/>
            <a:ext cx="4941888" cy="2082800"/>
            <a:chOff x="130" y="113"/>
            <a:chExt cx="3113" cy="1312"/>
          </a:xfrm>
        </p:grpSpPr>
        <p:sp>
          <p:nvSpPr>
            <p:cNvPr id="17" name="Text Box 3"/>
            <p:cNvSpPr txBox="1">
              <a:spLocks noChangeArrowheads="1"/>
            </p:cNvSpPr>
            <p:nvPr/>
          </p:nvSpPr>
          <p:spPr bwMode="auto">
            <a:xfrm>
              <a:off x="188" y="479"/>
              <a:ext cx="3055" cy="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50000"/>
                </a:lnSpc>
              </a:pPr>
              <a:r>
                <a:rPr lang="en-US" altLang="zh-CN" sz="3200" b="1"/>
                <a:t>1.</a:t>
              </a:r>
              <a:r>
                <a:rPr lang="zh-CN" altLang="en-US" sz="3200" b="1"/>
                <a:t>弯曲变形和平面弯曲</a:t>
              </a:r>
            </a:p>
          </p:txBody>
        </p:sp>
        <p:sp>
          <p:nvSpPr>
            <p:cNvPr id="18" name="Rectangle 4" descr="大纸屑"/>
            <p:cNvSpPr>
              <a:spLocks noChangeArrowheads="1"/>
            </p:cNvSpPr>
            <p:nvPr/>
          </p:nvSpPr>
          <p:spPr bwMode="auto">
            <a:xfrm>
              <a:off x="336" y="587"/>
              <a:ext cx="2583" cy="121"/>
            </a:xfrm>
            <a:prstGeom prst="rect">
              <a:avLst/>
            </a:prstGeom>
            <a:pattFill prst="lgConfetti">
              <a:fgClr>
                <a:srgbClr val="FFFF00"/>
              </a:fgClr>
              <a:bgClr>
                <a:schemeClr val="tx1"/>
              </a:bgClr>
            </a:patt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9" name="Text Box 5"/>
            <p:cNvSpPr txBox="1">
              <a:spLocks noChangeAspect="1" noChangeArrowheads="1"/>
            </p:cNvSpPr>
            <p:nvPr/>
          </p:nvSpPr>
          <p:spPr bwMode="auto">
            <a:xfrm>
              <a:off x="368" y="940"/>
              <a:ext cx="447"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ea typeface="宋体" panose="02010600030101010101" pitchFamily="2" charset="-122"/>
                </a:rPr>
                <a:t>A</a:t>
              </a:r>
            </a:p>
          </p:txBody>
        </p:sp>
        <p:sp>
          <p:nvSpPr>
            <p:cNvPr id="20" name="Text Box 6"/>
            <p:cNvSpPr txBox="1">
              <a:spLocks noChangeAspect="1" noChangeArrowheads="1"/>
            </p:cNvSpPr>
            <p:nvPr/>
          </p:nvSpPr>
          <p:spPr bwMode="auto">
            <a:xfrm>
              <a:off x="2675" y="952"/>
              <a:ext cx="38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ea typeface="宋体" panose="02010600030101010101" pitchFamily="2" charset="-122"/>
                </a:rPr>
                <a:t>B</a:t>
              </a:r>
              <a:r>
                <a:rPr lang="en-US" altLang="zh-CN" sz="3200" i="1" dirty="0">
                  <a:ea typeface="宋体" panose="02010600030101010101" pitchFamily="2" charset="-122"/>
                </a:rPr>
                <a:t>   </a:t>
              </a:r>
            </a:p>
          </p:txBody>
        </p:sp>
        <p:pic>
          <p:nvPicPr>
            <p:cNvPr id="21" name="Picture 7" descr="墙 "/>
            <p:cNvPicPr>
              <a:picLocks noChangeAspect="1" noChangeArrowheads="1"/>
            </p:cNvPicPr>
            <p:nvPr/>
          </p:nvPicPr>
          <p:blipFill>
            <a:blip r:embed="rId3">
              <a:extLst>
                <a:ext uri="{28A0092B-C50C-407E-A947-70E740481C1C}">
                  <a14:useLocalDpi xmlns:a14="http://schemas.microsoft.com/office/drawing/2010/main" val="0"/>
                </a:ext>
              </a:extLst>
            </a:blip>
            <a:srcRect t="766" r="2632"/>
            <a:stretch>
              <a:fillRect/>
            </a:stretch>
          </p:blipFill>
          <p:spPr bwMode="auto">
            <a:xfrm>
              <a:off x="2907" y="118"/>
              <a:ext cx="280"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8" descr="墙 "/>
            <p:cNvPicPr>
              <a:picLocks noChangeAspect="1" noChangeArrowheads="1"/>
            </p:cNvPicPr>
            <p:nvPr/>
          </p:nvPicPr>
          <p:blipFill>
            <a:blip r:embed="rId3">
              <a:extLst>
                <a:ext uri="{28A0092B-C50C-407E-A947-70E740481C1C}">
                  <a14:useLocalDpi xmlns:a14="http://schemas.microsoft.com/office/drawing/2010/main" val="0"/>
                </a:ext>
              </a:extLst>
            </a:blip>
            <a:srcRect t="766" r="2632"/>
            <a:stretch>
              <a:fillRect/>
            </a:stretch>
          </p:blipFill>
          <p:spPr bwMode="auto">
            <a:xfrm>
              <a:off x="130" y="113"/>
              <a:ext cx="280" cy="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Rectangle 9"/>
            <p:cNvSpPr>
              <a:spLocks noChangeArrowheads="1"/>
            </p:cNvSpPr>
            <p:nvPr/>
          </p:nvSpPr>
          <p:spPr bwMode="auto">
            <a:xfrm>
              <a:off x="145" y="710"/>
              <a:ext cx="3037" cy="296"/>
            </a:xfrm>
            <a:prstGeom prst="rect">
              <a:avLst/>
            </a:prstGeom>
            <a:gradFill rotWithShape="1">
              <a:gsLst>
                <a:gs pos="0">
                  <a:srgbClr val="595959"/>
                </a:gs>
                <a:gs pos="50000">
                  <a:srgbClr val="C0C0C0"/>
                </a:gs>
                <a:gs pos="100000">
                  <a:srgbClr val="595959"/>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 name="Text Box 11"/>
          <p:cNvSpPr txBox="1">
            <a:spLocks noChangeAspect="1" noChangeArrowheads="1"/>
          </p:cNvSpPr>
          <p:nvPr/>
        </p:nvSpPr>
        <p:spPr bwMode="auto">
          <a:xfrm>
            <a:off x="8599439" y="3483029"/>
            <a:ext cx="539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ea typeface="宋体" panose="02010600030101010101" pitchFamily="2" charset="-122"/>
              </a:rPr>
              <a:t>q</a:t>
            </a:r>
            <a:endParaRPr lang="en-US" altLang="zh-CN" sz="3200" b="0" i="0">
              <a:solidFill>
                <a:srgbClr val="FF0000"/>
              </a:solidFill>
              <a:ea typeface="宋体" panose="02010600030101010101" pitchFamily="2" charset="-122"/>
            </a:endParaRPr>
          </a:p>
        </p:txBody>
      </p:sp>
      <p:grpSp>
        <p:nvGrpSpPr>
          <p:cNvPr id="25" name="Group 12"/>
          <p:cNvGrpSpPr>
            <a:grpSpLocks/>
          </p:cNvGrpSpPr>
          <p:nvPr/>
        </p:nvGrpSpPr>
        <p:grpSpPr bwMode="auto">
          <a:xfrm>
            <a:off x="6718252" y="4076754"/>
            <a:ext cx="4441825" cy="365125"/>
            <a:chOff x="2926" y="1514"/>
            <a:chExt cx="2403" cy="230"/>
          </a:xfrm>
        </p:grpSpPr>
        <p:sp>
          <p:nvSpPr>
            <p:cNvPr id="26" name="Line 13"/>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7" name="Line 14"/>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8" name="Line 15"/>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9" name="Line 16"/>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0" name="Line 17"/>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1" name="Line 18"/>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2" name="Line 19"/>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3" name="Line 20"/>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4" name="Line 21"/>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5" name="Line 22"/>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6" name="Line 23"/>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7" name="Line 24"/>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8" name="Line 25"/>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39" name="Line 26"/>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40" name="Line 27"/>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41" name="Line 28"/>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pSp>
      <p:grpSp>
        <p:nvGrpSpPr>
          <p:cNvPr id="42" name="Group 29"/>
          <p:cNvGrpSpPr>
            <a:grpSpLocks/>
          </p:cNvGrpSpPr>
          <p:nvPr/>
        </p:nvGrpSpPr>
        <p:grpSpPr bwMode="auto">
          <a:xfrm>
            <a:off x="6292802" y="4176767"/>
            <a:ext cx="5526087" cy="828675"/>
            <a:chOff x="0" y="3125"/>
            <a:chExt cx="3481" cy="522"/>
          </a:xfrm>
        </p:grpSpPr>
        <p:sp>
          <p:nvSpPr>
            <p:cNvPr id="43" name="Line 30"/>
            <p:cNvSpPr>
              <a:spLocks noChangeAspect="1" noChangeShapeType="1"/>
            </p:cNvSpPr>
            <p:nvPr/>
          </p:nvSpPr>
          <p:spPr bwMode="auto">
            <a:xfrm flipH="1" flipV="1">
              <a:off x="302" y="3313"/>
              <a:ext cx="2769" cy="17"/>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44" name="Group 31"/>
            <p:cNvGrpSpPr>
              <a:grpSpLocks/>
            </p:cNvGrpSpPr>
            <p:nvPr/>
          </p:nvGrpSpPr>
          <p:grpSpPr bwMode="auto">
            <a:xfrm>
              <a:off x="116" y="3298"/>
              <a:ext cx="313" cy="330"/>
              <a:chOff x="1686" y="3521"/>
              <a:chExt cx="313" cy="330"/>
            </a:xfrm>
          </p:grpSpPr>
          <p:sp>
            <p:nvSpPr>
              <p:cNvPr id="60" name="AutoShape 32"/>
              <p:cNvSpPr>
                <a:spLocks noChangeAspect="1" noChangeArrowheads="1"/>
              </p:cNvSpPr>
              <p:nvPr/>
            </p:nvSpPr>
            <p:spPr bwMode="auto">
              <a:xfrm>
                <a:off x="1766" y="3558"/>
                <a:ext cx="159" cy="200"/>
              </a:xfrm>
              <a:prstGeom prst="triangle">
                <a:avLst>
                  <a:gd name="adj" fmla="val 50000"/>
                </a:avLst>
              </a:prstGeom>
              <a:solidFill>
                <a:srgbClr val="CCCCFF"/>
              </a:soli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1"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2"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3" name="Oval 35"/>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45" name="Group 36"/>
            <p:cNvGrpSpPr>
              <a:grpSpLocks/>
            </p:cNvGrpSpPr>
            <p:nvPr/>
          </p:nvGrpSpPr>
          <p:grpSpPr bwMode="auto">
            <a:xfrm>
              <a:off x="2909" y="3289"/>
              <a:ext cx="311" cy="358"/>
              <a:chOff x="3499" y="3511"/>
              <a:chExt cx="311" cy="358"/>
            </a:xfrm>
          </p:grpSpPr>
          <p:sp>
            <p:nvSpPr>
              <p:cNvPr id="55"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6"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7"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Oval 40"/>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59" name="Oval 41"/>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51" name="Text Box 42"/>
            <p:cNvSpPr txBox="1">
              <a:spLocks noChangeAspect="1" noChangeArrowheads="1"/>
            </p:cNvSpPr>
            <p:nvPr/>
          </p:nvSpPr>
          <p:spPr bwMode="auto">
            <a:xfrm>
              <a:off x="0" y="3125"/>
              <a:ext cx="447"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54" name="Text Box 43"/>
            <p:cNvSpPr txBox="1">
              <a:spLocks noChangeAspect="1" noChangeArrowheads="1"/>
            </p:cNvSpPr>
            <p:nvPr/>
          </p:nvSpPr>
          <p:spPr bwMode="auto">
            <a:xfrm>
              <a:off x="3092" y="3146"/>
              <a:ext cx="389"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32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grpSp>
    </p:spTree>
    <p:extLst>
      <p:ext uri="{BB962C8B-B14F-4D97-AF65-F5344CB8AC3E}">
        <p14:creationId xmlns:p14="http://schemas.microsoft.com/office/powerpoint/2010/main" val="14257243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8" presetClass="entr" presetSubtype="32"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amond(out)">
                                      <p:cBhvr>
                                        <p:cTn id="15" dur="5000"/>
                                        <p:tgtEl>
                                          <p:spTgt spid="16"/>
                                        </p:tgtEl>
                                      </p:cBhvr>
                                    </p:animEffect>
                                  </p:childTnLst>
                                </p:cTn>
                              </p:par>
                            </p:childTnLst>
                          </p:cTn>
                        </p:par>
                        <p:par>
                          <p:cTn id="16" fill="hold">
                            <p:stCondLst>
                              <p:cond delay="5000"/>
                            </p:stCondLst>
                            <p:childTnLst>
                              <p:par>
                                <p:cTn id="17" presetID="1" presetClass="entr" presetSubtype="0"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par>
                          <p:cTn id="23" fill="hold">
                            <p:stCondLst>
                              <p:cond delay="5000"/>
                            </p:stCondLst>
                            <p:childTnLst>
                              <p:par>
                                <p:cTn id="24" presetID="0" presetClass="path" presetSubtype="0" accel="50000" decel="50000" fill="hold" grpId="1" nodeType="afterEffect">
                                  <p:stCondLst>
                                    <p:cond delay="0"/>
                                  </p:stCondLst>
                                  <p:childTnLst>
                                    <p:animMotion origin="layout" path="M 0 0 L 0 -0.28056 " pathEditMode="relative" ptsTypes="AA">
                                      <p:cBhvr>
                                        <p:cTn id="25" dur="5000" spd="-100000" fill="hold"/>
                                        <p:tgtEl>
                                          <p:spTgt spid="24"/>
                                        </p:tgtEl>
                                        <p:attrNameLst>
                                          <p:attrName>ppt_x</p:attrName>
                                          <p:attrName>ppt_y</p:attrName>
                                        </p:attrNameLst>
                                      </p:cBhvr>
                                    </p:animMotion>
                                  </p:childTnLst>
                                </p:cTn>
                              </p:par>
                              <p:par>
                                <p:cTn id="26" presetID="0" presetClass="path" presetSubtype="0" accel="50000" decel="50000" fill="hold" nodeType="withEffect">
                                  <p:stCondLst>
                                    <p:cond delay="0"/>
                                  </p:stCondLst>
                                  <p:childTnLst>
                                    <p:animMotion origin="layout" path="M 0 0 L 0 -0.28056 " pathEditMode="relative" ptsTypes="AA">
                                      <p:cBhvr>
                                        <p:cTn id="27" dur="5000" spd="-100000" fill="hold"/>
                                        <p:tgtEl>
                                          <p:spTgt spid="25"/>
                                        </p:tgtEl>
                                        <p:attrNameLst>
                                          <p:attrName>ppt_x</p:attrName>
                                          <p:attrName>ppt_y</p:attrName>
                                        </p:attrNameLst>
                                      </p:cBhvr>
                                    </p:animMotion>
                                  </p:childTnLst>
                                </p:cTn>
                              </p:par>
                              <p:par>
                                <p:cTn id="28" presetID="0" presetClass="path" presetSubtype="0" accel="50000" decel="50000" fill="hold" nodeType="withEffect">
                                  <p:stCondLst>
                                    <p:cond delay="0"/>
                                  </p:stCondLst>
                                  <p:childTnLst>
                                    <p:animMotion origin="layout" path="M 0 0 L 0 -0.28056 " pathEditMode="relative" ptsTypes="AA">
                                      <p:cBhvr>
                                        <p:cTn id="29" dur="5000" spd="-100000" fill="hold"/>
                                        <p:tgtEl>
                                          <p:spTgt spid="4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24" grpId="0"/>
      <p:bldP spid="24"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1019552"/>
            <a:ext cx="8480145"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载荷的简化</a:t>
            </a:r>
          </a:p>
        </p:txBody>
      </p:sp>
      <p:sp>
        <p:nvSpPr>
          <p:cNvPr id="9" name="Rectangle 61"/>
          <p:cNvSpPr>
            <a:spLocks noChangeArrowheads="1"/>
          </p:cNvSpPr>
          <p:nvPr/>
        </p:nvSpPr>
        <p:spPr bwMode="auto">
          <a:xfrm>
            <a:off x="7325284" y="1834587"/>
            <a:ext cx="4531356" cy="3404739"/>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786073"/>
            <a:ext cx="6629884"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作用在梁上的外力，包括载荷和约束力，一律可简化为三种形式，即</a:t>
            </a:r>
            <a:r>
              <a:rPr kumimoji="1" lang="zh-CN" altLang="en-US" sz="2800" i="0" dirty="0">
                <a:solidFill>
                  <a:srgbClr val="FF0000"/>
                </a:solidFill>
                <a:latin typeface="+mj-lt"/>
                <a:ea typeface="微软雅黑" panose="020B0503020204020204" pitchFamily="34" charset="-122"/>
              </a:rPr>
              <a:t>集中力</a:t>
            </a:r>
            <a:r>
              <a:rPr kumimoji="1" lang="en-US" altLang="zh-CN" sz="2800" b="0" dirty="0">
                <a:solidFill>
                  <a:srgbClr val="FF0000"/>
                </a:solidFill>
                <a:latin typeface="+mj-lt"/>
                <a:ea typeface="微软雅黑" panose="020B0503020204020204" pitchFamily="34" charset="-122"/>
              </a:rPr>
              <a:t>F</a:t>
            </a:r>
            <a:r>
              <a:rPr kumimoji="1" lang="zh-CN" altLang="en-US" sz="2800" i="0" dirty="0">
                <a:latin typeface="+mj-lt"/>
                <a:ea typeface="微软雅黑" panose="020B0503020204020204" pitchFamily="34" charset="-122"/>
              </a:rPr>
              <a:t>、</a:t>
            </a:r>
            <a:r>
              <a:rPr kumimoji="1" lang="zh-CN" altLang="en-US" sz="2800" i="0" dirty="0">
                <a:solidFill>
                  <a:srgbClr val="FF0000"/>
                </a:solidFill>
                <a:latin typeface="+mj-lt"/>
                <a:ea typeface="微软雅黑" panose="020B0503020204020204" pitchFamily="34" charset="-122"/>
              </a:rPr>
              <a:t>集中力偶</a:t>
            </a:r>
            <a:r>
              <a:rPr kumimoji="1" lang="en-US" altLang="zh-CN" sz="2800" b="0" dirty="0">
                <a:solidFill>
                  <a:srgbClr val="FF0000"/>
                </a:solidFill>
                <a:latin typeface="+mj-lt"/>
                <a:ea typeface="微软雅黑" panose="020B0503020204020204" pitchFamily="34" charset="-122"/>
              </a:rPr>
              <a:t>M </a:t>
            </a:r>
            <a:r>
              <a:rPr kumimoji="1" lang="zh-CN" altLang="en-US" sz="2800" i="0" dirty="0">
                <a:latin typeface="+mj-lt"/>
                <a:ea typeface="微软雅黑" panose="020B0503020204020204" pitchFamily="34" charset="-122"/>
              </a:rPr>
              <a:t>和</a:t>
            </a:r>
            <a:r>
              <a:rPr kumimoji="1" lang="zh-CN" altLang="en-US" sz="2800" i="0" dirty="0">
                <a:solidFill>
                  <a:srgbClr val="FF0000"/>
                </a:solidFill>
                <a:latin typeface="+mj-lt"/>
                <a:ea typeface="微软雅黑" panose="020B0503020204020204" pitchFamily="34" charset="-122"/>
              </a:rPr>
              <a:t>分布载荷</a:t>
            </a:r>
            <a:r>
              <a:rPr kumimoji="1" lang="zh-CN" altLang="en-US" sz="2800" i="0" dirty="0">
                <a:latin typeface="+mj-lt"/>
                <a:ea typeface="微软雅黑" panose="020B0503020204020204" pitchFamily="34" charset="-122"/>
              </a:rPr>
              <a:t>。分布载荷若分布均匀，则称为均布载荷，通常用载荷集度</a:t>
            </a:r>
            <a:r>
              <a:rPr kumimoji="1" lang="en-US" altLang="zh-CN" sz="2800" b="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表示。其单位为</a:t>
            </a:r>
            <a:r>
              <a:rPr kumimoji="1" lang="en-US" altLang="zh-CN" sz="2800" i="0" dirty="0">
                <a:latin typeface="+mj-lt"/>
                <a:ea typeface="微软雅黑" panose="020B0503020204020204" pitchFamily="34" charset="-122"/>
              </a:rPr>
              <a:t>N/m</a:t>
            </a:r>
            <a:r>
              <a:rPr kumimoji="1" lang="zh-CN" altLang="en-US" sz="2800" i="0" dirty="0">
                <a:latin typeface="+mj-lt"/>
                <a:ea typeface="微软雅黑" panose="020B0503020204020204" pitchFamily="34" charset="-122"/>
              </a:rPr>
              <a:t>。 </a:t>
            </a:r>
            <a:endParaRPr lang="zh-CN" altLang="en-US" sz="2800" i="0" dirty="0">
              <a:latin typeface="+mj-lt"/>
              <a:ea typeface="微软雅黑" panose="020B0503020204020204" pitchFamily="34" charset="-122"/>
            </a:endParaRPr>
          </a:p>
          <a:p>
            <a:pPr lvl="0">
              <a:lnSpc>
                <a:spcPct val="130000"/>
              </a:lnSpc>
            </a:pPr>
            <a:endParaRPr lang="zh-CN" altLang="en-US" sz="2800" i="0" dirty="0">
              <a:latin typeface="+mj-lt"/>
              <a:ea typeface="微软雅黑" panose="020B0503020204020204" pitchFamily="34" charset="-122"/>
            </a:endParaRPr>
          </a:p>
        </p:txBody>
      </p:sp>
      <p:sp>
        <p:nvSpPr>
          <p:cNvPr id="49" name="Rectangle 4" descr="5%"/>
          <p:cNvSpPr>
            <a:spLocks noChangeAspect="1" noChangeArrowheads="1"/>
          </p:cNvSpPr>
          <p:nvPr/>
        </p:nvSpPr>
        <p:spPr bwMode="auto">
          <a:xfrm>
            <a:off x="7773144" y="3338247"/>
            <a:ext cx="3111500" cy="825500"/>
          </a:xfrm>
          <a:prstGeom prst="rect">
            <a:avLst/>
          </a:prstGeom>
          <a:pattFill prst="pct5">
            <a:fgClr>
              <a:srgbClr val="000000"/>
            </a:fgClr>
            <a:bgClr>
              <a:srgbClr val="EAEAEA"/>
            </a:bgClr>
          </a:pattFill>
          <a:ln w="12700">
            <a:solidFill>
              <a:srgbClr val="00CC99"/>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0" name="Group 5"/>
          <p:cNvGrpSpPr>
            <a:grpSpLocks/>
          </p:cNvGrpSpPr>
          <p:nvPr/>
        </p:nvGrpSpPr>
        <p:grpSpPr bwMode="auto">
          <a:xfrm>
            <a:off x="7392144" y="3067602"/>
            <a:ext cx="4705349" cy="1147763"/>
            <a:chOff x="2863" y="2778"/>
            <a:chExt cx="2964" cy="723"/>
          </a:xfrm>
        </p:grpSpPr>
        <p:sp>
          <p:nvSpPr>
            <p:cNvPr id="52" name="Rectangle 6"/>
            <p:cNvSpPr>
              <a:spLocks noChangeAspect="1" noChangeArrowheads="1"/>
            </p:cNvSpPr>
            <p:nvPr/>
          </p:nvSpPr>
          <p:spPr bwMode="auto">
            <a:xfrm>
              <a:off x="2921" y="2982"/>
              <a:ext cx="1960" cy="519"/>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4" name="Rectangle 7"/>
            <p:cNvSpPr>
              <a:spLocks noChangeAspect="1" noChangeArrowheads="1"/>
            </p:cNvSpPr>
            <p:nvPr/>
          </p:nvSpPr>
          <p:spPr bwMode="auto">
            <a:xfrm>
              <a:off x="3194" y="2779"/>
              <a:ext cx="1961" cy="520"/>
            </a:xfrm>
            <a:prstGeom prst="rect">
              <a:avLst/>
            </a:prstGeom>
            <a:noFill/>
            <a:ln w="2857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5" name="Line 8"/>
            <p:cNvSpPr>
              <a:spLocks noChangeAspect="1" noChangeShapeType="1"/>
            </p:cNvSpPr>
            <p:nvPr/>
          </p:nvSpPr>
          <p:spPr bwMode="auto">
            <a:xfrm rot="21516606" flipH="1">
              <a:off x="2925" y="2778"/>
              <a:ext cx="284" cy="19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6" name="Line 9"/>
            <p:cNvSpPr>
              <a:spLocks noChangeAspect="1" noChangeShapeType="1"/>
            </p:cNvSpPr>
            <p:nvPr/>
          </p:nvSpPr>
          <p:spPr bwMode="auto">
            <a:xfrm flipH="1">
              <a:off x="4867" y="2793"/>
              <a:ext cx="274" cy="18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7" name="Line 10"/>
            <p:cNvSpPr>
              <a:spLocks noChangeAspect="1" noChangeShapeType="1"/>
            </p:cNvSpPr>
            <p:nvPr/>
          </p:nvSpPr>
          <p:spPr bwMode="auto">
            <a:xfrm flipH="1">
              <a:off x="4881" y="3299"/>
              <a:ext cx="274" cy="18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8" name="Line 11"/>
            <p:cNvSpPr>
              <a:spLocks noChangeAspect="1" noChangeShapeType="1"/>
            </p:cNvSpPr>
            <p:nvPr/>
          </p:nvSpPr>
          <p:spPr bwMode="auto">
            <a:xfrm>
              <a:off x="2863" y="3141"/>
              <a:ext cx="2494" cy="0"/>
            </a:xfrm>
            <a:prstGeom prst="line">
              <a:avLst/>
            </a:prstGeom>
            <a:noFill/>
            <a:ln w="381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9" name="Line 12"/>
            <p:cNvSpPr>
              <a:spLocks noChangeAspect="1" noChangeShapeType="1"/>
            </p:cNvSpPr>
            <p:nvPr/>
          </p:nvSpPr>
          <p:spPr bwMode="auto">
            <a:xfrm flipH="1">
              <a:off x="5155" y="2793"/>
              <a:ext cx="0" cy="50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0" name="Line 13"/>
            <p:cNvSpPr>
              <a:spLocks noChangeAspect="1" noChangeShapeType="1"/>
            </p:cNvSpPr>
            <p:nvPr/>
          </p:nvSpPr>
          <p:spPr bwMode="auto">
            <a:xfrm>
              <a:off x="3172" y="2787"/>
              <a:ext cx="198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1" name="Line 14"/>
            <p:cNvSpPr>
              <a:spLocks noChangeAspect="1" noChangeShapeType="1"/>
            </p:cNvSpPr>
            <p:nvPr/>
          </p:nvSpPr>
          <p:spPr bwMode="auto">
            <a:xfrm rot="21363911" flipH="1">
              <a:off x="2906" y="3309"/>
              <a:ext cx="274" cy="187"/>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Text Box 15"/>
            <p:cNvSpPr txBox="1">
              <a:spLocks noChangeAspect="1" noChangeArrowheads="1"/>
            </p:cNvSpPr>
            <p:nvPr/>
          </p:nvSpPr>
          <p:spPr bwMode="auto">
            <a:xfrm>
              <a:off x="5294" y="2799"/>
              <a:ext cx="53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轴线</a:t>
              </a:r>
            </a:p>
          </p:txBody>
        </p:sp>
        <p:sp>
          <p:nvSpPr>
            <p:cNvPr id="73" name="Line 16"/>
            <p:cNvSpPr>
              <a:spLocks noChangeAspect="1" noChangeShapeType="1"/>
            </p:cNvSpPr>
            <p:nvPr/>
          </p:nvSpPr>
          <p:spPr bwMode="auto">
            <a:xfrm flipH="1">
              <a:off x="5192" y="3055"/>
              <a:ext cx="130" cy="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4" name="Text Box 30"/>
          <p:cNvSpPr txBox="1">
            <a:spLocks noChangeAspect="1" noChangeArrowheads="1"/>
          </p:cNvSpPr>
          <p:nvPr/>
        </p:nvSpPr>
        <p:spPr bwMode="auto">
          <a:xfrm>
            <a:off x="7789019" y="4597135"/>
            <a:ext cx="6858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A</a:t>
            </a:r>
          </a:p>
        </p:txBody>
      </p:sp>
      <p:sp>
        <p:nvSpPr>
          <p:cNvPr id="75" name="Text Box 31"/>
          <p:cNvSpPr txBox="1">
            <a:spLocks noChangeAspect="1" noChangeArrowheads="1"/>
          </p:cNvSpPr>
          <p:nvPr/>
        </p:nvSpPr>
        <p:spPr bwMode="auto">
          <a:xfrm>
            <a:off x="10932269" y="4633647"/>
            <a:ext cx="6858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F</a:t>
            </a:r>
            <a:r>
              <a:rPr lang="en-US" altLang="zh-CN" sz="2800" b="0" baseline="-25000">
                <a:solidFill>
                  <a:srgbClr val="FF0000"/>
                </a:solidFill>
                <a:ea typeface="宋体" panose="02010600030101010101" pitchFamily="2" charset="-122"/>
              </a:rPr>
              <a:t>B</a:t>
            </a:r>
          </a:p>
        </p:txBody>
      </p:sp>
      <p:grpSp>
        <p:nvGrpSpPr>
          <p:cNvPr id="76" name="Group 32"/>
          <p:cNvGrpSpPr>
            <a:grpSpLocks/>
          </p:cNvGrpSpPr>
          <p:nvPr/>
        </p:nvGrpSpPr>
        <p:grpSpPr bwMode="auto">
          <a:xfrm>
            <a:off x="7519144" y="1730110"/>
            <a:ext cx="3629025" cy="3554412"/>
            <a:chOff x="3089" y="1867"/>
            <a:chExt cx="2003" cy="2239"/>
          </a:xfrm>
        </p:grpSpPr>
        <p:sp>
          <p:nvSpPr>
            <p:cNvPr id="77" name="Line 33"/>
            <p:cNvSpPr>
              <a:spLocks noChangeAspect="1" noChangeShapeType="1"/>
            </p:cNvSpPr>
            <p:nvPr/>
          </p:nvSpPr>
          <p:spPr bwMode="auto">
            <a:xfrm>
              <a:off x="4718" y="2880"/>
              <a:ext cx="0" cy="679"/>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Line 34"/>
            <p:cNvSpPr>
              <a:spLocks noChangeAspect="1" noChangeShapeType="1"/>
            </p:cNvSpPr>
            <p:nvPr/>
          </p:nvSpPr>
          <p:spPr bwMode="auto">
            <a:xfrm flipH="1">
              <a:off x="4516" y="3573"/>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9" name="Rectangle 35"/>
            <p:cNvSpPr>
              <a:spLocks noChangeAspect="1" noChangeArrowheads="1"/>
            </p:cNvSpPr>
            <p:nvPr/>
          </p:nvSpPr>
          <p:spPr bwMode="auto">
            <a:xfrm>
              <a:off x="3095" y="1867"/>
              <a:ext cx="1963" cy="2239"/>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0" name="Line 36"/>
            <p:cNvSpPr>
              <a:spLocks noChangeAspect="1" noChangeShapeType="1"/>
            </p:cNvSpPr>
            <p:nvPr/>
          </p:nvSpPr>
          <p:spPr bwMode="auto">
            <a:xfrm>
              <a:off x="3521" y="2392"/>
              <a:ext cx="0" cy="49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37"/>
            <p:cNvSpPr>
              <a:spLocks noChangeAspect="1" noChangeShapeType="1"/>
            </p:cNvSpPr>
            <p:nvPr/>
          </p:nvSpPr>
          <p:spPr bwMode="auto">
            <a:xfrm flipV="1">
              <a:off x="3103" y="3386"/>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2" name="Line 38"/>
            <p:cNvSpPr>
              <a:spLocks noChangeAspect="1" noChangeShapeType="1"/>
            </p:cNvSpPr>
            <p:nvPr/>
          </p:nvSpPr>
          <p:spPr bwMode="auto">
            <a:xfrm flipV="1">
              <a:off x="5063" y="3400"/>
              <a:ext cx="0" cy="40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39"/>
            <p:cNvSpPr>
              <a:spLocks noChangeAspect="1" noChangeShapeType="1"/>
            </p:cNvSpPr>
            <p:nvPr/>
          </p:nvSpPr>
          <p:spPr bwMode="auto">
            <a:xfrm flipH="1">
              <a:off x="3865" y="2664"/>
              <a:ext cx="2"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4" name="Line 40"/>
            <p:cNvSpPr>
              <a:spLocks noChangeAspect="1" noChangeShapeType="1"/>
            </p:cNvSpPr>
            <p:nvPr/>
          </p:nvSpPr>
          <p:spPr bwMode="auto">
            <a:xfrm flipH="1">
              <a:off x="4038"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5" name="Line 41"/>
            <p:cNvSpPr>
              <a:spLocks noChangeAspect="1" noChangeShapeType="1"/>
            </p:cNvSpPr>
            <p:nvPr/>
          </p:nvSpPr>
          <p:spPr bwMode="auto">
            <a:xfrm flipH="1">
              <a:off x="4211" y="2664"/>
              <a:ext cx="1"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6" name="Line 42"/>
            <p:cNvSpPr>
              <a:spLocks noChangeAspect="1" noChangeShapeType="1"/>
            </p:cNvSpPr>
            <p:nvPr/>
          </p:nvSpPr>
          <p:spPr bwMode="auto">
            <a:xfrm flipH="1">
              <a:off x="4385" y="2664"/>
              <a:ext cx="3" cy="21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7" name="Line 43"/>
            <p:cNvSpPr>
              <a:spLocks noChangeAspect="1" noChangeShapeType="1"/>
            </p:cNvSpPr>
            <p:nvPr/>
          </p:nvSpPr>
          <p:spPr bwMode="auto">
            <a:xfrm>
              <a:off x="3867" y="2664"/>
              <a:ext cx="53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8" name="Line 44"/>
            <p:cNvSpPr>
              <a:spLocks noChangeAspect="1" noChangeShapeType="1"/>
            </p:cNvSpPr>
            <p:nvPr/>
          </p:nvSpPr>
          <p:spPr bwMode="auto">
            <a:xfrm>
              <a:off x="4718" y="2621"/>
              <a:ext cx="0" cy="27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9" name="Line 45"/>
            <p:cNvSpPr>
              <a:spLocks noChangeAspect="1" noChangeShapeType="1"/>
            </p:cNvSpPr>
            <p:nvPr/>
          </p:nvSpPr>
          <p:spPr bwMode="auto">
            <a:xfrm>
              <a:off x="4718" y="2621"/>
              <a:ext cx="187"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Text Box 46"/>
            <p:cNvSpPr txBox="1">
              <a:spLocks noChangeAspect="1" noChangeArrowheads="1"/>
            </p:cNvSpPr>
            <p:nvPr/>
          </p:nvSpPr>
          <p:spPr bwMode="auto">
            <a:xfrm>
              <a:off x="3486" y="2292"/>
              <a:ext cx="38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sp>
          <p:nvSpPr>
            <p:cNvPr id="91" name="Text Box 47"/>
            <p:cNvSpPr txBox="1">
              <a:spLocks noChangeAspect="1" noChangeArrowheads="1"/>
            </p:cNvSpPr>
            <p:nvPr/>
          </p:nvSpPr>
          <p:spPr bwMode="auto">
            <a:xfrm>
              <a:off x="4025" y="2333"/>
              <a:ext cx="317"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q</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2" name="Text Box 48"/>
            <p:cNvSpPr txBox="1">
              <a:spLocks noChangeAspect="1" noChangeArrowheads="1"/>
            </p:cNvSpPr>
            <p:nvPr/>
          </p:nvSpPr>
          <p:spPr bwMode="auto">
            <a:xfrm>
              <a:off x="4674" y="2347"/>
              <a:ext cx="418"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2800" b="0" u="none" strike="noStrike" kern="0" cap="none" spc="0" normalizeH="0" baseline="0" noProof="0" dirty="0">
                <a:ln>
                  <a:noFill/>
                </a:ln>
                <a:solidFill>
                  <a:srgbClr val="FF3300"/>
                </a:solidFill>
                <a:effectLst/>
                <a:uLnTx/>
                <a:uFillTx/>
                <a:latin typeface="Times New Roman" panose="02020603050405020304" pitchFamily="18" charset="0"/>
                <a:ea typeface="宋体" panose="02010600030101010101" pitchFamily="2" charset="-122"/>
              </a:endParaRPr>
            </a:p>
          </p:txBody>
        </p:sp>
        <p:sp>
          <p:nvSpPr>
            <p:cNvPr id="93" name="Rectangle 49"/>
            <p:cNvSpPr>
              <a:spLocks noChangeAspect="1" noChangeArrowheads="1"/>
            </p:cNvSpPr>
            <p:nvPr/>
          </p:nvSpPr>
          <p:spPr bwMode="auto">
            <a:xfrm>
              <a:off x="3089" y="1929"/>
              <a:ext cx="1960" cy="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94" name="Text Box 50"/>
            <p:cNvSpPr txBox="1">
              <a:spLocks noChangeAspect="1" noChangeArrowheads="1"/>
            </p:cNvSpPr>
            <p:nvPr/>
          </p:nvSpPr>
          <p:spPr bwMode="auto">
            <a:xfrm>
              <a:off x="3396" y="2016"/>
              <a:ext cx="11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80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纵向对称面</a:t>
              </a:r>
            </a:p>
          </p:txBody>
        </p:sp>
      </p:grpSp>
      <p:sp>
        <p:nvSpPr>
          <p:cNvPr id="95" name="Line 51"/>
          <p:cNvSpPr>
            <a:spLocks noChangeAspect="1" noChangeShapeType="1"/>
          </p:cNvSpPr>
          <p:nvPr/>
        </p:nvSpPr>
        <p:spPr bwMode="auto">
          <a:xfrm>
            <a:off x="7755681" y="3339835"/>
            <a:ext cx="0" cy="823912"/>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96" name="Line 52"/>
          <p:cNvSpPr>
            <a:spLocks noChangeAspect="1" noChangeShapeType="1"/>
          </p:cNvSpPr>
          <p:nvPr/>
        </p:nvSpPr>
        <p:spPr bwMode="auto">
          <a:xfrm>
            <a:off x="10889406" y="3293797"/>
            <a:ext cx="0" cy="822325"/>
          </a:xfrm>
          <a:prstGeom prst="line">
            <a:avLst/>
          </a:prstGeom>
          <a:noFill/>
          <a:ln w="28575">
            <a:solidFill>
              <a:srgbClr val="FF0000"/>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000000"/>
              </a:solidFill>
              <a:ea typeface="黑体" panose="02010609060101010101" pitchFamily="49" charset="-122"/>
            </a:endParaRPr>
          </a:p>
        </p:txBody>
      </p:sp>
      <p:sp>
        <p:nvSpPr>
          <p:cNvPr id="97" name="Arc 54"/>
          <p:cNvSpPr>
            <a:spLocks/>
          </p:cNvSpPr>
          <p:nvPr/>
        </p:nvSpPr>
        <p:spPr bwMode="auto">
          <a:xfrm flipV="1">
            <a:off x="7787431" y="3436672"/>
            <a:ext cx="3140075" cy="550863"/>
          </a:xfrm>
          <a:custGeom>
            <a:avLst/>
            <a:gdLst>
              <a:gd name="T0" fmla="*/ 0 w 35675"/>
              <a:gd name="T1" fmla="*/ 156747959 h 21600"/>
              <a:gd name="T2" fmla="*/ 2147483647 w 35675"/>
              <a:gd name="T3" fmla="*/ 155719070 h 21600"/>
              <a:gd name="T4" fmla="*/ 2147483647 w 35675"/>
              <a:gd name="T5" fmla="*/ 358280452 h 21600"/>
              <a:gd name="T6" fmla="*/ 0 60000 65536"/>
              <a:gd name="T7" fmla="*/ 0 60000 65536"/>
              <a:gd name="T8" fmla="*/ 0 60000 65536"/>
              <a:gd name="T9" fmla="*/ 0 w 35675"/>
              <a:gd name="T10" fmla="*/ 0 h 21600"/>
              <a:gd name="T11" fmla="*/ 35675 w 35675"/>
              <a:gd name="T12" fmla="*/ 21600 h 21600"/>
            </a:gdLst>
            <a:ahLst/>
            <a:cxnLst>
              <a:cxn ang="T6">
                <a:pos x="T0" y="T1"/>
              </a:cxn>
              <a:cxn ang="T7">
                <a:pos x="T2" y="T3"/>
              </a:cxn>
              <a:cxn ang="T8">
                <a:pos x="T4" y="T5"/>
              </a:cxn>
            </a:cxnLst>
            <a:rect l="T9" t="T10" r="T11" b="T12"/>
            <a:pathLst>
              <a:path w="35675" h="21600" fill="none" extrusionOk="0">
                <a:moveTo>
                  <a:pt x="0" y="9450"/>
                </a:moveTo>
                <a:cubicBezTo>
                  <a:pt x="4022" y="3538"/>
                  <a:pt x="10708" y="-1"/>
                  <a:pt x="17859" y="0"/>
                </a:cubicBezTo>
                <a:cubicBezTo>
                  <a:pt x="24982" y="0"/>
                  <a:pt x="31647" y="3512"/>
                  <a:pt x="35675" y="9387"/>
                </a:cubicBezTo>
              </a:path>
              <a:path w="35675" h="21600" stroke="0" extrusionOk="0">
                <a:moveTo>
                  <a:pt x="0" y="9450"/>
                </a:moveTo>
                <a:cubicBezTo>
                  <a:pt x="4022" y="3538"/>
                  <a:pt x="10708" y="-1"/>
                  <a:pt x="17859" y="0"/>
                </a:cubicBezTo>
                <a:cubicBezTo>
                  <a:pt x="24982" y="0"/>
                  <a:pt x="31647" y="3512"/>
                  <a:pt x="35675" y="9387"/>
                </a:cubicBezTo>
                <a:lnTo>
                  <a:pt x="17859" y="21600"/>
                </a:lnTo>
                <a:close/>
              </a:path>
            </a:pathLst>
          </a:custGeom>
          <a:noFill/>
          <a:ln w="38100">
            <a:solidFill>
              <a:srgbClr val="3333CC"/>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8" name="Line 55"/>
          <p:cNvSpPr>
            <a:spLocks noChangeShapeType="1"/>
          </p:cNvSpPr>
          <p:nvPr/>
        </p:nvSpPr>
        <p:spPr bwMode="auto">
          <a:xfrm flipV="1">
            <a:off x="10873531" y="4162160"/>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99" name="Line 56"/>
          <p:cNvSpPr>
            <a:spLocks noChangeShapeType="1"/>
          </p:cNvSpPr>
          <p:nvPr/>
        </p:nvSpPr>
        <p:spPr bwMode="auto">
          <a:xfrm flipV="1">
            <a:off x="7757269" y="4124060"/>
            <a:ext cx="0" cy="9794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Tree>
    <p:extLst>
      <p:ext uri="{BB962C8B-B14F-4D97-AF65-F5344CB8AC3E}">
        <p14:creationId xmlns:p14="http://schemas.microsoft.com/office/powerpoint/2010/main" val="22090473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23" presetClass="entr" presetSubtype="272" fill="hold" nodeType="with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p:cTn id="15" dur="3000" fill="hold"/>
                                        <p:tgtEl>
                                          <p:spTgt spid="50"/>
                                        </p:tgtEl>
                                        <p:attrNameLst>
                                          <p:attrName>ppt_w</p:attrName>
                                        </p:attrNameLst>
                                      </p:cBhvr>
                                      <p:tavLst>
                                        <p:tav tm="0">
                                          <p:val>
                                            <p:strVal val="2/3*#ppt_w"/>
                                          </p:val>
                                        </p:tav>
                                        <p:tav tm="100000">
                                          <p:val>
                                            <p:strVal val="#ppt_w"/>
                                          </p:val>
                                        </p:tav>
                                      </p:tavLst>
                                    </p:anim>
                                    <p:anim calcmode="lin" valueType="num">
                                      <p:cBhvr>
                                        <p:cTn id="16" dur="3000" fill="hold"/>
                                        <p:tgtEl>
                                          <p:spTgt spid="50"/>
                                        </p:tgtEl>
                                        <p:attrNameLst>
                                          <p:attrName>ppt_h</p:attrName>
                                        </p:attrNameLst>
                                      </p:cBhvr>
                                      <p:tavLst>
                                        <p:tav tm="0">
                                          <p:val>
                                            <p:strVal val="2/3*#ppt_h"/>
                                          </p:val>
                                        </p:tav>
                                        <p:tav tm="100000">
                                          <p:val>
                                            <p:strVal val="#ppt_h"/>
                                          </p:val>
                                        </p:tav>
                                      </p:tavLst>
                                    </p:anim>
                                  </p:childTnLst>
                                  <p:subTnLst>
                                    <p:audio>
                                      <p:cMediaNode>
                                        <p:cTn display="0" masterRel="sameClick">
                                          <p:stCondLst>
                                            <p:cond evt="begin" delay="0">
                                              <p:tn val="13"/>
                                            </p:cond>
                                          </p:stCondLst>
                                          <p:endCondLst>
                                            <p:cond evt="onStopAudio" delay="0">
                                              <p:tgtEl>
                                                <p:sldTgt/>
                                              </p:tgtEl>
                                            </p:cond>
                                          </p:endCondLst>
                                        </p:cTn>
                                        <p:tgtEl>
                                          <p:sndTgt r:embed="rId3" name="CASHREG.WAV"/>
                                        </p:tgtEl>
                                      </p:cMediaNode>
                                    </p:audio>
                                  </p:sub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95"/>
                                        </p:tgtEl>
                                        <p:attrNameLst>
                                          <p:attrName>style.visibility</p:attrName>
                                        </p:attrNameLst>
                                      </p:cBhvr>
                                      <p:to>
                                        <p:strVal val="visible"/>
                                      </p:to>
                                    </p:set>
                                    <p:animEffect transition="in" filter="barn(outHorizontal)">
                                      <p:cBhvr>
                                        <p:cTn id="21" dur="3000"/>
                                        <p:tgtEl>
                                          <p:spTgt spid="95"/>
                                        </p:tgtEl>
                                      </p:cBhvr>
                                    </p:animEffect>
                                  </p:childTnLst>
                                  <p:subTnLst>
                                    <p:audio>
                                      <p:cMediaNode>
                                        <p:cTn display="0" masterRel="sameClick">
                                          <p:stCondLst>
                                            <p:cond evt="begin" delay="0">
                                              <p:tn val="19"/>
                                            </p:cond>
                                          </p:stCondLst>
                                          <p:endCondLst>
                                            <p:cond evt="onStopAudio" delay="0">
                                              <p:tgtEl>
                                                <p:sldTgt/>
                                              </p:tgtEl>
                                            </p:cond>
                                          </p:endCondLst>
                                        </p:cTn>
                                        <p:tgtEl>
                                          <p:sndTgt r:embed="rId4" name="CHIMES.WAV"/>
                                        </p:tgtEl>
                                      </p:cMediaNode>
                                    </p:audio>
                                  </p:subTnLst>
                                </p:cTn>
                              </p:par>
                            </p:childTnLst>
                          </p:cTn>
                        </p:par>
                        <p:par>
                          <p:cTn id="22" fill="hold">
                            <p:stCondLst>
                              <p:cond delay="3000"/>
                            </p:stCondLst>
                            <p:childTnLst>
                              <p:par>
                                <p:cTn id="23" presetID="16" presetClass="entr" presetSubtype="42" fill="hold" grpId="0" nodeType="afterEffect">
                                  <p:stCondLst>
                                    <p:cond delay="1000"/>
                                  </p:stCondLst>
                                  <p:childTnLst>
                                    <p:set>
                                      <p:cBhvr>
                                        <p:cTn id="24" dur="1" fill="hold">
                                          <p:stCondLst>
                                            <p:cond delay="0"/>
                                          </p:stCondLst>
                                        </p:cTn>
                                        <p:tgtEl>
                                          <p:spTgt spid="96"/>
                                        </p:tgtEl>
                                        <p:attrNameLst>
                                          <p:attrName>style.visibility</p:attrName>
                                        </p:attrNameLst>
                                      </p:cBhvr>
                                      <p:to>
                                        <p:strVal val="visible"/>
                                      </p:to>
                                    </p:set>
                                    <p:animEffect transition="in" filter="barn(outHorizontal)">
                                      <p:cBhvr>
                                        <p:cTn id="25" dur="3000"/>
                                        <p:tgtEl>
                                          <p:spTgt spid="96"/>
                                        </p:tgtEl>
                                      </p:cBhvr>
                                    </p:animEffect>
                                  </p:childTnLst>
                                  <p:subTnLst>
                                    <p:audio>
                                      <p:cMediaNode>
                                        <p:cTn display="0" masterRel="sameClick">
                                          <p:stCondLst>
                                            <p:cond evt="begin" delay="0">
                                              <p:tn val="23"/>
                                            </p:cond>
                                          </p:stCondLst>
                                          <p:endCondLst>
                                            <p:cond evt="onStopAudio" delay="0">
                                              <p:tgtEl>
                                                <p:sldTgt/>
                                              </p:tgtEl>
                                            </p:cond>
                                          </p:endCondLst>
                                        </p:cTn>
                                        <p:tgtEl>
                                          <p:sndTgt r:embed="rId4" name="CHIMES.WAV"/>
                                        </p:tgtEl>
                                      </p:cMediaNode>
                                    </p:audio>
                                  </p:subTnLst>
                                </p:cTn>
                              </p:par>
                            </p:childTnLst>
                          </p:cTn>
                        </p:par>
                        <p:par>
                          <p:cTn id="26" fill="hold">
                            <p:stCondLst>
                              <p:cond delay="7000"/>
                            </p:stCondLst>
                            <p:childTnLst>
                              <p:par>
                                <p:cTn id="27" presetID="22" presetClass="entr" presetSubtype="8" fill="hold" grpId="0" nodeType="afterEffect">
                                  <p:stCondLst>
                                    <p:cond delay="1500"/>
                                  </p:stCondLst>
                                  <p:childTnLst>
                                    <p:set>
                                      <p:cBhvr>
                                        <p:cTn id="28" dur="1" fill="hold">
                                          <p:stCondLst>
                                            <p:cond delay="0"/>
                                          </p:stCondLst>
                                        </p:cTn>
                                        <p:tgtEl>
                                          <p:spTgt spid="49"/>
                                        </p:tgtEl>
                                        <p:attrNameLst>
                                          <p:attrName>style.visibility</p:attrName>
                                        </p:attrNameLst>
                                      </p:cBhvr>
                                      <p:to>
                                        <p:strVal val="visible"/>
                                      </p:to>
                                    </p:set>
                                    <p:animEffect transition="in" filter="wipe(left)">
                                      <p:cBhvr>
                                        <p:cTn id="29" dur="3000"/>
                                        <p:tgtEl>
                                          <p:spTgt spid="49"/>
                                        </p:tgtEl>
                                      </p:cBhvr>
                                    </p:animEffect>
                                  </p:childTnLst>
                                  <p:subTnLst>
                                    <p:audio>
                                      <p:cMediaNode>
                                        <p:cTn display="0" masterRel="sameClick">
                                          <p:stCondLst>
                                            <p:cond evt="begin" delay="0">
                                              <p:tn val="27"/>
                                            </p:cond>
                                          </p:stCondLst>
                                          <p:endCondLst>
                                            <p:cond evt="onStopAudio" delay="0">
                                              <p:tgtEl>
                                                <p:sldTgt/>
                                              </p:tgtEl>
                                            </p:cond>
                                          </p:endCondLst>
                                        </p:cTn>
                                        <p:tgtEl>
                                          <p:sndTgt r:embed="rId5" name="CAMERA.WAV"/>
                                        </p:tgtEl>
                                      </p:cMediaNode>
                                    </p:audio>
                                  </p:subTnLst>
                                </p:cTn>
                              </p:par>
                            </p:childTnLst>
                          </p:cTn>
                        </p:par>
                        <p:par>
                          <p:cTn id="30" fill="hold">
                            <p:stCondLst>
                              <p:cond delay="11500"/>
                            </p:stCondLst>
                            <p:childTnLst>
                              <p:par>
                                <p:cTn id="31" presetID="12" presetClass="entr" presetSubtype="1" fill="hold" nodeType="afterEffect">
                                  <p:stCondLst>
                                    <p:cond delay="2000"/>
                                  </p:stCondLst>
                                  <p:childTnLst>
                                    <p:set>
                                      <p:cBhvr>
                                        <p:cTn id="32" dur="1" fill="hold">
                                          <p:stCondLst>
                                            <p:cond delay="0"/>
                                          </p:stCondLst>
                                        </p:cTn>
                                        <p:tgtEl>
                                          <p:spTgt spid="76"/>
                                        </p:tgtEl>
                                        <p:attrNameLst>
                                          <p:attrName>style.visibility</p:attrName>
                                        </p:attrNameLst>
                                      </p:cBhvr>
                                      <p:to>
                                        <p:strVal val="visible"/>
                                      </p:to>
                                    </p:set>
                                    <p:animEffect transition="in" filter="slide(fromTop)">
                                      <p:cBhvr>
                                        <p:cTn id="33" dur="5000"/>
                                        <p:tgtEl>
                                          <p:spTgt spid="76"/>
                                        </p:tgtEl>
                                      </p:cBhvr>
                                    </p:animEffect>
                                  </p:childTnLst>
                                  <p:subTnLst>
                                    <p:audio>
                                      <p:cMediaNode>
                                        <p:cTn display="0" masterRel="sameClick">
                                          <p:stCondLst>
                                            <p:cond evt="begin" delay="0">
                                              <p:tn val="31"/>
                                            </p:cond>
                                          </p:stCondLst>
                                          <p:endCondLst>
                                            <p:cond evt="onStopAudio" delay="0">
                                              <p:tgtEl>
                                                <p:sldTgt/>
                                              </p:tgtEl>
                                            </p:cond>
                                          </p:endCondLst>
                                        </p:cTn>
                                        <p:tgtEl>
                                          <p:sndTgt r:embed="rId3" name="CASHREG.WAV"/>
                                        </p:tgtEl>
                                      </p:cMediaNode>
                                    </p:audio>
                                  </p:sub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99"/>
                                        </p:tgtEl>
                                        <p:attrNameLst>
                                          <p:attrName>style.visibility</p:attrName>
                                        </p:attrNameLst>
                                      </p:cBhvr>
                                      <p:to>
                                        <p:strVal val="visible"/>
                                      </p:to>
                                    </p:set>
                                    <p:animEffect transition="in" filter="slide(fromBottom)">
                                      <p:cBhvr>
                                        <p:cTn id="38" dur="5000"/>
                                        <p:tgtEl>
                                          <p:spTgt spid="99"/>
                                        </p:tgtEl>
                                      </p:cBhvr>
                                    </p:animEffect>
                                  </p:childTnLst>
                                </p:cTn>
                              </p:par>
                              <p:par>
                                <p:cTn id="39" presetID="12" presetClass="entr" presetSubtype="4" fill="hold" grpId="0" nodeType="with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slide(fromBottom)">
                                      <p:cBhvr>
                                        <p:cTn id="41" dur="5000"/>
                                        <p:tgtEl>
                                          <p:spTgt spid="98"/>
                                        </p:tgtEl>
                                      </p:cBhvr>
                                    </p:animEffect>
                                  </p:childTnLst>
                                </p:cTn>
                              </p:par>
                            </p:childTnLst>
                          </p:cTn>
                        </p:par>
                        <p:par>
                          <p:cTn id="42" fill="hold">
                            <p:stCondLst>
                              <p:cond delay="5000"/>
                            </p:stCondLst>
                            <p:childTnLst>
                              <p:par>
                                <p:cTn id="43" presetID="20" presetClass="entr" presetSubtype="0" fill="hold" grpId="0" nodeType="afterEffect">
                                  <p:stCondLst>
                                    <p:cond delay="0"/>
                                  </p:stCondLst>
                                  <p:childTnLst>
                                    <p:set>
                                      <p:cBhvr>
                                        <p:cTn id="44" dur="1" fill="hold">
                                          <p:stCondLst>
                                            <p:cond delay="0"/>
                                          </p:stCondLst>
                                        </p:cTn>
                                        <p:tgtEl>
                                          <p:spTgt spid="74"/>
                                        </p:tgtEl>
                                        <p:attrNameLst>
                                          <p:attrName>style.visibility</p:attrName>
                                        </p:attrNameLst>
                                      </p:cBhvr>
                                      <p:to>
                                        <p:strVal val="visible"/>
                                      </p:to>
                                    </p:set>
                                    <p:animEffect transition="in" filter="wedge">
                                      <p:cBhvr>
                                        <p:cTn id="45" dur="2000"/>
                                        <p:tgtEl>
                                          <p:spTgt spid="74"/>
                                        </p:tgtEl>
                                      </p:cBhvr>
                                    </p:animEffect>
                                  </p:childTnLst>
                                </p:cTn>
                              </p:par>
                              <p:par>
                                <p:cTn id="46" presetID="20" presetClass="entr" presetSubtype="0" fill="hold" grpId="0" nodeType="withEffect">
                                  <p:stCondLst>
                                    <p:cond delay="0"/>
                                  </p:stCondLst>
                                  <p:childTnLst>
                                    <p:set>
                                      <p:cBhvr>
                                        <p:cTn id="47" dur="1" fill="hold">
                                          <p:stCondLst>
                                            <p:cond delay="0"/>
                                          </p:stCondLst>
                                        </p:cTn>
                                        <p:tgtEl>
                                          <p:spTgt spid="75"/>
                                        </p:tgtEl>
                                        <p:attrNameLst>
                                          <p:attrName>style.visibility</p:attrName>
                                        </p:attrNameLst>
                                      </p:cBhvr>
                                      <p:to>
                                        <p:strVal val="visible"/>
                                      </p:to>
                                    </p:set>
                                    <p:animEffect transition="in" filter="wedge">
                                      <p:cBhvr>
                                        <p:cTn id="48" dur="2000"/>
                                        <p:tgtEl>
                                          <p:spTgt spid="75"/>
                                        </p:tgtEl>
                                      </p:cBhvr>
                                    </p:animEffect>
                                  </p:childTnLst>
                                </p:cTn>
                              </p:par>
                            </p:childTnLst>
                          </p:cTn>
                        </p:par>
                        <p:par>
                          <p:cTn id="49" fill="hold">
                            <p:stCondLst>
                              <p:cond delay="7000"/>
                            </p:stCondLst>
                            <p:childTnLst>
                              <p:par>
                                <p:cTn id="50" presetID="17" presetClass="entr" presetSubtype="1" fill="hold" grpId="0" nodeType="afterEffect">
                                  <p:stCondLst>
                                    <p:cond delay="0"/>
                                  </p:stCondLst>
                                  <p:childTnLst>
                                    <p:set>
                                      <p:cBhvr>
                                        <p:cTn id="51" dur="1" fill="hold">
                                          <p:stCondLst>
                                            <p:cond delay="0"/>
                                          </p:stCondLst>
                                        </p:cTn>
                                        <p:tgtEl>
                                          <p:spTgt spid="97"/>
                                        </p:tgtEl>
                                        <p:attrNameLst>
                                          <p:attrName>style.visibility</p:attrName>
                                        </p:attrNameLst>
                                      </p:cBhvr>
                                      <p:to>
                                        <p:strVal val="visible"/>
                                      </p:to>
                                    </p:set>
                                    <p:anim calcmode="lin" valueType="num">
                                      <p:cBhvr>
                                        <p:cTn id="52" dur="5000" fill="hold"/>
                                        <p:tgtEl>
                                          <p:spTgt spid="97"/>
                                        </p:tgtEl>
                                        <p:attrNameLst>
                                          <p:attrName>ppt_x</p:attrName>
                                        </p:attrNameLst>
                                      </p:cBhvr>
                                      <p:tavLst>
                                        <p:tav tm="0">
                                          <p:val>
                                            <p:strVal val="#ppt_x"/>
                                          </p:val>
                                        </p:tav>
                                        <p:tav tm="100000">
                                          <p:val>
                                            <p:strVal val="#ppt_x"/>
                                          </p:val>
                                        </p:tav>
                                      </p:tavLst>
                                    </p:anim>
                                    <p:anim calcmode="lin" valueType="num">
                                      <p:cBhvr>
                                        <p:cTn id="53" dur="5000" fill="hold"/>
                                        <p:tgtEl>
                                          <p:spTgt spid="97"/>
                                        </p:tgtEl>
                                        <p:attrNameLst>
                                          <p:attrName>ppt_y</p:attrName>
                                        </p:attrNameLst>
                                      </p:cBhvr>
                                      <p:tavLst>
                                        <p:tav tm="0">
                                          <p:val>
                                            <p:strVal val="#ppt_y-#ppt_h/2"/>
                                          </p:val>
                                        </p:tav>
                                        <p:tav tm="100000">
                                          <p:val>
                                            <p:strVal val="#ppt_y"/>
                                          </p:val>
                                        </p:tav>
                                      </p:tavLst>
                                    </p:anim>
                                    <p:anim calcmode="lin" valueType="num">
                                      <p:cBhvr>
                                        <p:cTn id="54" dur="5000" fill="hold"/>
                                        <p:tgtEl>
                                          <p:spTgt spid="97"/>
                                        </p:tgtEl>
                                        <p:attrNameLst>
                                          <p:attrName>ppt_w</p:attrName>
                                        </p:attrNameLst>
                                      </p:cBhvr>
                                      <p:tavLst>
                                        <p:tav tm="0">
                                          <p:val>
                                            <p:strVal val="#ppt_w"/>
                                          </p:val>
                                        </p:tav>
                                        <p:tav tm="100000">
                                          <p:val>
                                            <p:strVal val="#ppt_w"/>
                                          </p:val>
                                        </p:tav>
                                      </p:tavLst>
                                    </p:anim>
                                    <p:anim calcmode="lin" valueType="num">
                                      <p:cBhvr>
                                        <p:cTn id="55" dur="5000" fill="hold"/>
                                        <p:tgtEl>
                                          <p:spTgt spid="9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49" grpId="0" animBg="1"/>
      <p:bldP spid="74" grpId="0" autoUpdateAnimBg="0"/>
      <p:bldP spid="75" grpId="0" autoUpdateAnimBg="0"/>
      <p:bldP spid="95" grpId="0" animBg="1"/>
      <p:bldP spid="96" grpId="0" animBg="1"/>
      <p:bldP spid="97" grpId="0" animBg="1"/>
      <p:bldP spid="98" grpId="0" animBg="1"/>
      <p:bldP spid="9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887519"/>
            <a:ext cx="8480145"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支座的简化</a:t>
            </a:r>
          </a:p>
          <a:p>
            <a:pPr>
              <a:lnSpc>
                <a:spcPct val="130000"/>
              </a:lnSpc>
            </a:pPr>
            <a:endParaRPr lang="zh-CN" altLang="en-US" sz="2800" i="0" dirty="0">
              <a:solidFill>
                <a:srgbClr val="FF00FF"/>
              </a:solidFill>
              <a:latin typeface="+mj-lt"/>
              <a:ea typeface="微软雅黑" panose="020B0503020204020204" pitchFamily="34" charset="-122"/>
            </a:endParaRPr>
          </a:p>
        </p:txBody>
      </p:sp>
      <p:sp>
        <p:nvSpPr>
          <p:cNvPr id="9" name="Rectangle 61"/>
          <p:cNvSpPr>
            <a:spLocks noChangeArrowheads="1"/>
          </p:cNvSpPr>
          <p:nvPr/>
        </p:nvSpPr>
        <p:spPr bwMode="auto">
          <a:xfrm>
            <a:off x="6240017" y="1052736"/>
            <a:ext cx="5507210" cy="5184576"/>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484784"/>
            <a:ext cx="5616624"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按支座对梁的约束作用不同，可按照静力学分析，用活动铰支座、固定铰支座及固定端支座进行简化。</a:t>
            </a:r>
            <a:endParaRPr lang="zh-CN" altLang="en-US" sz="2800" i="0" dirty="0">
              <a:latin typeface="+mj-lt"/>
              <a:ea typeface="微软雅黑" panose="020B0503020204020204" pitchFamily="34" charset="-122"/>
            </a:endParaRPr>
          </a:p>
        </p:txBody>
      </p:sp>
      <p:sp>
        <p:nvSpPr>
          <p:cNvPr id="45" name="Rectangle 38"/>
          <p:cNvSpPr>
            <a:spLocks noChangeArrowheads="1"/>
          </p:cNvSpPr>
          <p:nvPr/>
        </p:nvSpPr>
        <p:spPr bwMode="auto">
          <a:xfrm>
            <a:off x="6384652" y="1188848"/>
            <a:ext cx="2251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a) </a:t>
            </a:r>
            <a:r>
              <a:rPr lang="zh-CN" altLang="en-US" sz="2000" i="0" dirty="0">
                <a:solidFill>
                  <a:schemeClr val="tx1"/>
                </a:solidFill>
                <a:latin typeface="Times New Roman" pitchFamily="18" charset="0"/>
                <a:ea typeface="宋体" pitchFamily="2" charset="-122"/>
              </a:rPr>
              <a:t>滑动铰支座</a:t>
            </a:r>
          </a:p>
        </p:txBody>
      </p:sp>
      <p:pic>
        <p:nvPicPr>
          <p:cNvPr id="46" name="Picture 107"/>
          <p:cNvPicPr>
            <a:picLocks noChangeAspect="1" noChangeArrowheads="1"/>
          </p:cNvPicPr>
          <p:nvPr/>
        </p:nvPicPr>
        <p:blipFill rotWithShape="1">
          <a:blip r:embed="rId3">
            <a:extLst>
              <a:ext uri="{28A0092B-C50C-407E-A947-70E740481C1C}">
                <a14:useLocalDpi xmlns:a14="http://schemas.microsoft.com/office/drawing/2010/main" val="0"/>
              </a:ext>
            </a:extLst>
          </a:blip>
          <a:srcRect b="15896"/>
          <a:stretch/>
        </p:blipFill>
        <p:spPr>
          <a:xfrm>
            <a:off x="6672064" y="1648896"/>
            <a:ext cx="4283075" cy="98801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 name="Rectangle 109"/>
          <p:cNvSpPr>
            <a:spLocks noChangeArrowheads="1"/>
          </p:cNvSpPr>
          <p:nvPr/>
        </p:nvSpPr>
        <p:spPr bwMode="auto">
          <a:xfrm>
            <a:off x="6355972" y="2779290"/>
            <a:ext cx="22510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b) </a:t>
            </a:r>
            <a:r>
              <a:rPr lang="zh-CN" altLang="en-US" sz="2000" i="0" dirty="0">
                <a:solidFill>
                  <a:schemeClr val="tx1"/>
                </a:solidFill>
                <a:latin typeface="Times New Roman" pitchFamily="18" charset="0"/>
                <a:ea typeface="宋体" pitchFamily="2" charset="-122"/>
              </a:rPr>
              <a:t>固定铰支座</a:t>
            </a:r>
          </a:p>
        </p:txBody>
      </p:sp>
      <p:pic>
        <p:nvPicPr>
          <p:cNvPr id="48" name="Picture 113"/>
          <p:cNvPicPr>
            <a:picLocks noChangeAspect="1" noChangeArrowheads="1"/>
          </p:cNvPicPr>
          <p:nvPr/>
        </p:nvPicPr>
        <p:blipFill rotWithShape="1">
          <a:blip r:embed="rId4">
            <a:extLst>
              <a:ext uri="{28A0092B-C50C-407E-A947-70E740481C1C}">
                <a14:useLocalDpi xmlns:a14="http://schemas.microsoft.com/office/drawing/2010/main" val="0"/>
              </a:ext>
            </a:extLst>
          </a:blip>
          <a:srcRect b="20323"/>
          <a:stretch/>
        </p:blipFill>
        <p:spPr>
          <a:xfrm>
            <a:off x="6528048" y="3273276"/>
            <a:ext cx="4814887" cy="958776"/>
          </a:xfrm>
          <a:prstGeom prst="rect">
            <a:avLst/>
          </a:prstGeom>
          <a:noFill/>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cmpd="sng" algn="ctr">
                <a:solidFill>
                  <a:schemeClr val="tx1"/>
                </a:solidFill>
                <a:prstDash val="solid"/>
                <a:miter lim="800000"/>
                <a:headEnd/>
                <a:tailEnd/>
              </a14:hiddenLine>
            </a:ext>
          </a:extLst>
        </p:spPr>
      </p:pic>
      <p:sp>
        <p:nvSpPr>
          <p:cNvPr id="51" name="Rectangle 38"/>
          <p:cNvSpPr>
            <a:spLocks noChangeArrowheads="1"/>
          </p:cNvSpPr>
          <p:nvPr/>
        </p:nvSpPr>
        <p:spPr bwMode="auto">
          <a:xfrm>
            <a:off x="6438532" y="4402322"/>
            <a:ext cx="1487488"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100000"/>
              </a:lnSpc>
              <a:spcBef>
                <a:spcPct val="0"/>
              </a:spcBef>
            </a:pPr>
            <a:r>
              <a:rPr lang="en-US" altLang="zh-CN" sz="2000" i="0" dirty="0">
                <a:solidFill>
                  <a:schemeClr val="tx1"/>
                </a:solidFill>
                <a:latin typeface="Times New Roman" pitchFamily="18" charset="0"/>
                <a:ea typeface="宋体" pitchFamily="2" charset="-122"/>
              </a:rPr>
              <a:t>c)</a:t>
            </a:r>
            <a:r>
              <a:rPr lang="zh-CN" altLang="en-US" sz="2000" i="0" dirty="0">
                <a:solidFill>
                  <a:schemeClr val="tx1"/>
                </a:solidFill>
                <a:latin typeface="Times New Roman" pitchFamily="18" charset="0"/>
                <a:ea typeface="宋体" pitchFamily="2" charset="-122"/>
              </a:rPr>
              <a:t>固定端</a:t>
            </a:r>
          </a:p>
        </p:txBody>
      </p:sp>
      <p:pic>
        <p:nvPicPr>
          <p:cNvPr id="53" name="Picture 99"/>
          <p:cNvPicPr>
            <a:picLocks noChangeAspect="1" noChangeArrowheads="1"/>
          </p:cNvPicPr>
          <p:nvPr/>
        </p:nvPicPr>
        <p:blipFill rotWithShape="1">
          <a:blip r:embed="rId5">
            <a:extLst>
              <a:ext uri="{28A0092B-C50C-407E-A947-70E740481C1C}">
                <a14:useLocalDpi xmlns:a14="http://schemas.microsoft.com/office/drawing/2010/main" val="0"/>
              </a:ext>
            </a:extLst>
          </a:blip>
          <a:srcRect b="16257"/>
          <a:stretch/>
        </p:blipFill>
        <p:spPr>
          <a:xfrm>
            <a:off x="6444075" y="4774481"/>
            <a:ext cx="5219700" cy="1340059"/>
          </a:xfrm>
          <a:prstGeom prst="rect">
            <a:avLst/>
          </a:prstGeom>
          <a:noFill/>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12700" cap="sq" cmpd="sng" algn="ctr">
                <a:solidFill>
                  <a:schemeClr val="tx1"/>
                </a:solidFill>
                <a:prstDash val="solid"/>
                <a:miter lim="800000"/>
                <a:headEnd/>
                <a:tailEnd/>
              </a14:hiddenLine>
            </a:ext>
          </a:extLst>
        </p:spPr>
      </p:pic>
    </p:spTree>
    <p:extLst>
      <p:ext uri="{BB962C8B-B14F-4D97-AF65-F5344CB8AC3E}">
        <p14:creationId xmlns:p14="http://schemas.microsoft.com/office/powerpoint/2010/main" val="387963572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45" grpId="0"/>
      <p:bldP spid="47" grpId="0"/>
      <p:bldP spid="5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4" name="Text Box 1032"/>
          <p:cNvSpPr txBox="1">
            <a:spLocks noChangeArrowheads="1"/>
          </p:cNvSpPr>
          <p:nvPr/>
        </p:nvSpPr>
        <p:spPr bwMode="auto">
          <a:xfrm>
            <a:off x="695400" y="887519"/>
            <a:ext cx="8480145"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FF"/>
                </a:solidFill>
                <a:latin typeface="+mj-lt"/>
                <a:ea typeface="微软雅黑" panose="020B0503020204020204" pitchFamily="34" charset="-122"/>
              </a:rPr>
              <a:t>静定梁的基本形式</a:t>
            </a:r>
          </a:p>
        </p:txBody>
      </p:sp>
      <p:sp>
        <p:nvSpPr>
          <p:cNvPr id="9" name="Rectangle 61"/>
          <p:cNvSpPr>
            <a:spLocks noChangeArrowheads="1"/>
          </p:cNvSpPr>
          <p:nvPr/>
        </p:nvSpPr>
        <p:spPr bwMode="auto">
          <a:xfrm>
            <a:off x="839416" y="4509120"/>
            <a:ext cx="10331747" cy="1752307"/>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695400" y="1528301"/>
            <a:ext cx="8784976" cy="2332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j-lt"/>
                <a:ea typeface="微软雅黑" panose="020B0503020204020204" pitchFamily="34" charset="-122"/>
              </a:rPr>
              <a:t>根据支承情况，可将梁简化为三种形式： </a:t>
            </a:r>
          </a:p>
          <a:p>
            <a:pPr>
              <a:lnSpc>
                <a:spcPct val="130000"/>
              </a:lnSpc>
            </a:pPr>
            <a:r>
              <a:rPr lang="en-US" altLang="zh-CN" sz="2800" i="0" dirty="0">
                <a:latin typeface="+mn-lt"/>
                <a:ea typeface="微软雅黑" panose="020B0503020204020204" pitchFamily="34" charset="-122"/>
              </a:rPr>
              <a:t>1) </a:t>
            </a:r>
            <a:r>
              <a:rPr lang="zh-CN" altLang="en-US" sz="2800" i="0" dirty="0">
                <a:solidFill>
                  <a:srgbClr val="FF0000"/>
                </a:solidFill>
                <a:latin typeface="+mn-lt"/>
                <a:ea typeface="微软雅黑" panose="020B0503020204020204" pitchFamily="34" charset="-122"/>
              </a:rPr>
              <a:t>简支梁</a:t>
            </a:r>
            <a:r>
              <a:rPr lang="zh-CN" altLang="en-US" sz="2800" i="0" dirty="0">
                <a:latin typeface="+mn-lt"/>
                <a:ea typeface="微软雅黑" panose="020B0503020204020204" pitchFamily="34" charset="-122"/>
              </a:rPr>
              <a:t>  一端为固定铰支座，一端活动铰支座的梁</a:t>
            </a:r>
          </a:p>
          <a:p>
            <a:pPr>
              <a:lnSpc>
                <a:spcPct val="130000"/>
              </a:lnSpc>
            </a:pPr>
            <a:r>
              <a:rPr lang="en-US" altLang="zh-CN" sz="2800" i="0" dirty="0">
                <a:latin typeface="+mn-lt"/>
                <a:ea typeface="微软雅黑" panose="020B0503020204020204" pitchFamily="34" charset="-122"/>
              </a:rPr>
              <a:t>2) </a:t>
            </a:r>
            <a:r>
              <a:rPr lang="zh-CN" altLang="en-US" sz="2800" i="0" dirty="0">
                <a:solidFill>
                  <a:srgbClr val="FF0000"/>
                </a:solidFill>
                <a:latin typeface="+mn-lt"/>
                <a:ea typeface="微软雅黑" panose="020B0503020204020204" pitchFamily="34" charset="-122"/>
              </a:rPr>
              <a:t>外伸梁</a:t>
            </a:r>
            <a:r>
              <a:rPr lang="zh-CN" altLang="en-US" sz="2800" i="0" dirty="0">
                <a:latin typeface="+mn-lt"/>
                <a:ea typeface="微软雅黑" panose="020B0503020204020204" pitchFamily="34" charset="-122"/>
              </a:rPr>
              <a:t>  具有一端或两端外伸部分的简支梁</a:t>
            </a:r>
          </a:p>
          <a:p>
            <a:pPr>
              <a:lnSpc>
                <a:spcPct val="130000"/>
              </a:lnSpc>
            </a:pPr>
            <a:r>
              <a:rPr lang="en-US" altLang="zh-CN" sz="2800" i="0" dirty="0">
                <a:latin typeface="+mn-lt"/>
                <a:ea typeface="微软雅黑" panose="020B0503020204020204" pitchFamily="34" charset="-122"/>
              </a:rPr>
              <a:t>3) </a:t>
            </a:r>
            <a:r>
              <a:rPr lang="zh-CN" altLang="en-US" sz="2800" i="0" dirty="0">
                <a:solidFill>
                  <a:srgbClr val="FF0000"/>
                </a:solidFill>
                <a:latin typeface="+mn-lt"/>
                <a:ea typeface="微软雅黑" panose="020B0503020204020204" pitchFamily="34" charset="-122"/>
              </a:rPr>
              <a:t>悬臂梁</a:t>
            </a:r>
            <a:r>
              <a:rPr lang="zh-CN" altLang="en-US" sz="2800" i="0" dirty="0">
                <a:latin typeface="+mn-lt"/>
                <a:ea typeface="微软雅黑" panose="020B0503020204020204" pitchFamily="34" charset="-122"/>
              </a:rPr>
              <a:t>  一端为固定端支座</a:t>
            </a:r>
            <a:r>
              <a:rPr lang="en-US" altLang="zh-CN" sz="2800" i="0" dirty="0">
                <a:latin typeface="+mn-lt"/>
                <a:ea typeface="微软雅黑" panose="020B0503020204020204" pitchFamily="34" charset="-122"/>
              </a:rPr>
              <a:t>,</a:t>
            </a:r>
            <a:r>
              <a:rPr lang="zh-CN" altLang="en-US" sz="2800" i="0" dirty="0">
                <a:latin typeface="+mn-lt"/>
                <a:ea typeface="微软雅黑" panose="020B0503020204020204" pitchFamily="34" charset="-122"/>
              </a:rPr>
              <a:t>另一端自由的梁</a:t>
            </a:r>
          </a:p>
        </p:txBody>
      </p:sp>
      <p:grpSp>
        <p:nvGrpSpPr>
          <p:cNvPr id="12" name="Group 7"/>
          <p:cNvGrpSpPr>
            <a:grpSpLocks/>
          </p:cNvGrpSpPr>
          <p:nvPr/>
        </p:nvGrpSpPr>
        <p:grpSpPr bwMode="auto">
          <a:xfrm rot="10800000" flipH="1" flipV="1">
            <a:off x="8101241" y="5205886"/>
            <a:ext cx="149225" cy="381000"/>
            <a:chOff x="253" y="271"/>
            <a:chExt cx="94" cy="240"/>
          </a:xfrm>
        </p:grpSpPr>
        <p:sp>
          <p:nvSpPr>
            <p:cNvPr id="13" name="Line 8"/>
            <p:cNvSpPr>
              <a:spLocks noChangeAspect="1" noChangeShapeType="1"/>
            </p:cNvSpPr>
            <p:nvPr/>
          </p:nvSpPr>
          <p:spPr bwMode="auto">
            <a:xfrm rot="5400000" flipH="1">
              <a:off x="227" y="389"/>
              <a:ext cx="238" cy="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6" name="Line 9"/>
            <p:cNvSpPr>
              <a:spLocks noChangeAspect="1" noChangeShapeType="1"/>
            </p:cNvSpPr>
            <p:nvPr/>
          </p:nvSpPr>
          <p:spPr bwMode="auto">
            <a:xfrm rot="5400000">
              <a:off x="250" y="277"/>
              <a:ext cx="33" cy="28"/>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7" name="Line 10"/>
            <p:cNvSpPr>
              <a:spLocks noChangeAspect="1" noChangeShapeType="1"/>
            </p:cNvSpPr>
            <p:nvPr/>
          </p:nvSpPr>
          <p:spPr bwMode="auto">
            <a:xfrm rot="5400000">
              <a:off x="251" y="282"/>
              <a:ext cx="86"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8" name="Line 11"/>
            <p:cNvSpPr>
              <a:spLocks noChangeAspect="1" noChangeShapeType="1"/>
            </p:cNvSpPr>
            <p:nvPr/>
          </p:nvSpPr>
          <p:spPr bwMode="auto">
            <a:xfrm rot="5400000">
              <a:off x="252" y="350"/>
              <a:ext cx="86"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9" name="Line 12"/>
            <p:cNvSpPr>
              <a:spLocks noChangeAspect="1" noChangeShapeType="1"/>
            </p:cNvSpPr>
            <p:nvPr/>
          </p:nvSpPr>
          <p:spPr bwMode="auto">
            <a:xfrm rot="5400000">
              <a:off x="250" y="417"/>
              <a:ext cx="87" cy="82"/>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0" name="Line 13"/>
            <p:cNvSpPr>
              <a:spLocks noChangeAspect="1" noChangeShapeType="1"/>
            </p:cNvSpPr>
            <p:nvPr/>
          </p:nvSpPr>
          <p:spPr bwMode="auto">
            <a:xfrm rot="5400000">
              <a:off x="296" y="473"/>
              <a:ext cx="41" cy="35"/>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1" name="Line 14"/>
          <p:cNvSpPr>
            <a:spLocks noChangeShapeType="1"/>
          </p:cNvSpPr>
          <p:nvPr/>
        </p:nvSpPr>
        <p:spPr bwMode="auto">
          <a:xfrm>
            <a:off x="8231416" y="5385274"/>
            <a:ext cx="1590675" cy="0"/>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cxnSp>
        <p:nvCxnSpPr>
          <p:cNvPr id="22" name="直接连接符 70"/>
          <p:cNvCxnSpPr>
            <a:cxnSpLocks noChangeShapeType="1"/>
          </p:cNvCxnSpPr>
          <p:nvPr/>
        </p:nvCxnSpPr>
        <p:spPr bwMode="auto">
          <a:xfrm>
            <a:off x="2525350" y="5243032"/>
            <a:ext cx="1700625"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 name="组合 71"/>
          <p:cNvGrpSpPr>
            <a:grpSpLocks/>
          </p:cNvGrpSpPr>
          <p:nvPr/>
        </p:nvGrpSpPr>
        <p:grpSpPr bwMode="auto">
          <a:xfrm>
            <a:off x="2435792" y="5220173"/>
            <a:ext cx="4654862" cy="459427"/>
            <a:chOff x="4470699" y="5026678"/>
            <a:chExt cx="5026509" cy="495823"/>
          </a:xfrm>
        </p:grpSpPr>
        <p:grpSp>
          <p:nvGrpSpPr>
            <p:cNvPr id="24" name="组合 72"/>
            <p:cNvGrpSpPr>
              <a:grpSpLocks/>
            </p:cNvGrpSpPr>
            <p:nvPr/>
          </p:nvGrpSpPr>
          <p:grpSpPr bwMode="auto">
            <a:xfrm>
              <a:off x="6199814" y="5451033"/>
              <a:ext cx="473132" cy="71468"/>
              <a:chOff x="2321750" y="5453423"/>
              <a:chExt cx="473132" cy="71468"/>
            </a:xfrm>
          </p:grpSpPr>
          <p:cxnSp>
            <p:nvCxnSpPr>
              <p:cNvPr id="28" name="直接连接符 76"/>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连接符 77"/>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连接符 78"/>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79"/>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接连接符 80"/>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接连接符 81"/>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接连接符 82"/>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83"/>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 name="等腰三角形 73"/>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6" name="椭圆 74"/>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27" name="椭圆 75"/>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8" name="椭圆 74"/>
            <p:cNvSpPr>
              <a:spLocks noChangeArrowheads="1"/>
            </p:cNvSpPr>
            <p:nvPr/>
          </p:nvSpPr>
          <p:spPr bwMode="auto">
            <a:xfrm>
              <a:off x="6402338"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9" name="椭圆 74"/>
            <p:cNvSpPr>
              <a:spLocks noChangeArrowheads="1"/>
            </p:cNvSpPr>
            <p:nvPr/>
          </p:nvSpPr>
          <p:spPr bwMode="auto">
            <a:xfrm>
              <a:off x="4470699"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0" name="椭圆 74"/>
            <p:cNvSpPr>
              <a:spLocks noChangeArrowheads="1"/>
            </p:cNvSpPr>
            <p:nvPr/>
          </p:nvSpPr>
          <p:spPr bwMode="auto">
            <a:xfrm>
              <a:off x="7516220"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81" name="椭圆 74"/>
            <p:cNvSpPr>
              <a:spLocks noChangeArrowheads="1"/>
            </p:cNvSpPr>
            <p:nvPr/>
          </p:nvSpPr>
          <p:spPr bwMode="auto">
            <a:xfrm>
              <a:off x="9429701" y="5026678"/>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36" name="组合 85"/>
          <p:cNvGrpSpPr>
            <a:grpSpLocks/>
          </p:cNvGrpSpPr>
          <p:nvPr/>
        </p:nvGrpSpPr>
        <p:grpSpPr bwMode="auto">
          <a:xfrm>
            <a:off x="2272791" y="5287681"/>
            <a:ext cx="354013" cy="315913"/>
            <a:chOff x="2312606" y="5094185"/>
            <a:chExt cx="473132" cy="424341"/>
          </a:xfrm>
        </p:grpSpPr>
        <p:sp>
          <p:nvSpPr>
            <p:cNvPr id="37" name="等腰三角形 86"/>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38" name="组合 87"/>
            <p:cNvGrpSpPr>
              <a:grpSpLocks/>
            </p:cNvGrpSpPr>
            <p:nvPr/>
          </p:nvGrpSpPr>
          <p:grpSpPr bwMode="auto">
            <a:xfrm>
              <a:off x="2312606" y="5447058"/>
              <a:ext cx="473132" cy="71468"/>
              <a:chOff x="2321750" y="5453423"/>
              <a:chExt cx="473132" cy="71468"/>
            </a:xfrm>
          </p:grpSpPr>
          <p:cxnSp>
            <p:nvCxnSpPr>
              <p:cNvPr id="39" name="直接连接符 88"/>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89"/>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90"/>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91"/>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92"/>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93"/>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94"/>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95"/>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52" name="直接连接符 97"/>
          <p:cNvCxnSpPr>
            <a:cxnSpLocks noChangeShapeType="1"/>
          </p:cNvCxnSpPr>
          <p:nvPr/>
        </p:nvCxnSpPr>
        <p:spPr bwMode="auto">
          <a:xfrm>
            <a:off x="5015880" y="5205885"/>
            <a:ext cx="252095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4" name="组合 98"/>
          <p:cNvGrpSpPr>
            <a:grpSpLocks/>
          </p:cNvGrpSpPr>
          <p:nvPr/>
        </p:nvGrpSpPr>
        <p:grpSpPr bwMode="auto">
          <a:xfrm>
            <a:off x="6840588" y="5305186"/>
            <a:ext cx="438150" cy="396875"/>
            <a:chOff x="6199814" y="5094185"/>
            <a:chExt cx="473132" cy="428316"/>
          </a:xfrm>
        </p:grpSpPr>
        <p:grpSp>
          <p:nvGrpSpPr>
            <p:cNvPr id="55" name="组合 99"/>
            <p:cNvGrpSpPr>
              <a:grpSpLocks/>
            </p:cNvGrpSpPr>
            <p:nvPr/>
          </p:nvGrpSpPr>
          <p:grpSpPr bwMode="auto">
            <a:xfrm>
              <a:off x="6199814" y="5451033"/>
              <a:ext cx="473132" cy="71468"/>
              <a:chOff x="2321750" y="5453423"/>
              <a:chExt cx="473132" cy="71468"/>
            </a:xfrm>
          </p:grpSpPr>
          <p:cxnSp>
            <p:nvCxnSpPr>
              <p:cNvPr id="59" name="直接连接符 103"/>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104"/>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105"/>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106"/>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107"/>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108"/>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5" name="直接连接符 109"/>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连接符 110"/>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等腰三角形 100"/>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7" name="椭圆 101"/>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8" name="椭圆 102"/>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67" name="组合 111"/>
          <p:cNvGrpSpPr>
            <a:grpSpLocks/>
          </p:cNvGrpSpPr>
          <p:nvPr/>
        </p:nvGrpSpPr>
        <p:grpSpPr bwMode="auto">
          <a:xfrm>
            <a:off x="5102275" y="5305186"/>
            <a:ext cx="352425" cy="315912"/>
            <a:chOff x="2312606" y="5094185"/>
            <a:chExt cx="473132" cy="424341"/>
          </a:xfrm>
        </p:grpSpPr>
        <p:sp>
          <p:nvSpPr>
            <p:cNvPr id="68" name="等腰三角形 112"/>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69" name="组合 113"/>
            <p:cNvGrpSpPr>
              <a:grpSpLocks/>
            </p:cNvGrpSpPr>
            <p:nvPr/>
          </p:nvGrpSpPr>
          <p:grpSpPr bwMode="auto">
            <a:xfrm>
              <a:off x="2312606" y="5447058"/>
              <a:ext cx="473132" cy="71468"/>
              <a:chOff x="2321750" y="5453423"/>
              <a:chExt cx="473132" cy="71468"/>
            </a:xfrm>
          </p:grpSpPr>
          <p:cxnSp>
            <p:nvCxnSpPr>
              <p:cNvPr id="70" name="直接连接符 114"/>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直接连接符 115"/>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直接连接符 116"/>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直接连接符 117"/>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直接连接符 118"/>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119"/>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120"/>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121"/>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82" name="Text Box 1032"/>
          <p:cNvSpPr txBox="1">
            <a:spLocks noChangeArrowheads="1"/>
          </p:cNvSpPr>
          <p:nvPr/>
        </p:nvSpPr>
        <p:spPr bwMode="auto">
          <a:xfrm>
            <a:off x="726548" y="3788080"/>
            <a:ext cx="8784976"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solidFill>
                  <a:srgbClr val="FF0000"/>
                </a:solidFill>
                <a:latin typeface="+mn-lt"/>
                <a:ea typeface="微软雅黑" panose="020B0503020204020204" pitchFamily="34" charset="-122"/>
              </a:rPr>
              <a:t>静定梁 </a:t>
            </a:r>
            <a:r>
              <a:rPr lang="en-US" altLang="zh-CN" sz="2800" i="0" dirty="0">
                <a:solidFill>
                  <a:srgbClr val="FF0000"/>
                </a:solidFill>
                <a:latin typeface="+mn-lt"/>
                <a:ea typeface="微软雅黑" panose="020B0503020204020204" pitchFamily="34" charset="-122"/>
              </a:rPr>
              <a:t>— </a:t>
            </a:r>
            <a:r>
              <a:rPr kumimoji="1" lang="zh-CN" altLang="en-US" sz="2800" i="0" dirty="0">
                <a:latin typeface="+mj-lt"/>
                <a:ea typeface="微软雅黑" panose="020B0503020204020204" pitchFamily="34" charset="-122"/>
              </a:rPr>
              <a:t>仅用静力平衡方程即可求支座反力的梁。</a:t>
            </a:r>
          </a:p>
        </p:txBody>
      </p:sp>
    </p:spTree>
    <p:extLst>
      <p:ext uri="{BB962C8B-B14F-4D97-AF65-F5344CB8AC3E}">
        <p14:creationId xmlns:p14="http://schemas.microsoft.com/office/powerpoint/2010/main" val="33515741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9" grpId="0" animBg="1"/>
      <p:bldP spid="15" grpId="0" autoUpdateAnimBg="0"/>
      <p:bldP spid="21" grpId="0" animBg="1"/>
      <p:bldP spid="8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6744072" y="1384771"/>
            <a:ext cx="5328592" cy="4826268"/>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272953" y="1142372"/>
            <a:ext cx="6255095"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i="0" dirty="0">
                <a:latin typeface="+mj-lt"/>
                <a:ea typeface="微软雅黑" panose="020B0503020204020204" pitchFamily="34" charset="-122"/>
              </a:rPr>
              <a:t>在</a:t>
            </a:r>
            <a:r>
              <a:rPr kumimoji="1" lang="zh-CN" altLang="en-US" sz="2800" i="0" dirty="0">
                <a:latin typeface="+mj-lt"/>
                <a:ea typeface="微软雅黑" panose="020B0503020204020204" pitchFamily="34" charset="-122"/>
              </a:rPr>
              <a:t>列出平衡方程，可得</a:t>
            </a:r>
          </a:p>
          <a:p>
            <a:pPr lvl="0">
              <a:lnSpc>
                <a:spcPct val="130000"/>
              </a:lnSpc>
            </a:pP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F</a:t>
            </a:r>
            <a:r>
              <a:rPr kumimoji="1" lang="en-US" altLang="zh-CN" sz="2800" b="0" baseline="-25000" dirty="0" err="1">
                <a:latin typeface="+mj-lt"/>
                <a:ea typeface="微软雅黑" panose="020B0503020204020204" pitchFamily="34" charset="-122"/>
              </a:rPr>
              <a:t>y</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a:t>
            </a:r>
            <a:r>
              <a:rPr kumimoji="1" lang="en-US" altLang="zh-CN" sz="2800" b="0" dirty="0">
                <a:latin typeface="+mj-lt"/>
                <a:ea typeface="微软雅黑" panose="020B0503020204020204" pitchFamily="34" charset="-122"/>
              </a:rPr>
              <a:t>           F-F</a:t>
            </a:r>
            <a:r>
              <a:rPr kumimoji="1" lang="en-US" altLang="zh-CN" sz="2800" b="0" i="0" baseline="-25000" dirty="0">
                <a:latin typeface="+mj-lt"/>
                <a:ea typeface="微软雅黑" panose="020B0503020204020204" pitchFamily="34" charset="-122"/>
              </a:rPr>
              <a:t>Q</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      </a:t>
            </a: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en-US" altLang="zh-CN" sz="2800" b="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F    </a:t>
            </a:r>
            <a:r>
              <a:rPr kumimoji="1" lang="en-US" altLang="zh-CN" sz="2800" b="0" i="0" dirty="0">
                <a:latin typeface="+mj-lt"/>
                <a:ea typeface="微软雅黑" panose="020B0503020204020204" pitchFamily="34" charset="-122"/>
              </a:rPr>
              <a:t>(a)</a:t>
            </a:r>
            <a:r>
              <a:rPr kumimoji="1" lang="en-US" altLang="zh-CN" sz="2800" b="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M</a:t>
            </a:r>
            <a:r>
              <a:rPr kumimoji="1" lang="en-US" altLang="zh-CN" sz="2800" b="0" baseline="-25000" dirty="0">
                <a:latin typeface="+mj-lt"/>
                <a:ea typeface="微软雅黑" panose="020B0503020204020204" pitchFamily="34" charset="-122"/>
              </a:rPr>
              <a:t>O</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F</a:t>
            </a:r>
            <a:r>
              <a:rPr kumimoji="1" lang="en-US" altLang="zh-CN" sz="2800" b="0" i="0" dirty="0">
                <a:latin typeface="+mj-lt"/>
                <a:ea typeface="微软雅黑" panose="020B0503020204020204" pitchFamily="34" charset="-122"/>
              </a:rPr>
              <a:t>)</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  </a:t>
            </a:r>
            <a:r>
              <a:rPr kumimoji="1" lang="en-US" altLang="zh-CN" sz="2800" b="0" dirty="0">
                <a:latin typeface="+mj-lt"/>
                <a:ea typeface="微软雅黑" panose="020B0503020204020204" pitchFamily="34" charset="-122"/>
              </a:rPr>
              <a:t> M-</a:t>
            </a:r>
            <a:r>
              <a:rPr kumimoji="1" lang="en-US" altLang="zh-CN" sz="2800" b="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Fx</a:t>
            </a:r>
            <a:r>
              <a:rPr kumimoji="1" lang="en-US" altLang="zh-CN" sz="2800" b="0" i="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i="0" dirty="0">
                <a:latin typeface="+mj-lt"/>
                <a:ea typeface="微软雅黑" panose="020B0503020204020204" pitchFamily="34" charset="-122"/>
              </a:rPr>
              <a:t>0</a:t>
            </a:r>
            <a:r>
              <a:rPr kumimoji="1" lang="en-US" altLang="zh-CN" sz="2800" b="0" dirty="0">
                <a:latin typeface="+mj-lt"/>
                <a:ea typeface="微软雅黑" panose="020B0503020204020204" pitchFamily="34" charset="-122"/>
              </a:rPr>
              <a:t>    M</a:t>
            </a:r>
            <a:r>
              <a:rPr kumimoji="1" lang="en-US" altLang="zh-CN" sz="2800" b="0" i="0" dirty="0">
                <a:latin typeface="+mj-lt"/>
                <a:ea typeface="微软雅黑" panose="020B0503020204020204" pitchFamily="34" charset="-122"/>
              </a:rPr>
              <a:t> </a:t>
            </a: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Fx</a:t>
            </a:r>
            <a:r>
              <a:rPr kumimoji="1" lang="en-US" altLang="zh-CN" sz="2800" b="0" dirty="0">
                <a:latin typeface="+mj-lt"/>
                <a:ea typeface="微软雅黑" panose="020B0503020204020204" pitchFamily="34" charset="-122"/>
              </a:rPr>
              <a:t>    </a:t>
            </a:r>
            <a:r>
              <a:rPr kumimoji="1" lang="en-US" altLang="zh-CN" sz="2800" b="0" i="0" dirty="0">
                <a:ea typeface="微软雅黑" panose="020B0503020204020204" pitchFamily="34" charset="-122"/>
              </a:rPr>
              <a:t>(b)</a:t>
            </a:r>
            <a:r>
              <a:rPr kumimoji="1" lang="en-US" altLang="zh-CN" sz="2800" b="0" dirty="0">
                <a:ea typeface="微软雅黑" panose="020B0503020204020204" pitchFamily="34" charset="-122"/>
              </a:rPr>
              <a:t> </a:t>
            </a:r>
            <a:endParaRPr lang="zh-CN" altLang="en-US" sz="2800" i="0" dirty="0">
              <a:latin typeface="+mj-lt"/>
              <a:ea typeface="微软雅黑" panose="020B0503020204020204" pitchFamily="34" charset="-122"/>
            </a:endParaRPr>
          </a:p>
        </p:txBody>
      </p:sp>
      <p:grpSp>
        <p:nvGrpSpPr>
          <p:cNvPr id="128" name="Group 120"/>
          <p:cNvGrpSpPr>
            <a:grpSpLocks/>
          </p:cNvGrpSpPr>
          <p:nvPr/>
        </p:nvGrpSpPr>
        <p:grpSpPr bwMode="auto">
          <a:xfrm>
            <a:off x="7117217" y="1235813"/>
            <a:ext cx="4430713" cy="2454275"/>
            <a:chOff x="2841" y="2178"/>
            <a:chExt cx="2791" cy="1546"/>
          </a:xfrm>
        </p:grpSpPr>
        <p:sp>
          <p:nvSpPr>
            <p:cNvPr id="129" name="Text Box 15"/>
            <p:cNvSpPr txBox="1">
              <a:spLocks noChangeAspect="1" noChangeArrowheads="1"/>
            </p:cNvSpPr>
            <p:nvPr/>
          </p:nvSpPr>
          <p:spPr bwMode="auto">
            <a:xfrm>
              <a:off x="3066" y="3364"/>
              <a:ext cx="34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FF"/>
                  </a:solidFill>
                  <a:ea typeface="宋体" panose="02010600030101010101" pitchFamily="2" charset="-122"/>
                </a:rPr>
                <a:t>F</a:t>
              </a:r>
              <a:endParaRPr lang="en-US" altLang="zh-CN" sz="2800" b="0" i="1" baseline="-25000" dirty="0">
                <a:solidFill>
                  <a:srgbClr val="FF00FF"/>
                </a:solidFill>
                <a:ea typeface="宋体" panose="02010600030101010101" pitchFamily="2" charset="-122"/>
              </a:endParaRPr>
            </a:p>
          </p:txBody>
        </p:sp>
        <p:sp>
          <p:nvSpPr>
            <p:cNvPr id="130" name="Rectangle 74"/>
            <p:cNvSpPr>
              <a:spLocks noChangeArrowheads="1"/>
            </p:cNvSpPr>
            <p:nvPr/>
          </p:nvSpPr>
          <p:spPr bwMode="auto">
            <a:xfrm>
              <a:off x="3092" y="2804"/>
              <a:ext cx="1982"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31" name="Line 80"/>
            <p:cNvSpPr>
              <a:spLocks noChangeShapeType="1"/>
            </p:cNvSpPr>
            <p:nvPr/>
          </p:nvSpPr>
          <p:spPr bwMode="auto">
            <a:xfrm>
              <a:off x="3080" y="2958"/>
              <a:ext cx="2411" cy="0"/>
            </a:xfrm>
            <a:prstGeom prst="line">
              <a:avLst/>
            </a:prstGeom>
            <a:noFill/>
            <a:ln w="9525">
              <a:solidFill>
                <a:schemeClr val="tx1"/>
              </a:solidFill>
              <a:prstDash val="lgDashDot"/>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2" name="Line 81"/>
            <p:cNvSpPr>
              <a:spLocks noChangeShapeType="1"/>
            </p:cNvSpPr>
            <p:nvPr/>
          </p:nvSpPr>
          <p:spPr bwMode="auto">
            <a:xfrm flipV="1">
              <a:off x="3096" y="2264"/>
              <a:ext cx="0" cy="827"/>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3" name="Text Box 85"/>
            <p:cNvSpPr txBox="1">
              <a:spLocks noChangeAspect="1" noChangeArrowheads="1"/>
            </p:cNvSpPr>
            <p:nvPr/>
          </p:nvSpPr>
          <p:spPr bwMode="auto">
            <a:xfrm>
              <a:off x="3889" y="2339"/>
              <a:ext cx="31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l</a:t>
              </a:r>
              <a:endParaRPr lang="en-US" altLang="zh-CN" b="0" i="1" dirty="0">
                <a:ea typeface="宋体" panose="02010600030101010101" pitchFamily="2" charset="-122"/>
              </a:endParaRPr>
            </a:p>
          </p:txBody>
        </p:sp>
        <p:sp>
          <p:nvSpPr>
            <p:cNvPr id="134" name="Text Box 90"/>
            <p:cNvSpPr txBox="1">
              <a:spLocks noChangeAspect="1" noChangeArrowheads="1"/>
            </p:cNvSpPr>
            <p:nvPr/>
          </p:nvSpPr>
          <p:spPr bwMode="auto">
            <a:xfrm>
              <a:off x="5381" y="2903"/>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sp>
          <p:nvSpPr>
            <p:cNvPr id="135" name="Text Box 96"/>
            <p:cNvSpPr txBox="1">
              <a:spLocks noChangeAspect="1" noChangeArrowheads="1"/>
            </p:cNvSpPr>
            <p:nvPr/>
          </p:nvSpPr>
          <p:spPr bwMode="auto">
            <a:xfrm>
              <a:off x="2841" y="2644"/>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A</a:t>
              </a:r>
              <a:endParaRPr lang="en-US" altLang="zh-CN" b="0" dirty="0">
                <a:ea typeface="宋体" panose="02010600030101010101" pitchFamily="2" charset="-122"/>
              </a:endParaRPr>
            </a:p>
          </p:txBody>
        </p:sp>
        <p:sp>
          <p:nvSpPr>
            <p:cNvPr id="136" name="Text Box 97"/>
            <p:cNvSpPr txBox="1">
              <a:spLocks noChangeAspect="1" noChangeArrowheads="1"/>
            </p:cNvSpPr>
            <p:nvPr/>
          </p:nvSpPr>
          <p:spPr bwMode="auto">
            <a:xfrm>
              <a:off x="4901" y="2562"/>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B</a:t>
              </a:r>
              <a:endParaRPr lang="en-US" altLang="zh-CN" b="0" dirty="0">
                <a:ea typeface="宋体" panose="02010600030101010101" pitchFamily="2" charset="-122"/>
              </a:endParaRPr>
            </a:p>
          </p:txBody>
        </p:sp>
        <p:sp>
          <p:nvSpPr>
            <p:cNvPr id="137" name="Text Box 98"/>
            <p:cNvSpPr txBox="1">
              <a:spLocks noChangeAspect="1" noChangeArrowheads="1"/>
            </p:cNvSpPr>
            <p:nvPr/>
          </p:nvSpPr>
          <p:spPr bwMode="auto">
            <a:xfrm>
              <a:off x="3079" y="2178"/>
              <a:ext cx="245"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y</a:t>
              </a:r>
              <a:endParaRPr lang="en-US" altLang="zh-CN" b="0" dirty="0">
                <a:ea typeface="宋体" panose="02010600030101010101" pitchFamily="2" charset="-122"/>
              </a:endParaRPr>
            </a:p>
          </p:txBody>
        </p:sp>
        <p:sp>
          <p:nvSpPr>
            <p:cNvPr id="138" name="Line 104"/>
            <p:cNvSpPr>
              <a:spLocks noChangeShapeType="1"/>
            </p:cNvSpPr>
            <p:nvPr/>
          </p:nvSpPr>
          <p:spPr bwMode="auto">
            <a:xfrm>
              <a:off x="3094" y="2575"/>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39" name="Line 106"/>
            <p:cNvSpPr>
              <a:spLocks noChangeShapeType="1"/>
            </p:cNvSpPr>
            <p:nvPr/>
          </p:nvSpPr>
          <p:spPr bwMode="auto">
            <a:xfrm flipV="1">
              <a:off x="5076" y="2414"/>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40" name="Line 42"/>
            <p:cNvSpPr>
              <a:spLocks noChangeAspect="1" noChangeShapeType="1"/>
            </p:cNvSpPr>
            <p:nvPr/>
          </p:nvSpPr>
          <p:spPr bwMode="auto">
            <a:xfrm flipV="1">
              <a:off x="3084" y="2945"/>
              <a:ext cx="2" cy="607"/>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141" name="Text Box 5"/>
          <p:cNvSpPr txBox="1">
            <a:spLocks noChangeAspect="1" noChangeArrowheads="1"/>
          </p:cNvSpPr>
          <p:nvPr/>
        </p:nvSpPr>
        <p:spPr bwMode="auto">
          <a:xfrm>
            <a:off x="10592255" y="3199551"/>
            <a:ext cx="6223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1" baseline="-25000" dirty="0">
                <a:solidFill>
                  <a:srgbClr val="FF0000"/>
                </a:solidFill>
                <a:ea typeface="宋体" panose="02010600030101010101" pitchFamily="2" charset="-122"/>
              </a:rPr>
              <a:t>B</a:t>
            </a:r>
          </a:p>
        </p:txBody>
      </p:sp>
      <p:grpSp>
        <p:nvGrpSpPr>
          <p:cNvPr id="142" name="Group 7"/>
          <p:cNvGrpSpPr>
            <a:grpSpLocks noChangeAspect="1"/>
          </p:cNvGrpSpPr>
          <p:nvPr/>
        </p:nvGrpSpPr>
        <p:grpSpPr bwMode="auto">
          <a:xfrm>
            <a:off x="8644392" y="1724763"/>
            <a:ext cx="550863" cy="1373188"/>
            <a:chOff x="2133" y="2780"/>
            <a:chExt cx="289" cy="721"/>
          </a:xfrm>
        </p:grpSpPr>
        <p:sp>
          <p:nvSpPr>
            <p:cNvPr id="143" name="Line 8"/>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4" name="Text Box 9"/>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45" name="Text Box 10"/>
            <p:cNvSpPr txBox="1">
              <a:spLocks noChangeAspect="1" noChangeArrowheads="1"/>
            </p:cNvSpPr>
            <p:nvPr/>
          </p:nvSpPr>
          <p:spPr bwMode="auto">
            <a:xfrm>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sp>
        <p:nvSpPr>
          <p:cNvPr id="146" name="Line 11"/>
          <p:cNvSpPr>
            <a:spLocks noChangeAspect="1" noChangeShapeType="1"/>
          </p:cNvSpPr>
          <p:nvPr/>
        </p:nvSpPr>
        <p:spPr bwMode="auto">
          <a:xfrm>
            <a:off x="8817430" y="3578964"/>
            <a:ext cx="0" cy="849312"/>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47" name="Text Box 12"/>
          <p:cNvSpPr txBox="1">
            <a:spLocks noChangeAspect="1" noChangeArrowheads="1"/>
          </p:cNvSpPr>
          <p:nvPr/>
        </p:nvSpPr>
        <p:spPr bwMode="auto">
          <a:xfrm>
            <a:off x="8793617" y="3220189"/>
            <a:ext cx="7334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0" baseline="-25000" dirty="0">
                <a:solidFill>
                  <a:srgbClr val="FF0000"/>
                </a:solidFill>
                <a:ea typeface="宋体" panose="02010600030101010101" pitchFamily="2" charset="-122"/>
              </a:rPr>
              <a:t>Q</a:t>
            </a:r>
          </a:p>
        </p:txBody>
      </p:sp>
      <p:sp>
        <p:nvSpPr>
          <p:cNvPr id="148" name="Arc 13"/>
          <p:cNvSpPr>
            <a:spLocks noChangeAspect="1"/>
          </p:cNvSpPr>
          <p:nvPr/>
        </p:nvSpPr>
        <p:spPr bwMode="auto">
          <a:xfrm rot="18969784" flipV="1">
            <a:off x="8690430" y="3718664"/>
            <a:ext cx="439737" cy="541337"/>
          </a:xfrm>
          <a:custGeom>
            <a:avLst/>
            <a:gdLst>
              <a:gd name="T0" fmla="*/ 0 w 21600"/>
              <a:gd name="T1" fmla="*/ 0 h 32407"/>
              <a:gd name="T2" fmla="*/ 157799525 w 21600"/>
              <a:gd name="T3" fmla="*/ 151051612 h 32407"/>
              <a:gd name="T4" fmla="*/ 0 w 21600"/>
              <a:gd name="T5" fmla="*/ 100679236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9" name="Text Box 14"/>
          <p:cNvSpPr txBox="1">
            <a:spLocks noChangeAspect="1" noChangeArrowheads="1"/>
          </p:cNvSpPr>
          <p:nvPr/>
        </p:nvSpPr>
        <p:spPr bwMode="auto">
          <a:xfrm>
            <a:off x="9022217" y="3777401"/>
            <a:ext cx="5492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p>
        </p:txBody>
      </p:sp>
      <p:grpSp>
        <p:nvGrpSpPr>
          <p:cNvPr id="150" name="Group 75"/>
          <p:cNvGrpSpPr>
            <a:grpSpLocks/>
          </p:cNvGrpSpPr>
          <p:nvPr/>
        </p:nvGrpSpPr>
        <p:grpSpPr bwMode="auto">
          <a:xfrm>
            <a:off x="10681155" y="2048613"/>
            <a:ext cx="230187" cy="823913"/>
            <a:chOff x="5086" y="2690"/>
            <a:chExt cx="145" cy="519"/>
          </a:xfrm>
        </p:grpSpPr>
        <p:sp>
          <p:nvSpPr>
            <p:cNvPr id="151" name="Rectangle 45" descr="宽上对角线"/>
            <p:cNvSpPr>
              <a:spLocks noChangeAspect="1" noChangeArrowheads="1"/>
            </p:cNvSpPr>
            <p:nvPr/>
          </p:nvSpPr>
          <p:spPr bwMode="auto">
            <a:xfrm rot="-5400000">
              <a:off x="4900" y="2876"/>
              <a:ext cx="517" cy="145"/>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52" name="Line 46"/>
            <p:cNvSpPr>
              <a:spLocks noChangeAspect="1" noChangeShapeType="1"/>
            </p:cNvSpPr>
            <p:nvPr/>
          </p:nvSpPr>
          <p:spPr bwMode="auto">
            <a:xfrm rot="-5400000">
              <a:off x="4826" y="2950"/>
              <a:ext cx="5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53" name="Line 49"/>
          <p:cNvSpPr>
            <a:spLocks noChangeAspect="1" noChangeShapeType="1"/>
          </p:cNvSpPr>
          <p:nvPr/>
        </p:nvSpPr>
        <p:spPr bwMode="auto">
          <a:xfrm>
            <a:off x="10677980" y="2461363"/>
            <a:ext cx="3175" cy="963613"/>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54" name="Arc 118"/>
          <p:cNvSpPr>
            <a:spLocks noChangeAspect="1"/>
          </p:cNvSpPr>
          <p:nvPr/>
        </p:nvSpPr>
        <p:spPr bwMode="auto">
          <a:xfrm rot="18969784" flipV="1">
            <a:off x="10554155" y="2150213"/>
            <a:ext cx="439737" cy="541338"/>
          </a:xfrm>
          <a:custGeom>
            <a:avLst/>
            <a:gdLst>
              <a:gd name="T0" fmla="*/ 0 w 21600"/>
              <a:gd name="T1" fmla="*/ 0 h 32407"/>
              <a:gd name="T2" fmla="*/ 157799525 w 21600"/>
              <a:gd name="T3" fmla="*/ 151052559 h 32407"/>
              <a:gd name="T4" fmla="*/ 0 w 21600"/>
              <a:gd name="T5" fmla="*/ 10067989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5" name="Text Box 119"/>
          <p:cNvSpPr txBox="1">
            <a:spLocks noChangeAspect="1" noChangeArrowheads="1"/>
          </p:cNvSpPr>
          <p:nvPr/>
        </p:nvSpPr>
        <p:spPr bwMode="auto">
          <a:xfrm>
            <a:off x="10849430" y="1815251"/>
            <a:ext cx="72866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r>
              <a:rPr lang="en-US" altLang="zh-CN" sz="2800" b="0" i="1" baseline="-25000" dirty="0">
                <a:solidFill>
                  <a:srgbClr val="FF0000"/>
                </a:solidFill>
                <a:ea typeface="宋体" panose="02010600030101010101" pitchFamily="2" charset="-122"/>
              </a:rPr>
              <a:t>B</a:t>
            </a:r>
          </a:p>
        </p:txBody>
      </p:sp>
      <p:sp>
        <p:nvSpPr>
          <p:cNvPr id="156" name="Text Box 128"/>
          <p:cNvSpPr txBox="1">
            <a:spLocks noChangeAspect="1" noChangeArrowheads="1"/>
          </p:cNvSpPr>
          <p:nvPr/>
        </p:nvSpPr>
        <p:spPr bwMode="auto">
          <a:xfrm>
            <a:off x="7915730" y="2783626"/>
            <a:ext cx="398462" cy="39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grpSp>
        <p:nvGrpSpPr>
          <p:cNvPr id="157" name="Group 135"/>
          <p:cNvGrpSpPr>
            <a:grpSpLocks/>
          </p:cNvGrpSpPr>
          <p:nvPr/>
        </p:nvGrpSpPr>
        <p:grpSpPr bwMode="auto">
          <a:xfrm>
            <a:off x="7512505" y="2921738"/>
            <a:ext cx="1201737" cy="303213"/>
            <a:chOff x="3387" y="2368"/>
            <a:chExt cx="1986" cy="191"/>
          </a:xfrm>
        </p:grpSpPr>
        <p:sp>
          <p:nvSpPr>
            <p:cNvPr id="158" name="Line 132"/>
            <p:cNvSpPr>
              <a:spLocks noChangeShapeType="1"/>
            </p:cNvSpPr>
            <p:nvPr/>
          </p:nvSpPr>
          <p:spPr bwMode="auto">
            <a:xfrm>
              <a:off x="3387" y="2529"/>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59" name="Line 133"/>
            <p:cNvSpPr>
              <a:spLocks noChangeShapeType="1"/>
            </p:cNvSpPr>
            <p:nvPr/>
          </p:nvSpPr>
          <p:spPr bwMode="auto">
            <a:xfrm flipV="1">
              <a:off x="5369" y="2368"/>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0" name="Group 144"/>
          <p:cNvGrpSpPr>
            <a:grpSpLocks/>
          </p:cNvGrpSpPr>
          <p:nvPr/>
        </p:nvGrpSpPr>
        <p:grpSpPr bwMode="auto">
          <a:xfrm>
            <a:off x="7153730" y="3285276"/>
            <a:ext cx="1690687" cy="1938338"/>
            <a:chOff x="3134" y="2457"/>
            <a:chExt cx="1065" cy="1221"/>
          </a:xfrm>
        </p:grpSpPr>
        <p:sp>
          <p:nvSpPr>
            <p:cNvPr id="161" name="Text Box 123"/>
            <p:cNvSpPr txBox="1">
              <a:spLocks noChangeAspect="1" noChangeArrowheads="1"/>
            </p:cNvSpPr>
            <p:nvPr/>
          </p:nvSpPr>
          <p:spPr bwMode="auto">
            <a:xfrm>
              <a:off x="3359" y="3318"/>
              <a:ext cx="345"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FF"/>
                  </a:solidFill>
                  <a:ea typeface="宋体" panose="02010600030101010101" pitchFamily="2" charset="-122"/>
                </a:rPr>
                <a:t>F</a:t>
              </a:r>
              <a:endParaRPr lang="en-US" altLang="zh-CN" sz="2800" b="0" i="1" baseline="-25000" dirty="0">
                <a:solidFill>
                  <a:srgbClr val="FF00FF"/>
                </a:solidFill>
                <a:ea typeface="宋体" panose="02010600030101010101" pitchFamily="2" charset="-122"/>
              </a:endParaRPr>
            </a:p>
          </p:txBody>
        </p:sp>
        <p:sp>
          <p:nvSpPr>
            <p:cNvPr id="162" name="Rectangle 124"/>
            <p:cNvSpPr>
              <a:spLocks noChangeArrowheads="1"/>
            </p:cNvSpPr>
            <p:nvPr/>
          </p:nvSpPr>
          <p:spPr bwMode="auto">
            <a:xfrm>
              <a:off x="3385" y="2758"/>
              <a:ext cx="734"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63" name="Line 125"/>
            <p:cNvSpPr>
              <a:spLocks noChangeShapeType="1"/>
            </p:cNvSpPr>
            <p:nvPr/>
          </p:nvSpPr>
          <p:spPr bwMode="auto">
            <a:xfrm>
              <a:off x="3373" y="2912"/>
              <a:ext cx="596" cy="0"/>
            </a:xfrm>
            <a:prstGeom prst="line">
              <a:avLst/>
            </a:prstGeom>
            <a:noFill/>
            <a:ln w="9525">
              <a:solidFill>
                <a:schemeClr val="tx1"/>
              </a:solidFill>
              <a:prstDash val="lgDashDot"/>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64" name="Text Box 127"/>
            <p:cNvSpPr txBox="1">
              <a:spLocks noChangeAspect="1" noChangeArrowheads="1"/>
            </p:cNvSpPr>
            <p:nvPr/>
          </p:nvSpPr>
          <p:spPr bwMode="auto">
            <a:xfrm>
              <a:off x="3885" y="2747"/>
              <a:ext cx="31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O</a:t>
              </a:r>
              <a:endParaRPr lang="en-US" altLang="zh-CN" b="0" i="1" dirty="0">
                <a:ea typeface="宋体" panose="02010600030101010101" pitchFamily="2" charset="-122"/>
              </a:endParaRPr>
            </a:p>
          </p:txBody>
        </p:sp>
        <p:sp>
          <p:nvSpPr>
            <p:cNvPr id="165" name="Text Box 129"/>
            <p:cNvSpPr txBox="1">
              <a:spLocks noChangeAspect="1" noChangeArrowheads="1"/>
            </p:cNvSpPr>
            <p:nvPr/>
          </p:nvSpPr>
          <p:spPr bwMode="auto">
            <a:xfrm>
              <a:off x="3134" y="2598"/>
              <a:ext cx="376"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A</a:t>
              </a:r>
              <a:endParaRPr lang="en-US" altLang="zh-CN" b="0" dirty="0">
                <a:ea typeface="宋体" panose="02010600030101010101" pitchFamily="2" charset="-122"/>
              </a:endParaRPr>
            </a:p>
          </p:txBody>
        </p:sp>
        <p:sp>
          <p:nvSpPr>
            <p:cNvPr id="166" name="Line 134"/>
            <p:cNvSpPr>
              <a:spLocks noChangeAspect="1" noChangeShapeType="1"/>
            </p:cNvSpPr>
            <p:nvPr/>
          </p:nvSpPr>
          <p:spPr bwMode="auto">
            <a:xfrm flipV="1">
              <a:off x="3377" y="2899"/>
              <a:ext cx="2" cy="607"/>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67" name="Text Box 136"/>
            <p:cNvSpPr txBox="1">
              <a:spLocks noChangeAspect="1" noChangeArrowheads="1"/>
            </p:cNvSpPr>
            <p:nvPr/>
          </p:nvSpPr>
          <p:spPr bwMode="auto">
            <a:xfrm>
              <a:off x="3619" y="3104"/>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x</a:t>
              </a:r>
              <a:endParaRPr lang="en-US" altLang="zh-CN" b="0" dirty="0"/>
            </a:p>
          </p:txBody>
        </p:sp>
        <p:grpSp>
          <p:nvGrpSpPr>
            <p:cNvPr id="168" name="Group 137"/>
            <p:cNvGrpSpPr>
              <a:grpSpLocks/>
            </p:cNvGrpSpPr>
            <p:nvPr/>
          </p:nvGrpSpPr>
          <p:grpSpPr bwMode="auto">
            <a:xfrm>
              <a:off x="3365" y="3191"/>
              <a:ext cx="748" cy="191"/>
              <a:chOff x="3387" y="2368"/>
              <a:chExt cx="1986" cy="191"/>
            </a:xfrm>
          </p:grpSpPr>
          <p:sp>
            <p:nvSpPr>
              <p:cNvPr id="173" name="Line 138"/>
              <p:cNvSpPr>
                <a:spLocks noChangeShapeType="1"/>
              </p:cNvSpPr>
              <p:nvPr/>
            </p:nvSpPr>
            <p:spPr bwMode="auto">
              <a:xfrm>
                <a:off x="3387" y="2529"/>
                <a:ext cx="1986"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74" name="Line 139"/>
              <p:cNvSpPr>
                <a:spLocks noChangeShapeType="1"/>
              </p:cNvSpPr>
              <p:nvPr/>
            </p:nvSpPr>
            <p:spPr bwMode="auto">
              <a:xfrm flipV="1">
                <a:off x="5369" y="2368"/>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169" name="Group 140"/>
            <p:cNvGrpSpPr>
              <a:grpSpLocks noChangeAspect="1"/>
            </p:cNvGrpSpPr>
            <p:nvPr/>
          </p:nvGrpSpPr>
          <p:grpSpPr bwMode="auto">
            <a:xfrm flipH="1">
              <a:off x="3816" y="2457"/>
              <a:ext cx="347" cy="865"/>
              <a:chOff x="2133" y="2780"/>
              <a:chExt cx="289" cy="721"/>
            </a:xfrm>
          </p:grpSpPr>
          <p:sp>
            <p:nvSpPr>
              <p:cNvPr id="170" name="Line 141"/>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Text Box 142"/>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72" name="Text Box 143"/>
              <p:cNvSpPr txBox="1">
                <a:spLocks noChangeAspect="1" noChangeArrowheads="1"/>
              </p:cNvSpPr>
              <p:nvPr/>
            </p:nvSpPr>
            <p:spPr bwMode="auto">
              <a:xfrm flipH="1">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grpSp>
      <p:grpSp>
        <p:nvGrpSpPr>
          <p:cNvPr id="175" name="Group 166"/>
          <p:cNvGrpSpPr>
            <a:grpSpLocks/>
          </p:cNvGrpSpPr>
          <p:nvPr/>
        </p:nvGrpSpPr>
        <p:grpSpPr bwMode="auto">
          <a:xfrm>
            <a:off x="8650742" y="4633861"/>
            <a:ext cx="2986088" cy="1641475"/>
            <a:chOff x="3807" y="3067"/>
            <a:chExt cx="1881" cy="1034"/>
          </a:xfrm>
        </p:grpSpPr>
        <p:sp>
          <p:nvSpPr>
            <p:cNvPr id="176" name="Rectangle 147"/>
            <p:cNvSpPr>
              <a:spLocks noChangeArrowheads="1"/>
            </p:cNvSpPr>
            <p:nvPr/>
          </p:nvSpPr>
          <p:spPr bwMode="auto">
            <a:xfrm>
              <a:off x="3845" y="3373"/>
              <a:ext cx="1266" cy="305"/>
            </a:xfrm>
            <a:prstGeom prst="rect">
              <a:avLst/>
            </a:prstGeom>
            <a:gradFill rotWithShape="1">
              <a:gsLst>
                <a:gs pos="0">
                  <a:schemeClr val="bg1">
                    <a:gamma/>
                    <a:shade val="57255"/>
                    <a:invGamma/>
                  </a:schemeClr>
                </a:gs>
                <a:gs pos="50000">
                  <a:schemeClr val="bg1"/>
                </a:gs>
                <a:gs pos="100000">
                  <a:schemeClr val="bg1">
                    <a:gamma/>
                    <a:shade val="57255"/>
                    <a:invGamma/>
                  </a:schemeClr>
                </a:gs>
              </a:gsLst>
              <a:lin ang="5400000" scaled="1"/>
            </a:gradFill>
            <a:ln w="28575">
              <a:solidFill>
                <a:schemeClr val="tx1"/>
              </a:solidFill>
              <a:miter lim="800000"/>
              <a:headEnd/>
              <a:tailEnd/>
            </a:ln>
            <a:effectLst/>
          </p:spPr>
          <p:txBody>
            <a:bodyPr wrap="none" anchor="ctr"/>
            <a:lstStyle/>
            <a:p>
              <a:pPr>
                <a:defRPr/>
              </a:pPr>
              <a:endParaRPr lang="zh-CN" altLang="en-US">
                <a:ea typeface="黑体" pitchFamily="2" charset="-122"/>
              </a:endParaRPr>
            </a:p>
          </p:txBody>
        </p:sp>
        <p:sp>
          <p:nvSpPr>
            <p:cNvPr id="177" name="Line 148"/>
            <p:cNvSpPr>
              <a:spLocks noChangeShapeType="1"/>
            </p:cNvSpPr>
            <p:nvPr/>
          </p:nvSpPr>
          <p:spPr bwMode="auto">
            <a:xfrm>
              <a:off x="3989" y="3527"/>
              <a:ext cx="1224" cy="0"/>
            </a:xfrm>
            <a:prstGeom prst="line">
              <a:avLst/>
            </a:prstGeom>
            <a:noFill/>
            <a:ln w="9525">
              <a:solidFill>
                <a:schemeClr val="tx1"/>
              </a:solidFill>
              <a:prstDash val="lgDashDot"/>
              <a:round/>
              <a:headEnd/>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78" name="Text Box 150"/>
            <p:cNvSpPr txBox="1">
              <a:spLocks noChangeAspect="1" noChangeArrowheads="1"/>
            </p:cNvSpPr>
            <p:nvPr/>
          </p:nvSpPr>
          <p:spPr bwMode="auto">
            <a:xfrm>
              <a:off x="4187" y="3676"/>
              <a:ext cx="54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t>l</a:t>
              </a:r>
              <a:r>
                <a:rPr lang="en-US" altLang="zh-CN" b="0" dirty="0">
                  <a:latin typeface="宋体" panose="02010600030101010101" pitchFamily="2" charset="-122"/>
                  <a:ea typeface="宋体" panose="02010600030101010101" pitchFamily="2" charset="-122"/>
                </a:rPr>
                <a:t>-</a:t>
              </a:r>
              <a:r>
                <a:rPr lang="en-US" altLang="zh-CN" b="0" i="1" dirty="0"/>
                <a:t>x</a:t>
              </a:r>
              <a:endParaRPr lang="en-US" altLang="zh-CN" b="0" i="1" dirty="0">
                <a:ea typeface="宋体" panose="02010600030101010101" pitchFamily="2" charset="-122"/>
              </a:endParaRPr>
            </a:p>
          </p:txBody>
        </p:sp>
        <p:sp>
          <p:nvSpPr>
            <p:cNvPr id="179" name="Text Box 151"/>
            <p:cNvSpPr txBox="1">
              <a:spLocks noChangeAspect="1" noChangeArrowheads="1"/>
            </p:cNvSpPr>
            <p:nvPr/>
          </p:nvSpPr>
          <p:spPr bwMode="auto">
            <a:xfrm>
              <a:off x="5418" y="3472"/>
              <a:ext cx="25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endParaRPr lang="zh-CN" altLang="zh-CN"/>
            </a:p>
          </p:txBody>
        </p:sp>
        <p:sp>
          <p:nvSpPr>
            <p:cNvPr id="180" name="Text Box 153"/>
            <p:cNvSpPr txBox="1">
              <a:spLocks noChangeAspect="1" noChangeArrowheads="1"/>
            </p:cNvSpPr>
            <p:nvPr/>
          </p:nvSpPr>
          <p:spPr bwMode="auto">
            <a:xfrm>
              <a:off x="4938" y="3131"/>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B</a:t>
              </a:r>
              <a:endParaRPr lang="en-US" altLang="zh-CN" b="0" dirty="0">
                <a:ea typeface="宋体" panose="02010600030101010101" pitchFamily="2" charset="-122"/>
              </a:endParaRPr>
            </a:p>
          </p:txBody>
        </p:sp>
        <p:sp>
          <p:nvSpPr>
            <p:cNvPr id="181" name="Line 155"/>
            <p:cNvSpPr>
              <a:spLocks noChangeShapeType="1"/>
            </p:cNvSpPr>
            <p:nvPr/>
          </p:nvSpPr>
          <p:spPr bwMode="auto">
            <a:xfrm>
              <a:off x="3855" y="3923"/>
              <a:ext cx="1253" cy="0"/>
            </a:xfrm>
            <a:prstGeom prst="line">
              <a:avLst/>
            </a:prstGeom>
            <a:noFill/>
            <a:ln w="12700">
              <a:solidFill>
                <a:schemeClr val="tx1"/>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182" name="Line 156"/>
            <p:cNvSpPr>
              <a:spLocks noChangeShapeType="1"/>
            </p:cNvSpPr>
            <p:nvPr/>
          </p:nvSpPr>
          <p:spPr bwMode="auto">
            <a:xfrm flipV="1">
              <a:off x="3857" y="3795"/>
              <a:ext cx="0" cy="191"/>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183" name="Text Box 158"/>
            <p:cNvSpPr txBox="1">
              <a:spLocks noChangeAspect="1" noChangeArrowheads="1"/>
            </p:cNvSpPr>
            <p:nvPr/>
          </p:nvSpPr>
          <p:spPr bwMode="auto">
            <a:xfrm>
              <a:off x="5122" y="3741"/>
              <a:ext cx="392"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1" baseline="-25000" dirty="0">
                  <a:solidFill>
                    <a:srgbClr val="FF0000"/>
                  </a:solidFill>
                  <a:ea typeface="宋体" panose="02010600030101010101" pitchFamily="2" charset="-122"/>
                </a:rPr>
                <a:t>B</a:t>
              </a:r>
            </a:p>
          </p:txBody>
        </p:sp>
        <p:sp>
          <p:nvSpPr>
            <p:cNvPr id="184" name="Line 159"/>
            <p:cNvSpPr>
              <a:spLocks noChangeAspect="1" noChangeShapeType="1"/>
            </p:cNvSpPr>
            <p:nvPr/>
          </p:nvSpPr>
          <p:spPr bwMode="auto">
            <a:xfrm>
              <a:off x="5121" y="3519"/>
              <a:ext cx="0" cy="50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85" name="Arc 160"/>
            <p:cNvSpPr>
              <a:spLocks noChangeAspect="1"/>
            </p:cNvSpPr>
            <p:nvPr/>
          </p:nvSpPr>
          <p:spPr bwMode="auto">
            <a:xfrm rot="18969784" flipV="1">
              <a:off x="5043" y="3323"/>
              <a:ext cx="277" cy="341"/>
            </a:xfrm>
            <a:custGeom>
              <a:avLst/>
              <a:gdLst>
                <a:gd name="T0" fmla="*/ 0 w 21600"/>
                <a:gd name="T1" fmla="*/ 0 h 32407"/>
                <a:gd name="T2" fmla="*/ 0 w 21600"/>
                <a:gd name="T3" fmla="*/ 0 h 32407"/>
                <a:gd name="T4" fmla="*/ 0 w 21600"/>
                <a:gd name="T5" fmla="*/ 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86" name="Text Box 161"/>
            <p:cNvSpPr txBox="1">
              <a:spLocks noChangeAspect="1" noChangeArrowheads="1"/>
            </p:cNvSpPr>
            <p:nvPr/>
          </p:nvSpPr>
          <p:spPr bwMode="auto">
            <a:xfrm>
              <a:off x="5229" y="3112"/>
              <a:ext cx="459"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r>
                <a:rPr lang="en-US" altLang="zh-CN" sz="2800" b="0" i="1" baseline="-25000" dirty="0">
                  <a:solidFill>
                    <a:srgbClr val="FF0000"/>
                  </a:solidFill>
                  <a:ea typeface="宋体" panose="02010600030101010101" pitchFamily="2" charset="-122"/>
                </a:rPr>
                <a:t>B</a:t>
              </a:r>
            </a:p>
          </p:txBody>
        </p:sp>
        <p:grpSp>
          <p:nvGrpSpPr>
            <p:cNvPr id="187" name="Group 162"/>
            <p:cNvGrpSpPr>
              <a:grpSpLocks noChangeAspect="1"/>
            </p:cNvGrpSpPr>
            <p:nvPr/>
          </p:nvGrpSpPr>
          <p:grpSpPr bwMode="auto">
            <a:xfrm>
              <a:off x="3808" y="3067"/>
              <a:ext cx="347" cy="865"/>
              <a:chOff x="2133" y="2780"/>
              <a:chExt cx="289" cy="721"/>
            </a:xfrm>
          </p:grpSpPr>
          <p:sp>
            <p:nvSpPr>
              <p:cNvPr id="189" name="Line 163"/>
              <p:cNvSpPr>
                <a:spLocks noChangeAspect="1" noChangeShapeType="1"/>
              </p:cNvSpPr>
              <p:nvPr/>
            </p:nvSpPr>
            <p:spPr bwMode="auto">
              <a:xfrm>
                <a:off x="2170" y="2876"/>
                <a:ext cx="0" cy="5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Text Box 164"/>
              <p:cNvSpPr txBox="1">
                <a:spLocks noChangeAspect="1" noChangeArrowheads="1"/>
              </p:cNvSpPr>
              <p:nvPr/>
            </p:nvSpPr>
            <p:spPr bwMode="auto">
              <a:xfrm>
                <a:off x="2145" y="2780"/>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sp>
            <p:nvSpPr>
              <p:cNvPr id="191" name="Text Box 165"/>
              <p:cNvSpPr txBox="1">
                <a:spLocks noChangeAspect="1" noChangeArrowheads="1"/>
              </p:cNvSpPr>
              <p:nvPr/>
            </p:nvSpPr>
            <p:spPr bwMode="auto">
              <a:xfrm>
                <a:off x="2133" y="3261"/>
                <a:ext cx="27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m</a:t>
                </a:r>
                <a:endParaRPr lang="en-US" altLang="zh-CN" b="0" i="1" dirty="0">
                  <a:solidFill>
                    <a:srgbClr val="FF0000"/>
                  </a:solidFill>
                  <a:ea typeface="宋体" panose="02010600030101010101" pitchFamily="2" charset="-122"/>
                </a:endParaRPr>
              </a:p>
            </p:txBody>
          </p:sp>
        </p:grpSp>
        <p:sp>
          <p:nvSpPr>
            <p:cNvPr id="188" name="Text Box 130"/>
            <p:cNvSpPr txBox="1">
              <a:spLocks noChangeAspect="1" noChangeArrowheads="1"/>
            </p:cNvSpPr>
            <p:nvPr/>
          </p:nvSpPr>
          <p:spPr bwMode="auto">
            <a:xfrm>
              <a:off x="3807" y="3370"/>
              <a:ext cx="240"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1" dirty="0">
                  <a:ea typeface="宋体" panose="02010600030101010101" pitchFamily="2" charset="-122"/>
                </a:rPr>
                <a:t>O</a:t>
              </a:r>
              <a:endParaRPr lang="en-US" altLang="zh-CN" b="0" dirty="0">
                <a:ea typeface="宋体" panose="02010600030101010101" pitchFamily="2" charset="-122"/>
              </a:endParaRPr>
            </a:p>
          </p:txBody>
        </p:sp>
      </p:grpSp>
      <p:sp>
        <p:nvSpPr>
          <p:cNvPr id="192" name="Line 167"/>
          <p:cNvSpPr>
            <a:spLocks noChangeAspect="1" noChangeShapeType="1"/>
          </p:cNvSpPr>
          <p:nvPr/>
        </p:nvSpPr>
        <p:spPr bwMode="auto">
          <a:xfrm flipV="1">
            <a:off x="8644392" y="4897385"/>
            <a:ext cx="0" cy="849313"/>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193" name="Text Box 168"/>
          <p:cNvSpPr txBox="1">
            <a:spLocks noChangeAspect="1" noChangeArrowheads="1"/>
          </p:cNvSpPr>
          <p:nvPr/>
        </p:nvSpPr>
        <p:spPr bwMode="auto">
          <a:xfrm>
            <a:off x="8242755" y="5587948"/>
            <a:ext cx="6127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F</a:t>
            </a:r>
            <a:r>
              <a:rPr lang="en-US" altLang="zh-CN" sz="2800" b="0" i="0" baseline="-25000" dirty="0">
                <a:solidFill>
                  <a:srgbClr val="FF0000"/>
                </a:solidFill>
                <a:ea typeface="宋体" panose="02010600030101010101" pitchFamily="2" charset="-122"/>
              </a:rPr>
              <a:t>Q</a:t>
            </a:r>
          </a:p>
        </p:txBody>
      </p:sp>
      <p:sp>
        <p:nvSpPr>
          <p:cNvPr id="194" name="Arc 169"/>
          <p:cNvSpPr>
            <a:spLocks noChangeAspect="1"/>
          </p:cNvSpPr>
          <p:nvPr/>
        </p:nvSpPr>
        <p:spPr bwMode="auto">
          <a:xfrm rot="2630216" flipH="1" flipV="1">
            <a:off x="8355467" y="4983110"/>
            <a:ext cx="439738" cy="541338"/>
          </a:xfrm>
          <a:custGeom>
            <a:avLst/>
            <a:gdLst>
              <a:gd name="T0" fmla="*/ 0 w 21600"/>
              <a:gd name="T1" fmla="*/ 0 h 32407"/>
              <a:gd name="T2" fmla="*/ 157800698 w 21600"/>
              <a:gd name="T3" fmla="*/ 151052559 h 32407"/>
              <a:gd name="T4" fmla="*/ 0 w 21600"/>
              <a:gd name="T5" fmla="*/ 100679890 h 32407"/>
              <a:gd name="T6" fmla="*/ 0 60000 65536"/>
              <a:gd name="T7" fmla="*/ 0 60000 65536"/>
              <a:gd name="T8" fmla="*/ 0 60000 65536"/>
              <a:gd name="T9" fmla="*/ 0 w 21600"/>
              <a:gd name="T10" fmla="*/ 0 h 32407"/>
              <a:gd name="T11" fmla="*/ 21600 w 21600"/>
              <a:gd name="T12" fmla="*/ 32407 h 32407"/>
            </a:gdLst>
            <a:ahLst/>
            <a:cxnLst>
              <a:cxn ang="T6">
                <a:pos x="T0" y="T1"/>
              </a:cxn>
              <a:cxn ang="T7">
                <a:pos x="T2" y="T3"/>
              </a:cxn>
              <a:cxn ang="T8">
                <a:pos x="T4" y="T5"/>
              </a:cxn>
            </a:cxnLst>
            <a:rect l="T9" t="T10" r="T11" b="T12"/>
            <a:pathLst>
              <a:path w="21600" h="32407" fill="none" extrusionOk="0">
                <a:moveTo>
                  <a:pt x="-1" y="0"/>
                </a:moveTo>
                <a:cubicBezTo>
                  <a:pt x="11929" y="0"/>
                  <a:pt x="21600" y="9670"/>
                  <a:pt x="21600" y="21600"/>
                </a:cubicBezTo>
                <a:cubicBezTo>
                  <a:pt x="21600" y="25394"/>
                  <a:pt x="20600" y="29121"/>
                  <a:pt x="18702" y="32407"/>
                </a:cubicBezTo>
              </a:path>
              <a:path w="21600" h="32407" stroke="0" extrusionOk="0">
                <a:moveTo>
                  <a:pt x="-1" y="0"/>
                </a:moveTo>
                <a:cubicBezTo>
                  <a:pt x="11929" y="0"/>
                  <a:pt x="21600" y="9670"/>
                  <a:pt x="21600" y="21600"/>
                </a:cubicBezTo>
                <a:cubicBezTo>
                  <a:pt x="21600" y="25394"/>
                  <a:pt x="20600" y="29121"/>
                  <a:pt x="18702" y="32407"/>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170"/>
          <p:cNvSpPr txBox="1">
            <a:spLocks noChangeAspect="1" noChangeArrowheads="1"/>
          </p:cNvSpPr>
          <p:nvPr/>
        </p:nvSpPr>
        <p:spPr bwMode="auto">
          <a:xfrm>
            <a:off x="7974467" y="5002160"/>
            <a:ext cx="5492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1" dirty="0">
                <a:solidFill>
                  <a:srgbClr val="FF0000"/>
                </a:solidFill>
                <a:ea typeface="宋体" panose="02010600030101010101" pitchFamily="2" charset="-122"/>
              </a:rPr>
              <a:t>M</a:t>
            </a:r>
          </a:p>
        </p:txBody>
      </p:sp>
      <p:sp>
        <p:nvSpPr>
          <p:cNvPr id="196" name="Text Box 1032"/>
          <p:cNvSpPr txBox="1">
            <a:spLocks noChangeArrowheads="1"/>
          </p:cNvSpPr>
          <p:nvPr/>
        </p:nvSpPr>
        <p:spPr bwMode="auto">
          <a:xfrm>
            <a:off x="272953" y="2950015"/>
            <a:ext cx="6255095"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为剪力，它是与横截面平行内力的合力。</a:t>
            </a:r>
            <a:r>
              <a:rPr kumimoji="1" lang="en-US" altLang="zh-CN" sz="2800" b="0" dirty="0">
                <a:latin typeface="+mj-lt"/>
                <a:ea typeface="微软雅黑" panose="020B0503020204020204" pitchFamily="34" charset="-122"/>
              </a:rPr>
              <a:t>M </a:t>
            </a:r>
            <a:r>
              <a:rPr kumimoji="1" lang="zh-CN" altLang="en-US" sz="2800" i="0" dirty="0">
                <a:latin typeface="+mj-lt"/>
                <a:ea typeface="微软雅黑" panose="020B0503020204020204" pitchFamily="34" charset="-122"/>
              </a:rPr>
              <a:t>称为横截面上的弯矩，它是横截面上垂直内力对其形心的合力矩。</a:t>
            </a:r>
            <a:endParaRPr kumimoji="1" lang="en-US" altLang="zh-CN" sz="2800" i="0" dirty="0">
              <a:latin typeface="+mj-lt"/>
              <a:ea typeface="微软雅黑" panose="020B0503020204020204" pitchFamily="34" charset="-122"/>
            </a:endParaRPr>
          </a:p>
          <a:p>
            <a:pPr lvl="0">
              <a:lnSpc>
                <a:spcPct val="130000"/>
              </a:lnSpc>
            </a:pPr>
            <a:r>
              <a:rPr kumimoji="1" lang="en-US" altLang="zh-CN" sz="2800" i="0" dirty="0">
                <a:latin typeface="+mj-lt"/>
                <a:ea typeface="微软雅黑" panose="020B0503020204020204" pitchFamily="34" charset="-122"/>
              </a:rPr>
              <a:t>  </a:t>
            </a:r>
            <a:r>
              <a:rPr kumimoji="1" lang="zh-CN" altLang="en-US" sz="2800" i="0" dirty="0">
                <a:latin typeface="+mj-lt"/>
                <a:ea typeface="微软雅黑" panose="020B0503020204020204" pitchFamily="34" charset="-122"/>
              </a:rPr>
              <a:t>         式</a:t>
            </a:r>
            <a:r>
              <a:rPr kumimoji="1" lang="en-US" altLang="zh-CN" sz="2800" b="0" i="0" dirty="0">
                <a:ea typeface="微软雅黑" panose="020B0503020204020204" pitchFamily="34" charset="-122"/>
              </a:rPr>
              <a:t>(a)</a:t>
            </a:r>
            <a:r>
              <a:rPr kumimoji="1" lang="zh-CN" altLang="en-US" sz="2800" i="0" dirty="0">
                <a:latin typeface="+mj-lt"/>
                <a:ea typeface="微软雅黑" panose="020B0503020204020204" pitchFamily="34" charset="-122"/>
              </a:rPr>
              <a:t>称为剪力方程，</a:t>
            </a:r>
          </a:p>
          <a:p>
            <a:pPr eaLnBrk="1" hangingPunct="1">
              <a:lnSpc>
                <a:spcPct val="130000"/>
              </a:lnSpc>
            </a:pPr>
            <a:r>
              <a:rPr kumimoji="1" lang="zh-CN" altLang="en-US" sz="2800" i="0" dirty="0">
                <a:latin typeface="+mj-lt"/>
                <a:ea typeface="微软雅黑" panose="020B0503020204020204" pitchFamily="34" charset="-122"/>
              </a:rPr>
              <a:t>           式</a:t>
            </a:r>
            <a:r>
              <a:rPr kumimoji="1" lang="en-US" altLang="zh-CN" sz="2800" b="0" i="0" dirty="0">
                <a:ea typeface="微软雅黑" panose="020B0503020204020204" pitchFamily="34" charset="-122"/>
              </a:rPr>
              <a:t>(b)</a:t>
            </a:r>
            <a:r>
              <a:rPr kumimoji="1" lang="zh-CN" altLang="en-US" sz="2800" i="0" dirty="0">
                <a:latin typeface="+mj-lt"/>
                <a:ea typeface="微软雅黑" panose="020B0503020204020204" pitchFamily="34" charset="-122"/>
              </a:rPr>
              <a:t>即称为弯矩方程。</a:t>
            </a:r>
          </a:p>
        </p:txBody>
      </p:sp>
    </p:spTree>
    <p:extLst>
      <p:ext uri="{BB962C8B-B14F-4D97-AF65-F5344CB8AC3E}">
        <p14:creationId xmlns:p14="http://schemas.microsoft.com/office/powerpoint/2010/main" val="390566826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150"/>
                                        </p:tgtEl>
                                        <p:attrNameLst>
                                          <p:attrName>style.visibility</p:attrName>
                                        </p:attrNameLst>
                                      </p:cBhvr>
                                      <p:to>
                                        <p:strVal val="visible"/>
                                      </p:to>
                                    </p:set>
                                    <p:animEffect transition="in" filter="fade">
                                      <p:cBhvr>
                                        <p:cTn id="13" dur="2000"/>
                                        <p:tgtEl>
                                          <p:spTgt spid="150"/>
                                        </p:tgtEl>
                                      </p:cBhvr>
                                    </p:animEffect>
                                  </p:childTnLst>
                                </p:cTn>
                              </p:par>
                              <p:par>
                                <p:cTn id="14" presetID="10" presetClass="entr" presetSubtype="0" fill="hold" nodeType="withEffect">
                                  <p:stCondLst>
                                    <p:cond delay="0"/>
                                  </p:stCondLst>
                                  <p:childTnLst>
                                    <p:set>
                                      <p:cBhvr>
                                        <p:cTn id="15" dur="1" fill="hold">
                                          <p:stCondLst>
                                            <p:cond delay="0"/>
                                          </p:stCondLst>
                                        </p:cTn>
                                        <p:tgtEl>
                                          <p:spTgt spid="128"/>
                                        </p:tgtEl>
                                        <p:attrNameLst>
                                          <p:attrName>style.visibility</p:attrName>
                                        </p:attrNameLst>
                                      </p:cBhvr>
                                      <p:to>
                                        <p:strVal val="visible"/>
                                      </p:to>
                                    </p:set>
                                    <p:animEffect transition="in" filter="fade">
                                      <p:cBhvr>
                                        <p:cTn id="16" dur="2000"/>
                                        <p:tgtEl>
                                          <p:spTgt spid="128"/>
                                        </p:tgtEl>
                                      </p:cBhvr>
                                    </p:animEffect>
                                  </p:childTnLst>
                                </p:cTn>
                              </p:par>
                              <p:par>
                                <p:cTn id="17" presetID="19" presetClass="entr" presetSubtype="10" fill="hold" grpId="0" nodeType="withEffect">
                                  <p:stCondLst>
                                    <p:cond delay="0"/>
                                  </p:stCondLst>
                                  <p:childTnLst>
                                    <p:set>
                                      <p:cBhvr>
                                        <p:cTn id="18" dur="1" fill="hold">
                                          <p:stCondLst>
                                            <p:cond delay="0"/>
                                          </p:stCondLst>
                                        </p:cTn>
                                        <p:tgtEl>
                                          <p:spTgt spid="141"/>
                                        </p:tgtEl>
                                        <p:attrNameLst>
                                          <p:attrName>style.visibility</p:attrName>
                                        </p:attrNameLst>
                                      </p:cBhvr>
                                      <p:to>
                                        <p:strVal val="visible"/>
                                      </p:to>
                                    </p:set>
                                    <p:anim calcmode="lin" valueType="num">
                                      <p:cBhvr>
                                        <p:cTn id="19" dur="5000" fill="hold"/>
                                        <p:tgtEl>
                                          <p:spTgt spid="141"/>
                                        </p:tgtEl>
                                        <p:attrNameLst>
                                          <p:attrName>ppt_w</p:attrName>
                                        </p:attrNameLst>
                                      </p:cBhvr>
                                      <p:tavLst>
                                        <p:tav tm="0" fmla="#ppt_w*sin(2.5*pi*$)">
                                          <p:val>
                                            <p:fltVal val="0"/>
                                          </p:val>
                                        </p:tav>
                                        <p:tav tm="100000">
                                          <p:val>
                                            <p:fltVal val="1"/>
                                          </p:val>
                                        </p:tav>
                                      </p:tavLst>
                                    </p:anim>
                                    <p:anim calcmode="lin" valueType="num">
                                      <p:cBhvr>
                                        <p:cTn id="20" dur="5000" fill="hold"/>
                                        <p:tgtEl>
                                          <p:spTgt spid="141"/>
                                        </p:tgtEl>
                                        <p:attrNameLst>
                                          <p:attrName>ppt_h</p:attrName>
                                        </p:attrNameLst>
                                      </p:cBhvr>
                                      <p:tavLst>
                                        <p:tav tm="0">
                                          <p:val>
                                            <p:strVal val="#ppt_h"/>
                                          </p:val>
                                        </p:tav>
                                        <p:tav tm="100000">
                                          <p:val>
                                            <p:strVal val="#ppt_h"/>
                                          </p:val>
                                        </p:tav>
                                      </p:tavLst>
                                    </p:anim>
                                  </p:childTnLst>
                                </p:cTn>
                              </p:par>
                              <p:par>
                                <p:cTn id="21" presetID="12" presetClass="entr" presetSubtype="1" fill="hold" grpId="0" nodeType="withEffect">
                                  <p:stCondLst>
                                    <p:cond delay="0"/>
                                  </p:stCondLst>
                                  <p:childTnLst>
                                    <p:set>
                                      <p:cBhvr>
                                        <p:cTn id="22" dur="1" fill="hold">
                                          <p:stCondLst>
                                            <p:cond delay="0"/>
                                          </p:stCondLst>
                                        </p:cTn>
                                        <p:tgtEl>
                                          <p:spTgt spid="153"/>
                                        </p:tgtEl>
                                        <p:attrNameLst>
                                          <p:attrName>style.visibility</p:attrName>
                                        </p:attrNameLst>
                                      </p:cBhvr>
                                      <p:to>
                                        <p:strVal val="visible"/>
                                      </p:to>
                                    </p:set>
                                    <p:animEffect transition="in" filter="slide(fromTop)">
                                      <p:cBhvr>
                                        <p:cTn id="23" dur="5000"/>
                                        <p:tgtEl>
                                          <p:spTgt spid="153"/>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54"/>
                                        </p:tgtEl>
                                        <p:attrNameLst>
                                          <p:attrName>style.visibility</p:attrName>
                                        </p:attrNameLst>
                                      </p:cBhvr>
                                      <p:to>
                                        <p:strVal val="visible"/>
                                      </p:to>
                                    </p:set>
                                    <p:animEffect transition="in" filter="wipe(down)">
                                      <p:cBhvr>
                                        <p:cTn id="26" dur="5000"/>
                                        <p:tgtEl>
                                          <p:spTgt spid="154"/>
                                        </p:tgtEl>
                                      </p:cBhvr>
                                    </p:animEffect>
                                  </p:childTnLst>
                                </p:cTn>
                              </p:par>
                              <p:par>
                                <p:cTn id="27" presetID="19" presetClass="entr" presetSubtype="10" fill="hold" grpId="0" nodeType="withEffect">
                                  <p:stCondLst>
                                    <p:cond delay="0"/>
                                  </p:stCondLst>
                                  <p:childTnLst>
                                    <p:set>
                                      <p:cBhvr>
                                        <p:cTn id="28" dur="1" fill="hold">
                                          <p:stCondLst>
                                            <p:cond delay="0"/>
                                          </p:stCondLst>
                                        </p:cTn>
                                        <p:tgtEl>
                                          <p:spTgt spid="155"/>
                                        </p:tgtEl>
                                        <p:attrNameLst>
                                          <p:attrName>style.visibility</p:attrName>
                                        </p:attrNameLst>
                                      </p:cBhvr>
                                      <p:to>
                                        <p:strVal val="visible"/>
                                      </p:to>
                                    </p:set>
                                    <p:anim calcmode="lin" valueType="num">
                                      <p:cBhvr>
                                        <p:cTn id="29" dur="5000" fill="hold"/>
                                        <p:tgtEl>
                                          <p:spTgt spid="155"/>
                                        </p:tgtEl>
                                        <p:attrNameLst>
                                          <p:attrName>ppt_w</p:attrName>
                                        </p:attrNameLst>
                                      </p:cBhvr>
                                      <p:tavLst>
                                        <p:tav tm="0" fmla="#ppt_w*sin(2.5*pi*$)">
                                          <p:val>
                                            <p:fltVal val="0"/>
                                          </p:val>
                                        </p:tav>
                                        <p:tav tm="100000">
                                          <p:val>
                                            <p:fltVal val="1"/>
                                          </p:val>
                                        </p:tav>
                                      </p:tavLst>
                                    </p:anim>
                                    <p:anim calcmode="lin" valueType="num">
                                      <p:cBhvr>
                                        <p:cTn id="30" dur="5000" fill="hold"/>
                                        <p:tgtEl>
                                          <p:spTgt spid="155"/>
                                        </p:tgtEl>
                                        <p:attrNameLst>
                                          <p:attrName>ppt_h</p:attrName>
                                        </p:attrNameLst>
                                      </p:cBhvr>
                                      <p:tavLst>
                                        <p:tav tm="0">
                                          <p:val>
                                            <p:strVal val="#ppt_h"/>
                                          </p:val>
                                        </p:tav>
                                        <p:tav tm="100000">
                                          <p:val>
                                            <p:strVal val="#ppt_h"/>
                                          </p:val>
                                        </p:tav>
                                      </p:tavLst>
                                    </p:anim>
                                  </p:childTnLst>
                                </p:cTn>
                              </p:par>
                              <p:par>
                                <p:cTn id="31" presetID="9" presetClass="emph" presetSubtype="0" nodeType="withEffect">
                                  <p:stCondLst>
                                    <p:cond delay="0"/>
                                  </p:stCondLst>
                                  <p:childTnLst>
                                    <p:set>
                                      <p:cBhvr rctx="PPT">
                                        <p:cTn id="32" dur="indefinite"/>
                                        <p:tgtEl>
                                          <p:spTgt spid="150"/>
                                        </p:tgtEl>
                                        <p:attrNameLst>
                                          <p:attrName>style.opacity</p:attrName>
                                        </p:attrNameLst>
                                      </p:cBhvr>
                                      <p:to>
                                        <p:strVal val="0.5"/>
                                      </p:to>
                                    </p:set>
                                    <p:animEffect filter="image" prLst="opacity: 0.5">
                                      <p:cBhvr rctx="IE">
                                        <p:cTn id="33" dur="indefinite"/>
                                        <p:tgtEl>
                                          <p:spTgt spid="150"/>
                                        </p:tgtEl>
                                      </p:cBhvr>
                                    </p:animEffect>
                                  </p:childTnLst>
                                </p:cTn>
                              </p:par>
                              <p:par>
                                <p:cTn id="34" presetID="16" presetClass="entr" presetSubtype="37" fill="hold" nodeType="withEffect">
                                  <p:stCondLst>
                                    <p:cond delay="0"/>
                                  </p:stCondLst>
                                  <p:childTnLst>
                                    <p:set>
                                      <p:cBhvr>
                                        <p:cTn id="35" dur="1" fill="hold">
                                          <p:stCondLst>
                                            <p:cond delay="0"/>
                                          </p:stCondLst>
                                        </p:cTn>
                                        <p:tgtEl>
                                          <p:spTgt spid="157"/>
                                        </p:tgtEl>
                                        <p:attrNameLst>
                                          <p:attrName>style.visibility</p:attrName>
                                        </p:attrNameLst>
                                      </p:cBhvr>
                                      <p:to>
                                        <p:strVal val="visible"/>
                                      </p:to>
                                    </p:set>
                                    <p:animEffect transition="in" filter="barn(outVertical)">
                                      <p:cBhvr>
                                        <p:cTn id="36" dur="3000"/>
                                        <p:tgtEl>
                                          <p:spTgt spid="157"/>
                                        </p:tgtEl>
                                      </p:cBhvr>
                                    </p:animEffect>
                                  </p:childTnLst>
                                </p:cTn>
                              </p:par>
                              <p:par>
                                <p:cTn id="37" presetID="20" presetClass="entr" presetSubtype="0" fill="hold" grpId="0" nodeType="withEffect">
                                  <p:stCondLst>
                                    <p:cond delay="0"/>
                                  </p:stCondLst>
                                  <p:childTnLst>
                                    <p:set>
                                      <p:cBhvr>
                                        <p:cTn id="38" dur="1" fill="hold">
                                          <p:stCondLst>
                                            <p:cond delay="0"/>
                                          </p:stCondLst>
                                        </p:cTn>
                                        <p:tgtEl>
                                          <p:spTgt spid="156"/>
                                        </p:tgtEl>
                                        <p:attrNameLst>
                                          <p:attrName>style.visibility</p:attrName>
                                        </p:attrNameLst>
                                      </p:cBhvr>
                                      <p:to>
                                        <p:strVal val="visible"/>
                                      </p:to>
                                    </p:set>
                                    <p:animEffect transition="in" filter="wedge">
                                      <p:cBhvr>
                                        <p:cTn id="39" dur="2000"/>
                                        <p:tgtEl>
                                          <p:spTgt spid="156"/>
                                        </p:tgtEl>
                                      </p:cBhvr>
                                    </p:animEffect>
                                  </p:childTnLst>
                                </p:cTn>
                              </p:par>
                              <p:par>
                                <p:cTn id="40" presetID="16" presetClass="entr" presetSubtype="42" fill="hold" nodeType="withEffect">
                                  <p:stCondLst>
                                    <p:cond delay="3000"/>
                                  </p:stCondLst>
                                  <p:childTnLst>
                                    <p:set>
                                      <p:cBhvr>
                                        <p:cTn id="41" dur="1" fill="hold">
                                          <p:stCondLst>
                                            <p:cond delay="0"/>
                                          </p:stCondLst>
                                        </p:cTn>
                                        <p:tgtEl>
                                          <p:spTgt spid="142"/>
                                        </p:tgtEl>
                                        <p:attrNameLst>
                                          <p:attrName>style.visibility</p:attrName>
                                        </p:attrNameLst>
                                      </p:cBhvr>
                                      <p:to>
                                        <p:strVal val="visible"/>
                                      </p:to>
                                    </p:set>
                                    <p:animEffect transition="in" filter="barn(outHorizontal)">
                                      <p:cBhvr>
                                        <p:cTn id="42" dur="5000"/>
                                        <p:tgtEl>
                                          <p:spTgt spid="142"/>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par>
                          <p:cTn id="43" fill="hold">
                            <p:stCondLst>
                              <p:cond delay="8000"/>
                            </p:stCondLst>
                            <p:childTnLst>
                              <p:par>
                                <p:cTn id="44" presetID="6" presetClass="emph" presetSubtype="0" repeatCount="2000" accel="50000" decel="50000" autoRev="1" fill="hold" nodeType="afterEffect">
                                  <p:stCondLst>
                                    <p:cond delay="0"/>
                                  </p:stCondLst>
                                  <p:childTnLst>
                                    <p:animScale>
                                      <p:cBhvr>
                                        <p:cTn id="45" dur="3000" fill="hold"/>
                                        <p:tgtEl>
                                          <p:spTgt spid="142"/>
                                        </p:tgtEl>
                                      </p:cBhvr>
                                      <p:by x="150000" y="150000"/>
                                    </p:animScale>
                                  </p:childTnLst>
                                </p:cTn>
                              </p:par>
                              <p:par>
                                <p:cTn id="46" presetID="1" presetClass="entr" presetSubtype="0" fill="hold" nodeType="withEffect">
                                  <p:stCondLst>
                                    <p:cond delay="0"/>
                                  </p:stCondLst>
                                  <p:childTnLst>
                                    <p:set>
                                      <p:cBhvr>
                                        <p:cTn id="47" dur="1" fill="hold">
                                          <p:stCondLst>
                                            <p:cond delay="0"/>
                                          </p:stCondLst>
                                        </p:cTn>
                                        <p:tgtEl>
                                          <p:spTgt spid="160"/>
                                        </p:tgtEl>
                                        <p:attrNameLst>
                                          <p:attrName>style.visibility</p:attrName>
                                        </p:attrNameLst>
                                      </p:cBhvr>
                                      <p:to>
                                        <p:strVal val="visible"/>
                                      </p:to>
                                    </p:set>
                                  </p:childTnLst>
                                </p:cTn>
                              </p:par>
                              <p:par>
                                <p:cTn id="48" presetID="0" presetClass="path" presetSubtype="0" accel="50000" decel="50000" fill="hold" nodeType="withEffect">
                                  <p:stCondLst>
                                    <p:cond delay="0"/>
                                  </p:stCondLst>
                                  <p:childTnLst>
                                    <p:animMotion origin="layout" path="M 1.94444E-6 -2.96296E-6 L -0.00295 -0.24444 " pathEditMode="relative" ptsTypes="AA">
                                      <p:cBhvr>
                                        <p:cTn id="49" dur="5000" spd="-100000" fill="hold"/>
                                        <p:tgtEl>
                                          <p:spTgt spid="160"/>
                                        </p:tgtEl>
                                        <p:attrNameLst>
                                          <p:attrName>ppt_x</p:attrName>
                                          <p:attrName>ppt_y</p:attrName>
                                        </p:attrNameLst>
                                      </p:cBhvr>
                                    </p:animMotion>
                                  </p:childTnLst>
                                </p:cTn>
                              </p:par>
                              <p:par>
                                <p:cTn id="50" presetID="1" presetClass="entr" presetSubtype="0" fill="hold" nodeType="withEffect">
                                  <p:stCondLst>
                                    <p:cond delay="5000"/>
                                  </p:stCondLst>
                                  <p:childTnLst>
                                    <p:set>
                                      <p:cBhvr>
                                        <p:cTn id="51" dur="1" fill="hold">
                                          <p:stCondLst>
                                            <p:cond delay="0"/>
                                          </p:stCondLst>
                                        </p:cTn>
                                        <p:tgtEl>
                                          <p:spTgt spid="175"/>
                                        </p:tgtEl>
                                        <p:attrNameLst>
                                          <p:attrName>style.visibility</p:attrName>
                                        </p:attrNameLst>
                                      </p:cBhvr>
                                      <p:to>
                                        <p:strVal val="visible"/>
                                      </p:to>
                                    </p:set>
                                  </p:childTnLst>
                                </p:cTn>
                              </p:par>
                              <p:par>
                                <p:cTn id="52" presetID="0" presetClass="path" presetSubtype="0" accel="50000" decel="50000" fill="hold" nodeType="withEffect">
                                  <p:stCondLst>
                                    <p:cond delay="5000"/>
                                  </p:stCondLst>
                                  <p:childTnLst>
                                    <p:animMotion origin="layout" path="M 1.94444E-6 -7.40741E-6 L -0.00452 -0.44052 " pathEditMode="relative" ptsTypes="AA">
                                      <p:cBhvr>
                                        <p:cTn id="53" dur="5000" spd="-100000" fill="hold"/>
                                        <p:tgtEl>
                                          <p:spTgt spid="175"/>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2" presetClass="entr" presetSubtype="1" fill="hold" grpId="0" nodeType="clickEffect">
                                  <p:stCondLst>
                                    <p:cond delay="0"/>
                                  </p:stCondLst>
                                  <p:childTnLst>
                                    <p:set>
                                      <p:cBhvr>
                                        <p:cTn id="57" dur="1" fill="hold">
                                          <p:stCondLst>
                                            <p:cond delay="0"/>
                                          </p:stCondLst>
                                        </p:cTn>
                                        <p:tgtEl>
                                          <p:spTgt spid="146"/>
                                        </p:tgtEl>
                                        <p:attrNameLst>
                                          <p:attrName>style.visibility</p:attrName>
                                        </p:attrNameLst>
                                      </p:cBhvr>
                                      <p:to>
                                        <p:strVal val="visible"/>
                                      </p:to>
                                    </p:set>
                                    <p:animEffect transition="in" filter="slide(fromTop)">
                                      <p:cBhvr>
                                        <p:cTn id="58" dur="5000"/>
                                        <p:tgtEl>
                                          <p:spTgt spid="146"/>
                                        </p:tgtEl>
                                      </p:cBhvr>
                                    </p:animEffect>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par>
                          <p:cTn id="59" fill="hold">
                            <p:stCondLst>
                              <p:cond delay="5000"/>
                            </p:stCondLst>
                            <p:childTnLst>
                              <p:par>
                                <p:cTn id="60" presetID="6" presetClass="emph" presetSubtype="0" repeatCount="2000" accel="50000" decel="50000" autoRev="1" fill="hold" grpId="1" nodeType="afterEffect">
                                  <p:stCondLst>
                                    <p:cond delay="0"/>
                                  </p:stCondLst>
                                  <p:childTnLst>
                                    <p:animScale>
                                      <p:cBhvr>
                                        <p:cTn id="61" dur="3000" fill="hold"/>
                                        <p:tgtEl>
                                          <p:spTgt spid="146"/>
                                        </p:tgtEl>
                                      </p:cBhvr>
                                      <p:by x="150000" y="150000"/>
                                    </p:animScale>
                                  </p:childTnLst>
                                </p:cTn>
                              </p:par>
                              <p:par>
                                <p:cTn id="62" presetID="19" presetClass="entr" presetSubtype="10" fill="hold" grpId="0" nodeType="withEffect">
                                  <p:stCondLst>
                                    <p:cond delay="0"/>
                                  </p:stCondLst>
                                  <p:childTnLst>
                                    <p:set>
                                      <p:cBhvr>
                                        <p:cTn id="63" dur="1" fill="hold">
                                          <p:stCondLst>
                                            <p:cond delay="0"/>
                                          </p:stCondLst>
                                        </p:cTn>
                                        <p:tgtEl>
                                          <p:spTgt spid="147"/>
                                        </p:tgtEl>
                                        <p:attrNameLst>
                                          <p:attrName>style.visibility</p:attrName>
                                        </p:attrNameLst>
                                      </p:cBhvr>
                                      <p:to>
                                        <p:strVal val="visible"/>
                                      </p:to>
                                    </p:set>
                                    <p:anim calcmode="lin" valueType="num">
                                      <p:cBhvr>
                                        <p:cTn id="64" dur="5000" fill="hold"/>
                                        <p:tgtEl>
                                          <p:spTgt spid="147"/>
                                        </p:tgtEl>
                                        <p:attrNameLst>
                                          <p:attrName>ppt_w</p:attrName>
                                        </p:attrNameLst>
                                      </p:cBhvr>
                                      <p:tavLst>
                                        <p:tav tm="0" fmla="#ppt_w*sin(2.5*pi*$)">
                                          <p:val>
                                            <p:fltVal val="0"/>
                                          </p:val>
                                        </p:tav>
                                        <p:tav tm="100000">
                                          <p:val>
                                            <p:fltVal val="1"/>
                                          </p:val>
                                        </p:tav>
                                      </p:tavLst>
                                    </p:anim>
                                    <p:anim calcmode="lin" valueType="num">
                                      <p:cBhvr>
                                        <p:cTn id="65" dur="5000" fill="hold"/>
                                        <p:tgtEl>
                                          <p:spTgt spid="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148"/>
                                        </p:tgtEl>
                                        <p:attrNameLst>
                                          <p:attrName>style.visibility</p:attrName>
                                        </p:attrNameLst>
                                      </p:cBhvr>
                                      <p:to>
                                        <p:strVal val="visible"/>
                                      </p:to>
                                    </p:set>
                                    <p:animEffect transition="in" filter="wipe(down)">
                                      <p:cBhvr>
                                        <p:cTn id="70" dur="5000"/>
                                        <p:tgtEl>
                                          <p:spTgt spid="148"/>
                                        </p:tgtEl>
                                      </p:cBhvr>
                                    </p:animEffect>
                                  </p:childTnLst>
                                </p:cTn>
                              </p:par>
                            </p:childTnLst>
                          </p:cTn>
                        </p:par>
                        <p:par>
                          <p:cTn id="71" fill="hold">
                            <p:stCondLst>
                              <p:cond delay="5000"/>
                            </p:stCondLst>
                            <p:childTnLst>
                              <p:par>
                                <p:cTn id="72" presetID="8" presetClass="emph" presetSubtype="0" repeatCount="2000" fill="hold" grpId="1" nodeType="afterEffect">
                                  <p:stCondLst>
                                    <p:cond delay="0"/>
                                  </p:stCondLst>
                                  <p:childTnLst>
                                    <p:animRot by="-21600000">
                                      <p:cBhvr>
                                        <p:cTn id="73" dur="3000" fill="hold"/>
                                        <p:tgtEl>
                                          <p:spTgt spid="148"/>
                                        </p:tgtEl>
                                        <p:attrNameLst>
                                          <p:attrName>r</p:attrName>
                                        </p:attrNameLst>
                                      </p:cBhvr>
                                    </p:animRot>
                                  </p:childTnLst>
                                </p:cTn>
                              </p:par>
                              <p:par>
                                <p:cTn id="74" presetID="19" presetClass="entr" presetSubtype="10" fill="hold" grpId="0" nodeType="withEffect">
                                  <p:stCondLst>
                                    <p:cond delay="0"/>
                                  </p:stCondLst>
                                  <p:childTnLst>
                                    <p:set>
                                      <p:cBhvr>
                                        <p:cTn id="75" dur="1" fill="hold">
                                          <p:stCondLst>
                                            <p:cond delay="0"/>
                                          </p:stCondLst>
                                        </p:cTn>
                                        <p:tgtEl>
                                          <p:spTgt spid="149"/>
                                        </p:tgtEl>
                                        <p:attrNameLst>
                                          <p:attrName>style.visibility</p:attrName>
                                        </p:attrNameLst>
                                      </p:cBhvr>
                                      <p:to>
                                        <p:strVal val="visible"/>
                                      </p:to>
                                    </p:set>
                                    <p:anim calcmode="lin" valueType="num">
                                      <p:cBhvr>
                                        <p:cTn id="76" dur="5000" fill="hold"/>
                                        <p:tgtEl>
                                          <p:spTgt spid="149"/>
                                        </p:tgtEl>
                                        <p:attrNameLst>
                                          <p:attrName>ppt_w</p:attrName>
                                        </p:attrNameLst>
                                      </p:cBhvr>
                                      <p:tavLst>
                                        <p:tav tm="0" fmla="#ppt_w*sin(2.5*pi*$)">
                                          <p:val>
                                            <p:fltVal val="0"/>
                                          </p:val>
                                        </p:tav>
                                        <p:tav tm="100000">
                                          <p:val>
                                            <p:fltVal val="1"/>
                                          </p:val>
                                        </p:tav>
                                      </p:tavLst>
                                    </p:anim>
                                    <p:anim calcmode="lin" valueType="num">
                                      <p:cBhvr>
                                        <p:cTn id="77" dur="5000" fill="hold"/>
                                        <p:tgtEl>
                                          <p:spTgt spid="14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192"/>
                                        </p:tgtEl>
                                        <p:attrNameLst>
                                          <p:attrName>style.visibility</p:attrName>
                                        </p:attrNameLst>
                                      </p:cBhvr>
                                      <p:to>
                                        <p:strVal val="visible"/>
                                      </p:to>
                                    </p:set>
                                    <p:animEffect transition="in" filter="slide(fromBottom)">
                                      <p:cBhvr>
                                        <p:cTn id="82" dur="5000"/>
                                        <p:tgtEl>
                                          <p:spTgt spid="192"/>
                                        </p:tgtEl>
                                      </p:cBhvr>
                                    </p:animEffect>
                                  </p:childTnLst>
                                  <p:subTnLst>
                                    <p:audio>
                                      <p:cMediaNode>
                                        <p:cTn display="0" masterRel="sameClick">
                                          <p:stCondLst>
                                            <p:cond evt="begin" delay="0">
                                              <p:tn val="80"/>
                                            </p:cond>
                                          </p:stCondLst>
                                          <p:endCondLst>
                                            <p:cond evt="onStopAudio" delay="0">
                                              <p:tgtEl>
                                                <p:sldTgt/>
                                              </p:tgtEl>
                                            </p:cond>
                                          </p:endCondLst>
                                        </p:cTn>
                                        <p:tgtEl>
                                          <p:sndTgt r:embed="rId4" name="CHIMES.WAV"/>
                                        </p:tgtEl>
                                      </p:cMediaNode>
                                    </p:audio>
                                  </p:subTnLst>
                                </p:cTn>
                              </p:par>
                            </p:childTnLst>
                          </p:cTn>
                        </p:par>
                        <p:par>
                          <p:cTn id="83" fill="hold">
                            <p:stCondLst>
                              <p:cond delay="5000"/>
                            </p:stCondLst>
                            <p:childTnLst>
                              <p:par>
                                <p:cTn id="84" presetID="6" presetClass="emph" presetSubtype="0" repeatCount="2000" accel="50000" decel="50000" autoRev="1" fill="hold" grpId="1" nodeType="afterEffect">
                                  <p:stCondLst>
                                    <p:cond delay="0"/>
                                  </p:stCondLst>
                                  <p:childTnLst>
                                    <p:animScale>
                                      <p:cBhvr>
                                        <p:cTn id="85" dur="3000" fill="hold"/>
                                        <p:tgtEl>
                                          <p:spTgt spid="192"/>
                                        </p:tgtEl>
                                      </p:cBhvr>
                                      <p:by x="150000" y="150000"/>
                                    </p:animScale>
                                  </p:childTnLst>
                                </p:cTn>
                              </p:par>
                              <p:par>
                                <p:cTn id="86" presetID="19" presetClass="entr" presetSubtype="10" fill="hold" grpId="0" nodeType="withEffect">
                                  <p:stCondLst>
                                    <p:cond delay="0"/>
                                  </p:stCondLst>
                                  <p:childTnLst>
                                    <p:set>
                                      <p:cBhvr>
                                        <p:cTn id="87" dur="1" fill="hold">
                                          <p:stCondLst>
                                            <p:cond delay="0"/>
                                          </p:stCondLst>
                                        </p:cTn>
                                        <p:tgtEl>
                                          <p:spTgt spid="193"/>
                                        </p:tgtEl>
                                        <p:attrNameLst>
                                          <p:attrName>style.visibility</p:attrName>
                                        </p:attrNameLst>
                                      </p:cBhvr>
                                      <p:to>
                                        <p:strVal val="visible"/>
                                      </p:to>
                                    </p:set>
                                    <p:anim calcmode="lin" valueType="num">
                                      <p:cBhvr>
                                        <p:cTn id="88" dur="5000" fill="hold"/>
                                        <p:tgtEl>
                                          <p:spTgt spid="193"/>
                                        </p:tgtEl>
                                        <p:attrNameLst>
                                          <p:attrName>ppt_w</p:attrName>
                                        </p:attrNameLst>
                                      </p:cBhvr>
                                      <p:tavLst>
                                        <p:tav tm="0" fmla="#ppt_w*sin(2.5*pi*$)">
                                          <p:val>
                                            <p:fltVal val="0"/>
                                          </p:val>
                                        </p:tav>
                                        <p:tav tm="100000">
                                          <p:val>
                                            <p:fltVal val="1"/>
                                          </p:val>
                                        </p:tav>
                                      </p:tavLst>
                                    </p:anim>
                                    <p:anim calcmode="lin" valueType="num">
                                      <p:cBhvr>
                                        <p:cTn id="89" dur="5000" fill="hold"/>
                                        <p:tgtEl>
                                          <p:spTgt spid="19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194"/>
                                        </p:tgtEl>
                                        <p:attrNameLst>
                                          <p:attrName>style.visibility</p:attrName>
                                        </p:attrNameLst>
                                      </p:cBhvr>
                                      <p:to>
                                        <p:strVal val="visible"/>
                                      </p:to>
                                    </p:set>
                                    <p:animEffect transition="in" filter="wipe(down)">
                                      <p:cBhvr>
                                        <p:cTn id="94" dur="5000"/>
                                        <p:tgtEl>
                                          <p:spTgt spid="194"/>
                                        </p:tgtEl>
                                      </p:cBhvr>
                                    </p:animEffect>
                                  </p:childTnLst>
                                </p:cTn>
                              </p:par>
                            </p:childTnLst>
                          </p:cTn>
                        </p:par>
                        <p:par>
                          <p:cTn id="95" fill="hold">
                            <p:stCondLst>
                              <p:cond delay="5000"/>
                            </p:stCondLst>
                            <p:childTnLst>
                              <p:par>
                                <p:cTn id="96" presetID="8" presetClass="emph" presetSubtype="0" repeatCount="2000" fill="hold" grpId="1" nodeType="afterEffect">
                                  <p:stCondLst>
                                    <p:cond delay="0"/>
                                  </p:stCondLst>
                                  <p:childTnLst>
                                    <p:animRot by="21600000">
                                      <p:cBhvr>
                                        <p:cTn id="97" dur="3000" fill="hold"/>
                                        <p:tgtEl>
                                          <p:spTgt spid="194"/>
                                        </p:tgtEl>
                                        <p:attrNameLst>
                                          <p:attrName>r</p:attrName>
                                        </p:attrNameLst>
                                      </p:cBhvr>
                                    </p:animRot>
                                  </p:childTnLst>
                                </p:cTn>
                              </p:par>
                              <p:par>
                                <p:cTn id="98" presetID="19" presetClass="entr" presetSubtype="10" fill="hold" grpId="0" nodeType="withEffect">
                                  <p:stCondLst>
                                    <p:cond delay="0"/>
                                  </p:stCondLst>
                                  <p:childTnLst>
                                    <p:set>
                                      <p:cBhvr>
                                        <p:cTn id="99" dur="1" fill="hold">
                                          <p:stCondLst>
                                            <p:cond delay="0"/>
                                          </p:stCondLst>
                                        </p:cTn>
                                        <p:tgtEl>
                                          <p:spTgt spid="195"/>
                                        </p:tgtEl>
                                        <p:attrNameLst>
                                          <p:attrName>style.visibility</p:attrName>
                                        </p:attrNameLst>
                                      </p:cBhvr>
                                      <p:to>
                                        <p:strVal val="visible"/>
                                      </p:to>
                                    </p:set>
                                    <p:anim calcmode="lin" valueType="num">
                                      <p:cBhvr>
                                        <p:cTn id="100" dur="5000" fill="hold"/>
                                        <p:tgtEl>
                                          <p:spTgt spid="195"/>
                                        </p:tgtEl>
                                        <p:attrNameLst>
                                          <p:attrName>ppt_w</p:attrName>
                                        </p:attrNameLst>
                                      </p:cBhvr>
                                      <p:tavLst>
                                        <p:tav tm="0" fmla="#ppt_w*sin(2.5*pi*$)">
                                          <p:val>
                                            <p:fltVal val="0"/>
                                          </p:val>
                                        </p:tav>
                                        <p:tav tm="100000">
                                          <p:val>
                                            <p:fltVal val="1"/>
                                          </p:val>
                                        </p:tav>
                                      </p:tavLst>
                                    </p:anim>
                                    <p:anim calcmode="lin" valueType="num">
                                      <p:cBhvr>
                                        <p:cTn id="101" dur="5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8"/>
                                            </p:cond>
                                          </p:stCondLst>
                                          <p:endCondLst>
                                            <p:cond evt="onStopAudio" delay="0">
                                              <p:tgtEl>
                                                <p:sldTgt/>
                                              </p:tgtEl>
                                            </p:cond>
                                          </p:endCondLst>
                                        </p:cTn>
                                        <p:tgtEl>
                                          <p:sndTgt r:embed="rId4" name="CHIMES.WAV"/>
                                        </p:tgtEl>
                                      </p:cMediaNode>
                                    </p:audio>
                                  </p:sub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141" grpId="0"/>
      <p:bldP spid="146" grpId="0" animBg="1"/>
      <p:bldP spid="146" grpId="1" animBg="1"/>
      <p:bldP spid="147" grpId="0" autoUpdateAnimBg="0"/>
      <p:bldP spid="148" grpId="0" animBg="1"/>
      <p:bldP spid="148" grpId="1" animBg="1"/>
      <p:bldP spid="149" grpId="0" autoUpdateAnimBg="0"/>
      <p:bldP spid="153" grpId="0" animBg="1"/>
      <p:bldP spid="154" grpId="0" animBg="1"/>
      <p:bldP spid="155" grpId="0"/>
      <p:bldP spid="156" grpId="0"/>
      <p:bldP spid="192" grpId="0" animBg="1"/>
      <p:bldP spid="192" grpId="1" animBg="1"/>
      <p:bldP spid="193" grpId="0" autoUpdateAnimBg="0"/>
      <p:bldP spid="194" grpId="0" animBg="1"/>
      <p:bldP spid="194" grpId="1" animBg="1"/>
      <p:bldP spid="195" grpId="0" autoUpdateAnimBg="0"/>
      <p:bldP spid="196"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983432" y="1700808"/>
            <a:ext cx="9433048" cy="1979322"/>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272953" y="932195"/>
            <a:ext cx="1115163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latin typeface="+mj-lt"/>
                <a:ea typeface="微软雅黑" panose="020B0503020204020204" pitchFamily="34" charset="-122"/>
              </a:rPr>
              <a:t> </a:t>
            </a:r>
            <a:r>
              <a:rPr kumimoji="1" lang="zh-CN" altLang="en-US" sz="2800" i="0" dirty="0">
                <a:latin typeface="+mj-lt"/>
                <a:ea typeface="微软雅黑" panose="020B0503020204020204" pitchFamily="34" charset="-122"/>
              </a:rPr>
              <a:t>为使取左段或取右段得到的同一截面上的内力符号一致，特规定如下</a:t>
            </a:r>
            <a:endParaRPr lang="zh-CN" altLang="en-US" sz="2800" i="0" dirty="0">
              <a:latin typeface="+mj-lt"/>
              <a:ea typeface="微软雅黑" panose="020B0503020204020204" pitchFamily="34" charset="-122"/>
            </a:endParaRPr>
          </a:p>
        </p:txBody>
      </p:sp>
      <p:sp>
        <p:nvSpPr>
          <p:cNvPr id="74" name="Freeform 33"/>
          <p:cNvSpPr>
            <a:spLocks noChangeAspect="1"/>
          </p:cNvSpPr>
          <p:nvPr/>
        </p:nvSpPr>
        <p:spPr bwMode="auto">
          <a:xfrm>
            <a:off x="5636048" y="2355602"/>
            <a:ext cx="1155700" cy="758825"/>
          </a:xfrm>
          <a:custGeom>
            <a:avLst/>
            <a:gdLst>
              <a:gd name="T0" fmla="*/ 0 w 728"/>
              <a:gd name="T1" fmla="*/ 945059543 h 478"/>
              <a:gd name="T2" fmla="*/ 327620302 w 728"/>
              <a:gd name="T3" fmla="*/ 0 h 478"/>
              <a:gd name="T4" fmla="*/ 652721242 w 728"/>
              <a:gd name="T5" fmla="*/ 108367534 h 478"/>
              <a:gd name="T6" fmla="*/ 907256343 w 728"/>
              <a:gd name="T7" fmla="*/ 146169075 h 478"/>
              <a:gd name="T8" fmla="*/ 1169352505 w 728"/>
              <a:gd name="T9" fmla="*/ 126007830 h 478"/>
              <a:gd name="T10" fmla="*/ 1343244021 w 728"/>
              <a:gd name="T11" fmla="*/ 78124055 h 478"/>
              <a:gd name="T12" fmla="*/ 1502013018 w 728"/>
              <a:gd name="T13" fmla="*/ 0 h 478"/>
              <a:gd name="T14" fmla="*/ 1524695211 w 728"/>
              <a:gd name="T15" fmla="*/ 42843451 h 478"/>
              <a:gd name="T16" fmla="*/ 1834673928 w 728"/>
              <a:gd name="T17" fmla="*/ 982861083 h 478"/>
              <a:gd name="T18" fmla="*/ 1718746780 w 728"/>
              <a:gd name="T19" fmla="*/ 1058465752 h 478"/>
              <a:gd name="T20" fmla="*/ 1592738613 w 728"/>
              <a:gd name="T21" fmla="*/ 1113909175 h 478"/>
              <a:gd name="T22" fmla="*/ 1381045559 w 728"/>
              <a:gd name="T23" fmla="*/ 1174392909 h 478"/>
              <a:gd name="T24" fmla="*/ 1123989707 w 728"/>
              <a:gd name="T25" fmla="*/ 1199594466 h 478"/>
              <a:gd name="T26" fmla="*/ 834172630 w 728"/>
              <a:gd name="T27" fmla="*/ 1199594466 h 478"/>
              <a:gd name="T28" fmla="*/ 509071590 w 728"/>
              <a:gd name="T29" fmla="*/ 1161792925 h 478"/>
              <a:gd name="T30" fmla="*/ 216733464 w 728"/>
              <a:gd name="T31" fmla="*/ 1053425440 h 478"/>
              <a:gd name="T32" fmla="*/ 0 w 728"/>
              <a:gd name="T33" fmla="*/ 945059543 h 4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8"/>
              <a:gd name="T52" fmla="*/ 0 h 478"/>
              <a:gd name="T53" fmla="*/ 728 w 728"/>
              <a:gd name="T54" fmla="*/ 478 h 47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8" h="478">
                <a:moveTo>
                  <a:pt x="0" y="375"/>
                </a:moveTo>
                <a:lnTo>
                  <a:pt x="130" y="0"/>
                </a:lnTo>
                <a:lnTo>
                  <a:pt x="259" y="43"/>
                </a:lnTo>
                <a:cubicBezTo>
                  <a:pt x="346" y="58"/>
                  <a:pt x="324" y="58"/>
                  <a:pt x="360" y="58"/>
                </a:cubicBezTo>
                <a:cubicBezTo>
                  <a:pt x="394" y="59"/>
                  <a:pt x="435" y="54"/>
                  <a:pt x="464" y="50"/>
                </a:cubicBezTo>
                <a:cubicBezTo>
                  <a:pt x="493" y="46"/>
                  <a:pt x="511" y="39"/>
                  <a:pt x="533" y="31"/>
                </a:cubicBezTo>
                <a:cubicBezTo>
                  <a:pt x="555" y="23"/>
                  <a:pt x="580" y="10"/>
                  <a:pt x="596" y="0"/>
                </a:cubicBezTo>
                <a:cubicBezTo>
                  <a:pt x="602" y="22"/>
                  <a:pt x="602" y="2"/>
                  <a:pt x="605" y="17"/>
                </a:cubicBezTo>
                <a:cubicBezTo>
                  <a:pt x="605" y="17"/>
                  <a:pt x="715" y="323"/>
                  <a:pt x="728" y="390"/>
                </a:cubicBezTo>
                <a:cubicBezTo>
                  <a:pt x="692" y="418"/>
                  <a:pt x="698" y="408"/>
                  <a:pt x="682" y="420"/>
                </a:cubicBezTo>
                <a:cubicBezTo>
                  <a:pt x="666" y="427"/>
                  <a:pt x="658" y="432"/>
                  <a:pt x="632" y="442"/>
                </a:cubicBezTo>
                <a:cubicBezTo>
                  <a:pt x="596" y="456"/>
                  <a:pt x="580" y="460"/>
                  <a:pt x="548" y="466"/>
                </a:cubicBezTo>
                <a:cubicBezTo>
                  <a:pt x="526" y="472"/>
                  <a:pt x="482" y="474"/>
                  <a:pt x="446" y="476"/>
                </a:cubicBezTo>
                <a:cubicBezTo>
                  <a:pt x="410" y="478"/>
                  <a:pt x="372" y="478"/>
                  <a:pt x="331" y="476"/>
                </a:cubicBezTo>
                <a:cubicBezTo>
                  <a:pt x="290" y="473"/>
                  <a:pt x="242" y="471"/>
                  <a:pt x="202" y="461"/>
                </a:cubicBezTo>
                <a:cubicBezTo>
                  <a:pt x="161" y="452"/>
                  <a:pt x="124" y="434"/>
                  <a:pt x="86" y="418"/>
                </a:cubicBezTo>
                <a:cubicBezTo>
                  <a:pt x="14" y="384"/>
                  <a:pt x="0" y="375"/>
                  <a:pt x="0" y="375"/>
                </a:cubicBezTo>
                <a:close/>
              </a:path>
            </a:pathLst>
          </a:custGeom>
          <a:gradFill rotWithShape="0">
            <a:gsLst>
              <a:gs pos="0">
                <a:srgbClr val="C0C0C0"/>
              </a:gs>
              <a:gs pos="50000">
                <a:srgbClr val="EAEAEA"/>
              </a:gs>
              <a:gs pos="100000">
                <a:srgbClr val="C0C0C0"/>
              </a:gs>
            </a:gsLst>
            <a:lin ang="0" scaled="1"/>
          </a:gradFill>
          <a:ln w="38100" cap="flat" cmpd="sng">
            <a:solidFill>
              <a:srgbClr val="000000"/>
            </a:solidFill>
            <a:prstDash val="solid"/>
            <a:round/>
            <a:headEnd type="none" w="med" len="med"/>
            <a:tailEnd type="none" w="med" len="med"/>
          </a:ln>
        </p:spPr>
        <p:txBody>
          <a:bodyPr/>
          <a:lstStyle/>
          <a:p>
            <a:endParaRPr lang="zh-CN" altLang="en-US"/>
          </a:p>
        </p:txBody>
      </p:sp>
      <p:sp>
        <p:nvSpPr>
          <p:cNvPr id="75" name="Text Box 2"/>
          <p:cNvSpPr txBox="1">
            <a:spLocks noChangeAspect="1" noChangeArrowheads="1"/>
          </p:cNvSpPr>
          <p:nvPr/>
        </p:nvSpPr>
        <p:spPr bwMode="auto">
          <a:xfrm>
            <a:off x="9400011" y="2414340"/>
            <a:ext cx="641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76" name="Text Box 3"/>
          <p:cNvSpPr txBox="1">
            <a:spLocks noChangeAspect="1" noChangeArrowheads="1"/>
          </p:cNvSpPr>
          <p:nvPr/>
        </p:nvSpPr>
        <p:spPr bwMode="auto">
          <a:xfrm>
            <a:off x="7482311" y="2417515"/>
            <a:ext cx="6397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77" name="AutoShape 6"/>
          <p:cNvSpPr>
            <a:spLocks noChangeAspect="1" noChangeArrowheads="1"/>
          </p:cNvSpPr>
          <p:nvPr/>
        </p:nvSpPr>
        <p:spPr bwMode="auto">
          <a:xfrm rot="16200000">
            <a:off x="1604592" y="2381796"/>
            <a:ext cx="1281112" cy="387350"/>
          </a:xfrm>
          <a:prstGeom prst="parallelogram">
            <a:avLst>
              <a:gd name="adj" fmla="val 82684"/>
            </a:avLst>
          </a:prstGeom>
          <a:gradFill rotWithShape="0">
            <a:gsLst>
              <a:gs pos="0">
                <a:srgbClr val="C0C0C0"/>
              </a:gs>
              <a:gs pos="50000">
                <a:srgbClr val="EAEAEA"/>
              </a:gs>
              <a:gs pos="100000">
                <a:srgbClr val="C0C0C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78" name="AutoShape 7"/>
          <p:cNvSpPr>
            <a:spLocks noChangeAspect="1" noChangeArrowheads="1"/>
          </p:cNvSpPr>
          <p:nvPr/>
        </p:nvSpPr>
        <p:spPr bwMode="auto">
          <a:xfrm rot="5400000" flipV="1">
            <a:off x="3384974" y="2479427"/>
            <a:ext cx="1281112" cy="388937"/>
          </a:xfrm>
          <a:prstGeom prst="parallelogram">
            <a:avLst>
              <a:gd name="adj" fmla="val 82347"/>
            </a:avLst>
          </a:prstGeom>
          <a:gradFill rotWithShape="0">
            <a:gsLst>
              <a:gs pos="0">
                <a:srgbClr val="C0C0C0"/>
              </a:gs>
              <a:gs pos="50000">
                <a:srgbClr val="EAEAEA"/>
              </a:gs>
              <a:gs pos="100000">
                <a:srgbClr val="C0C0C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79" name="Line 8"/>
          <p:cNvSpPr>
            <a:spLocks noChangeAspect="1" noChangeShapeType="1"/>
          </p:cNvSpPr>
          <p:nvPr/>
        </p:nvSpPr>
        <p:spPr bwMode="auto">
          <a:xfrm>
            <a:off x="2599161" y="2285752"/>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0" name="Text Box 9"/>
          <p:cNvSpPr txBox="1">
            <a:spLocks noChangeAspect="1" noChangeArrowheads="1"/>
          </p:cNvSpPr>
          <p:nvPr/>
        </p:nvSpPr>
        <p:spPr bwMode="auto">
          <a:xfrm>
            <a:off x="2635673" y="2361952"/>
            <a:ext cx="676275"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1" name="Line 10"/>
          <p:cNvSpPr>
            <a:spLocks noChangeAspect="1" noChangeShapeType="1"/>
          </p:cNvSpPr>
          <p:nvPr/>
        </p:nvSpPr>
        <p:spPr bwMode="auto">
          <a:xfrm flipV="1">
            <a:off x="1913361" y="2023815"/>
            <a:ext cx="0" cy="8651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2" name="Text Box 11"/>
          <p:cNvSpPr txBox="1">
            <a:spLocks noChangeAspect="1" noChangeArrowheads="1"/>
          </p:cNvSpPr>
          <p:nvPr/>
        </p:nvSpPr>
        <p:spPr bwMode="auto">
          <a:xfrm>
            <a:off x="1325986" y="2209552"/>
            <a:ext cx="722312"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3" name="Line 12"/>
          <p:cNvSpPr>
            <a:spLocks noChangeAspect="1" noChangeShapeType="1"/>
          </p:cNvSpPr>
          <p:nvPr/>
        </p:nvSpPr>
        <p:spPr bwMode="auto">
          <a:xfrm flipV="1">
            <a:off x="4334298" y="2158752"/>
            <a:ext cx="0" cy="8128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4" name="Text Box 13"/>
          <p:cNvSpPr txBox="1">
            <a:spLocks noChangeAspect="1" noChangeArrowheads="1"/>
          </p:cNvSpPr>
          <p:nvPr/>
        </p:nvSpPr>
        <p:spPr bwMode="auto">
          <a:xfrm>
            <a:off x="4334298" y="2347665"/>
            <a:ext cx="731838"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5" name="Line 14"/>
          <p:cNvSpPr>
            <a:spLocks noChangeAspect="1" noChangeShapeType="1"/>
          </p:cNvSpPr>
          <p:nvPr/>
        </p:nvSpPr>
        <p:spPr bwMode="auto">
          <a:xfrm>
            <a:off x="3716761" y="2384177"/>
            <a:ext cx="0" cy="83820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6" name="Text Box 15"/>
          <p:cNvSpPr txBox="1">
            <a:spLocks noChangeAspect="1" noChangeArrowheads="1"/>
          </p:cNvSpPr>
          <p:nvPr/>
        </p:nvSpPr>
        <p:spPr bwMode="auto">
          <a:xfrm>
            <a:off x="3088111" y="2193677"/>
            <a:ext cx="82391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F</a:t>
            </a:r>
            <a:r>
              <a:rPr lang="en-US" altLang="zh-CN" sz="3200" b="0" i="0" baseline="-25000" dirty="0">
                <a:solidFill>
                  <a:srgbClr val="FF0000"/>
                </a:solidFill>
                <a:ea typeface="宋体" panose="02010600030101010101" pitchFamily="2" charset="-122"/>
              </a:rPr>
              <a:t>Q</a:t>
            </a:r>
          </a:p>
        </p:txBody>
      </p:sp>
      <p:sp>
        <p:nvSpPr>
          <p:cNvPr id="87" name="Arc 16"/>
          <p:cNvSpPr>
            <a:spLocks noChangeAspect="1"/>
          </p:cNvSpPr>
          <p:nvPr/>
        </p:nvSpPr>
        <p:spPr bwMode="auto">
          <a:xfrm rot="18567265" flipV="1">
            <a:off x="6391698" y="2452440"/>
            <a:ext cx="708025" cy="622300"/>
          </a:xfrm>
          <a:custGeom>
            <a:avLst/>
            <a:gdLst>
              <a:gd name="T0" fmla="*/ 316658953 w 21600"/>
              <a:gd name="T1" fmla="*/ 0 h 31243"/>
              <a:gd name="T2" fmla="*/ 641665256 w 21600"/>
              <a:gd name="T3" fmla="*/ 246884551 h 31243"/>
              <a:gd name="T4" fmla="*/ 0 w 21600"/>
              <a:gd name="T5" fmla="*/ 155196837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 name="Arc 17"/>
          <p:cNvSpPr>
            <a:spLocks noChangeAspect="1"/>
          </p:cNvSpPr>
          <p:nvPr/>
        </p:nvSpPr>
        <p:spPr bwMode="auto">
          <a:xfrm rot="18567265" flipH="1">
            <a:off x="7833149" y="2476252"/>
            <a:ext cx="627062" cy="522287"/>
          </a:xfrm>
          <a:custGeom>
            <a:avLst/>
            <a:gdLst>
              <a:gd name="T0" fmla="*/ 219977741 w 21600"/>
              <a:gd name="T1" fmla="*/ 0 h 29609"/>
              <a:gd name="T2" fmla="*/ 468824941 w 21600"/>
              <a:gd name="T3" fmla="*/ 162510045 h 29609"/>
              <a:gd name="T4" fmla="*/ 0 w 21600"/>
              <a:gd name="T5" fmla="*/ 107794794 h 29609"/>
              <a:gd name="T6" fmla="*/ 0 60000 65536"/>
              <a:gd name="T7" fmla="*/ 0 60000 65536"/>
              <a:gd name="T8" fmla="*/ 0 60000 65536"/>
              <a:gd name="T9" fmla="*/ 0 w 21600"/>
              <a:gd name="T10" fmla="*/ 0 h 29609"/>
              <a:gd name="T11" fmla="*/ 21600 w 21600"/>
              <a:gd name="T12" fmla="*/ 29609 h 29609"/>
            </a:gdLst>
            <a:ahLst/>
            <a:cxnLst>
              <a:cxn ang="T6">
                <a:pos x="T0" y="T1"/>
              </a:cxn>
              <a:cxn ang="T7">
                <a:pos x="T2" y="T3"/>
              </a:cxn>
              <a:cxn ang="T8">
                <a:pos x="T4" y="T5"/>
              </a:cxn>
            </a:cxnLst>
            <a:rect l="T9" t="T10" r="T11" b="T12"/>
            <a:pathLst>
              <a:path w="21600" h="29609" fill="none" extrusionOk="0">
                <a:moveTo>
                  <a:pt x="8990" y="0"/>
                </a:moveTo>
                <a:cubicBezTo>
                  <a:pt x="16673" y="3517"/>
                  <a:pt x="21600" y="11190"/>
                  <a:pt x="21600" y="19640"/>
                </a:cubicBezTo>
                <a:cubicBezTo>
                  <a:pt x="21600" y="23110"/>
                  <a:pt x="20763" y="26530"/>
                  <a:pt x="19161" y="29608"/>
                </a:cubicBezTo>
              </a:path>
              <a:path w="21600" h="29609" stroke="0" extrusionOk="0">
                <a:moveTo>
                  <a:pt x="8990" y="0"/>
                </a:moveTo>
                <a:cubicBezTo>
                  <a:pt x="16673" y="3517"/>
                  <a:pt x="21600" y="11190"/>
                  <a:pt x="21600" y="19640"/>
                </a:cubicBezTo>
                <a:cubicBezTo>
                  <a:pt x="21600" y="23110"/>
                  <a:pt x="20763" y="26530"/>
                  <a:pt x="19161" y="29608"/>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9" name="Arc 18"/>
          <p:cNvSpPr>
            <a:spLocks noChangeAspect="1"/>
          </p:cNvSpPr>
          <p:nvPr/>
        </p:nvSpPr>
        <p:spPr bwMode="auto">
          <a:xfrm rot="3032735">
            <a:off x="8853911" y="2463552"/>
            <a:ext cx="655638" cy="573087"/>
          </a:xfrm>
          <a:custGeom>
            <a:avLst/>
            <a:gdLst>
              <a:gd name="T0" fmla="*/ 251442364 w 21600"/>
              <a:gd name="T1" fmla="*/ 0 h 31243"/>
              <a:gd name="T2" fmla="*/ 509512861 w 21600"/>
              <a:gd name="T3" fmla="*/ 192821835 h 31243"/>
              <a:gd name="T4" fmla="*/ 0 w 21600"/>
              <a:gd name="T5" fmla="*/ 121211676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0" name="Arc 19"/>
          <p:cNvSpPr>
            <a:spLocks noChangeAspect="1"/>
          </p:cNvSpPr>
          <p:nvPr/>
        </p:nvSpPr>
        <p:spPr bwMode="auto">
          <a:xfrm rot="3032735" flipH="1" flipV="1">
            <a:off x="5349504" y="2515146"/>
            <a:ext cx="631825" cy="554038"/>
          </a:xfrm>
          <a:custGeom>
            <a:avLst/>
            <a:gdLst>
              <a:gd name="T0" fmla="*/ 225028195 w 21600"/>
              <a:gd name="T1" fmla="*/ 0 h 31243"/>
              <a:gd name="T2" fmla="*/ 455988289 w 21600"/>
              <a:gd name="T3" fmla="*/ 174226048 h 31243"/>
              <a:gd name="T4" fmla="*/ 0 w 21600"/>
              <a:gd name="T5" fmla="*/ 109522165 h 31243"/>
              <a:gd name="T6" fmla="*/ 0 60000 65536"/>
              <a:gd name="T7" fmla="*/ 0 60000 65536"/>
              <a:gd name="T8" fmla="*/ 0 60000 65536"/>
              <a:gd name="T9" fmla="*/ 0 w 21600"/>
              <a:gd name="T10" fmla="*/ 0 h 31243"/>
              <a:gd name="T11" fmla="*/ 21600 w 21600"/>
              <a:gd name="T12" fmla="*/ 31243 h 31243"/>
            </a:gdLst>
            <a:ahLst/>
            <a:cxnLst>
              <a:cxn ang="T6">
                <a:pos x="T0" y="T1"/>
              </a:cxn>
              <a:cxn ang="T7">
                <a:pos x="T2" y="T3"/>
              </a:cxn>
              <a:cxn ang="T8">
                <a:pos x="T4" y="T5"/>
              </a:cxn>
            </a:cxnLst>
            <a:rect l="T9" t="T10" r="T11" b="T12"/>
            <a:pathLst>
              <a:path w="21600" h="31243" fill="none" extrusionOk="0">
                <a:moveTo>
                  <a:pt x="8990" y="0"/>
                </a:moveTo>
                <a:cubicBezTo>
                  <a:pt x="16673" y="3517"/>
                  <a:pt x="21600" y="11190"/>
                  <a:pt x="21600" y="19640"/>
                </a:cubicBezTo>
                <a:cubicBezTo>
                  <a:pt x="21600" y="23750"/>
                  <a:pt x="20427" y="27775"/>
                  <a:pt x="18218" y="31242"/>
                </a:cubicBezTo>
              </a:path>
              <a:path w="21600" h="31243" stroke="0" extrusionOk="0">
                <a:moveTo>
                  <a:pt x="8990" y="0"/>
                </a:moveTo>
                <a:cubicBezTo>
                  <a:pt x="16673" y="3517"/>
                  <a:pt x="21600" y="11190"/>
                  <a:pt x="21600" y="19640"/>
                </a:cubicBezTo>
                <a:cubicBezTo>
                  <a:pt x="21600" y="23750"/>
                  <a:pt x="20427" y="27775"/>
                  <a:pt x="18218" y="31242"/>
                </a:cubicBezTo>
                <a:lnTo>
                  <a:pt x="0" y="1964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 name="Text Box 20"/>
          <p:cNvSpPr txBox="1">
            <a:spLocks noChangeAspect="1" noChangeArrowheads="1"/>
          </p:cNvSpPr>
          <p:nvPr/>
        </p:nvSpPr>
        <p:spPr bwMode="auto">
          <a:xfrm>
            <a:off x="4943898" y="2296865"/>
            <a:ext cx="64135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sp>
        <p:nvSpPr>
          <p:cNvPr id="92" name="Text Box 21"/>
          <p:cNvSpPr txBox="1">
            <a:spLocks noChangeAspect="1" noChangeArrowheads="1"/>
          </p:cNvSpPr>
          <p:nvPr/>
        </p:nvSpPr>
        <p:spPr bwMode="auto">
          <a:xfrm>
            <a:off x="7012411" y="2374652"/>
            <a:ext cx="6413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i="1" dirty="0">
                <a:solidFill>
                  <a:srgbClr val="FF0000"/>
                </a:solidFill>
                <a:ea typeface="宋体" panose="02010600030101010101" pitchFamily="2" charset="-122"/>
              </a:rPr>
              <a:t>M</a:t>
            </a:r>
          </a:p>
        </p:txBody>
      </p:sp>
      <p:grpSp>
        <p:nvGrpSpPr>
          <p:cNvPr id="93" name="Group 22"/>
          <p:cNvGrpSpPr>
            <a:grpSpLocks/>
          </p:cNvGrpSpPr>
          <p:nvPr/>
        </p:nvGrpSpPr>
        <p:grpSpPr bwMode="auto">
          <a:xfrm>
            <a:off x="2064173" y="2325440"/>
            <a:ext cx="457200" cy="436562"/>
            <a:chOff x="488" y="2081"/>
            <a:chExt cx="288" cy="275"/>
          </a:xfrm>
        </p:grpSpPr>
        <p:sp>
          <p:nvSpPr>
            <p:cNvPr id="94" name="Oval 23"/>
            <p:cNvSpPr>
              <a:spLocks noChangeAspect="1" noChangeArrowheads="1"/>
            </p:cNvSpPr>
            <p:nvPr/>
          </p:nvSpPr>
          <p:spPr bwMode="auto">
            <a:xfrm>
              <a:off x="523" y="2137"/>
              <a:ext cx="159"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5" name="Text Box 24"/>
            <p:cNvSpPr txBox="1">
              <a:spLocks noChangeAspect="1" noChangeArrowheads="1"/>
            </p:cNvSpPr>
            <p:nvPr/>
          </p:nvSpPr>
          <p:spPr bwMode="auto">
            <a:xfrm>
              <a:off x="488" y="2081"/>
              <a:ext cx="28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90000"/>
                </a:lnSpc>
              </a:pPr>
              <a:r>
                <a:rPr lang="en-US" altLang="zh-CN" b="1">
                  <a:solidFill>
                    <a:srgbClr val="FF0000"/>
                  </a:solidFill>
                  <a:ea typeface="宋体" panose="02010600030101010101" pitchFamily="2" charset="-122"/>
                </a:rPr>
                <a:t>+</a:t>
              </a:r>
            </a:p>
          </p:txBody>
        </p:sp>
      </p:grpSp>
      <p:grpSp>
        <p:nvGrpSpPr>
          <p:cNvPr id="96" name="Group 25"/>
          <p:cNvGrpSpPr>
            <a:grpSpLocks/>
          </p:cNvGrpSpPr>
          <p:nvPr/>
        </p:nvGrpSpPr>
        <p:grpSpPr bwMode="auto">
          <a:xfrm>
            <a:off x="3785023" y="2452440"/>
            <a:ext cx="457200" cy="434975"/>
            <a:chOff x="1676" y="2113"/>
            <a:chExt cx="288" cy="274"/>
          </a:xfrm>
        </p:grpSpPr>
        <p:sp>
          <p:nvSpPr>
            <p:cNvPr id="97" name="Oval 26"/>
            <p:cNvSpPr>
              <a:spLocks noChangeAspect="1" noChangeArrowheads="1"/>
            </p:cNvSpPr>
            <p:nvPr/>
          </p:nvSpPr>
          <p:spPr bwMode="auto">
            <a:xfrm>
              <a:off x="1748" y="2186"/>
              <a:ext cx="158"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98" name="Text Box 27"/>
            <p:cNvSpPr txBox="1">
              <a:spLocks noChangeAspect="1" noChangeArrowheads="1"/>
            </p:cNvSpPr>
            <p:nvPr/>
          </p:nvSpPr>
          <p:spPr bwMode="auto">
            <a:xfrm>
              <a:off x="1676" y="2113"/>
              <a:ext cx="28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b="1">
                  <a:solidFill>
                    <a:srgbClr val="FF0000"/>
                  </a:solidFill>
                  <a:ea typeface="宋体" panose="02010600030101010101" pitchFamily="2" charset="-122"/>
                </a:rPr>
                <a:t>－</a:t>
              </a:r>
            </a:p>
          </p:txBody>
        </p:sp>
      </p:grpSp>
      <p:sp>
        <p:nvSpPr>
          <p:cNvPr id="99" name="Freeform 28"/>
          <p:cNvSpPr>
            <a:spLocks noChangeAspect="1"/>
          </p:cNvSpPr>
          <p:nvPr/>
        </p:nvSpPr>
        <p:spPr bwMode="auto">
          <a:xfrm>
            <a:off x="8082386" y="2295277"/>
            <a:ext cx="1165225" cy="762000"/>
          </a:xfrm>
          <a:custGeom>
            <a:avLst/>
            <a:gdLst>
              <a:gd name="T0" fmla="*/ 0 w 734"/>
              <a:gd name="T1" fmla="*/ 259576921 h 480"/>
              <a:gd name="T2" fmla="*/ 327620303 w 734"/>
              <a:gd name="T3" fmla="*/ 1204634778 h 480"/>
              <a:gd name="T4" fmla="*/ 652721244 w 734"/>
              <a:gd name="T5" fmla="*/ 1096268881 h 480"/>
              <a:gd name="T6" fmla="*/ 907256345 w 734"/>
              <a:gd name="T7" fmla="*/ 1058465753 h 480"/>
              <a:gd name="T8" fmla="*/ 1197073424 w 734"/>
              <a:gd name="T9" fmla="*/ 1096268881 h 480"/>
              <a:gd name="T10" fmla="*/ 1197073424 w 734"/>
              <a:gd name="T11" fmla="*/ 1096268881 h 480"/>
              <a:gd name="T12" fmla="*/ 1343244025 w 734"/>
              <a:gd name="T13" fmla="*/ 1126510748 h 480"/>
              <a:gd name="T14" fmla="*/ 1489413039 w 734"/>
              <a:gd name="T15" fmla="*/ 1209675089 h 480"/>
              <a:gd name="T16" fmla="*/ 1524695215 w 734"/>
              <a:gd name="T17" fmla="*/ 1161792926 h 480"/>
              <a:gd name="T18" fmla="*/ 1849794866 w 734"/>
              <a:gd name="T19" fmla="*/ 224294742 h 480"/>
              <a:gd name="T20" fmla="*/ 1595259566 w 734"/>
              <a:gd name="T21" fmla="*/ 115927208 h 480"/>
              <a:gd name="T22" fmla="*/ 1343244025 w 734"/>
              <a:gd name="T23" fmla="*/ 42843452 h 480"/>
              <a:gd name="T24" fmla="*/ 1123989711 w 734"/>
              <a:gd name="T25" fmla="*/ 5040313 h 480"/>
              <a:gd name="T26" fmla="*/ 834172632 w 734"/>
              <a:gd name="T27" fmla="*/ 5040313 h 480"/>
              <a:gd name="T28" fmla="*/ 509071592 w 734"/>
              <a:gd name="T29" fmla="*/ 42843452 h 480"/>
              <a:gd name="T30" fmla="*/ 216733465 w 734"/>
              <a:gd name="T31" fmla="*/ 151209386 h 480"/>
              <a:gd name="T32" fmla="*/ 0 w 734"/>
              <a:gd name="T33" fmla="*/ 259576921 h 48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34"/>
              <a:gd name="T52" fmla="*/ 0 h 480"/>
              <a:gd name="T53" fmla="*/ 734 w 734"/>
              <a:gd name="T54" fmla="*/ 480 h 48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34" h="480">
                <a:moveTo>
                  <a:pt x="0" y="103"/>
                </a:moveTo>
                <a:lnTo>
                  <a:pt x="130" y="478"/>
                </a:lnTo>
                <a:lnTo>
                  <a:pt x="259" y="435"/>
                </a:lnTo>
                <a:cubicBezTo>
                  <a:pt x="346" y="420"/>
                  <a:pt x="324" y="420"/>
                  <a:pt x="360" y="420"/>
                </a:cubicBezTo>
                <a:cubicBezTo>
                  <a:pt x="396" y="420"/>
                  <a:pt x="456" y="432"/>
                  <a:pt x="475" y="435"/>
                </a:cubicBezTo>
                <a:cubicBezTo>
                  <a:pt x="494" y="437"/>
                  <a:pt x="465" y="432"/>
                  <a:pt x="475" y="435"/>
                </a:cubicBezTo>
                <a:cubicBezTo>
                  <a:pt x="485" y="437"/>
                  <a:pt x="514" y="440"/>
                  <a:pt x="533" y="447"/>
                </a:cubicBezTo>
                <a:cubicBezTo>
                  <a:pt x="552" y="454"/>
                  <a:pt x="579" y="478"/>
                  <a:pt x="591" y="480"/>
                </a:cubicBezTo>
                <a:cubicBezTo>
                  <a:pt x="599" y="462"/>
                  <a:pt x="597" y="470"/>
                  <a:pt x="605" y="461"/>
                </a:cubicBezTo>
                <a:cubicBezTo>
                  <a:pt x="669" y="275"/>
                  <a:pt x="734" y="89"/>
                  <a:pt x="734" y="89"/>
                </a:cubicBezTo>
                <a:cubicBezTo>
                  <a:pt x="641" y="46"/>
                  <a:pt x="701" y="74"/>
                  <a:pt x="633" y="46"/>
                </a:cubicBezTo>
                <a:cubicBezTo>
                  <a:pt x="497" y="10"/>
                  <a:pt x="637" y="38"/>
                  <a:pt x="533" y="17"/>
                </a:cubicBezTo>
                <a:cubicBezTo>
                  <a:pt x="425" y="2"/>
                  <a:pt x="480" y="5"/>
                  <a:pt x="446" y="2"/>
                </a:cubicBezTo>
                <a:cubicBezTo>
                  <a:pt x="413" y="0"/>
                  <a:pt x="372" y="0"/>
                  <a:pt x="331" y="2"/>
                </a:cubicBezTo>
                <a:cubicBezTo>
                  <a:pt x="290" y="5"/>
                  <a:pt x="242" y="7"/>
                  <a:pt x="202" y="17"/>
                </a:cubicBezTo>
                <a:cubicBezTo>
                  <a:pt x="161" y="26"/>
                  <a:pt x="120" y="46"/>
                  <a:pt x="86" y="60"/>
                </a:cubicBezTo>
                <a:cubicBezTo>
                  <a:pt x="37" y="86"/>
                  <a:pt x="0" y="103"/>
                  <a:pt x="0" y="103"/>
                </a:cubicBezTo>
                <a:close/>
              </a:path>
            </a:pathLst>
          </a:custGeom>
          <a:gradFill rotWithShape="0">
            <a:gsLst>
              <a:gs pos="0">
                <a:srgbClr val="C0C0C0"/>
              </a:gs>
              <a:gs pos="50000">
                <a:srgbClr val="EAEAEA"/>
              </a:gs>
              <a:gs pos="100000">
                <a:srgbClr val="C0C0C0"/>
              </a:gs>
            </a:gsLst>
            <a:lin ang="0" scaled="1"/>
          </a:gradFill>
          <a:ln w="38100" cap="flat" cmpd="sng">
            <a:solidFill>
              <a:srgbClr val="000000"/>
            </a:solidFill>
            <a:prstDash val="solid"/>
            <a:round/>
            <a:headEnd type="none" w="med" len="med"/>
            <a:tailEnd type="none" w="med" len="med"/>
          </a:ln>
        </p:spPr>
        <p:txBody>
          <a:bodyPr/>
          <a:lstStyle/>
          <a:p>
            <a:endParaRPr lang="zh-CN" altLang="en-US"/>
          </a:p>
        </p:txBody>
      </p:sp>
      <p:grpSp>
        <p:nvGrpSpPr>
          <p:cNvPr id="100" name="Group 29"/>
          <p:cNvGrpSpPr>
            <a:grpSpLocks/>
          </p:cNvGrpSpPr>
          <p:nvPr/>
        </p:nvGrpSpPr>
        <p:grpSpPr bwMode="auto">
          <a:xfrm>
            <a:off x="8423698" y="2366715"/>
            <a:ext cx="457200" cy="434975"/>
            <a:chOff x="4598" y="2059"/>
            <a:chExt cx="288" cy="274"/>
          </a:xfrm>
        </p:grpSpPr>
        <p:sp>
          <p:nvSpPr>
            <p:cNvPr id="101" name="Oval 30"/>
            <p:cNvSpPr>
              <a:spLocks noChangeAspect="1" noChangeArrowheads="1"/>
            </p:cNvSpPr>
            <p:nvPr/>
          </p:nvSpPr>
          <p:spPr bwMode="auto">
            <a:xfrm>
              <a:off x="4670" y="2124"/>
              <a:ext cx="158" cy="160"/>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2" name="Text Box 31"/>
            <p:cNvSpPr txBox="1">
              <a:spLocks noChangeAspect="1" noChangeArrowheads="1"/>
            </p:cNvSpPr>
            <p:nvPr/>
          </p:nvSpPr>
          <p:spPr bwMode="auto">
            <a:xfrm>
              <a:off x="4598" y="2059"/>
              <a:ext cx="28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b="1">
                  <a:solidFill>
                    <a:srgbClr val="FF0000"/>
                  </a:solidFill>
                  <a:ea typeface="宋体" panose="02010600030101010101" pitchFamily="2" charset="-122"/>
                </a:rPr>
                <a:t>－</a:t>
              </a:r>
            </a:p>
          </p:txBody>
        </p:sp>
      </p:grpSp>
      <p:grpSp>
        <p:nvGrpSpPr>
          <p:cNvPr id="103" name="Group 34"/>
          <p:cNvGrpSpPr>
            <a:grpSpLocks/>
          </p:cNvGrpSpPr>
          <p:nvPr/>
        </p:nvGrpSpPr>
        <p:grpSpPr bwMode="auto">
          <a:xfrm>
            <a:off x="6015461" y="2554040"/>
            <a:ext cx="458787" cy="434975"/>
            <a:chOff x="3177" y="2177"/>
            <a:chExt cx="289" cy="274"/>
          </a:xfrm>
        </p:grpSpPr>
        <p:sp>
          <p:nvSpPr>
            <p:cNvPr id="104" name="Oval 35"/>
            <p:cNvSpPr>
              <a:spLocks noChangeAspect="1" noChangeArrowheads="1"/>
            </p:cNvSpPr>
            <p:nvPr/>
          </p:nvSpPr>
          <p:spPr bwMode="auto">
            <a:xfrm>
              <a:off x="3204" y="2241"/>
              <a:ext cx="160" cy="159"/>
            </a:xfrm>
            <a:prstGeom prst="ellipse">
              <a:avLst/>
            </a:prstGeom>
            <a:solidFill>
              <a:srgbClr val="FFFF99"/>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5" name="Text Box 36"/>
            <p:cNvSpPr txBox="1">
              <a:spLocks noChangeAspect="1" noChangeArrowheads="1"/>
            </p:cNvSpPr>
            <p:nvPr/>
          </p:nvSpPr>
          <p:spPr bwMode="auto">
            <a:xfrm>
              <a:off x="3177" y="2177"/>
              <a:ext cx="28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1">
                  <a:solidFill>
                    <a:srgbClr val="FF0000"/>
                  </a:solidFill>
                  <a:ea typeface="宋体" panose="02010600030101010101" pitchFamily="2" charset="-122"/>
                </a:rPr>
                <a:t>+</a:t>
              </a:r>
            </a:p>
          </p:txBody>
        </p:sp>
      </p:grpSp>
      <p:sp>
        <p:nvSpPr>
          <p:cNvPr id="106" name="Rectangle 37"/>
          <p:cNvSpPr>
            <a:spLocks noChangeArrowheads="1"/>
          </p:cNvSpPr>
          <p:nvPr/>
        </p:nvSpPr>
        <p:spPr bwMode="auto">
          <a:xfrm>
            <a:off x="2037186" y="2055565"/>
            <a:ext cx="414337" cy="1038225"/>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7" name="Rectangle 38"/>
          <p:cNvSpPr>
            <a:spLocks noChangeArrowheads="1"/>
          </p:cNvSpPr>
          <p:nvPr/>
        </p:nvSpPr>
        <p:spPr bwMode="auto">
          <a:xfrm>
            <a:off x="3837411" y="2179390"/>
            <a:ext cx="414337" cy="1038225"/>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8" name="Rectangle 39"/>
          <p:cNvSpPr>
            <a:spLocks noChangeArrowheads="1"/>
          </p:cNvSpPr>
          <p:nvPr/>
        </p:nvSpPr>
        <p:spPr bwMode="auto">
          <a:xfrm>
            <a:off x="5707486" y="2385765"/>
            <a:ext cx="1011237" cy="693737"/>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09" name="Rectangle 40"/>
          <p:cNvSpPr>
            <a:spLocks noChangeArrowheads="1"/>
          </p:cNvSpPr>
          <p:nvPr/>
        </p:nvSpPr>
        <p:spPr bwMode="auto">
          <a:xfrm>
            <a:off x="8160173" y="2303215"/>
            <a:ext cx="1011238" cy="693737"/>
          </a:xfrm>
          <a:prstGeom prst="rect">
            <a:avLst/>
          </a:prstGeom>
          <a:gradFill rotWithShape="0">
            <a:gsLst>
              <a:gs pos="0">
                <a:srgbClr val="C0C0C0"/>
              </a:gs>
              <a:gs pos="50000">
                <a:srgbClr val="EAEAEA"/>
              </a:gs>
              <a:gs pos="100000">
                <a:srgbClr val="C0C0C0"/>
              </a:gs>
            </a:gsLst>
            <a:lin ang="0" scaled="1"/>
          </a:gradFill>
          <a:ln w="3810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110" name="Text Box 1032"/>
          <p:cNvSpPr txBox="1">
            <a:spLocks noChangeArrowheads="1"/>
          </p:cNvSpPr>
          <p:nvPr/>
        </p:nvSpPr>
        <p:spPr bwMode="auto">
          <a:xfrm>
            <a:off x="272953" y="3816825"/>
            <a:ext cx="11151639"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30000"/>
              </a:lnSpc>
            </a:pPr>
            <a:r>
              <a:rPr kumimoji="1" lang="zh-CN" altLang="en-US" sz="2800" i="0" dirty="0">
                <a:latin typeface="+mn-lt"/>
                <a:ea typeface="微软雅黑" panose="020B0503020204020204" pitchFamily="34" charset="-122"/>
              </a:rPr>
              <a:t>当</a:t>
            </a:r>
            <a:r>
              <a:rPr kumimoji="1" lang="zh-CN" altLang="en-US" sz="2800" i="0" dirty="0">
                <a:solidFill>
                  <a:srgbClr val="000000"/>
                </a:solidFill>
                <a:latin typeface="+mn-lt"/>
                <a:ea typeface="微软雅黑" panose="020B0503020204020204" pitchFamily="34" charset="-122"/>
              </a:rPr>
              <a:t>截面上的剪力</a:t>
            </a:r>
            <a:r>
              <a:rPr kumimoji="1" lang="en-US" altLang="zh-CN" sz="2800" b="0" dirty="0">
                <a:solidFill>
                  <a:srgbClr val="FF0000"/>
                </a:solidFill>
                <a:latin typeface="+mn-lt"/>
                <a:ea typeface="微软雅黑" panose="020B0503020204020204" pitchFamily="34" charset="-122"/>
              </a:rPr>
              <a:t>F</a:t>
            </a:r>
            <a:r>
              <a:rPr kumimoji="1" lang="en-US" altLang="zh-CN" sz="2800" b="0" i="0" baseline="-25000" dirty="0">
                <a:solidFill>
                  <a:srgbClr val="FF0000"/>
                </a:solidFill>
                <a:latin typeface="+mn-lt"/>
                <a:ea typeface="微软雅黑" panose="020B0503020204020204" pitchFamily="34" charset="-122"/>
              </a:rPr>
              <a:t>Q</a:t>
            </a:r>
            <a:r>
              <a:rPr kumimoji="1" lang="zh-CN" altLang="en-US" sz="2800" i="0" dirty="0">
                <a:solidFill>
                  <a:srgbClr val="000000"/>
                </a:solidFill>
                <a:latin typeface="+mn-lt"/>
                <a:ea typeface="微软雅黑" panose="020B0503020204020204" pitchFamily="34" charset="-122"/>
              </a:rPr>
              <a:t>使研究对象有</a:t>
            </a:r>
            <a:r>
              <a:rPr kumimoji="1" lang="zh-CN" altLang="en-US" sz="2800" i="0" dirty="0">
                <a:solidFill>
                  <a:srgbClr val="FF0000"/>
                </a:solidFill>
                <a:latin typeface="+mn-lt"/>
                <a:ea typeface="微软雅黑" panose="020B0503020204020204" pitchFamily="34" charset="-122"/>
              </a:rPr>
              <a:t>顺时针转向趋势时为正</a:t>
            </a:r>
            <a:r>
              <a:rPr kumimoji="1" lang="zh-CN" altLang="en-US" sz="2800" i="0" dirty="0">
                <a:solidFill>
                  <a:srgbClr val="000000"/>
                </a:solidFill>
                <a:latin typeface="+mn-lt"/>
                <a:ea typeface="微软雅黑" panose="020B0503020204020204" pitchFamily="34" charset="-122"/>
              </a:rPr>
              <a:t>，</a:t>
            </a:r>
            <a:r>
              <a:rPr kumimoji="1" lang="zh-CN" altLang="en-US" sz="2800" i="0" dirty="0">
                <a:solidFill>
                  <a:srgbClr val="FF0000"/>
                </a:solidFill>
                <a:latin typeface="+mn-lt"/>
                <a:ea typeface="微软雅黑" panose="020B0503020204020204" pitchFamily="34" charset="-122"/>
              </a:rPr>
              <a:t>反之为负</a:t>
            </a:r>
            <a:r>
              <a:rPr kumimoji="1" lang="zh-CN" altLang="en-US" sz="2800" i="0" dirty="0">
                <a:solidFill>
                  <a:srgbClr val="000000"/>
                </a:solidFill>
                <a:latin typeface="+mn-lt"/>
                <a:ea typeface="微软雅黑" panose="020B0503020204020204" pitchFamily="34" charset="-122"/>
              </a:rPr>
              <a:t>。</a:t>
            </a:r>
          </a:p>
          <a:p>
            <a:pPr>
              <a:lnSpc>
                <a:spcPct val="130000"/>
              </a:lnSpc>
            </a:pPr>
            <a:r>
              <a:rPr lang="zh-CN" altLang="en-US" sz="2800" i="0" dirty="0">
                <a:latin typeface="+mn-lt"/>
                <a:ea typeface="微软雅黑" panose="020B0503020204020204" pitchFamily="34" charset="-122"/>
              </a:rPr>
              <a:t>当截面上的弯矩</a:t>
            </a:r>
            <a:r>
              <a:rPr lang="en-US" altLang="zh-CN" sz="2800" b="0" dirty="0">
                <a:solidFill>
                  <a:srgbClr val="FF0000"/>
                </a:solidFill>
                <a:latin typeface="+mn-lt"/>
                <a:ea typeface="微软雅黑" panose="020B0503020204020204" pitchFamily="34" charset="-122"/>
              </a:rPr>
              <a:t>M</a:t>
            </a:r>
            <a:r>
              <a:rPr lang="zh-CN" altLang="en-US" sz="2800" i="0" dirty="0">
                <a:latin typeface="+mn-lt"/>
                <a:ea typeface="微软雅黑" panose="020B0503020204020204" pitchFamily="34" charset="-122"/>
              </a:rPr>
              <a:t>使研究对象产生</a:t>
            </a:r>
            <a:r>
              <a:rPr lang="zh-CN" altLang="en-US" sz="2800" i="0" dirty="0">
                <a:solidFill>
                  <a:srgbClr val="FF0000"/>
                </a:solidFill>
                <a:latin typeface="+mn-lt"/>
                <a:ea typeface="微软雅黑" panose="020B0503020204020204" pitchFamily="34" charset="-122"/>
              </a:rPr>
              <a:t>向下凸的变形时（即上部受压下部受拉）为正</a:t>
            </a:r>
            <a:r>
              <a:rPr lang="zh-CN" altLang="en-US" sz="2800" i="0" dirty="0">
                <a:latin typeface="+mn-lt"/>
                <a:ea typeface="微软雅黑" panose="020B0503020204020204" pitchFamily="34" charset="-122"/>
              </a:rPr>
              <a:t>，</a:t>
            </a:r>
            <a:r>
              <a:rPr lang="zh-CN" altLang="en-US" sz="2800" i="0" dirty="0">
                <a:solidFill>
                  <a:srgbClr val="FF0000"/>
                </a:solidFill>
                <a:latin typeface="+mn-lt"/>
                <a:ea typeface="微软雅黑" panose="020B0503020204020204" pitchFamily="34" charset="-122"/>
              </a:rPr>
              <a:t>反之为负</a:t>
            </a:r>
            <a:r>
              <a:rPr lang="zh-CN" altLang="en-US" sz="2800" i="0" dirty="0">
                <a:latin typeface="+mn-lt"/>
                <a:ea typeface="微软雅黑" panose="020B0503020204020204" pitchFamily="34" charset="-122"/>
              </a:rPr>
              <a:t>。</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20168483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37" fill="hold" grpId="0" nodeType="clickEffect">
                                  <p:stCondLst>
                                    <p:cond delay="0"/>
                                  </p:stCondLst>
                                  <p:childTnLst>
                                    <p:set>
                                      <p:cBhvr>
                                        <p:cTn id="14" dur="1" fill="hold">
                                          <p:stCondLst>
                                            <p:cond delay="0"/>
                                          </p:stCondLst>
                                        </p:cTn>
                                        <p:tgtEl>
                                          <p:spTgt spid="106"/>
                                        </p:tgtEl>
                                        <p:attrNameLst>
                                          <p:attrName>style.visibility</p:attrName>
                                        </p:attrNameLst>
                                      </p:cBhvr>
                                      <p:to>
                                        <p:strVal val="visible"/>
                                      </p:to>
                                    </p:set>
                                    <p:animEffect transition="in" filter="barn(outVertical)">
                                      <p:cBhvr>
                                        <p:cTn id="15" dur="3000"/>
                                        <p:tgtEl>
                                          <p:spTgt spid="106"/>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1" fill="hold" grpId="0" nodeType="clickEffect">
                                  <p:stCondLst>
                                    <p:cond delay="0"/>
                                  </p:stCondLst>
                                  <p:childTnLst>
                                    <p:set>
                                      <p:cBhvr>
                                        <p:cTn id="19" dur="1" fill="hold">
                                          <p:stCondLst>
                                            <p:cond delay="0"/>
                                          </p:stCondLst>
                                        </p:cTn>
                                        <p:tgtEl>
                                          <p:spTgt spid="79"/>
                                        </p:tgtEl>
                                        <p:attrNameLst>
                                          <p:attrName>style.visibility</p:attrName>
                                        </p:attrNameLst>
                                      </p:cBhvr>
                                      <p:to>
                                        <p:strVal val="visible"/>
                                      </p:to>
                                    </p:set>
                                    <p:animEffect transition="in" filter="slide(fromTop)">
                                      <p:cBhvr>
                                        <p:cTn id="20" dur="5000"/>
                                        <p:tgtEl>
                                          <p:spTgt spid="79"/>
                                        </p:tgtEl>
                                      </p:cBhvr>
                                    </p:animEffec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par>
                                <p:cTn id="21" presetID="12" presetClass="entr" presetSubtype="4"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animEffect transition="in" filter="slide(fromBottom)">
                                      <p:cBhvr>
                                        <p:cTn id="23" dur="5000"/>
                                        <p:tgtEl>
                                          <p:spTgt spid="81"/>
                                        </p:tgtEl>
                                      </p:cBhvr>
                                    </p:animEffect>
                                  </p:childTnLst>
                                  <p:subTnLst>
                                    <p:audio>
                                      <p:cMediaNode>
                                        <p:cTn display="0" masterRel="sameClick">
                                          <p:stCondLst>
                                            <p:cond evt="begin" delay="0">
                                              <p:tn val="21"/>
                                            </p:cond>
                                          </p:stCondLst>
                                          <p:endCondLst>
                                            <p:cond evt="onStopAudio" delay="0">
                                              <p:tgtEl>
                                                <p:sldTgt/>
                                              </p:tgtEl>
                                            </p:cond>
                                          </p:endCondLst>
                                        </p:cTn>
                                        <p:tgtEl>
                                          <p:sndTgt r:embed="rId3" name="CHIMES.WAV"/>
                                        </p:tgtEl>
                                      </p:cMediaNode>
                                    </p:audio>
                                  </p:subTnLst>
                                </p:cTn>
                              </p:par>
                              <p:par>
                                <p:cTn id="24" presetID="19" presetClass="entr" presetSubtype="10" fill="hold" grpId="0" nodeType="withEffect">
                                  <p:stCondLst>
                                    <p:cond delay="0"/>
                                  </p:stCondLst>
                                  <p:childTnLst>
                                    <p:set>
                                      <p:cBhvr>
                                        <p:cTn id="25" dur="1" fill="hold">
                                          <p:stCondLst>
                                            <p:cond delay="0"/>
                                          </p:stCondLst>
                                        </p:cTn>
                                        <p:tgtEl>
                                          <p:spTgt spid="82"/>
                                        </p:tgtEl>
                                        <p:attrNameLst>
                                          <p:attrName>style.visibility</p:attrName>
                                        </p:attrNameLst>
                                      </p:cBhvr>
                                      <p:to>
                                        <p:strVal val="visible"/>
                                      </p:to>
                                    </p:set>
                                    <p:anim calcmode="lin" valueType="num">
                                      <p:cBhvr>
                                        <p:cTn id="26" dur="5000" fill="hold"/>
                                        <p:tgtEl>
                                          <p:spTgt spid="82"/>
                                        </p:tgtEl>
                                        <p:attrNameLst>
                                          <p:attrName>ppt_w</p:attrName>
                                        </p:attrNameLst>
                                      </p:cBhvr>
                                      <p:tavLst>
                                        <p:tav tm="0" fmla="#ppt_w*sin(2.5*pi*$)">
                                          <p:val>
                                            <p:fltVal val="0"/>
                                          </p:val>
                                        </p:tav>
                                        <p:tav tm="100000">
                                          <p:val>
                                            <p:fltVal val="1"/>
                                          </p:val>
                                        </p:tav>
                                      </p:tavLst>
                                    </p:anim>
                                    <p:anim calcmode="lin" valueType="num">
                                      <p:cBhvr>
                                        <p:cTn id="27" dur="5000" fill="hold"/>
                                        <p:tgtEl>
                                          <p:spTgt spid="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par>
                                <p:cTn id="28" presetID="19" presetClass="entr" presetSubtype="10" fill="hold" grpId="0" nodeType="withEffect">
                                  <p:stCondLst>
                                    <p:cond delay="0"/>
                                  </p:stCondLst>
                                  <p:childTnLst>
                                    <p:set>
                                      <p:cBhvr>
                                        <p:cTn id="29" dur="1" fill="hold">
                                          <p:stCondLst>
                                            <p:cond delay="0"/>
                                          </p:stCondLst>
                                        </p:cTn>
                                        <p:tgtEl>
                                          <p:spTgt spid="80"/>
                                        </p:tgtEl>
                                        <p:attrNameLst>
                                          <p:attrName>style.visibility</p:attrName>
                                        </p:attrNameLst>
                                      </p:cBhvr>
                                      <p:to>
                                        <p:strVal val="visible"/>
                                      </p:to>
                                    </p:set>
                                    <p:anim calcmode="lin" valueType="num">
                                      <p:cBhvr>
                                        <p:cTn id="30" dur="5000" fill="hold"/>
                                        <p:tgtEl>
                                          <p:spTgt spid="80"/>
                                        </p:tgtEl>
                                        <p:attrNameLst>
                                          <p:attrName>ppt_w</p:attrName>
                                        </p:attrNameLst>
                                      </p:cBhvr>
                                      <p:tavLst>
                                        <p:tav tm="0" fmla="#ppt_w*sin(2.5*pi*$)">
                                          <p:val>
                                            <p:fltVal val="0"/>
                                          </p:val>
                                        </p:tav>
                                        <p:tav tm="100000">
                                          <p:val>
                                            <p:fltVal val="1"/>
                                          </p:val>
                                        </p:tav>
                                      </p:tavLst>
                                    </p:anim>
                                    <p:anim calcmode="lin" valueType="num">
                                      <p:cBhvr>
                                        <p:cTn id="31" dur="5000" fill="hold"/>
                                        <p:tgtEl>
                                          <p:spTgt spid="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childTnLst>
                          </p:cTn>
                        </p:par>
                        <p:par>
                          <p:cTn id="32" fill="hold">
                            <p:stCondLst>
                              <p:cond delay="5000"/>
                            </p:stCondLst>
                            <p:childTnLst>
                              <p:par>
                                <p:cTn id="33" presetID="8" presetClass="emph" presetSubtype="0" fill="hold" grpId="1" nodeType="afterEffect">
                                  <p:stCondLst>
                                    <p:cond delay="0"/>
                                  </p:stCondLst>
                                  <p:childTnLst>
                                    <p:animRot by="10800000">
                                      <p:cBhvr>
                                        <p:cTn id="34" dur="5000" fill="hold"/>
                                        <p:tgtEl>
                                          <p:spTgt spid="106"/>
                                        </p:tgtEl>
                                        <p:attrNameLst>
                                          <p:attrName>r</p:attrName>
                                        </p:attrNameLst>
                                      </p:cBhvr>
                                    </p:animRot>
                                  </p:childTnLst>
                                </p:cTn>
                              </p:par>
                            </p:childTnLst>
                          </p:cTn>
                        </p:par>
                        <p:par>
                          <p:cTn id="35" fill="hold">
                            <p:stCondLst>
                              <p:cond delay="10000"/>
                            </p:stCondLst>
                            <p:childTnLst>
                              <p:par>
                                <p:cTn id="36" presetID="1" presetClass="entr" presetSubtype="0" fill="hold" grpId="0" nodeType="afterEffect">
                                  <p:stCondLst>
                                    <p:cond delay="0"/>
                                  </p:stCondLst>
                                  <p:childTnLst>
                                    <p:set>
                                      <p:cBhvr>
                                        <p:cTn id="37" dur="1" fill="hold">
                                          <p:stCondLst>
                                            <p:cond delay="0"/>
                                          </p:stCondLst>
                                        </p:cTn>
                                        <p:tgtEl>
                                          <p:spTgt spid="77"/>
                                        </p:tgtEl>
                                        <p:attrNameLst>
                                          <p:attrName>style.visibility</p:attrName>
                                        </p:attrNameLst>
                                      </p:cBhvr>
                                      <p:to>
                                        <p:strVal val="visible"/>
                                      </p:to>
                                    </p:set>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childTnLst>
                          </p:cTn>
                        </p:par>
                        <p:par>
                          <p:cTn id="38" fill="hold">
                            <p:stCondLst>
                              <p:cond delay="10000"/>
                            </p:stCondLst>
                            <p:childTnLst>
                              <p:par>
                                <p:cTn id="39" presetID="1" presetClass="exit" presetSubtype="0" fill="hold" grpId="2" nodeType="afterEffect">
                                  <p:stCondLst>
                                    <p:cond delay="0"/>
                                  </p:stCondLst>
                                  <p:childTnLst>
                                    <p:set>
                                      <p:cBhvr>
                                        <p:cTn id="40" dur="1" fill="hold">
                                          <p:stCondLst>
                                            <p:cond delay="0"/>
                                          </p:stCondLst>
                                        </p:cTn>
                                        <p:tgtEl>
                                          <p:spTgt spid="106"/>
                                        </p:tgtEl>
                                        <p:attrNameLst>
                                          <p:attrName>style.visibility</p:attrName>
                                        </p:attrNameLst>
                                      </p:cBhvr>
                                      <p:to>
                                        <p:strVal val="hidden"/>
                                      </p:to>
                                    </p:set>
                                  </p:childTnLst>
                                </p:cTn>
                              </p:par>
                            </p:childTnLst>
                          </p:cTn>
                        </p:par>
                        <p:par>
                          <p:cTn id="41" fill="hold">
                            <p:stCondLst>
                              <p:cond delay="10000"/>
                            </p:stCondLst>
                            <p:childTnLst>
                              <p:par>
                                <p:cTn id="42" presetID="8" presetClass="emph" presetSubtype="0" fill="hold" grpId="1" nodeType="afterEffect">
                                  <p:stCondLst>
                                    <p:cond delay="0"/>
                                  </p:stCondLst>
                                  <p:childTnLst>
                                    <p:animRot by="21600000">
                                      <p:cBhvr>
                                        <p:cTn id="43" dur="5000" fill="hold"/>
                                        <p:tgtEl>
                                          <p:spTgt spid="77"/>
                                        </p:tgtEl>
                                        <p:attrNameLst>
                                          <p:attrName>r</p:attrName>
                                        </p:attrNameLst>
                                      </p:cBhvr>
                                    </p:animRot>
                                  </p:childTnLst>
                                </p:cTn>
                              </p:par>
                            </p:childTnLst>
                          </p:cTn>
                        </p:par>
                        <p:par>
                          <p:cTn id="44" fill="hold">
                            <p:stCondLst>
                              <p:cond delay="15000"/>
                            </p:stCondLst>
                            <p:childTnLst>
                              <p:par>
                                <p:cTn id="45" presetID="23" presetClass="entr" presetSubtype="32" fill="hold" nodeType="afterEffect">
                                  <p:stCondLst>
                                    <p:cond delay="1000"/>
                                  </p:stCondLst>
                                  <p:childTnLst>
                                    <p:set>
                                      <p:cBhvr>
                                        <p:cTn id="46" dur="1" fill="hold">
                                          <p:stCondLst>
                                            <p:cond delay="0"/>
                                          </p:stCondLst>
                                        </p:cTn>
                                        <p:tgtEl>
                                          <p:spTgt spid="93"/>
                                        </p:tgtEl>
                                        <p:attrNameLst>
                                          <p:attrName>style.visibility</p:attrName>
                                        </p:attrNameLst>
                                      </p:cBhvr>
                                      <p:to>
                                        <p:strVal val="visible"/>
                                      </p:to>
                                    </p:set>
                                    <p:anim calcmode="lin" valueType="num">
                                      <p:cBhvr>
                                        <p:cTn id="47" dur="3000" fill="hold"/>
                                        <p:tgtEl>
                                          <p:spTgt spid="93"/>
                                        </p:tgtEl>
                                        <p:attrNameLst>
                                          <p:attrName>ppt_w</p:attrName>
                                        </p:attrNameLst>
                                      </p:cBhvr>
                                      <p:tavLst>
                                        <p:tav tm="0">
                                          <p:val>
                                            <p:strVal val="4*#ppt_w"/>
                                          </p:val>
                                        </p:tav>
                                        <p:tav tm="100000">
                                          <p:val>
                                            <p:strVal val="#ppt_w"/>
                                          </p:val>
                                        </p:tav>
                                      </p:tavLst>
                                    </p:anim>
                                    <p:anim calcmode="lin" valueType="num">
                                      <p:cBhvr>
                                        <p:cTn id="48" dur="3000" fill="hold"/>
                                        <p:tgtEl>
                                          <p:spTgt spid="9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45"/>
                                            </p:cond>
                                          </p:stCondLst>
                                          <p:endCondLst>
                                            <p:cond evt="onStopAudio" delay="0">
                                              <p:tgtEl>
                                                <p:sldTgt/>
                                              </p:tgtEl>
                                            </p:cond>
                                          </p:endCondLst>
                                        </p:cTn>
                                        <p:tgtEl>
                                          <p:sndTgt r:embed="rId3" name="CHIMES.WAV"/>
                                        </p:tgtEl>
                                      </p:cMediaNode>
                                    </p:audio>
                                  </p:subTnLst>
                                </p:cTn>
                              </p:par>
                            </p:childTnLst>
                          </p:cTn>
                        </p:par>
                      </p:childTnLst>
                    </p:cTn>
                  </p:par>
                  <p:par>
                    <p:cTn id="49" fill="hold">
                      <p:stCondLst>
                        <p:cond delay="indefinite"/>
                      </p:stCondLst>
                      <p:childTnLst>
                        <p:par>
                          <p:cTn id="50" fill="hold">
                            <p:stCondLst>
                              <p:cond delay="0"/>
                            </p:stCondLst>
                            <p:childTnLst>
                              <p:par>
                                <p:cTn id="51" presetID="16" presetClass="entr" presetSubtype="37" fill="hold" grpId="0" nodeType="clickEffect">
                                  <p:stCondLst>
                                    <p:cond delay="0"/>
                                  </p:stCondLst>
                                  <p:childTnLst>
                                    <p:set>
                                      <p:cBhvr>
                                        <p:cTn id="52" dur="1" fill="hold">
                                          <p:stCondLst>
                                            <p:cond delay="0"/>
                                          </p:stCondLst>
                                        </p:cTn>
                                        <p:tgtEl>
                                          <p:spTgt spid="107"/>
                                        </p:tgtEl>
                                        <p:attrNameLst>
                                          <p:attrName>style.visibility</p:attrName>
                                        </p:attrNameLst>
                                      </p:cBhvr>
                                      <p:to>
                                        <p:strVal val="visible"/>
                                      </p:to>
                                    </p:set>
                                    <p:animEffect transition="in" filter="barn(outVertical)">
                                      <p:cBhvr>
                                        <p:cTn id="53" dur="3000"/>
                                        <p:tgtEl>
                                          <p:spTgt spid="107"/>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83"/>
                                        </p:tgtEl>
                                        <p:attrNameLst>
                                          <p:attrName>style.visibility</p:attrName>
                                        </p:attrNameLst>
                                      </p:cBhvr>
                                      <p:to>
                                        <p:strVal val="visible"/>
                                      </p:to>
                                    </p:set>
                                    <p:animEffect transition="in" filter="slide(fromBottom)">
                                      <p:cBhvr>
                                        <p:cTn id="58" dur="5000"/>
                                        <p:tgtEl>
                                          <p:spTgt spid="83"/>
                                        </p:tgtEl>
                                      </p:cBhvr>
                                    </p:animEffect>
                                  </p:childTnLst>
                                  <p:subTnLst>
                                    <p:audio>
                                      <p:cMediaNode>
                                        <p:cTn display="0" masterRel="sameClick">
                                          <p:stCondLst>
                                            <p:cond evt="begin" delay="0">
                                              <p:tn val="56"/>
                                            </p:cond>
                                          </p:stCondLst>
                                          <p:endCondLst>
                                            <p:cond evt="onStopAudio" delay="0">
                                              <p:tgtEl>
                                                <p:sldTgt/>
                                              </p:tgtEl>
                                            </p:cond>
                                          </p:endCondLst>
                                        </p:cTn>
                                        <p:tgtEl>
                                          <p:sndTgt r:embed="rId3" name="CHIMES.WAV"/>
                                        </p:tgtEl>
                                      </p:cMediaNode>
                                    </p:audio>
                                  </p:subTnLst>
                                </p:cTn>
                              </p:par>
                              <p:par>
                                <p:cTn id="59" presetID="12" presetClass="entr" presetSubtype="1"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animEffect transition="in" filter="slide(fromTop)">
                                      <p:cBhvr>
                                        <p:cTn id="61" dur="5000"/>
                                        <p:tgtEl>
                                          <p:spTgt spid="85"/>
                                        </p:tgtEl>
                                      </p:cBhvr>
                                    </p:animEffect>
                                  </p:childTnLst>
                                  <p:subTnLst>
                                    <p:audio>
                                      <p:cMediaNode>
                                        <p:cTn display="0" masterRel="sameClick">
                                          <p:stCondLst>
                                            <p:cond evt="begin" delay="0">
                                              <p:tn val="59"/>
                                            </p:cond>
                                          </p:stCondLst>
                                          <p:endCondLst>
                                            <p:cond evt="onStopAudio" delay="0">
                                              <p:tgtEl>
                                                <p:sldTgt/>
                                              </p:tgtEl>
                                            </p:cond>
                                          </p:endCondLst>
                                        </p:cTn>
                                        <p:tgtEl>
                                          <p:sndTgt r:embed="rId3" name="CHIMES.WAV"/>
                                        </p:tgtEl>
                                      </p:cMediaNode>
                                    </p:audio>
                                  </p:subTnLst>
                                </p:cTn>
                              </p:par>
                              <p:par>
                                <p:cTn id="62" presetID="19" presetClass="entr" presetSubtype="10" fill="hold" grpId="0" nodeType="withEffect">
                                  <p:stCondLst>
                                    <p:cond delay="0"/>
                                  </p:stCondLst>
                                  <p:childTnLst>
                                    <p:set>
                                      <p:cBhvr>
                                        <p:cTn id="63" dur="1" fill="hold">
                                          <p:stCondLst>
                                            <p:cond delay="0"/>
                                          </p:stCondLst>
                                        </p:cTn>
                                        <p:tgtEl>
                                          <p:spTgt spid="84"/>
                                        </p:tgtEl>
                                        <p:attrNameLst>
                                          <p:attrName>style.visibility</p:attrName>
                                        </p:attrNameLst>
                                      </p:cBhvr>
                                      <p:to>
                                        <p:strVal val="visible"/>
                                      </p:to>
                                    </p:set>
                                    <p:anim calcmode="lin" valueType="num">
                                      <p:cBhvr>
                                        <p:cTn id="64" dur="5000" fill="hold"/>
                                        <p:tgtEl>
                                          <p:spTgt spid="84"/>
                                        </p:tgtEl>
                                        <p:attrNameLst>
                                          <p:attrName>ppt_w</p:attrName>
                                        </p:attrNameLst>
                                      </p:cBhvr>
                                      <p:tavLst>
                                        <p:tav tm="0" fmla="#ppt_w*sin(2.5*pi*$)">
                                          <p:val>
                                            <p:fltVal val="0"/>
                                          </p:val>
                                        </p:tav>
                                        <p:tav tm="100000">
                                          <p:val>
                                            <p:fltVal val="1"/>
                                          </p:val>
                                        </p:tav>
                                      </p:tavLst>
                                    </p:anim>
                                    <p:anim calcmode="lin" valueType="num">
                                      <p:cBhvr>
                                        <p:cTn id="65" dur="5000" fill="hold"/>
                                        <p:tgtEl>
                                          <p:spTgt spid="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3" name="CHIMES.WAV"/>
                                        </p:tgtEl>
                                      </p:cMediaNode>
                                    </p:audio>
                                  </p:subTnLst>
                                </p:cTn>
                              </p:par>
                              <p:par>
                                <p:cTn id="66" presetID="19" presetClass="entr" presetSubtype="10" fill="hold" grpId="0" nodeType="withEffect">
                                  <p:stCondLst>
                                    <p:cond delay="0"/>
                                  </p:stCondLst>
                                  <p:childTnLst>
                                    <p:set>
                                      <p:cBhvr>
                                        <p:cTn id="67" dur="1" fill="hold">
                                          <p:stCondLst>
                                            <p:cond delay="0"/>
                                          </p:stCondLst>
                                        </p:cTn>
                                        <p:tgtEl>
                                          <p:spTgt spid="86"/>
                                        </p:tgtEl>
                                        <p:attrNameLst>
                                          <p:attrName>style.visibility</p:attrName>
                                        </p:attrNameLst>
                                      </p:cBhvr>
                                      <p:to>
                                        <p:strVal val="visible"/>
                                      </p:to>
                                    </p:set>
                                    <p:anim calcmode="lin" valueType="num">
                                      <p:cBhvr>
                                        <p:cTn id="68" dur="5000" fill="hold"/>
                                        <p:tgtEl>
                                          <p:spTgt spid="86"/>
                                        </p:tgtEl>
                                        <p:attrNameLst>
                                          <p:attrName>ppt_w</p:attrName>
                                        </p:attrNameLst>
                                      </p:cBhvr>
                                      <p:tavLst>
                                        <p:tav tm="0" fmla="#ppt_w*sin(2.5*pi*$)">
                                          <p:val>
                                            <p:fltVal val="0"/>
                                          </p:val>
                                        </p:tav>
                                        <p:tav tm="100000">
                                          <p:val>
                                            <p:fltVal val="1"/>
                                          </p:val>
                                        </p:tav>
                                      </p:tavLst>
                                    </p:anim>
                                    <p:anim calcmode="lin" valueType="num">
                                      <p:cBhvr>
                                        <p:cTn id="69" dur="5000" fill="hold"/>
                                        <p:tgtEl>
                                          <p:spTgt spid="8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3" name="CHIMES.WAV"/>
                                        </p:tgtEl>
                                      </p:cMediaNode>
                                    </p:audio>
                                  </p:subTnLst>
                                </p:cTn>
                              </p:par>
                            </p:childTnLst>
                          </p:cTn>
                        </p:par>
                        <p:par>
                          <p:cTn id="70" fill="hold">
                            <p:stCondLst>
                              <p:cond delay="5000"/>
                            </p:stCondLst>
                            <p:childTnLst>
                              <p:par>
                                <p:cTn id="71" presetID="8" presetClass="emph" presetSubtype="0" fill="hold" grpId="1" nodeType="afterEffect">
                                  <p:stCondLst>
                                    <p:cond delay="0"/>
                                  </p:stCondLst>
                                  <p:childTnLst>
                                    <p:animRot by="-10800000">
                                      <p:cBhvr>
                                        <p:cTn id="72" dur="5000" fill="hold"/>
                                        <p:tgtEl>
                                          <p:spTgt spid="107"/>
                                        </p:tgtEl>
                                        <p:attrNameLst>
                                          <p:attrName>r</p:attrName>
                                        </p:attrNameLst>
                                      </p:cBhvr>
                                    </p:animRot>
                                  </p:childTnLst>
                                </p:cTn>
                              </p:par>
                            </p:childTnLst>
                          </p:cTn>
                        </p:par>
                        <p:par>
                          <p:cTn id="73" fill="hold">
                            <p:stCondLst>
                              <p:cond delay="10000"/>
                            </p:stCondLst>
                            <p:childTnLst>
                              <p:par>
                                <p:cTn id="74" presetID="1" presetClass="entr" presetSubtype="0" fill="hold" grpId="0" nodeType="afterEffect">
                                  <p:stCondLst>
                                    <p:cond delay="1000"/>
                                  </p:stCondLst>
                                  <p:childTnLst>
                                    <p:set>
                                      <p:cBhvr>
                                        <p:cTn id="75" dur="1" fill="hold">
                                          <p:stCondLst>
                                            <p:cond delay="0"/>
                                          </p:stCondLst>
                                        </p:cTn>
                                        <p:tgtEl>
                                          <p:spTgt spid="78"/>
                                        </p:tgtEl>
                                        <p:attrNameLst>
                                          <p:attrName>style.visibility</p:attrName>
                                        </p:attrNameLst>
                                      </p:cBhvr>
                                      <p:to>
                                        <p:strVal val="visible"/>
                                      </p:to>
                                    </p:set>
                                  </p:childTnLst>
                                  <p:subTnLst>
                                    <p:audio>
                                      <p:cMediaNode>
                                        <p:cTn display="0" masterRel="sameClick">
                                          <p:stCondLst>
                                            <p:cond evt="begin" delay="0">
                                              <p:tn val="74"/>
                                            </p:cond>
                                          </p:stCondLst>
                                          <p:endCondLst>
                                            <p:cond evt="onStopAudio" delay="0">
                                              <p:tgtEl>
                                                <p:sldTgt/>
                                              </p:tgtEl>
                                            </p:cond>
                                          </p:endCondLst>
                                        </p:cTn>
                                        <p:tgtEl>
                                          <p:sndTgt r:embed="rId4" name="CAMERA.WAV"/>
                                        </p:tgtEl>
                                      </p:cMediaNode>
                                    </p:audio>
                                  </p:subTnLst>
                                </p:cTn>
                              </p:par>
                            </p:childTnLst>
                          </p:cTn>
                        </p:par>
                        <p:par>
                          <p:cTn id="76" fill="hold">
                            <p:stCondLst>
                              <p:cond delay="11000"/>
                            </p:stCondLst>
                            <p:childTnLst>
                              <p:par>
                                <p:cTn id="77" presetID="1" presetClass="exit" presetSubtype="0" fill="hold" grpId="2" nodeType="afterEffect">
                                  <p:stCondLst>
                                    <p:cond delay="0"/>
                                  </p:stCondLst>
                                  <p:childTnLst>
                                    <p:set>
                                      <p:cBhvr>
                                        <p:cTn id="78" dur="1" fill="hold">
                                          <p:stCondLst>
                                            <p:cond delay="0"/>
                                          </p:stCondLst>
                                        </p:cTn>
                                        <p:tgtEl>
                                          <p:spTgt spid="107"/>
                                        </p:tgtEl>
                                        <p:attrNameLst>
                                          <p:attrName>style.visibility</p:attrName>
                                        </p:attrNameLst>
                                      </p:cBhvr>
                                      <p:to>
                                        <p:strVal val="hidden"/>
                                      </p:to>
                                    </p:set>
                                  </p:childTnLst>
                                </p:cTn>
                              </p:par>
                            </p:childTnLst>
                          </p:cTn>
                        </p:par>
                        <p:par>
                          <p:cTn id="79" fill="hold">
                            <p:stCondLst>
                              <p:cond delay="11000"/>
                            </p:stCondLst>
                            <p:childTnLst>
                              <p:par>
                                <p:cTn id="80" presetID="8" presetClass="emph" presetSubtype="0" fill="hold" grpId="1" nodeType="afterEffect">
                                  <p:stCondLst>
                                    <p:cond delay="0"/>
                                  </p:stCondLst>
                                  <p:childTnLst>
                                    <p:animRot by="-21600000">
                                      <p:cBhvr>
                                        <p:cTn id="81" dur="5000" fill="hold"/>
                                        <p:tgtEl>
                                          <p:spTgt spid="78"/>
                                        </p:tgtEl>
                                        <p:attrNameLst>
                                          <p:attrName>r</p:attrName>
                                        </p:attrNameLst>
                                      </p:cBhvr>
                                    </p:animRot>
                                  </p:childTnLst>
                                </p:cTn>
                              </p:par>
                            </p:childTnLst>
                          </p:cTn>
                        </p:par>
                        <p:par>
                          <p:cTn id="82" fill="hold">
                            <p:stCondLst>
                              <p:cond delay="16000"/>
                            </p:stCondLst>
                            <p:childTnLst>
                              <p:par>
                                <p:cTn id="83" presetID="23" presetClass="entr" presetSubtype="32" fill="hold" nodeType="afterEffect">
                                  <p:stCondLst>
                                    <p:cond delay="1000"/>
                                  </p:stCondLst>
                                  <p:childTnLst>
                                    <p:set>
                                      <p:cBhvr>
                                        <p:cTn id="84" dur="1" fill="hold">
                                          <p:stCondLst>
                                            <p:cond delay="0"/>
                                          </p:stCondLst>
                                        </p:cTn>
                                        <p:tgtEl>
                                          <p:spTgt spid="96"/>
                                        </p:tgtEl>
                                        <p:attrNameLst>
                                          <p:attrName>style.visibility</p:attrName>
                                        </p:attrNameLst>
                                      </p:cBhvr>
                                      <p:to>
                                        <p:strVal val="visible"/>
                                      </p:to>
                                    </p:set>
                                    <p:anim calcmode="lin" valueType="num">
                                      <p:cBhvr>
                                        <p:cTn id="85" dur="3000" fill="hold"/>
                                        <p:tgtEl>
                                          <p:spTgt spid="96"/>
                                        </p:tgtEl>
                                        <p:attrNameLst>
                                          <p:attrName>ppt_w</p:attrName>
                                        </p:attrNameLst>
                                      </p:cBhvr>
                                      <p:tavLst>
                                        <p:tav tm="0">
                                          <p:val>
                                            <p:strVal val="4*#ppt_w"/>
                                          </p:val>
                                        </p:tav>
                                        <p:tav tm="100000">
                                          <p:val>
                                            <p:strVal val="#ppt_w"/>
                                          </p:val>
                                        </p:tav>
                                      </p:tavLst>
                                    </p:anim>
                                    <p:anim calcmode="lin" valueType="num">
                                      <p:cBhvr>
                                        <p:cTn id="86" dur="3000" fill="hold"/>
                                        <p:tgtEl>
                                          <p:spTgt spid="9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3"/>
                                            </p:cond>
                                          </p:stCondLst>
                                          <p:endCondLst>
                                            <p:cond evt="onStopAudio" delay="0">
                                              <p:tgtEl>
                                                <p:sldTgt/>
                                              </p:tgtEl>
                                            </p:cond>
                                          </p:endCondLst>
                                        </p:cTn>
                                        <p:tgtEl>
                                          <p:sndTgt r:embed="rId3" name="CHIMES.WAV"/>
                                        </p:tgtEl>
                                      </p:cMediaNode>
                                    </p:audio>
                                  </p:subTnLst>
                                </p:cTn>
                              </p:par>
                            </p:childTnLst>
                          </p:cTn>
                        </p:par>
                      </p:childTnLst>
                    </p:cTn>
                  </p:par>
                  <p:par>
                    <p:cTn id="87" fill="hold">
                      <p:stCondLst>
                        <p:cond delay="indefinite"/>
                      </p:stCondLst>
                      <p:childTnLst>
                        <p:par>
                          <p:cTn id="88" fill="hold">
                            <p:stCondLst>
                              <p:cond delay="0"/>
                            </p:stCondLst>
                            <p:childTnLst>
                              <p:par>
                                <p:cTn id="89" presetID="16" presetClass="entr" presetSubtype="37" fill="hold" grpId="0" nodeType="clickEffect">
                                  <p:stCondLst>
                                    <p:cond delay="0"/>
                                  </p:stCondLst>
                                  <p:childTnLst>
                                    <p:set>
                                      <p:cBhvr>
                                        <p:cTn id="90" dur="1" fill="hold">
                                          <p:stCondLst>
                                            <p:cond delay="0"/>
                                          </p:stCondLst>
                                        </p:cTn>
                                        <p:tgtEl>
                                          <p:spTgt spid="108"/>
                                        </p:tgtEl>
                                        <p:attrNameLst>
                                          <p:attrName>style.visibility</p:attrName>
                                        </p:attrNameLst>
                                      </p:cBhvr>
                                      <p:to>
                                        <p:strVal val="visible"/>
                                      </p:to>
                                    </p:set>
                                    <p:animEffect transition="in" filter="barn(outVertical)">
                                      <p:cBhvr>
                                        <p:cTn id="91" dur="3000"/>
                                        <p:tgtEl>
                                          <p:spTgt spid="10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87"/>
                                        </p:tgtEl>
                                        <p:attrNameLst>
                                          <p:attrName>style.visibility</p:attrName>
                                        </p:attrNameLst>
                                      </p:cBhvr>
                                      <p:to>
                                        <p:strVal val="visible"/>
                                      </p:to>
                                    </p:set>
                                    <p:animEffect transition="in" filter="wipe(down)">
                                      <p:cBhvr>
                                        <p:cTn id="96" dur="5000"/>
                                        <p:tgtEl>
                                          <p:spTgt spid="87"/>
                                        </p:tgtEl>
                                      </p:cBhvr>
                                    </p:animEffect>
                                  </p:childTnLst>
                                  <p:subTnLst>
                                    <p:audio>
                                      <p:cMediaNode>
                                        <p:cTn display="0" masterRel="sameClick">
                                          <p:stCondLst>
                                            <p:cond evt="begin" delay="0">
                                              <p:tn val="94"/>
                                            </p:cond>
                                          </p:stCondLst>
                                          <p:endCondLst>
                                            <p:cond evt="onStopAudio" delay="0">
                                              <p:tgtEl>
                                                <p:sldTgt/>
                                              </p:tgtEl>
                                            </p:cond>
                                          </p:endCondLst>
                                        </p:cTn>
                                        <p:tgtEl>
                                          <p:sndTgt r:embed="rId3" name="CHIMES.WAV"/>
                                        </p:tgtEl>
                                      </p:cMediaNode>
                                    </p:audio>
                                  </p:subTnLst>
                                </p:cTn>
                              </p:par>
                              <p:par>
                                <p:cTn id="97" presetID="22" presetClass="entr" presetSubtype="4" fill="hold" grpId="0" nodeType="withEffect">
                                  <p:stCondLst>
                                    <p:cond delay="1000"/>
                                  </p:stCondLst>
                                  <p:childTnLst>
                                    <p:set>
                                      <p:cBhvr>
                                        <p:cTn id="98" dur="1" fill="hold">
                                          <p:stCondLst>
                                            <p:cond delay="0"/>
                                          </p:stCondLst>
                                        </p:cTn>
                                        <p:tgtEl>
                                          <p:spTgt spid="90"/>
                                        </p:tgtEl>
                                        <p:attrNameLst>
                                          <p:attrName>style.visibility</p:attrName>
                                        </p:attrNameLst>
                                      </p:cBhvr>
                                      <p:to>
                                        <p:strVal val="visible"/>
                                      </p:to>
                                    </p:set>
                                    <p:animEffect transition="in" filter="wipe(down)">
                                      <p:cBhvr>
                                        <p:cTn id="99" dur="5000"/>
                                        <p:tgtEl>
                                          <p:spTgt spid="90"/>
                                        </p:tgtEl>
                                      </p:cBhvr>
                                    </p:animEffect>
                                  </p:childTnLst>
                                  <p:subTnLst>
                                    <p:audio>
                                      <p:cMediaNode>
                                        <p:cTn display="0" masterRel="sameClick">
                                          <p:stCondLst>
                                            <p:cond evt="begin" delay="0">
                                              <p:tn val="97"/>
                                            </p:cond>
                                          </p:stCondLst>
                                          <p:endCondLst>
                                            <p:cond evt="onStopAudio" delay="0">
                                              <p:tgtEl>
                                                <p:sldTgt/>
                                              </p:tgtEl>
                                            </p:cond>
                                          </p:endCondLst>
                                        </p:cTn>
                                        <p:tgtEl>
                                          <p:sndTgt r:embed="rId3" name="CHIMES.WAV"/>
                                        </p:tgtEl>
                                      </p:cMediaNode>
                                    </p:audio>
                                  </p:subTnLst>
                                </p:cTn>
                              </p:par>
                              <p:par>
                                <p:cTn id="100" presetID="19" presetClass="entr" presetSubtype="10" fill="hold" grpId="0" nodeType="withEffect">
                                  <p:stCondLst>
                                    <p:cond delay="1000"/>
                                  </p:stCondLst>
                                  <p:childTnLst>
                                    <p:set>
                                      <p:cBhvr>
                                        <p:cTn id="101" dur="1" fill="hold">
                                          <p:stCondLst>
                                            <p:cond delay="0"/>
                                          </p:stCondLst>
                                        </p:cTn>
                                        <p:tgtEl>
                                          <p:spTgt spid="92"/>
                                        </p:tgtEl>
                                        <p:attrNameLst>
                                          <p:attrName>style.visibility</p:attrName>
                                        </p:attrNameLst>
                                      </p:cBhvr>
                                      <p:to>
                                        <p:strVal val="visible"/>
                                      </p:to>
                                    </p:set>
                                    <p:anim calcmode="lin" valueType="num">
                                      <p:cBhvr>
                                        <p:cTn id="102" dur="5000" fill="hold"/>
                                        <p:tgtEl>
                                          <p:spTgt spid="92"/>
                                        </p:tgtEl>
                                        <p:attrNameLst>
                                          <p:attrName>ppt_w</p:attrName>
                                        </p:attrNameLst>
                                      </p:cBhvr>
                                      <p:tavLst>
                                        <p:tav tm="0" fmla="#ppt_w*sin(2.5*pi*$)">
                                          <p:val>
                                            <p:fltVal val="0"/>
                                          </p:val>
                                        </p:tav>
                                        <p:tav tm="100000">
                                          <p:val>
                                            <p:fltVal val="1"/>
                                          </p:val>
                                        </p:tav>
                                      </p:tavLst>
                                    </p:anim>
                                    <p:anim calcmode="lin" valueType="num">
                                      <p:cBhvr>
                                        <p:cTn id="103" dur="5000" fill="hold"/>
                                        <p:tgtEl>
                                          <p:spTgt spid="9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0"/>
                                            </p:cond>
                                          </p:stCondLst>
                                          <p:endCondLst>
                                            <p:cond evt="onStopAudio" delay="0">
                                              <p:tgtEl>
                                                <p:sldTgt/>
                                              </p:tgtEl>
                                            </p:cond>
                                          </p:endCondLst>
                                        </p:cTn>
                                        <p:tgtEl>
                                          <p:sndTgt r:embed="rId3" name="CHIMES.WAV"/>
                                        </p:tgtEl>
                                      </p:cMediaNode>
                                    </p:audio>
                                  </p:subTnLst>
                                </p:cTn>
                              </p:par>
                              <p:par>
                                <p:cTn id="104" presetID="19" presetClass="entr" presetSubtype="10" fill="hold" grpId="0" nodeType="withEffect">
                                  <p:stCondLst>
                                    <p:cond delay="1000"/>
                                  </p:stCondLst>
                                  <p:childTnLst>
                                    <p:set>
                                      <p:cBhvr>
                                        <p:cTn id="105" dur="1" fill="hold">
                                          <p:stCondLst>
                                            <p:cond delay="0"/>
                                          </p:stCondLst>
                                        </p:cTn>
                                        <p:tgtEl>
                                          <p:spTgt spid="91"/>
                                        </p:tgtEl>
                                        <p:attrNameLst>
                                          <p:attrName>style.visibility</p:attrName>
                                        </p:attrNameLst>
                                      </p:cBhvr>
                                      <p:to>
                                        <p:strVal val="visible"/>
                                      </p:to>
                                    </p:set>
                                    <p:anim calcmode="lin" valueType="num">
                                      <p:cBhvr>
                                        <p:cTn id="106" dur="5000" fill="hold"/>
                                        <p:tgtEl>
                                          <p:spTgt spid="91"/>
                                        </p:tgtEl>
                                        <p:attrNameLst>
                                          <p:attrName>ppt_w</p:attrName>
                                        </p:attrNameLst>
                                      </p:cBhvr>
                                      <p:tavLst>
                                        <p:tav tm="0" fmla="#ppt_w*sin(2.5*pi*$)">
                                          <p:val>
                                            <p:fltVal val="0"/>
                                          </p:val>
                                        </p:tav>
                                        <p:tav tm="100000">
                                          <p:val>
                                            <p:fltVal val="1"/>
                                          </p:val>
                                        </p:tav>
                                      </p:tavLst>
                                    </p:anim>
                                    <p:anim calcmode="lin" valueType="num">
                                      <p:cBhvr>
                                        <p:cTn id="107" dur="5000" fill="hold"/>
                                        <p:tgtEl>
                                          <p:spTgt spid="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4"/>
                                            </p:cond>
                                          </p:stCondLst>
                                          <p:endCondLst>
                                            <p:cond evt="onStopAudio" delay="0">
                                              <p:tgtEl>
                                                <p:sldTgt/>
                                              </p:tgtEl>
                                            </p:cond>
                                          </p:endCondLst>
                                        </p:cTn>
                                        <p:tgtEl>
                                          <p:sndTgt r:embed="rId3" name="CHIMES.WAV"/>
                                        </p:tgtEl>
                                      </p:cMediaNode>
                                    </p:audio>
                                  </p:subTnLst>
                                </p:cTn>
                              </p:par>
                            </p:childTnLst>
                          </p:cTn>
                        </p:par>
                        <p:par>
                          <p:cTn id="108" fill="hold">
                            <p:stCondLst>
                              <p:cond delay="6000"/>
                            </p:stCondLst>
                            <p:childTnLst>
                              <p:par>
                                <p:cTn id="109" presetID="22" presetClass="entr" presetSubtype="4" fill="hold" grpId="0" nodeType="afterEffect">
                                  <p:stCondLst>
                                    <p:cond delay="0"/>
                                  </p:stCondLst>
                                  <p:childTnLst>
                                    <p:set>
                                      <p:cBhvr>
                                        <p:cTn id="110" dur="1" fill="hold">
                                          <p:stCondLst>
                                            <p:cond delay="0"/>
                                          </p:stCondLst>
                                        </p:cTn>
                                        <p:tgtEl>
                                          <p:spTgt spid="74"/>
                                        </p:tgtEl>
                                        <p:attrNameLst>
                                          <p:attrName>style.visibility</p:attrName>
                                        </p:attrNameLst>
                                      </p:cBhvr>
                                      <p:to>
                                        <p:strVal val="visible"/>
                                      </p:to>
                                    </p:set>
                                    <p:animEffect transition="in" filter="wipe(down)">
                                      <p:cBhvr>
                                        <p:cTn id="111" dur="5000"/>
                                        <p:tgtEl>
                                          <p:spTgt spid="74"/>
                                        </p:tgtEl>
                                      </p:cBhvr>
                                    </p:animEffect>
                                  </p:childTnLst>
                                  <p:subTnLst>
                                    <p:audio>
                                      <p:cMediaNode>
                                        <p:cTn display="0" masterRel="sameClick">
                                          <p:stCondLst>
                                            <p:cond evt="begin" delay="0">
                                              <p:tn val="109"/>
                                            </p:cond>
                                          </p:stCondLst>
                                          <p:endCondLst>
                                            <p:cond evt="onStopAudio" delay="0">
                                              <p:tgtEl>
                                                <p:sldTgt/>
                                              </p:tgtEl>
                                            </p:cond>
                                          </p:endCondLst>
                                        </p:cTn>
                                        <p:tgtEl>
                                          <p:sndTgt r:embed="rId4" name="CAMERA.WAV"/>
                                        </p:tgtEl>
                                      </p:cMediaNode>
                                    </p:audio>
                                  </p:subTnLst>
                                </p:cTn>
                              </p:par>
                              <p:par>
                                <p:cTn id="112" presetID="22" presetClass="exit" presetSubtype="4" fill="hold" grpId="1" nodeType="withEffect">
                                  <p:stCondLst>
                                    <p:cond delay="0"/>
                                  </p:stCondLst>
                                  <p:childTnLst>
                                    <p:animEffect transition="out" filter="wipe(down)">
                                      <p:cBhvr>
                                        <p:cTn id="113" dur="5000"/>
                                        <p:tgtEl>
                                          <p:spTgt spid="108"/>
                                        </p:tgtEl>
                                      </p:cBhvr>
                                    </p:animEffect>
                                    <p:set>
                                      <p:cBhvr>
                                        <p:cTn id="114" dur="1" fill="hold">
                                          <p:stCondLst>
                                            <p:cond delay="4999"/>
                                          </p:stCondLst>
                                        </p:cTn>
                                        <p:tgtEl>
                                          <p:spTgt spid="108"/>
                                        </p:tgtEl>
                                        <p:attrNameLst>
                                          <p:attrName>style.visibility</p:attrName>
                                        </p:attrNameLst>
                                      </p:cBhvr>
                                      <p:to>
                                        <p:strVal val="hidden"/>
                                      </p:to>
                                    </p:set>
                                  </p:childTnLst>
                                </p:cTn>
                              </p:par>
                              <p:par>
                                <p:cTn id="115" presetID="8" presetClass="emph" presetSubtype="0" fill="hold" grpId="1" nodeType="withEffect">
                                  <p:stCondLst>
                                    <p:cond delay="0"/>
                                  </p:stCondLst>
                                  <p:childTnLst>
                                    <p:animRot by="-21600000">
                                      <p:cBhvr>
                                        <p:cTn id="116" dur="5000" fill="hold"/>
                                        <p:tgtEl>
                                          <p:spTgt spid="87"/>
                                        </p:tgtEl>
                                        <p:attrNameLst>
                                          <p:attrName>r</p:attrName>
                                        </p:attrNameLst>
                                      </p:cBhvr>
                                    </p:animRot>
                                  </p:childTnLst>
                                </p:cTn>
                              </p:par>
                              <p:par>
                                <p:cTn id="117" presetID="8" presetClass="emph" presetSubtype="0" fill="hold" grpId="1" nodeType="withEffect">
                                  <p:stCondLst>
                                    <p:cond delay="0"/>
                                  </p:stCondLst>
                                  <p:childTnLst>
                                    <p:animRot by="21600000">
                                      <p:cBhvr>
                                        <p:cTn id="118" dur="5000" fill="hold"/>
                                        <p:tgtEl>
                                          <p:spTgt spid="90"/>
                                        </p:tgtEl>
                                        <p:attrNameLst>
                                          <p:attrName>r</p:attrName>
                                        </p:attrNameLst>
                                      </p:cBhvr>
                                    </p:animRot>
                                  </p:childTnLst>
                                </p:cTn>
                              </p:par>
                            </p:childTnLst>
                          </p:cTn>
                        </p:par>
                        <p:par>
                          <p:cTn id="119" fill="hold">
                            <p:stCondLst>
                              <p:cond delay="11000"/>
                            </p:stCondLst>
                            <p:childTnLst>
                              <p:par>
                                <p:cTn id="120" presetID="23" presetClass="entr" presetSubtype="32" fill="hold" nodeType="afterEffect">
                                  <p:stCondLst>
                                    <p:cond delay="1000"/>
                                  </p:stCondLst>
                                  <p:childTnLst>
                                    <p:set>
                                      <p:cBhvr>
                                        <p:cTn id="121" dur="1" fill="hold">
                                          <p:stCondLst>
                                            <p:cond delay="0"/>
                                          </p:stCondLst>
                                        </p:cTn>
                                        <p:tgtEl>
                                          <p:spTgt spid="103"/>
                                        </p:tgtEl>
                                        <p:attrNameLst>
                                          <p:attrName>style.visibility</p:attrName>
                                        </p:attrNameLst>
                                      </p:cBhvr>
                                      <p:to>
                                        <p:strVal val="visible"/>
                                      </p:to>
                                    </p:set>
                                    <p:anim calcmode="lin" valueType="num">
                                      <p:cBhvr>
                                        <p:cTn id="122" dur="3000" fill="hold"/>
                                        <p:tgtEl>
                                          <p:spTgt spid="103"/>
                                        </p:tgtEl>
                                        <p:attrNameLst>
                                          <p:attrName>ppt_w</p:attrName>
                                        </p:attrNameLst>
                                      </p:cBhvr>
                                      <p:tavLst>
                                        <p:tav tm="0">
                                          <p:val>
                                            <p:strVal val="4*#ppt_w"/>
                                          </p:val>
                                        </p:tav>
                                        <p:tav tm="100000">
                                          <p:val>
                                            <p:strVal val="#ppt_w"/>
                                          </p:val>
                                        </p:tav>
                                      </p:tavLst>
                                    </p:anim>
                                    <p:anim calcmode="lin" valueType="num">
                                      <p:cBhvr>
                                        <p:cTn id="123" dur="3000" fill="hold"/>
                                        <p:tgtEl>
                                          <p:spTgt spid="10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3" name="CHIMES.WAV"/>
                                        </p:tgtEl>
                                      </p:cMediaNode>
                                    </p:audio>
                                  </p:subTnLst>
                                </p:cTn>
                              </p:par>
                            </p:childTnLst>
                          </p:cTn>
                        </p:par>
                      </p:childTnLst>
                    </p:cTn>
                  </p:par>
                  <p:par>
                    <p:cTn id="124" fill="hold">
                      <p:stCondLst>
                        <p:cond delay="indefinite"/>
                      </p:stCondLst>
                      <p:childTnLst>
                        <p:par>
                          <p:cTn id="125" fill="hold">
                            <p:stCondLst>
                              <p:cond delay="0"/>
                            </p:stCondLst>
                            <p:childTnLst>
                              <p:par>
                                <p:cTn id="126" presetID="16" presetClass="entr" presetSubtype="37" fill="hold" grpId="0" nodeType="clickEffect">
                                  <p:stCondLst>
                                    <p:cond delay="0"/>
                                  </p:stCondLst>
                                  <p:childTnLst>
                                    <p:set>
                                      <p:cBhvr>
                                        <p:cTn id="127" dur="1" fill="hold">
                                          <p:stCondLst>
                                            <p:cond delay="0"/>
                                          </p:stCondLst>
                                        </p:cTn>
                                        <p:tgtEl>
                                          <p:spTgt spid="109"/>
                                        </p:tgtEl>
                                        <p:attrNameLst>
                                          <p:attrName>style.visibility</p:attrName>
                                        </p:attrNameLst>
                                      </p:cBhvr>
                                      <p:to>
                                        <p:strVal val="visible"/>
                                      </p:to>
                                    </p:set>
                                    <p:animEffect transition="in" filter="barn(outVertical)">
                                      <p:cBhvr>
                                        <p:cTn id="128" dur="3000"/>
                                        <p:tgtEl>
                                          <p:spTgt spid="109"/>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88"/>
                                        </p:tgtEl>
                                        <p:attrNameLst>
                                          <p:attrName>style.visibility</p:attrName>
                                        </p:attrNameLst>
                                      </p:cBhvr>
                                      <p:to>
                                        <p:strVal val="visible"/>
                                      </p:to>
                                    </p:set>
                                    <p:animEffect transition="in" filter="wipe(up)">
                                      <p:cBhvr>
                                        <p:cTn id="133" dur="5000"/>
                                        <p:tgtEl>
                                          <p:spTgt spid="88"/>
                                        </p:tgtEl>
                                      </p:cBhvr>
                                    </p:animEffect>
                                  </p:childTnLst>
                                  <p:subTnLst>
                                    <p:audio>
                                      <p:cMediaNode>
                                        <p:cTn display="0" masterRel="sameClick">
                                          <p:stCondLst>
                                            <p:cond evt="begin" delay="0">
                                              <p:tn val="131"/>
                                            </p:cond>
                                          </p:stCondLst>
                                          <p:endCondLst>
                                            <p:cond evt="onStopAudio" delay="0">
                                              <p:tgtEl>
                                                <p:sldTgt/>
                                              </p:tgtEl>
                                            </p:cond>
                                          </p:endCondLst>
                                        </p:cTn>
                                        <p:tgtEl>
                                          <p:sndTgt r:embed="rId3" name="CHIMES.WAV"/>
                                        </p:tgtEl>
                                      </p:cMediaNode>
                                    </p:audio>
                                  </p:subTnLst>
                                </p:cTn>
                              </p:par>
                              <p:par>
                                <p:cTn id="134" presetID="22" presetClass="entr" presetSubtype="1" fill="hold" grpId="0" nodeType="withEffect">
                                  <p:stCondLst>
                                    <p:cond delay="0"/>
                                  </p:stCondLst>
                                  <p:childTnLst>
                                    <p:set>
                                      <p:cBhvr>
                                        <p:cTn id="135" dur="1" fill="hold">
                                          <p:stCondLst>
                                            <p:cond delay="0"/>
                                          </p:stCondLst>
                                        </p:cTn>
                                        <p:tgtEl>
                                          <p:spTgt spid="89"/>
                                        </p:tgtEl>
                                        <p:attrNameLst>
                                          <p:attrName>style.visibility</p:attrName>
                                        </p:attrNameLst>
                                      </p:cBhvr>
                                      <p:to>
                                        <p:strVal val="visible"/>
                                      </p:to>
                                    </p:set>
                                    <p:animEffect transition="in" filter="wipe(up)">
                                      <p:cBhvr>
                                        <p:cTn id="136" dur="5000"/>
                                        <p:tgtEl>
                                          <p:spTgt spid="89"/>
                                        </p:tgtEl>
                                      </p:cBhvr>
                                    </p:animEffect>
                                  </p:childTnLst>
                                  <p:subTnLst>
                                    <p:audio>
                                      <p:cMediaNode>
                                        <p:cTn display="0" masterRel="sameClick">
                                          <p:stCondLst>
                                            <p:cond evt="begin" delay="0">
                                              <p:tn val="134"/>
                                            </p:cond>
                                          </p:stCondLst>
                                          <p:endCondLst>
                                            <p:cond evt="onStopAudio" delay="0">
                                              <p:tgtEl>
                                                <p:sldTgt/>
                                              </p:tgtEl>
                                            </p:cond>
                                          </p:endCondLst>
                                        </p:cTn>
                                        <p:tgtEl>
                                          <p:sndTgt r:embed="rId3" name="CHIMES.WAV"/>
                                        </p:tgtEl>
                                      </p:cMediaNode>
                                    </p:audio>
                                  </p:subTnLst>
                                </p:cTn>
                              </p:par>
                              <p:par>
                                <p:cTn id="137" presetID="19" presetClass="entr" presetSubtype="10" fill="hold" grpId="0" nodeType="withEffect">
                                  <p:stCondLst>
                                    <p:cond delay="0"/>
                                  </p:stCondLst>
                                  <p:childTnLst>
                                    <p:set>
                                      <p:cBhvr>
                                        <p:cTn id="138" dur="1" fill="hold">
                                          <p:stCondLst>
                                            <p:cond delay="0"/>
                                          </p:stCondLst>
                                        </p:cTn>
                                        <p:tgtEl>
                                          <p:spTgt spid="76"/>
                                        </p:tgtEl>
                                        <p:attrNameLst>
                                          <p:attrName>style.visibility</p:attrName>
                                        </p:attrNameLst>
                                      </p:cBhvr>
                                      <p:to>
                                        <p:strVal val="visible"/>
                                      </p:to>
                                    </p:set>
                                    <p:anim calcmode="lin" valueType="num">
                                      <p:cBhvr>
                                        <p:cTn id="139" dur="5000" fill="hold"/>
                                        <p:tgtEl>
                                          <p:spTgt spid="76"/>
                                        </p:tgtEl>
                                        <p:attrNameLst>
                                          <p:attrName>ppt_w</p:attrName>
                                        </p:attrNameLst>
                                      </p:cBhvr>
                                      <p:tavLst>
                                        <p:tav tm="0" fmla="#ppt_w*sin(2.5*pi*$)">
                                          <p:val>
                                            <p:fltVal val="0"/>
                                          </p:val>
                                        </p:tav>
                                        <p:tav tm="100000">
                                          <p:val>
                                            <p:fltVal val="1"/>
                                          </p:val>
                                        </p:tav>
                                      </p:tavLst>
                                    </p:anim>
                                    <p:anim calcmode="lin" valueType="num">
                                      <p:cBhvr>
                                        <p:cTn id="140" dur="5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7"/>
                                            </p:cond>
                                          </p:stCondLst>
                                          <p:endCondLst>
                                            <p:cond evt="onStopAudio" delay="0">
                                              <p:tgtEl>
                                                <p:sldTgt/>
                                              </p:tgtEl>
                                            </p:cond>
                                          </p:endCondLst>
                                        </p:cTn>
                                        <p:tgtEl>
                                          <p:sndTgt r:embed="rId3" name="CHIMES.WAV"/>
                                        </p:tgtEl>
                                      </p:cMediaNode>
                                    </p:audio>
                                  </p:subTnLst>
                                </p:cTn>
                              </p:par>
                              <p:par>
                                <p:cTn id="141" presetID="19" presetClass="entr" presetSubtype="10" fill="hold" grpId="0" nodeType="withEffect">
                                  <p:stCondLst>
                                    <p:cond delay="0"/>
                                  </p:stCondLst>
                                  <p:childTnLst>
                                    <p:set>
                                      <p:cBhvr>
                                        <p:cTn id="142" dur="1" fill="hold">
                                          <p:stCondLst>
                                            <p:cond delay="0"/>
                                          </p:stCondLst>
                                        </p:cTn>
                                        <p:tgtEl>
                                          <p:spTgt spid="75"/>
                                        </p:tgtEl>
                                        <p:attrNameLst>
                                          <p:attrName>style.visibility</p:attrName>
                                        </p:attrNameLst>
                                      </p:cBhvr>
                                      <p:to>
                                        <p:strVal val="visible"/>
                                      </p:to>
                                    </p:set>
                                    <p:anim calcmode="lin" valueType="num">
                                      <p:cBhvr>
                                        <p:cTn id="143" dur="5000" fill="hold"/>
                                        <p:tgtEl>
                                          <p:spTgt spid="75"/>
                                        </p:tgtEl>
                                        <p:attrNameLst>
                                          <p:attrName>ppt_w</p:attrName>
                                        </p:attrNameLst>
                                      </p:cBhvr>
                                      <p:tavLst>
                                        <p:tav tm="0" fmla="#ppt_w*sin(2.5*pi*$)">
                                          <p:val>
                                            <p:fltVal val="0"/>
                                          </p:val>
                                        </p:tav>
                                        <p:tav tm="100000">
                                          <p:val>
                                            <p:fltVal val="1"/>
                                          </p:val>
                                        </p:tav>
                                      </p:tavLst>
                                    </p:anim>
                                    <p:anim calcmode="lin" valueType="num">
                                      <p:cBhvr>
                                        <p:cTn id="144"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1"/>
                                            </p:cond>
                                          </p:stCondLst>
                                          <p:endCondLst>
                                            <p:cond evt="onStopAudio" delay="0">
                                              <p:tgtEl>
                                                <p:sldTgt/>
                                              </p:tgtEl>
                                            </p:cond>
                                          </p:endCondLst>
                                        </p:cTn>
                                        <p:tgtEl>
                                          <p:sndTgt r:embed="rId3" name="CHIMES.WAV"/>
                                        </p:tgtEl>
                                      </p:cMediaNode>
                                    </p:audio>
                                  </p:subTnLst>
                                </p:cTn>
                              </p:par>
                              <p:par>
                                <p:cTn id="145" presetID="22" presetClass="entr" presetSubtype="4" fill="hold" grpId="0" nodeType="withEffect">
                                  <p:stCondLst>
                                    <p:cond delay="0"/>
                                  </p:stCondLst>
                                  <p:childTnLst>
                                    <p:set>
                                      <p:cBhvr>
                                        <p:cTn id="146" dur="1" fill="hold">
                                          <p:stCondLst>
                                            <p:cond delay="0"/>
                                          </p:stCondLst>
                                        </p:cTn>
                                        <p:tgtEl>
                                          <p:spTgt spid="99"/>
                                        </p:tgtEl>
                                        <p:attrNameLst>
                                          <p:attrName>style.visibility</p:attrName>
                                        </p:attrNameLst>
                                      </p:cBhvr>
                                      <p:to>
                                        <p:strVal val="visible"/>
                                      </p:to>
                                    </p:set>
                                    <p:animEffect transition="in" filter="wipe(down)">
                                      <p:cBhvr>
                                        <p:cTn id="147" dur="5000"/>
                                        <p:tgtEl>
                                          <p:spTgt spid="99"/>
                                        </p:tgtEl>
                                      </p:cBhvr>
                                    </p:animEffect>
                                  </p:childTnLst>
                                  <p:subTnLst>
                                    <p:audio>
                                      <p:cMediaNode>
                                        <p:cTn display="0" masterRel="sameClick">
                                          <p:stCondLst>
                                            <p:cond evt="begin" delay="0">
                                              <p:tn val="145"/>
                                            </p:cond>
                                          </p:stCondLst>
                                          <p:endCondLst>
                                            <p:cond evt="onStopAudio" delay="0">
                                              <p:tgtEl>
                                                <p:sldTgt/>
                                              </p:tgtEl>
                                            </p:cond>
                                          </p:endCondLst>
                                        </p:cTn>
                                        <p:tgtEl>
                                          <p:sndTgt r:embed="rId4" name="CAMERA.WAV"/>
                                        </p:tgtEl>
                                      </p:cMediaNode>
                                    </p:audio>
                                  </p:subTnLst>
                                </p:cTn>
                              </p:par>
                              <p:par>
                                <p:cTn id="148" presetID="22" presetClass="exit" presetSubtype="4" fill="hold" grpId="1" nodeType="withEffect">
                                  <p:stCondLst>
                                    <p:cond delay="0"/>
                                  </p:stCondLst>
                                  <p:childTnLst>
                                    <p:animEffect transition="out" filter="wipe(down)">
                                      <p:cBhvr>
                                        <p:cTn id="149" dur="5000"/>
                                        <p:tgtEl>
                                          <p:spTgt spid="109"/>
                                        </p:tgtEl>
                                      </p:cBhvr>
                                    </p:animEffect>
                                    <p:set>
                                      <p:cBhvr>
                                        <p:cTn id="150" dur="1" fill="hold">
                                          <p:stCondLst>
                                            <p:cond delay="4999"/>
                                          </p:stCondLst>
                                        </p:cTn>
                                        <p:tgtEl>
                                          <p:spTgt spid="109"/>
                                        </p:tgtEl>
                                        <p:attrNameLst>
                                          <p:attrName>style.visibility</p:attrName>
                                        </p:attrNameLst>
                                      </p:cBhvr>
                                      <p:to>
                                        <p:strVal val="hidden"/>
                                      </p:to>
                                    </p:set>
                                  </p:childTnLst>
                                </p:cTn>
                              </p:par>
                            </p:childTnLst>
                          </p:cTn>
                        </p:par>
                        <p:par>
                          <p:cTn id="151" fill="hold">
                            <p:stCondLst>
                              <p:cond delay="5000"/>
                            </p:stCondLst>
                            <p:childTnLst>
                              <p:par>
                                <p:cTn id="152" presetID="8" presetClass="emph" presetSubtype="0" fill="hold" grpId="1" nodeType="afterEffect">
                                  <p:stCondLst>
                                    <p:cond delay="0"/>
                                  </p:stCondLst>
                                  <p:childTnLst>
                                    <p:animRot by="21600000">
                                      <p:cBhvr>
                                        <p:cTn id="153" dur="5000" fill="hold"/>
                                        <p:tgtEl>
                                          <p:spTgt spid="89"/>
                                        </p:tgtEl>
                                        <p:attrNameLst>
                                          <p:attrName>r</p:attrName>
                                        </p:attrNameLst>
                                      </p:cBhvr>
                                    </p:animRot>
                                  </p:childTnLst>
                                </p:cTn>
                              </p:par>
                              <p:par>
                                <p:cTn id="154" presetID="8" presetClass="emph" presetSubtype="0" fill="hold" grpId="1" nodeType="withEffect">
                                  <p:stCondLst>
                                    <p:cond delay="0"/>
                                  </p:stCondLst>
                                  <p:childTnLst>
                                    <p:animRot by="-21600000">
                                      <p:cBhvr>
                                        <p:cTn id="155" dur="5000" fill="hold"/>
                                        <p:tgtEl>
                                          <p:spTgt spid="88"/>
                                        </p:tgtEl>
                                        <p:attrNameLst>
                                          <p:attrName>r</p:attrName>
                                        </p:attrNameLst>
                                      </p:cBhvr>
                                    </p:animRot>
                                  </p:childTnLst>
                                </p:cTn>
                              </p:par>
                            </p:childTnLst>
                          </p:cTn>
                        </p:par>
                        <p:par>
                          <p:cTn id="156" fill="hold">
                            <p:stCondLst>
                              <p:cond delay="10000"/>
                            </p:stCondLst>
                            <p:childTnLst>
                              <p:par>
                                <p:cTn id="157" presetID="23" presetClass="entr" presetSubtype="32" fill="hold" nodeType="afterEffect">
                                  <p:stCondLst>
                                    <p:cond delay="0"/>
                                  </p:stCondLst>
                                  <p:childTnLst>
                                    <p:set>
                                      <p:cBhvr>
                                        <p:cTn id="158" dur="1" fill="hold">
                                          <p:stCondLst>
                                            <p:cond delay="0"/>
                                          </p:stCondLst>
                                        </p:cTn>
                                        <p:tgtEl>
                                          <p:spTgt spid="100"/>
                                        </p:tgtEl>
                                        <p:attrNameLst>
                                          <p:attrName>style.visibility</p:attrName>
                                        </p:attrNameLst>
                                      </p:cBhvr>
                                      <p:to>
                                        <p:strVal val="visible"/>
                                      </p:to>
                                    </p:set>
                                    <p:anim calcmode="lin" valueType="num">
                                      <p:cBhvr>
                                        <p:cTn id="159" dur="3000" fill="hold"/>
                                        <p:tgtEl>
                                          <p:spTgt spid="100"/>
                                        </p:tgtEl>
                                        <p:attrNameLst>
                                          <p:attrName>ppt_w</p:attrName>
                                        </p:attrNameLst>
                                      </p:cBhvr>
                                      <p:tavLst>
                                        <p:tav tm="0">
                                          <p:val>
                                            <p:strVal val="4*#ppt_w"/>
                                          </p:val>
                                        </p:tav>
                                        <p:tav tm="100000">
                                          <p:val>
                                            <p:strVal val="#ppt_w"/>
                                          </p:val>
                                        </p:tav>
                                      </p:tavLst>
                                    </p:anim>
                                    <p:anim calcmode="lin" valueType="num">
                                      <p:cBhvr>
                                        <p:cTn id="160" dur="3000" fill="hold"/>
                                        <p:tgtEl>
                                          <p:spTgt spid="100"/>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57"/>
                                            </p:cond>
                                          </p:stCondLst>
                                          <p:endCondLst>
                                            <p:cond evt="onStopAudio" delay="0">
                                              <p:tgtEl>
                                                <p:sldTgt/>
                                              </p:tgtEl>
                                            </p:cond>
                                          </p:endCondLst>
                                        </p:cTn>
                                        <p:tgtEl>
                                          <p:sndTgt r:embed="rId3" name="CHIMES.WAV"/>
                                        </p:tgtEl>
                                      </p:cMediaNode>
                                    </p:audio>
                                  </p:sub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499"/>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74" grpId="0" animBg="1"/>
      <p:bldP spid="75" grpId="0" autoUpdateAnimBg="0"/>
      <p:bldP spid="76" grpId="0" autoUpdateAnimBg="0"/>
      <p:bldP spid="77" grpId="0" animBg="1"/>
      <p:bldP spid="77" grpId="1" animBg="1"/>
      <p:bldP spid="78" grpId="0" animBg="1"/>
      <p:bldP spid="78" grpId="1" animBg="1"/>
      <p:bldP spid="79" grpId="0" animBg="1"/>
      <p:bldP spid="80" grpId="0" autoUpdateAnimBg="0"/>
      <p:bldP spid="81" grpId="0" animBg="1"/>
      <p:bldP spid="82" grpId="0" autoUpdateAnimBg="0"/>
      <p:bldP spid="83" grpId="0" animBg="1"/>
      <p:bldP spid="84" grpId="0" autoUpdateAnimBg="0"/>
      <p:bldP spid="85" grpId="0" animBg="1"/>
      <p:bldP spid="86" grpId="0" autoUpdateAnimBg="0"/>
      <p:bldP spid="87" grpId="0" animBg="1"/>
      <p:bldP spid="87" grpId="1" animBg="1"/>
      <p:bldP spid="88" grpId="0" animBg="1"/>
      <p:bldP spid="88" grpId="1" animBg="1"/>
      <p:bldP spid="89" grpId="0" animBg="1"/>
      <p:bldP spid="89" grpId="1" animBg="1"/>
      <p:bldP spid="90" grpId="0" animBg="1"/>
      <p:bldP spid="90" grpId="1" animBg="1"/>
      <p:bldP spid="91" grpId="0" autoUpdateAnimBg="0"/>
      <p:bldP spid="92" grpId="0" autoUpdateAnimBg="0"/>
      <p:bldP spid="99" grpId="0" animBg="1"/>
      <p:bldP spid="106" grpId="0" animBg="1"/>
      <p:bldP spid="106" grpId="1" animBg="1"/>
      <p:bldP spid="106" grpId="2" animBg="1"/>
      <p:bldP spid="107" grpId="0" animBg="1"/>
      <p:bldP spid="107" grpId="1" animBg="1"/>
      <p:bldP spid="107" grpId="2" animBg="1"/>
      <p:bldP spid="108" grpId="0" animBg="1"/>
      <p:bldP spid="108" grpId="1" animBg="1"/>
      <p:bldP spid="109" grpId="0" animBg="1"/>
      <p:bldP spid="109" grpId="1" animBg="1"/>
      <p:bldP spid="11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5" name="Text Box 1032"/>
          <p:cNvSpPr txBox="1">
            <a:spLocks noChangeArrowheads="1"/>
          </p:cNvSpPr>
          <p:nvPr/>
        </p:nvSpPr>
        <p:spPr bwMode="auto">
          <a:xfrm>
            <a:off x="272953" y="932195"/>
            <a:ext cx="11151639" cy="2838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计算表明：梁上某一截面的</a:t>
            </a:r>
            <a:r>
              <a:rPr lang="zh-CN" altLang="en-US" sz="2800" i="0" dirty="0">
                <a:solidFill>
                  <a:srgbClr val="FF0000"/>
                </a:solidFill>
                <a:latin typeface="+mn-lt"/>
                <a:ea typeface="微软雅黑" panose="020B0503020204020204" pitchFamily="34" charset="-122"/>
              </a:rPr>
              <a:t>剪力</a:t>
            </a:r>
            <a:r>
              <a:rPr lang="zh-CN" altLang="en-US" sz="2800" i="0" dirty="0">
                <a:latin typeface="+mn-lt"/>
                <a:ea typeface="微软雅黑" panose="020B0503020204020204" pitchFamily="34" charset="-122"/>
              </a:rPr>
              <a:t>大小等于截面之左（或右）段上所有外力的代数和；</a:t>
            </a:r>
            <a:r>
              <a:rPr lang="zh-CN" altLang="en-US" sz="2800" i="0" dirty="0">
                <a:solidFill>
                  <a:srgbClr val="FF0000"/>
                </a:solidFill>
                <a:latin typeface="+mn-lt"/>
                <a:ea typeface="微软雅黑" panose="020B0503020204020204" pitchFamily="34" charset="-122"/>
              </a:rPr>
              <a:t>弯矩</a:t>
            </a:r>
            <a:r>
              <a:rPr lang="zh-CN" altLang="en-US" sz="2800" i="0" dirty="0">
                <a:latin typeface="+mn-lt"/>
                <a:ea typeface="微软雅黑" panose="020B0503020204020204" pitchFamily="34" charset="-122"/>
              </a:rPr>
              <a:t>大小等于截面之左（或右）段上的所有外力对截面形心力矩的代数和。在实际计算中，剪力和弯矩的符号一般皆设为正，如果计算结果为正，表明实际的剪力和弯矩与图示方向一致；若结果为负，则与图示方向相反</a:t>
            </a:r>
            <a:r>
              <a:rPr lang="zh-CN" altLang="en-US" sz="2800" i="0" dirty="0">
                <a:ea typeface="微软雅黑" panose="020B0503020204020204" pitchFamily="34" charset="-122"/>
              </a:rPr>
              <a:t>。</a:t>
            </a:r>
            <a:endParaRPr lang="zh-CN" altLang="en-US" sz="2800" i="0" dirty="0">
              <a:latin typeface="+mj-lt"/>
              <a:ea typeface="微软雅黑" panose="020B0503020204020204" pitchFamily="34" charset="-122"/>
            </a:endParaRPr>
          </a:p>
        </p:txBody>
      </p:sp>
      <p:sp>
        <p:nvSpPr>
          <p:cNvPr id="42" name="Text Box 1032"/>
          <p:cNvSpPr txBox="1">
            <a:spLocks noChangeArrowheads="1"/>
          </p:cNvSpPr>
          <p:nvPr/>
        </p:nvSpPr>
        <p:spPr bwMode="auto">
          <a:xfrm>
            <a:off x="813013" y="3933056"/>
            <a:ext cx="4310879" cy="188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研究对象在截面的左边</a:t>
            </a:r>
            <a:endParaRPr lang="en-US" altLang="zh-CN" sz="2800" i="0" dirty="0">
              <a:latin typeface="+mn-lt"/>
              <a:ea typeface="微软雅黑" panose="020B0503020204020204" pitchFamily="34" charset="-122"/>
            </a:endParaRPr>
          </a:p>
          <a:p>
            <a:pPr lvl="0" algn="just"/>
            <a:r>
              <a:rPr kumimoji="1" lang="en-US" altLang="zh-CN" sz="3200" b="0" i="0" dirty="0">
                <a:solidFill>
                  <a:srgbClr val="FF0000"/>
                </a:solidFill>
                <a:ea typeface="黑体" panose="02010609060101010101" pitchFamily="49" charset="-122"/>
              </a:rPr>
              <a:t>   </a:t>
            </a:r>
            <a:r>
              <a:rPr kumimoji="1" lang="en-US" altLang="zh-CN" sz="3200" b="0" dirty="0">
                <a:solidFill>
                  <a:srgbClr val="FF0000"/>
                </a:solidFill>
                <a:ea typeface="黑体" panose="02010609060101010101" pitchFamily="49" charset="-122"/>
              </a:rPr>
              <a:t>F</a:t>
            </a:r>
            <a:r>
              <a:rPr kumimoji="1" lang="en-US" altLang="zh-CN" sz="3200" b="0" i="0" baseline="-25000" dirty="0">
                <a:solidFill>
                  <a:srgbClr val="FF0000"/>
                </a:solidFill>
                <a:ea typeface="黑体" panose="02010609060101010101" pitchFamily="49" charset="-122"/>
              </a:rPr>
              <a:t>Q</a:t>
            </a:r>
            <a:r>
              <a:rPr kumimoji="1" lang="zh-CN" altLang="en-US"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左</a:t>
            </a:r>
            <a:endParaRPr kumimoji="1" lang="zh-CN" altLang="en-US" sz="3200" b="0" i="0" dirty="0">
              <a:solidFill>
                <a:srgbClr val="FF0000"/>
              </a:solidFill>
              <a:ea typeface="黑体" panose="02010609060101010101" pitchFamily="49" charset="-122"/>
            </a:endParaRPr>
          </a:p>
          <a:p>
            <a:pPr lvl="0" algn="just">
              <a:lnSpc>
                <a:spcPct val="150000"/>
              </a:lnSpc>
            </a:pPr>
            <a:r>
              <a:rPr kumimoji="1" lang="en-US" altLang="zh-CN" sz="3200" b="0" dirty="0">
                <a:solidFill>
                  <a:srgbClr val="FF0000"/>
                </a:solidFill>
                <a:ea typeface="黑体" panose="02010609060101010101" pitchFamily="49" charset="-122"/>
              </a:rPr>
              <a:t>  M</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M</a:t>
            </a:r>
            <a:r>
              <a:rPr kumimoji="1" lang="en-US" altLang="zh-CN" sz="3200" b="0" baseline="-25000" dirty="0">
                <a:solidFill>
                  <a:srgbClr val="FF0000"/>
                </a:solidFill>
                <a:ea typeface="黑体" panose="02010609060101010101" pitchFamily="49" charset="-122"/>
              </a:rPr>
              <a:t>C</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左</a:t>
            </a:r>
            <a:r>
              <a:rPr kumimoji="1" lang="en-US" altLang="zh-CN" sz="3200" b="0" i="0" dirty="0">
                <a:solidFill>
                  <a:srgbClr val="FF0000"/>
                </a:solidFill>
                <a:ea typeface="黑体" panose="02010609060101010101" pitchFamily="49" charset="-122"/>
              </a:rPr>
              <a:t>)</a:t>
            </a:r>
          </a:p>
        </p:txBody>
      </p:sp>
      <p:sp>
        <p:nvSpPr>
          <p:cNvPr id="43" name="Text Box 1032"/>
          <p:cNvSpPr txBox="1">
            <a:spLocks noChangeArrowheads="1"/>
          </p:cNvSpPr>
          <p:nvPr/>
        </p:nvSpPr>
        <p:spPr bwMode="auto">
          <a:xfrm>
            <a:off x="6312024" y="3933056"/>
            <a:ext cx="4310879" cy="188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研究对象在截面的右边</a:t>
            </a:r>
            <a:endParaRPr lang="en-US" altLang="zh-CN" sz="2800" i="0" dirty="0">
              <a:latin typeface="+mn-lt"/>
              <a:ea typeface="微软雅黑" panose="020B0503020204020204" pitchFamily="34" charset="-122"/>
            </a:endParaRPr>
          </a:p>
          <a:p>
            <a:pPr lvl="0" algn="just"/>
            <a:r>
              <a:rPr kumimoji="1" lang="en-US" altLang="zh-CN" sz="3200" b="0" i="0" dirty="0">
                <a:solidFill>
                  <a:srgbClr val="FF0000"/>
                </a:solidFill>
                <a:ea typeface="黑体" panose="02010609060101010101" pitchFamily="49" charset="-122"/>
              </a:rPr>
              <a:t>   </a:t>
            </a:r>
            <a:r>
              <a:rPr kumimoji="1" lang="en-US" altLang="zh-CN" sz="3200" b="0" dirty="0">
                <a:solidFill>
                  <a:srgbClr val="FF0000"/>
                </a:solidFill>
                <a:ea typeface="黑体" panose="02010609060101010101" pitchFamily="49" charset="-122"/>
              </a:rPr>
              <a:t>F</a:t>
            </a:r>
            <a:r>
              <a:rPr kumimoji="1" lang="en-US" altLang="zh-CN" sz="3200" b="0" i="0" baseline="-25000" dirty="0">
                <a:solidFill>
                  <a:srgbClr val="FF0000"/>
                </a:solidFill>
                <a:ea typeface="黑体" panose="02010609060101010101" pitchFamily="49" charset="-122"/>
              </a:rPr>
              <a:t>Q</a:t>
            </a:r>
            <a:r>
              <a:rPr kumimoji="1" lang="zh-CN" altLang="en-US"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左右</a:t>
            </a:r>
            <a:endParaRPr kumimoji="1" lang="zh-CN" altLang="en-US" sz="3200" b="0" i="0" dirty="0">
              <a:solidFill>
                <a:srgbClr val="FF0000"/>
              </a:solidFill>
              <a:ea typeface="黑体" panose="02010609060101010101" pitchFamily="49" charset="-122"/>
            </a:endParaRPr>
          </a:p>
          <a:p>
            <a:pPr lvl="0" algn="just">
              <a:lnSpc>
                <a:spcPct val="150000"/>
              </a:lnSpc>
            </a:pPr>
            <a:r>
              <a:rPr kumimoji="1" lang="en-US" altLang="zh-CN" sz="3200" b="0" dirty="0">
                <a:solidFill>
                  <a:srgbClr val="FF0000"/>
                </a:solidFill>
                <a:ea typeface="黑体" panose="02010609060101010101" pitchFamily="49" charset="-122"/>
              </a:rPr>
              <a:t>  M</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M</a:t>
            </a:r>
            <a:r>
              <a:rPr kumimoji="1" lang="en-US" altLang="zh-CN" sz="3200" b="0" baseline="-25000" dirty="0">
                <a:solidFill>
                  <a:srgbClr val="FF0000"/>
                </a:solidFill>
                <a:ea typeface="黑体" panose="02010609060101010101" pitchFamily="49" charset="-122"/>
              </a:rPr>
              <a:t>C</a:t>
            </a:r>
            <a:r>
              <a:rPr kumimoji="1" lang="en-US" altLang="zh-CN" sz="3200" b="0" i="0" dirty="0">
                <a:solidFill>
                  <a:srgbClr val="FF0000"/>
                </a:solidFill>
                <a:ea typeface="黑体" panose="02010609060101010101" pitchFamily="49" charset="-122"/>
              </a:rPr>
              <a:t>(</a:t>
            </a:r>
            <a:r>
              <a:rPr kumimoji="1" lang="en-US" altLang="zh-CN" sz="3200" b="0" dirty="0">
                <a:solidFill>
                  <a:srgbClr val="FF0000"/>
                </a:solidFill>
                <a:ea typeface="黑体" panose="02010609060101010101" pitchFamily="49" charset="-122"/>
              </a:rPr>
              <a:t>F</a:t>
            </a:r>
            <a:r>
              <a:rPr kumimoji="1" lang="zh-CN" altLang="en-US" sz="3200" b="0" i="0" baseline="-25000" dirty="0">
                <a:solidFill>
                  <a:srgbClr val="FF0000"/>
                </a:solidFill>
                <a:ea typeface="黑体" panose="02010609060101010101" pitchFamily="49" charset="-122"/>
              </a:rPr>
              <a:t>右</a:t>
            </a:r>
            <a:r>
              <a:rPr kumimoji="1" lang="en-US" altLang="zh-CN" sz="3200" b="0" i="0" dirty="0">
                <a:solidFill>
                  <a:srgbClr val="FF0000"/>
                </a:solidFill>
                <a:ea typeface="黑体" panose="02010609060101010101" pitchFamily="49" charset="-122"/>
              </a:rPr>
              <a:t>)</a:t>
            </a:r>
          </a:p>
        </p:txBody>
      </p:sp>
    </p:spTree>
    <p:extLst>
      <p:ext uri="{BB962C8B-B14F-4D97-AF65-F5344CB8AC3E}">
        <p14:creationId xmlns:p14="http://schemas.microsoft.com/office/powerpoint/2010/main" val="6312979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42" grpId="0" autoUpdateAnimBg="0"/>
      <p:bldP spid="4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848872" cy="465448"/>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lang="zh-CN" altLang="en-US" i="0" dirty="0">
                <a:solidFill>
                  <a:schemeClr val="tx1"/>
                </a:solidFill>
                <a:ea typeface="黑体" panose="02010609060101010101" pitchFamily="49" charset="-122"/>
              </a:rPr>
              <a:t>  </a:t>
            </a:r>
            <a:r>
              <a:rPr lang="zh-CN" altLang="en-US" i="0" dirty="0">
                <a:solidFill>
                  <a:schemeClr val="tx1"/>
                </a:solidFill>
                <a:latin typeface="+mn-lt"/>
                <a:ea typeface="黑体" panose="02010609060101010101" pitchFamily="49" charset="-122"/>
              </a:rPr>
              <a:t>如图所示的简支梁，试求</a:t>
            </a:r>
            <a:r>
              <a:rPr lang="en-US" altLang="zh-CN" i="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a:t>
            </a:r>
            <a:r>
              <a:rPr lang="en-US" altLang="zh-CN" i="0" dirty="0">
                <a:solidFill>
                  <a:schemeClr val="tx1"/>
                </a:solidFill>
                <a:latin typeface="+mn-lt"/>
                <a:ea typeface="黑体" panose="02010609060101010101" pitchFamily="49" charset="-122"/>
              </a:rPr>
              <a:t>1</a:t>
            </a:r>
            <a:r>
              <a:rPr lang="zh-CN" altLang="en-US" i="0" dirty="0">
                <a:solidFill>
                  <a:schemeClr val="tx1"/>
                </a:solidFill>
                <a:latin typeface="+mn-lt"/>
                <a:ea typeface="黑体" panose="02010609060101010101" pitchFamily="49" charset="-122"/>
              </a:rPr>
              <a:t>及</a:t>
            </a:r>
            <a:r>
              <a:rPr lang="en-US" altLang="zh-CN" i="0" dirty="0">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左右截面上的内力。</a:t>
            </a:r>
          </a:p>
        </p:txBody>
      </p:sp>
      <p:sp>
        <p:nvSpPr>
          <p:cNvPr id="3" name="矩形 2">
            <a:extLst>
              <a:ext uri="{FF2B5EF4-FFF2-40B4-BE49-F238E27FC236}">
                <a16:creationId xmlns:a16="http://schemas.microsoft.com/office/drawing/2014/main" id="{E8DB0D0A-8BE9-6ADA-6C58-96049487BA32}"/>
              </a:ext>
            </a:extLst>
          </p:cNvPr>
          <p:cNvSpPr/>
          <p:nvPr/>
        </p:nvSpPr>
        <p:spPr>
          <a:xfrm>
            <a:off x="211185" y="1430351"/>
            <a:ext cx="5127330" cy="493148"/>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a:t>
            </a:r>
            <a:endParaRPr kumimoji="1" lang="en-US" altLang="zh-CN" i="0" dirty="0">
              <a:solidFill>
                <a:schemeClr val="tx1"/>
              </a:solidFill>
              <a:latin typeface="+mn-lt"/>
              <a:ea typeface="黑体" panose="02010609060101010101" pitchFamily="49" charset="-122"/>
            </a:endParaRPr>
          </a:p>
        </p:txBody>
      </p:sp>
      <p:sp>
        <p:nvSpPr>
          <p:cNvPr id="8" name="矩形 7">
            <a:extLst>
              <a:ext uri="{FF2B5EF4-FFF2-40B4-BE49-F238E27FC236}">
                <a16:creationId xmlns:a16="http://schemas.microsoft.com/office/drawing/2014/main" id="{1F86EC10-3CEB-11E4-3709-D598B31B586E}"/>
              </a:ext>
            </a:extLst>
          </p:cNvPr>
          <p:cNvSpPr/>
          <p:nvPr/>
        </p:nvSpPr>
        <p:spPr>
          <a:xfrm>
            <a:off x="444206" y="3513377"/>
            <a:ext cx="6819709" cy="493148"/>
          </a:xfrm>
          <a:prstGeom prst="rect">
            <a:avLst/>
          </a:prstGeom>
        </p:spPr>
        <p:txBody>
          <a:bodyPr wrap="square">
            <a:spAutoFit/>
          </a:bodyPr>
          <a:lstStyle/>
          <a:p>
            <a:pPr lvl="0">
              <a:lnSpc>
                <a:spcPct val="120000"/>
              </a:lnSpc>
            </a:pP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838336" y="1725367"/>
            <a:ext cx="4730549" cy="4140528"/>
          </a:xfrm>
          <a:prstGeom prst="rect">
            <a:avLst/>
          </a:prstGeom>
          <a:solidFill>
            <a:srgbClr val="B9CDE5"/>
          </a:solidFill>
          <a:ln>
            <a:noFill/>
          </a:ln>
          <a:effectLst/>
        </p:spPr>
        <p:txBody>
          <a:bodyPr wrap="none" anchor="ctr"/>
          <a:lstStyle/>
          <a:p>
            <a:endParaRPr lang="zh-CN" altLang="en-US"/>
          </a:p>
        </p:txBody>
      </p:sp>
      <p:grpSp>
        <p:nvGrpSpPr>
          <p:cNvPr id="13" name="组合 12">
            <a:extLst>
              <a:ext uri="{FF2B5EF4-FFF2-40B4-BE49-F238E27FC236}">
                <a16:creationId xmlns:a16="http://schemas.microsoft.com/office/drawing/2014/main" id="{0B24FCC4-B7C0-3166-B6F8-704837FCD77C}"/>
              </a:ext>
            </a:extLst>
          </p:cNvPr>
          <p:cNvGrpSpPr/>
          <p:nvPr/>
        </p:nvGrpSpPr>
        <p:grpSpPr>
          <a:xfrm>
            <a:off x="7472920" y="1739287"/>
            <a:ext cx="3477372" cy="1312268"/>
            <a:chOff x="695624" y="1801697"/>
            <a:chExt cx="3477372" cy="1312268"/>
          </a:xfrm>
        </p:grpSpPr>
        <p:cxnSp>
          <p:nvCxnSpPr>
            <p:cNvPr id="14" name="直接连接符 223">
              <a:extLst>
                <a:ext uri="{FF2B5EF4-FFF2-40B4-BE49-F238E27FC236}">
                  <a16:creationId xmlns:a16="http://schemas.microsoft.com/office/drawing/2014/main" id="{B8970A43-ABBF-0760-839C-C4CD1BD8EB5D}"/>
                </a:ext>
              </a:extLst>
            </p:cNvPr>
            <p:cNvCxnSpPr>
              <a:cxnSpLocks noChangeShapeType="1"/>
              <a:stCxn id="37" idx="0"/>
              <a:endCxn id="48" idx="0"/>
            </p:cNvCxnSpPr>
            <p:nvPr/>
          </p:nvCxnSpPr>
          <p:spPr bwMode="auto">
            <a:xfrm>
              <a:off x="1087705" y="2402055"/>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 name="组合 224">
              <a:extLst>
                <a:ext uri="{FF2B5EF4-FFF2-40B4-BE49-F238E27FC236}">
                  <a16:creationId xmlns:a16="http://schemas.microsoft.com/office/drawing/2014/main" id="{0DF131BA-C371-7D59-7A83-81CDE2E6A421}"/>
                </a:ext>
              </a:extLst>
            </p:cNvPr>
            <p:cNvGrpSpPr>
              <a:grpSpLocks/>
            </p:cNvGrpSpPr>
            <p:nvPr/>
          </p:nvGrpSpPr>
          <p:grpSpPr bwMode="auto">
            <a:xfrm>
              <a:off x="3548785" y="2402055"/>
              <a:ext cx="438150" cy="396875"/>
              <a:chOff x="6199814" y="5094185"/>
              <a:chExt cx="473132" cy="428316"/>
            </a:xfrm>
          </p:grpSpPr>
          <p:grpSp>
            <p:nvGrpSpPr>
              <p:cNvPr id="47" name="组合 225">
                <a:extLst>
                  <a:ext uri="{FF2B5EF4-FFF2-40B4-BE49-F238E27FC236}">
                    <a16:creationId xmlns:a16="http://schemas.microsoft.com/office/drawing/2014/main" id="{566A527C-275D-6E84-9BB4-513194B37598}"/>
                  </a:ext>
                </a:extLst>
              </p:cNvPr>
              <p:cNvGrpSpPr>
                <a:grpSpLocks/>
              </p:cNvGrpSpPr>
              <p:nvPr/>
            </p:nvGrpSpPr>
            <p:grpSpPr bwMode="auto">
              <a:xfrm>
                <a:off x="6199814" y="5451033"/>
                <a:ext cx="473132" cy="71468"/>
                <a:chOff x="2321750" y="5453423"/>
                <a:chExt cx="473132" cy="71468"/>
              </a:xfrm>
            </p:grpSpPr>
            <p:cxnSp>
              <p:nvCxnSpPr>
                <p:cNvPr id="51" name="直接连接符 229">
                  <a:extLst>
                    <a:ext uri="{FF2B5EF4-FFF2-40B4-BE49-F238E27FC236}">
                      <a16:creationId xmlns:a16="http://schemas.microsoft.com/office/drawing/2014/main" id="{430ADF96-C044-5CE2-B7D8-1C9D11670DAE}"/>
                    </a:ext>
                  </a:extLst>
                </p:cNvPr>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230">
                  <a:extLst>
                    <a:ext uri="{FF2B5EF4-FFF2-40B4-BE49-F238E27FC236}">
                      <a16:creationId xmlns:a16="http://schemas.microsoft.com/office/drawing/2014/main" id="{3C8AB489-1706-7D92-4086-40F82DBDB043}"/>
                    </a:ext>
                  </a:extLst>
                </p:cNvPr>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直接连接符 231">
                  <a:extLst>
                    <a:ext uri="{FF2B5EF4-FFF2-40B4-BE49-F238E27FC236}">
                      <a16:creationId xmlns:a16="http://schemas.microsoft.com/office/drawing/2014/main" id="{0D95F62C-9359-F6C9-8ACD-3E78C774C81E}"/>
                    </a:ext>
                  </a:extLst>
                </p:cNvPr>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直接连接符 232">
                  <a:extLst>
                    <a:ext uri="{FF2B5EF4-FFF2-40B4-BE49-F238E27FC236}">
                      <a16:creationId xmlns:a16="http://schemas.microsoft.com/office/drawing/2014/main" id="{2D3E49F8-94B6-C2D3-83B4-E5D24F6C4A53}"/>
                    </a:ext>
                  </a:extLst>
                </p:cNvPr>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直接连接符 233">
                  <a:extLst>
                    <a:ext uri="{FF2B5EF4-FFF2-40B4-BE49-F238E27FC236}">
                      <a16:creationId xmlns:a16="http://schemas.microsoft.com/office/drawing/2014/main" id="{3CC3948F-496D-ACAF-932A-47174D47C16A}"/>
                    </a:ext>
                  </a:extLst>
                </p:cNvPr>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直接连接符 234">
                  <a:extLst>
                    <a:ext uri="{FF2B5EF4-FFF2-40B4-BE49-F238E27FC236}">
                      <a16:creationId xmlns:a16="http://schemas.microsoft.com/office/drawing/2014/main" id="{F0A75ECB-15D6-34B0-A223-A712DE783660}"/>
                    </a:ext>
                  </a:extLst>
                </p:cNvPr>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直接连接符 235">
                  <a:extLst>
                    <a:ext uri="{FF2B5EF4-FFF2-40B4-BE49-F238E27FC236}">
                      <a16:creationId xmlns:a16="http://schemas.microsoft.com/office/drawing/2014/main" id="{470F317E-9637-F8CC-FA42-E70BBFD2A3E0}"/>
                    </a:ext>
                  </a:extLst>
                </p:cNvPr>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直接连接符 236">
                  <a:extLst>
                    <a:ext uri="{FF2B5EF4-FFF2-40B4-BE49-F238E27FC236}">
                      <a16:creationId xmlns:a16="http://schemas.microsoft.com/office/drawing/2014/main" id="{180A7C08-79D0-FD5F-992A-50D30323CDE5}"/>
                    </a:ext>
                  </a:extLst>
                </p:cNvPr>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8" name="等腰三角形 226">
                <a:extLst>
                  <a:ext uri="{FF2B5EF4-FFF2-40B4-BE49-F238E27FC236}">
                    <a16:creationId xmlns:a16="http://schemas.microsoft.com/office/drawing/2014/main" id="{545E56A6-7DA4-8B7C-DAFE-3F96E0E3065B}"/>
                  </a:ext>
                </a:extLst>
              </p:cNvPr>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49" name="椭圆 227">
                <a:extLst>
                  <a:ext uri="{FF2B5EF4-FFF2-40B4-BE49-F238E27FC236}">
                    <a16:creationId xmlns:a16="http://schemas.microsoft.com/office/drawing/2014/main" id="{A7498F0C-19DA-2D62-5ECF-010E5F3FFC0F}"/>
                  </a:ext>
                </a:extLst>
              </p:cNvPr>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50" name="椭圆 228">
                <a:extLst>
                  <a:ext uri="{FF2B5EF4-FFF2-40B4-BE49-F238E27FC236}">
                    <a16:creationId xmlns:a16="http://schemas.microsoft.com/office/drawing/2014/main" id="{46D054B8-9745-CDF6-9FBA-E112222C7A81}"/>
                  </a:ext>
                </a:extLst>
              </p:cNvPr>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6" name="组合 237">
              <a:extLst>
                <a:ext uri="{FF2B5EF4-FFF2-40B4-BE49-F238E27FC236}">
                  <a16:creationId xmlns:a16="http://schemas.microsoft.com/office/drawing/2014/main" id="{56AED552-EAC7-1CA2-507C-341EE21854C9}"/>
                </a:ext>
              </a:extLst>
            </p:cNvPr>
            <p:cNvGrpSpPr>
              <a:grpSpLocks/>
            </p:cNvGrpSpPr>
            <p:nvPr/>
          </p:nvGrpSpPr>
          <p:grpSpPr bwMode="auto">
            <a:xfrm>
              <a:off x="895438" y="2402055"/>
              <a:ext cx="354013" cy="317500"/>
              <a:chOff x="2312606" y="5094185"/>
              <a:chExt cx="473132" cy="424341"/>
            </a:xfrm>
          </p:grpSpPr>
          <p:sp>
            <p:nvSpPr>
              <p:cNvPr id="37" name="等腰三角形 238">
                <a:extLst>
                  <a:ext uri="{FF2B5EF4-FFF2-40B4-BE49-F238E27FC236}">
                    <a16:creationId xmlns:a16="http://schemas.microsoft.com/office/drawing/2014/main" id="{B7C175D7-48E9-1C05-7AEB-2B54F8B23449}"/>
                  </a:ext>
                </a:extLst>
              </p:cNvPr>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38" name="组合 239">
                <a:extLst>
                  <a:ext uri="{FF2B5EF4-FFF2-40B4-BE49-F238E27FC236}">
                    <a16:creationId xmlns:a16="http://schemas.microsoft.com/office/drawing/2014/main" id="{A1C8F1C2-1BB8-2D24-DA81-6CAFF05FDFFF}"/>
                  </a:ext>
                </a:extLst>
              </p:cNvPr>
              <p:cNvGrpSpPr>
                <a:grpSpLocks/>
              </p:cNvGrpSpPr>
              <p:nvPr/>
            </p:nvGrpSpPr>
            <p:grpSpPr bwMode="auto">
              <a:xfrm>
                <a:off x="2312606" y="5447058"/>
                <a:ext cx="473132" cy="71468"/>
                <a:chOff x="2321750" y="5453423"/>
                <a:chExt cx="473132" cy="71468"/>
              </a:xfrm>
            </p:grpSpPr>
            <p:cxnSp>
              <p:nvCxnSpPr>
                <p:cNvPr id="39" name="直接连接符 240">
                  <a:extLst>
                    <a:ext uri="{FF2B5EF4-FFF2-40B4-BE49-F238E27FC236}">
                      <a16:creationId xmlns:a16="http://schemas.microsoft.com/office/drawing/2014/main" id="{3FFAC72D-5200-9D19-B8A8-4482EA74C968}"/>
                    </a:ext>
                  </a:extLst>
                </p:cNvPr>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241">
                  <a:extLst>
                    <a:ext uri="{FF2B5EF4-FFF2-40B4-BE49-F238E27FC236}">
                      <a16:creationId xmlns:a16="http://schemas.microsoft.com/office/drawing/2014/main" id="{6A31B568-3D12-B394-4B68-4D82C999C2E3}"/>
                    </a:ext>
                  </a:extLst>
                </p:cNvPr>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242">
                  <a:extLst>
                    <a:ext uri="{FF2B5EF4-FFF2-40B4-BE49-F238E27FC236}">
                      <a16:creationId xmlns:a16="http://schemas.microsoft.com/office/drawing/2014/main" id="{6C46BA07-28D3-E04F-0635-FB10AC102EF9}"/>
                    </a:ext>
                  </a:extLst>
                </p:cNvPr>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连接符 243">
                  <a:extLst>
                    <a:ext uri="{FF2B5EF4-FFF2-40B4-BE49-F238E27FC236}">
                      <a16:creationId xmlns:a16="http://schemas.microsoft.com/office/drawing/2014/main" id="{BE2D518F-DB0F-A625-D365-4A82D5DF4992}"/>
                    </a:ext>
                  </a:extLst>
                </p:cNvPr>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244">
                  <a:extLst>
                    <a:ext uri="{FF2B5EF4-FFF2-40B4-BE49-F238E27FC236}">
                      <a16:creationId xmlns:a16="http://schemas.microsoft.com/office/drawing/2014/main" id="{298367A5-0A84-180F-3B19-4F802AE7D10A}"/>
                    </a:ext>
                  </a:extLst>
                </p:cNvPr>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连接符 245">
                  <a:extLst>
                    <a:ext uri="{FF2B5EF4-FFF2-40B4-BE49-F238E27FC236}">
                      <a16:creationId xmlns:a16="http://schemas.microsoft.com/office/drawing/2014/main" id="{26FDC06C-CC6B-246B-8758-634F58516261}"/>
                    </a:ext>
                  </a:extLst>
                </p:cNvPr>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246">
                  <a:extLst>
                    <a:ext uri="{FF2B5EF4-FFF2-40B4-BE49-F238E27FC236}">
                      <a16:creationId xmlns:a16="http://schemas.microsoft.com/office/drawing/2014/main" id="{3EB6BC3D-67DD-1679-66FB-D2C07926972E}"/>
                    </a:ext>
                  </a:extLst>
                </p:cNvPr>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接连接符 247">
                  <a:extLst>
                    <a:ext uri="{FF2B5EF4-FFF2-40B4-BE49-F238E27FC236}">
                      <a16:creationId xmlns:a16="http://schemas.microsoft.com/office/drawing/2014/main" id="{4D5C6D2A-9A75-E9B5-6D70-F20B12B8B2F7}"/>
                    </a:ext>
                  </a:extLst>
                </p:cNvPr>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18" name="直接箭头连接符 250">
              <a:extLst>
                <a:ext uri="{FF2B5EF4-FFF2-40B4-BE49-F238E27FC236}">
                  <a16:creationId xmlns:a16="http://schemas.microsoft.com/office/drawing/2014/main" id="{A26FD729-C09C-A3DC-1383-52BA5070FDC3}"/>
                </a:ext>
              </a:extLst>
            </p:cNvPr>
            <p:cNvCxnSpPr>
              <a:cxnSpLocks noChangeShapeType="1"/>
            </p:cNvCxnSpPr>
            <p:nvPr/>
          </p:nvCxnSpPr>
          <p:spPr bwMode="auto">
            <a:xfrm>
              <a:off x="2062646" y="1951205"/>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106">
              <a:extLst>
                <a:ext uri="{FF2B5EF4-FFF2-40B4-BE49-F238E27FC236}">
                  <a16:creationId xmlns:a16="http://schemas.microsoft.com/office/drawing/2014/main" id="{423E9F00-5D9F-488D-FE6C-E9CF3856F813}"/>
                </a:ext>
              </a:extLst>
            </p:cNvPr>
            <p:cNvSpPr txBox="1">
              <a:spLocks noChangeArrowheads="1"/>
            </p:cNvSpPr>
            <p:nvPr/>
          </p:nvSpPr>
          <p:spPr bwMode="auto">
            <a:xfrm>
              <a:off x="1964221" y="1840080"/>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latin typeface="Times New Roman" pitchFamily="18" charset="0"/>
                  <a:ea typeface="+mn-ea"/>
                  <a:cs typeface="Times New Roman" pitchFamily="18" charset="0"/>
                </a:rPr>
                <a:t>F</a:t>
              </a:r>
              <a:endParaRPr lang="zh-CN" altLang="en-US" sz="1800" b="0" i="1" dirty="0">
                <a:latin typeface="Times New Roman" pitchFamily="18" charset="0"/>
                <a:ea typeface="+mn-ea"/>
                <a:cs typeface="Times New Roman" pitchFamily="18" charset="0"/>
              </a:endParaRPr>
            </a:p>
          </p:txBody>
        </p:sp>
        <p:cxnSp>
          <p:nvCxnSpPr>
            <p:cNvPr id="20" name="直接连接符 19">
              <a:extLst>
                <a:ext uri="{FF2B5EF4-FFF2-40B4-BE49-F238E27FC236}">
                  <a16:creationId xmlns:a16="http://schemas.microsoft.com/office/drawing/2014/main" id="{64581562-7DED-5410-0023-265DD8285E8D}"/>
                </a:ext>
              </a:extLst>
            </p:cNvPr>
            <p:cNvCxnSpPr/>
            <p:nvPr/>
          </p:nvCxnSpPr>
          <p:spPr bwMode="auto">
            <a:xfrm>
              <a:off x="1085851" y="1951205"/>
              <a:ext cx="5530" cy="35267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FF30EC41-2014-091A-47FC-E625DCAB5A42}"/>
                </a:ext>
              </a:extLst>
            </p:cNvPr>
            <p:cNvCxnSpPr/>
            <p:nvPr/>
          </p:nvCxnSpPr>
          <p:spPr bwMode="auto">
            <a:xfrm>
              <a:off x="1080660" y="2099952"/>
              <a:ext cx="617492"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Text Box 106">
              <a:extLst>
                <a:ext uri="{FF2B5EF4-FFF2-40B4-BE49-F238E27FC236}">
                  <a16:creationId xmlns:a16="http://schemas.microsoft.com/office/drawing/2014/main" id="{5D38AB25-A6AD-A220-C181-5DB3199AD812}"/>
                </a:ext>
              </a:extLst>
            </p:cNvPr>
            <p:cNvSpPr txBox="1">
              <a:spLocks noChangeArrowheads="1"/>
            </p:cNvSpPr>
            <p:nvPr/>
          </p:nvSpPr>
          <p:spPr bwMode="auto">
            <a:xfrm>
              <a:off x="695624" y="2180595"/>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cxnSp>
          <p:nvCxnSpPr>
            <p:cNvPr id="23" name="直接连接符 22">
              <a:extLst>
                <a:ext uri="{FF2B5EF4-FFF2-40B4-BE49-F238E27FC236}">
                  <a16:creationId xmlns:a16="http://schemas.microsoft.com/office/drawing/2014/main" id="{69FB9221-3744-C0F4-A92C-0F2DAA201749}"/>
                </a:ext>
              </a:extLst>
            </p:cNvPr>
            <p:cNvCxnSpPr/>
            <p:nvPr/>
          </p:nvCxnSpPr>
          <p:spPr bwMode="auto">
            <a:xfrm>
              <a:off x="1085851" y="2663915"/>
              <a:ext cx="1854" cy="45005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9EA8F4CB-4D7C-BA53-A563-B49D0C90ADF0}"/>
                </a:ext>
              </a:extLst>
            </p:cNvPr>
            <p:cNvCxnSpPr/>
            <p:nvPr/>
          </p:nvCxnSpPr>
          <p:spPr bwMode="auto">
            <a:xfrm>
              <a:off x="1080660" y="2980087"/>
              <a:ext cx="977101"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连接符 24">
              <a:extLst>
                <a:ext uri="{FF2B5EF4-FFF2-40B4-BE49-F238E27FC236}">
                  <a16:creationId xmlns:a16="http://schemas.microsoft.com/office/drawing/2014/main" id="{2CBBB79D-C625-CDCB-FB12-18EC1E42F990}"/>
                </a:ext>
              </a:extLst>
            </p:cNvPr>
            <p:cNvCxnSpPr/>
            <p:nvPr/>
          </p:nvCxnSpPr>
          <p:spPr bwMode="auto">
            <a:xfrm>
              <a:off x="2057761" y="2402055"/>
              <a:ext cx="0" cy="71191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连接符 25">
              <a:extLst>
                <a:ext uri="{FF2B5EF4-FFF2-40B4-BE49-F238E27FC236}">
                  <a16:creationId xmlns:a16="http://schemas.microsoft.com/office/drawing/2014/main" id="{7D28B6D5-F74E-DD7C-1968-2CFEC921C007}"/>
                </a:ext>
              </a:extLst>
            </p:cNvPr>
            <p:cNvCxnSpPr/>
            <p:nvPr/>
          </p:nvCxnSpPr>
          <p:spPr bwMode="auto">
            <a:xfrm>
              <a:off x="2057761" y="2980160"/>
              <a:ext cx="1720518"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a:extLst>
                <a:ext uri="{FF2B5EF4-FFF2-40B4-BE49-F238E27FC236}">
                  <a16:creationId xmlns:a16="http://schemas.microsoft.com/office/drawing/2014/main" id="{A19CBBDE-40A4-353C-AAC9-36EA53320467}"/>
                </a:ext>
              </a:extLst>
            </p:cNvPr>
            <p:cNvCxnSpPr/>
            <p:nvPr/>
          </p:nvCxnSpPr>
          <p:spPr bwMode="auto">
            <a:xfrm>
              <a:off x="3784109" y="2663915"/>
              <a:ext cx="1854" cy="45005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Text Box 106">
              <a:extLst>
                <a:ext uri="{FF2B5EF4-FFF2-40B4-BE49-F238E27FC236}">
                  <a16:creationId xmlns:a16="http://schemas.microsoft.com/office/drawing/2014/main" id="{4FF395B3-8C87-0383-AF5F-DC5D0EB29A19}"/>
                </a:ext>
              </a:extLst>
            </p:cNvPr>
            <p:cNvSpPr txBox="1">
              <a:spLocks noChangeArrowheads="1"/>
            </p:cNvSpPr>
            <p:nvPr/>
          </p:nvSpPr>
          <p:spPr bwMode="auto">
            <a:xfrm>
              <a:off x="2552816" y="2653645"/>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chemeClr val="tx1"/>
                  </a:solidFill>
                  <a:latin typeface="Times New Roman" pitchFamily="18" charset="0"/>
                  <a:ea typeface="+mn-ea"/>
                  <a:cs typeface="Times New Roman" pitchFamily="18" charset="0"/>
                </a:rPr>
                <a:t>2</a:t>
              </a:r>
              <a:r>
                <a:rPr lang="en-US" altLang="zh-CN" sz="1800" b="0" dirty="0">
                  <a:solidFill>
                    <a:schemeClr val="tx1"/>
                  </a:solidFill>
                  <a:latin typeface="Times New Roman" pitchFamily="18" charset="0"/>
                  <a:ea typeface="+mn-ea"/>
                  <a:cs typeface="Times New Roman" pitchFamily="18" charset="0"/>
                </a:rPr>
                <a:t>l</a:t>
              </a:r>
              <a:r>
                <a:rPr lang="en-US" altLang="zh-CN" sz="1800" b="0" i="0" dirty="0">
                  <a:solidFill>
                    <a:schemeClr val="tx1"/>
                  </a:solidFill>
                  <a:latin typeface="Times New Roman" pitchFamily="18" charset="0"/>
                  <a:ea typeface="+mn-ea"/>
                  <a:cs typeface="Times New Roman" pitchFamily="18" charset="0"/>
                </a:rPr>
                <a:t>/3</a:t>
              </a:r>
            </a:p>
          </p:txBody>
        </p:sp>
        <p:sp>
          <p:nvSpPr>
            <p:cNvPr id="29" name="Text Box 106">
              <a:extLst>
                <a:ext uri="{FF2B5EF4-FFF2-40B4-BE49-F238E27FC236}">
                  <a16:creationId xmlns:a16="http://schemas.microsoft.com/office/drawing/2014/main" id="{EA3794C8-A153-209D-E739-D7F907DE7224}"/>
                </a:ext>
              </a:extLst>
            </p:cNvPr>
            <p:cNvSpPr txBox="1">
              <a:spLocks noChangeArrowheads="1"/>
            </p:cNvSpPr>
            <p:nvPr/>
          </p:nvSpPr>
          <p:spPr bwMode="auto">
            <a:xfrm>
              <a:off x="3691984" y="219009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B</a:t>
              </a:r>
              <a:endParaRPr lang="zh-CN" altLang="en-US" sz="1800" b="0" i="1" dirty="0">
                <a:solidFill>
                  <a:schemeClr val="tx1"/>
                </a:solidFill>
                <a:latin typeface="Times New Roman" pitchFamily="18" charset="0"/>
                <a:ea typeface="+mn-ea"/>
                <a:cs typeface="Times New Roman" pitchFamily="18" charset="0"/>
              </a:endParaRPr>
            </a:p>
          </p:txBody>
        </p:sp>
        <p:sp>
          <p:nvSpPr>
            <p:cNvPr id="30" name="Text Box 106">
              <a:extLst>
                <a:ext uri="{FF2B5EF4-FFF2-40B4-BE49-F238E27FC236}">
                  <a16:creationId xmlns:a16="http://schemas.microsoft.com/office/drawing/2014/main" id="{19FEF01A-8A38-C44A-B050-1DF385E9CE93}"/>
                </a:ext>
              </a:extLst>
            </p:cNvPr>
            <p:cNvSpPr txBox="1">
              <a:spLocks noChangeArrowheads="1"/>
            </p:cNvSpPr>
            <p:nvPr/>
          </p:nvSpPr>
          <p:spPr bwMode="auto">
            <a:xfrm>
              <a:off x="1159379" y="180169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sp>
          <p:nvSpPr>
            <p:cNvPr id="31" name="Text Box 106">
              <a:extLst>
                <a:ext uri="{FF2B5EF4-FFF2-40B4-BE49-F238E27FC236}">
                  <a16:creationId xmlns:a16="http://schemas.microsoft.com/office/drawing/2014/main" id="{F3ECEC29-C077-64FE-B68B-FA01DA083681}"/>
                </a:ext>
              </a:extLst>
            </p:cNvPr>
            <p:cNvSpPr txBox="1">
              <a:spLocks noChangeArrowheads="1"/>
            </p:cNvSpPr>
            <p:nvPr/>
          </p:nvSpPr>
          <p:spPr bwMode="auto">
            <a:xfrm>
              <a:off x="1967751" y="237424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C</a:t>
              </a:r>
              <a:endParaRPr lang="zh-CN" altLang="en-US" sz="1800" b="0" i="1" dirty="0">
                <a:solidFill>
                  <a:schemeClr val="tx1"/>
                </a:solidFill>
                <a:latin typeface="Times New Roman" pitchFamily="18" charset="0"/>
                <a:ea typeface="+mn-ea"/>
                <a:cs typeface="Times New Roman" pitchFamily="18" charset="0"/>
              </a:endParaRPr>
            </a:p>
          </p:txBody>
        </p:sp>
        <p:sp>
          <p:nvSpPr>
            <p:cNvPr id="32" name="Text Box 106">
              <a:extLst>
                <a:ext uri="{FF2B5EF4-FFF2-40B4-BE49-F238E27FC236}">
                  <a16:creationId xmlns:a16="http://schemas.microsoft.com/office/drawing/2014/main" id="{34211A9F-E2DE-1A65-193F-D0F2C242B6F7}"/>
                </a:ext>
              </a:extLst>
            </p:cNvPr>
            <p:cNvSpPr txBox="1">
              <a:spLocks noChangeArrowheads="1"/>
            </p:cNvSpPr>
            <p:nvPr/>
          </p:nvSpPr>
          <p:spPr bwMode="auto">
            <a:xfrm>
              <a:off x="1255596" y="2665052"/>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dirty="0">
                  <a:solidFill>
                    <a:schemeClr val="tx1"/>
                  </a:solidFill>
                  <a:latin typeface="Times New Roman" pitchFamily="18" charset="0"/>
                  <a:ea typeface="+mn-ea"/>
                  <a:cs typeface="Times New Roman" pitchFamily="18" charset="0"/>
                </a:rPr>
                <a:t>l</a:t>
              </a:r>
              <a:r>
                <a:rPr lang="en-US" altLang="zh-CN" sz="1800" b="0" i="0" dirty="0">
                  <a:solidFill>
                    <a:schemeClr val="tx1"/>
                  </a:solidFill>
                  <a:latin typeface="Times New Roman" pitchFamily="18" charset="0"/>
                  <a:ea typeface="+mn-ea"/>
                  <a:cs typeface="Times New Roman" pitchFamily="18" charset="0"/>
                </a:rPr>
                <a:t>/3</a:t>
              </a:r>
            </a:p>
          </p:txBody>
        </p:sp>
        <p:cxnSp>
          <p:nvCxnSpPr>
            <p:cNvPr id="33" name="直接连接符 32">
              <a:extLst>
                <a:ext uri="{FF2B5EF4-FFF2-40B4-BE49-F238E27FC236}">
                  <a16:creationId xmlns:a16="http://schemas.microsoft.com/office/drawing/2014/main" id="{BCF791AF-55BD-0A7C-4B9D-8C3445F12FFE}"/>
                </a:ext>
              </a:extLst>
            </p:cNvPr>
            <p:cNvCxnSpPr/>
            <p:nvPr/>
          </p:nvCxnSpPr>
          <p:spPr bwMode="auto">
            <a:xfrm>
              <a:off x="1698152" y="1941735"/>
              <a:ext cx="0" cy="616662"/>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Text Box 106">
              <a:extLst>
                <a:ext uri="{FF2B5EF4-FFF2-40B4-BE49-F238E27FC236}">
                  <a16:creationId xmlns:a16="http://schemas.microsoft.com/office/drawing/2014/main" id="{35665BFD-384B-4BB1-D694-45294D17561E}"/>
                </a:ext>
              </a:extLst>
            </p:cNvPr>
            <p:cNvSpPr txBox="1">
              <a:spLocks noChangeArrowheads="1"/>
            </p:cNvSpPr>
            <p:nvPr/>
          </p:nvSpPr>
          <p:spPr bwMode="auto">
            <a:xfrm>
              <a:off x="1562706" y="2088463"/>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b="0" i="0" dirty="0">
                  <a:solidFill>
                    <a:schemeClr val="tx1"/>
                  </a:solidFill>
                  <a:latin typeface="Times New Roman" pitchFamily="18" charset="0"/>
                  <a:ea typeface="+mn-ea"/>
                  <a:cs typeface="Times New Roman" pitchFamily="18" charset="0"/>
                </a:rPr>
                <a:t>1</a:t>
              </a:r>
              <a:endParaRPr lang="zh-CN" altLang="en-US" sz="1600" b="0" i="0" dirty="0">
                <a:solidFill>
                  <a:schemeClr val="tx1"/>
                </a:solidFill>
                <a:latin typeface="Times New Roman" pitchFamily="18" charset="0"/>
                <a:ea typeface="+mn-ea"/>
                <a:cs typeface="Times New Roman" pitchFamily="18" charset="0"/>
              </a:endParaRPr>
            </a:p>
          </p:txBody>
        </p:sp>
        <p:sp>
          <p:nvSpPr>
            <p:cNvPr id="35" name="Text Box 106">
              <a:extLst>
                <a:ext uri="{FF2B5EF4-FFF2-40B4-BE49-F238E27FC236}">
                  <a16:creationId xmlns:a16="http://schemas.microsoft.com/office/drawing/2014/main" id="{B8A7356C-7785-2063-ADD3-FE4E26C71054}"/>
                </a:ext>
              </a:extLst>
            </p:cNvPr>
            <p:cNvSpPr txBox="1">
              <a:spLocks noChangeArrowheads="1"/>
            </p:cNvSpPr>
            <p:nvPr/>
          </p:nvSpPr>
          <p:spPr bwMode="auto">
            <a:xfrm>
              <a:off x="1562706" y="2419456"/>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b="0" i="0" dirty="0">
                  <a:solidFill>
                    <a:schemeClr val="tx1"/>
                  </a:solidFill>
                  <a:latin typeface="Times New Roman" pitchFamily="18" charset="0"/>
                  <a:ea typeface="+mn-ea"/>
                  <a:cs typeface="Times New Roman" pitchFamily="18" charset="0"/>
                </a:rPr>
                <a:t>1</a:t>
              </a:r>
              <a:endParaRPr lang="zh-CN" altLang="en-US" sz="1600" b="0" i="0" dirty="0">
                <a:solidFill>
                  <a:schemeClr val="tx1"/>
                </a:solidFill>
                <a:latin typeface="Times New Roman" pitchFamily="18" charset="0"/>
                <a:ea typeface="+mn-ea"/>
                <a:cs typeface="Times New Roman" pitchFamily="18" charset="0"/>
              </a:endParaRPr>
            </a:p>
          </p:txBody>
        </p:sp>
        <p:sp>
          <p:nvSpPr>
            <p:cNvPr id="36" name="Text Box 106">
              <a:extLst>
                <a:ext uri="{FF2B5EF4-FFF2-40B4-BE49-F238E27FC236}">
                  <a16:creationId xmlns:a16="http://schemas.microsoft.com/office/drawing/2014/main" id="{1A49EFC8-539D-0C76-6157-D2757456D10A}"/>
                </a:ext>
              </a:extLst>
            </p:cNvPr>
            <p:cNvSpPr txBox="1">
              <a:spLocks noChangeArrowheads="1"/>
            </p:cNvSpPr>
            <p:nvPr/>
          </p:nvSpPr>
          <p:spPr bwMode="auto">
            <a:xfrm>
              <a:off x="1306719" y="2341757"/>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D</a:t>
              </a:r>
              <a:endParaRPr lang="zh-CN" altLang="en-US" sz="1800" b="0" i="1" dirty="0">
                <a:solidFill>
                  <a:schemeClr val="tx1"/>
                </a:solidFill>
                <a:latin typeface="Times New Roman" pitchFamily="18" charset="0"/>
                <a:ea typeface="+mn-ea"/>
                <a:cs typeface="Times New Roman" pitchFamily="18" charset="0"/>
              </a:endParaRPr>
            </a:p>
          </p:txBody>
        </p:sp>
      </p:grpSp>
      <p:grpSp>
        <p:nvGrpSpPr>
          <p:cNvPr id="107" name="组合 106">
            <a:extLst>
              <a:ext uri="{FF2B5EF4-FFF2-40B4-BE49-F238E27FC236}">
                <a16:creationId xmlns:a16="http://schemas.microsoft.com/office/drawing/2014/main" id="{AE325AB0-0AC2-AA17-0ACC-B2BD2DD9EC0B}"/>
              </a:ext>
            </a:extLst>
          </p:cNvPr>
          <p:cNvGrpSpPr/>
          <p:nvPr/>
        </p:nvGrpSpPr>
        <p:grpSpPr>
          <a:xfrm>
            <a:off x="7780951" y="3044432"/>
            <a:ext cx="2809301" cy="1167839"/>
            <a:chOff x="5360272" y="3197353"/>
            <a:chExt cx="2809301" cy="1167839"/>
          </a:xfrm>
        </p:grpSpPr>
        <p:cxnSp>
          <p:nvCxnSpPr>
            <p:cNvPr id="108" name="直接连接符 223">
              <a:extLst>
                <a:ext uri="{FF2B5EF4-FFF2-40B4-BE49-F238E27FC236}">
                  <a16:creationId xmlns:a16="http://schemas.microsoft.com/office/drawing/2014/main" id="{A0692AF6-DC78-F51E-E7A4-B877547A8B82}"/>
                </a:ext>
              </a:extLst>
            </p:cNvPr>
            <p:cNvCxnSpPr>
              <a:cxnSpLocks noChangeShapeType="1"/>
            </p:cNvCxnSpPr>
            <p:nvPr/>
          </p:nvCxnSpPr>
          <p:spPr bwMode="auto">
            <a:xfrm>
              <a:off x="5461602" y="3759328"/>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箭头连接符 250">
              <a:extLst>
                <a:ext uri="{FF2B5EF4-FFF2-40B4-BE49-F238E27FC236}">
                  <a16:creationId xmlns:a16="http://schemas.microsoft.com/office/drawing/2014/main" id="{E26500CD-88C7-AA1E-679F-0450DB633094}"/>
                </a:ext>
              </a:extLst>
            </p:cNvPr>
            <p:cNvCxnSpPr>
              <a:cxnSpLocks noChangeShapeType="1"/>
            </p:cNvCxnSpPr>
            <p:nvPr/>
          </p:nvCxnSpPr>
          <p:spPr bwMode="auto">
            <a:xfrm>
              <a:off x="6436543" y="3308478"/>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1" name="Text Box 106">
              <a:extLst>
                <a:ext uri="{FF2B5EF4-FFF2-40B4-BE49-F238E27FC236}">
                  <a16:creationId xmlns:a16="http://schemas.microsoft.com/office/drawing/2014/main" id="{537BCF51-F668-E229-3CED-4AD3E7930B24}"/>
                </a:ext>
              </a:extLst>
            </p:cNvPr>
            <p:cNvSpPr txBox="1">
              <a:spLocks noChangeArrowheads="1"/>
            </p:cNvSpPr>
            <p:nvPr/>
          </p:nvSpPr>
          <p:spPr bwMode="auto">
            <a:xfrm>
              <a:off x="6338118" y="3197353"/>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latin typeface="Times New Roman" pitchFamily="18" charset="0"/>
                  <a:ea typeface="+mn-ea"/>
                  <a:cs typeface="Times New Roman" pitchFamily="18" charset="0"/>
                </a:rPr>
                <a:t>F</a:t>
              </a:r>
              <a:endParaRPr lang="zh-CN" altLang="en-US" sz="1800" b="0" i="1" dirty="0">
                <a:latin typeface="Times New Roman" pitchFamily="18" charset="0"/>
                <a:ea typeface="+mn-ea"/>
                <a:cs typeface="Times New Roman" pitchFamily="18" charset="0"/>
              </a:endParaRPr>
            </a:p>
          </p:txBody>
        </p:sp>
        <p:sp>
          <p:nvSpPr>
            <p:cNvPr id="114" name="Text Box 106">
              <a:extLst>
                <a:ext uri="{FF2B5EF4-FFF2-40B4-BE49-F238E27FC236}">
                  <a16:creationId xmlns:a16="http://schemas.microsoft.com/office/drawing/2014/main" id="{C7097E71-CFCC-296B-ED92-E72C41251162}"/>
                </a:ext>
              </a:extLst>
            </p:cNvPr>
            <p:cNvSpPr txBox="1">
              <a:spLocks noChangeArrowheads="1"/>
            </p:cNvSpPr>
            <p:nvPr/>
          </p:nvSpPr>
          <p:spPr bwMode="auto">
            <a:xfrm>
              <a:off x="5360272" y="3996892"/>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15" name="直接箭头连接符 250">
              <a:extLst>
                <a:ext uri="{FF2B5EF4-FFF2-40B4-BE49-F238E27FC236}">
                  <a16:creationId xmlns:a16="http://schemas.microsoft.com/office/drawing/2014/main" id="{772A6DD7-0121-D563-BC7B-1CCAD9C5B23E}"/>
                </a:ext>
              </a:extLst>
            </p:cNvPr>
            <p:cNvCxnSpPr>
              <a:cxnSpLocks noChangeShapeType="1"/>
            </p:cNvCxnSpPr>
            <p:nvPr/>
          </p:nvCxnSpPr>
          <p:spPr bwMode="auto">
            <a:xfrm flipV="1">
              <a:off x="5435839" y="3771467"/>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6" name="直接箭头连接符 250">
              <a:extLst>
                <a:ext uri="{FF2B5EF4-FFF2-40B4-BE49-F238E27FC236}">
                  <a16:creationId xmlns:a16="http://schemas.microsoft.com/office/drawing/2014/main" id="{9CA2F578-CC09-1DF7-B3E3-48DC2AD40DAB}"/>
                </a:ext>
              </a:extLst>
            </p:cNvPr>
            <p:cNvCxnSpPr>
              <a:cxnSpLocks noChangeShapeType="1"/>
            </p:cNvCxnSpPr>
            <p:nvPr/>
          </p:nvCxnSpPr>
          <p:spPr bwMode="auto">
            <a:xfrm flipV="1">
              <a:off x="8136539" y="3779896"/>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7" name="Text Box 106">
              <a:extLst>
                <a:ext uri="{FF2B5EF4-FFF2-40B4-BE49-F238E27FC236}">
                  <a16:creationId xmlns:a16="http://schemas.microsoft.com/office/drawing/2014/main" id="{08901EE9-8389-0937-60CF-7CD2C30144F1}"/>
                </a:ext>
              </a:extLst>
            </p:cNvPr>
            <p:cNvSpPr txBox="1">
              <a:spLocks noChangeArrowheads="1"/>
            </p:cNvSpPr>
            <p:nvPr/>
          </p:nvSpPr>
          <p:spPr bwMode="auto">
            <a:xfrm>
              <a:off x="7688561" y="3879050"/>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grpSp>
      <p:grpSp>
        <p:nvGrpSpPr>
          <p:cNvPr id="122" name="组合 121">
            <a:extLst>
              <a:ext uri="{FF2B5EF4-FFF2-40B4-BE49-F238E27FC236}">
                <a16:creationId xmlns:a16="http://schemas.microsoft.com/office/drawing/2014/main" id="{52747248-B988-4789-2990-DE9A65328C10}"/>
              </a:ext>
            </a:extLst>
          </p:cNvPr>
          <p:cNvGrpSpPr/>
          <p:nvPr/>
        </p:nvGrpSpPr>
        <p:grpSpPr>
          <a:xfrm>
            <a:off x="7472920" y="4385290"/>
            <a:ext cx="1835294" cy="996861"/>
            <a:chOff x="5055068" y="4364813"/>
            <a:chExt cx="1835294" cy="996861"/>
          </a:xfrm>
        </p:grpSpPr>
        <p:cxnSp>
          <p:nvCxnSpPr>
            <p:cNvPr id="123" name="直接连接符 223">
              <a:extLst>
                <a:ext uri="{FF2B5EF4-FFF2-40B4-BE49-F238E27FC236}">
                  <a16:creationId xmlns:a16="http://schemas.microsoft.com/office/drawing/2014/main" id="{4E844109-B270-5C52-CCDF-4A62D3B6A5AB}"/>
                </a:ext>
              </a:extLst>
            </p:cNvPr>
            <p:cNvCxnSpPr>
              <a:cxnSpLocks noChangeShapeType="1"/>
            </p:cNvCxnSpPr>
            <p:nvPr/>
          </p:nvCxnSpPr>
          <p:spPr bwMode="auto">
            <a:xfrm>
              <a:off x="5480796" y="4815851"/>
              <a:ext cx="621374"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直接箭头连接符 250">
              <a:extLst>
                <a:ext uri="{FF2B5EF4-FFF2-40B4-BE49-F238E27FC236}">
                  <a16:creationId xmlns:a16="http://schemas.microsoft.com/office/drawing/2014/main" id="{35ACA4CE-2AD2-98B7-6798-FCD01ED66A48}"/>
                </a:ext>
              </a:extLst>
            </p:cNvPr>
            <p:cNvCxnSpPr>
              <a:cxnSpLocks noChangeShapeType="1"/>
            </p:cNvCxnSpPr>
            <p:nvPr/>
          </p:nvCxnSpPr>
          <p:spPr bwMode="auto">
            <a:xfrm>
              <a:off x="6147175" y="462521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7" name="Text Box 106">
              <a:extLst>
                <a:ext uri="{FF2B5EF4-FFF2-40B4-BE49-F238E27FC236}">
                  <a16:creationId xmlns:a16="http://schemas.microsoft.com/office/drawing/2014/main" id="{B5161920-8809-F711-CA13-555CC266880E}"/>
                </a:ext>
              </a:extLst>
            </p:cNvPr>
            <p:cNvSpPr txBox="1">
              <a:spLocks noChangeArrowheads="1"/>
            </p:cNvSpPr>
            <p:nvPr/>
          </p:nvSpPr>
          <p:spPr bwMode="auto">
            <a:xfrm>
              <a:off x="5652120" y="4364813"/>
              <a:ext cx="5538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Q1</a:t>
              </a:r>
              <a:endParaRPr lang="zh-CN" altLang="en-US" sz="1800" b="0" i="0" baseline="-25000" dirty="0">
                <a:latin typeface="Times New Roman" pitchFamily="18" charset="0"/>
                <a:ea typeface="+mn-ea"/>
                <a:cs typeface="Times New Roman" pitchFamily="18" charset="0"/>
              </a:endParaRPr>
            </a:p>
          </p:txBody>
        </p:sp>
        <p:sp>
          <p:nvSpPr>
            <p:cNvPr id="128" name="Text Box 106">
              <a:extLst>
                <a:ext uri="{FF2B5EF4-FFF2-40B4-BE49-F238E27FC236}">
                  <a16:creationId xmlns:a16="http://schemas.microsoft.com/office/drawing/2014/main" id="{A11DD707-1780-E74B-DCCE-C8A1CF96A492}"/>
                </a:ext>
              </a:extLst>
            </p:cNvPr>
            <p:cNvSpPr txBox="1">
              <a:spLocks noChangeArrowheads="1"/>
            </p:cNvSpPr>
            <p:nvPr/>
          </p:nvSpPr>
          <p:spPr bwMode="auto">
            <a:xfrm>
              <a:off x="5055068" y="49933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29" name="直接箭头连接符 250">
              <a:extLst>
                <a:ext uri="{FF2B5EF4-FFF2-40B4-BE49-F238E27FC236}">
                  <a16:creationId xmlns:a16="http://schemas.microsoft.com/office/drawing/2014/main" id="{C1ADA7E9-CDB4-688C-53F5-D61D8B41FBE4}"/>
                </a:ext>
              </a:extLst>
            </p:cNvPr>
            <p:cNvCxnSpPr>
              <a:cxnSpLocks noChangeShapeType="1"/>
            </p:cNvCxnSpPr>
            <p:nvPr/>
          </p:nvCxnSpPr>
          <p:spPr bwMode="auto">
            <a:xfrm flipV="1">
              <a:off x="5471191" y="480275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129">
              <a:extLst>
                <a:ext uri="{FF2B5EF4-FFF2-40B4-BE49-F238E27FC236}">
                  <a16:creationId xmlns:a16="http://schemas.microsoft.com/office/drawing/2014/main" id="{72321EBF-4A7B-32F6-4A99-E10E104DE197}"/>
                </a:ext>
              </a:extLst>
            </p:cNvPr>
            <p:cNvCxnSpPr/>
            <p:nvPr/>
          </p:nvCxnSpPr>
          <p:spPr bwMode="auto">
            <a:xfrm>
              <a:off x="5480796" y="5154778"/>
              <a:ext cx="621374"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130">
              <a:extLst>
                <a:ext uri="{FF2B5EF4-FFF2-40B4-BE49-F238E27FC236}">
                  <a16:creationId xmlns:a16="http://schemas.microsoft.com/office/drawing/2014/main" id="{F373E22D-7337-10FC-9CB5-E1064B864321}"/>
                </a:ext>
              </a:extLst>
            </p:cNvPr>
            <p:cNvCxnSpPr/>
            <p:nvPr/>
          </p:nvCxnSpPr>
          <p:spPr bwMode="auto">
            <a:xfrm>
              <a:off x="6102170" y="4839653"/>
              <a:ext cx="0" cy="413956"/>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2" name="Text Box 106">
              <a:extLst>
                <a:ext uri="{FF2B5EF4-FFF2-40B4-BE49-F238E27FC236}">
                  <a16:creationId xmlns:a16="http://schemas.microsoft.com/office/drawing/2014/main" id="{212E6BD5-9463-06DF-2F7C-FEAD5B54202D}"/>
                </a:ext>
              </a:extLst>
            </p:cNvPr>
            <p:cNvSpPr txBox="1">
              <a:spLocks noChangeArrowheads="1"/>
            </p:cNvSpPr>
            <p:nvPr/>
          </p:nvSpPr>
          <p:spPr bwMode="auto">
            <a:xfrm>
              <a:off x="5576153" y="485023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solidFill>
                    <a:schemeClr val="tx1"/>
                  </a:solidFill>
                  <a:latin typeface="Times New Roman" pitchFamily="18" charset="0"/>
                  <a:ea typeface="+mn-ea"/>
                  <a:cs typeface="Times New Roman" pitchFamily="18" charset="0"/>
                </a:rPr>
                <a:t>a</a:t>
              </a:r>
              <a:endParaRPr lang="zh-CN" altLang="en-US" sz="1800" i="1" dirty="0">
                <a:solidFill>
                  <a:schemeClr val="tx1"/>
                </a:solidFill>
                <a:latin typeface="Times New Roman" pitchFamily="18" charset="0"/>
                <a:ea typeface="+mn-ea"/>
                <a:cs typeface="Times New Roman" pitchFamily="18" charset="0"/>
              </a:endParaRPr>
            </a:p>
          </p:txBody>
        </p:sp>
        <p:sp>
          <p:nvSpPr>
            <p:cNvPr id="133" name="Text Box 106">
              <a:extLst>
                <a:ext uri="{FF2B5EF4-FFF2-40B4-BE49-F238E27FC236}">
                  <a16:creationId xmlns:a16="http://schemas.microsoft.com/office/drawing/2014/main" id="{493064B9-FA94-33CE-67F9-4BF6C4B6AEE2}"/>
                </a:ext>
              </a:extLst>
            </p:cNvPr>
            <p:cNvSpPr txBox="1">
              <a:spLocks noChangeArrowheads="1"/>
            </p:cNvSpPr>
            <p:nvPr/>
          </p:nvSpPr>
          <p:spPr bwMode="auto">
            <a:xfrm>
              <a:off x="6286127" y="4457822"/>
              <a:ext cx="60423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0" baseline="-25000" dirty="0">
                  <a:latin typeface="Times New Roman" pitchFamily="18" charset="0"/>
                  <a:ea typeface="+mn-ea"/>
                  <a:cs typeface="Times New Roman" pitchFamily="18" charset="0"/>
                </a:rPr>
                <a:t>1</a:t>
              </a:r>
              <a:endParaRPr lang="zh-CN" altLang="en-US" sz="1800" b="0" i="0" baseline="-25000" dirty="0">
                <a:latin typeface="Times New Roman" pitchFamily="18" charset="0"/>
                <a:ea typeface="+mn-ea"/>
                <a:cs typeface="Times New Roman" pitchFamily="18" charset="0"/>
              </a:endParaRPr>
            </a:p>
          </p:txBody>
        </p:sp>
        <p:sp>
          <p:nvSpPr>
            <p:cNvPr id="134" name="弧形 133">
              <a:extLst>
                <a:ext uri="{FF2B5EF4-FFF2-40B4-BE49-F238E27FC236}">
                  <a16:creationId xmlns:a16="http://schemas.microsoft.com/office/drawing/2014/main" id="{7EEC440E-1746-4A3D-80E3-96C750BAFB63}"/>
                </a:ext>
              </a:extLst>
            </p:cNvPr>
            <p:cNvSpPr/>
            <p:nvPr/>
          </p:nvSpPr>
          <p:spPr bwMode="auto">
            <a:xfrm rot="2805425">
              <a:off x="5495154" y="4413944"/>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pSp>
      <p:graphicFrame>
        <p:nvGraphicFramePr>
          <p:cNvPr id="135" name="Object 98">
            <a:extLst>
              <a:ext uri="{FF2B5EF4-FFF2-40B4-BE49-F238E27FC236}">
                <a16:creationId xmlns:a16="http://schemas.microsoft.com/office/drawing/2014/main" id="{C3CD7A55-A78D-71F1-2709-D9F5C5552502}"/>
              </a:ext>
            </a:extLst>
          </p:cNvPr>
          <p:cNvGraphicFramePr>
            <a:graphicFrameLocks noChangeAspect="1"/>
          </p:cNvGraphicFramePr>
          <p:nvPr>
            <p:extLst>
              <p:ext uri="{D42A27DB-BD31-4B8C-83A1-F6EECF244321}">
                <p14:modId xmlns:p14="http://schemas.microsoft.com/office/powerpoint/2010/main" val="1475543181"/>
              </p:ext>
            </p:extLst>
          </p:nvPr>
        </p:nvGraphicFramePr>
        <p:xfrm>
          <a:off x="828143" y="1981436"/>
          <a:ext cx="3674243" cy="1393261"/>
        </p:xfrm>
        <a:graphic>
          <a:graphicData uri="http://schemas.openxmlformats.org/presentationml/2006/ole">
            <mc:AlternateContent xmlns:mc="http://schemas.openxmlformats.org/markup-compatibility/2006">
              <mc:Choice xmlns:v="urn:schemas-microsoft-com:vml" Requires="v">
                <p:oleObj name="公式" r:id="rId3" imgW="1625400" imgH="609480" progId="Equation.3">
                  <p:embed/>
                </p:oleObj>
              </mc:Choice>
              <mc:Fallback>
                <p:oleObj name="公式" r:id="rId3" imgW="1625400" imgH="609480" progId="Equation.3">
                  <p:embed/>
                  <p:pic>
                    <p:nvPicPr>
                      <p:cNvPr id="145506" name="Object 98"/>
                      <p:cNvPicPr>
                        <a:picLocks noChangeAspect="1" noChangeArrowheads="1"/>
                      </p:cNvPicPr>
                      <p:nvPr/>
                    </p:nvPicPr>
                    <p:blipFill>
                      <a:blip r:embed="rId4"/>
                      <a:srcRect/>
                      <a:stretch>
                        <a:fillRect/>
                      </a:stretch>
                    </p:blipFill>
                    <p:spPr bwMode="auto">
                      <a:xfrm>
                        <a:off x="828143" y="1981436"/>
                        <a:ext cx="3674243" cy="1393261"/>
                      </a:xfrm>
                      <a:prstGeom prst="rect">
                        <a:avLst/>
                      </a:prstGeom>
                      <a:noFill/>
                      <a:ln>
                        <a:noFill/>
                      </a:ln>
                    </p:spPr>
                  </p:pic>
                </p:oleObj>
              </mc:Fallback>
            </mc:AlternateContent>
          </a:graphicData>
        </a:graphic>
      </p:graphicFrame>
      <p:sp>
        <p:nvSpPr>
          <p:cNvPr id="136" name="矩形 135">
            <a:extLst>
              <a:ext uri="{FF2B5EF4-FFF2-40B4-BE49-F238E27FC236}">
                <a16:creationId xmlns:a16="http://schemas.microsoft.com/office/drawing/2014/main" id="{54CF797A-3212-00F4-D82B-18FEE729BE7A}"/>
              </a:ext>
            </a:extLst>
          </p:cNvPr>
          <p:cNvSpPr/>
          <p:nvPr/>
        </p:nvSpPr>
        <p:spPr>
          <a:xfrm>
            <a:off x="211184" y="4164465"/>
            <a:ext cx="6819709" cy="936347"/>
          </a:xfrm>
          <a:prstGeom prst="rect">
            <a:avLst/>
          </a:prstGeom>
        </p:spPr>
        <p:txBody>
          <a:bodyPr wrap="square">
            <a:spAutoFit/>
          </a:bodyPr>
          <a:lstStyle/>
          <a:p>
            <a:pPr lvl="0">
              <a:lnSpc>
                <a:spcPct val="12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求截面</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a:t>
            </a:r>
            <a:r>
              <a:rPr kumimoji="1" lang="en-US" altLang="zh-CN" i="0" dirty="0">
                <a:solidFill>
                  <a:schemeClr val="tx1"/>
                </a:solidFill>
                <a:latin typeface="+mn-lt"/>
                <a:ea typeface="黑体" panose="02010609060101010101" pitchFamily="49" charset="-122"/>
              </a:rPr>
              <a:t>1</a:t>
            </a:r>
            <a:r>
              <a:rPr kumimoji="1" lang="zh-CN" altLang="en-US" i="0" dirty="0">
                <a:solidFill>
                  <a:schemeClr val="tx1"/>
                </a:solidFill>
                <a:latin typeface="+mn-lt"/>
                <a:ea typeface="黑体" panose="02010609060101010101" pitchFamily="49" charset="-122"/>
              </a:rPr>
              <a:t>上的内力</a:t>
            </a:r>
            <a:endParaRPr kumimoji="1" lang="en-US" altLang="zh-CN" i="0" dirty="0">
              <a:solidFill>
                <a:schemeClr val="tx1"/>
              </a:solidFill>
              <a:latin typeface="+mn-lt"/>
              <a:ea typeface="黑体" panose="02010609060101010101" pitchFamily="49" charset="-122"/>
            </a:endParaRPr>
          </a:p>
          <a:p>
            <a:pPr lvl="0">
              <a:lnSpc>
                <a:spcPct val="120000"/>
              </a:lnSpc>
            </a:pPr>
            <a:r>
              <a:rPr kumimoji="1" lang="en-US" altLang="zh-CN" b="0" dirty="0">
                <a:solidFill>
                  <a:schemeClr val="tx1"/>
                </a:solidFill>
                <a:ea typeface="黑体" panose="02010609060101010101" pitchFamily="49" charset="-122"/>
              </a:rPr>
              <a:t>      </a:t>
            </a:r>
            <a:endParaRPr kumimoji="1" lang="en-US" altLang="zh-CN" i="0" dirty="0">
              <a:solidFill>
                <a:schemeClr val="tx1"/>
              </a:solidFill>
              <a:latin typeface="+mn-lt"/>
              <a:ea typeface="黑体" panose="02010609060101010101" pitchFamily="49" charset="-122"/>
            </a:endParaRPr>
          </a:p>
        </p:txBody>
      </p:sp>
      <p:graphicFrame>
        <p:nvGraphicFramePr>
          <p:cNvPr id="137" name="Object 100">
            <a:extLst>
              <a:ext uri="{FF2B5EF4-FFF2-40B4-BE49-F238E27FC236}">
                <a16:creationId xmlns:a16="http://schemas.microsoft.com/office/drawing/2014/main" id="{052EB022-56BE-D7A5-BA34-C1C720777795}"/>
              </a:ext>
            </a:extLst>
          </p:cNvPr>
          <p:cNvGraphicFramePr>
            <a:graphicFrameLocks noChangeAspect="1"/>
          </p:cNvGraphicFramePr>
          <p:nvPr>
            <p:extLst>
              <p:ext uri="{D42A27DB-BD31-4B8C-83A1-F6EECF244321}">
                <p14:modId xmlns:p14="http://schemas.microsoft.com/office/powerpoint/2010/main" val="2547068972"/>
              </p:ext>
            </p:extLst>
          </p:nvPr>
        </p:nvGraphicFramePr>
        <p:xfrm>
          <a:off x="1587280" y="3314700"/>
          <a:ext cx="2636512" cy="849765"/>
        </p:xfrm>
        <a:graphic>
          <a:graphicData uri="http://schemas.openxmlformats.org/presentationml/2006/ole">
            <mc:AlternateContent xmlns:mc="http://schemas.openxmlformats.org/markup-compatibility/2006">
              <mc:Choice xmlns:v="urn:schemas-microsoft-com:vml" Requires="v">
                <p:oleObj name="公式" r:id="rId5" imgW="1130040" imgH="355320" progId="Equation.3">
                  <p:embed/>
                </p:oleObj>
              </mc:Choice>
              <mc:Fallback>
                <p:oleObj name="公式" r:id="rId5" imgW="1130040" imgH="355320" progId="Equation.3">
                  <p:embed/>
                  <p:pic>
                    <p:nvPicPr>
                      <p:cNvPr id="145508" name="Object 100"/>
                      <p:cNvPicPr>
                        <a:picLocks noChangeAspect="1" noChangeArrowheads="1"/>
                      </p:cNvPicPr>
                      <p:nvPr/>
                    </p:nvPicPr>
                    <p:blipFill>
                      <a:blip r:embed="rId6"/>
                      <a:srcRect/>
                      <a:stretch>
                        <a:fillRect/>
                      </a:stretch>
                    </p:blipFill>
                    <p:spPr bwMode="auto">
                      <a:xfrm>
                        <a:off x="1587280" y="3314700"/>
                        <a:ext cx="2636512" cy="849765"/>
                      </a:xfrm>
                      <a:prstGeom prst="rect">
                        <a:avLst/>
                      </a:prstGeom>
                      <a:noFill/>
                      <a:ln>
                        <a:noFill/>
                      </a:ln>
                    </p:spPr>
                  </p:pic>
                </p:oleObj>
              </mc:Fallback>
            </mc:AlternateContent>
          </a:graphicData>
        </a:graphic>
      </p:graphicFrame>
      <p:graphicFrame>
        <p:nvGraphicFramePr>
          <p:cNvPr id="139" name="Object 105">
            <a:extLst>
              <a:ext uri="{FF2B5EF4-FFF2-40B4-BE49-F238E27FC236}">
                <a16:creationId xmlns:a16="http://schemas.microsoft.com/office/drawing/2014/main" id="{6D09B94F-6EB0-B62D-892C-1F6EC00C1BC8}"/>
              </a:ext>
            </a:extLst>
          </p:cNvPr>
          <p:cNvGraphicFramePr>
            <a:graphicFrameLocks noChangeAspect="1"/>
          </p:cNvGraphicFramePr>
          <p:nvPr>
            <p:extLst>
              <p:ext uri="{D42A27DB-BD31-4B8C-83A1-F6EECF244321}">
                <p14:modId xmlns:p14="http://schemas.microsoft.com/office/powerpoint/2010/main" val="1414807323"/>
              </p:ext>
            </p:extLst>
          </p:nvPr>
        </p:nvGraphicFramePr>
        <p:xfrm>
          <a:off x="979912" y="4705748"/>
          <a:ext cx="1915195" cy="811559"/>
        </p:xfrm>
        <a:graphic>
          <a:graphicData uri="http://schemas.openxmlformats.org/presentationml/2006/ole">
            <mc:AlternateContent xmlns:mc="http://schemas.openxmlformats.org/markup-compatibility/2006">
              <mc:Choice xmlns:v="urn:schemas-microsoft-com:vml" Requires="v">
                <p:oleObj name="Equation" r:id="rId7" imgW="952200" imgH="393480" progId="Equation.DSMT4">
                  <p:embed/>
                </p:oleObj>
              </mc:Choice>
              <mc:Fallback>
                <p:oleObj name="Equation" r:id="rId7" imgW="952200" imgH="393480" progId="Equation.DSMT4">
                  <p:embed/>
                  <p:pic>
                    <p:nvPicPr>
                      <p:cNvPr id="145513" name="Object 105"/>
                      <p:cNvPicPr>
                        <a:picLocks noChangeAspect="1" noChangeArrowheads="1"/>
                      </p:cNvPicPr>
                      <p:nvPr/>
                    </p:nvPicPr>
                    <p:blipFill>
                      <a:blip r:embed="rId8"/>
                      <a:srcRect/>
                      <a:stretch>
                        <a:fillRect/>
                      </a:stretch>
                    </p:blipFill>
                    <p:spPr bwMode="auto">
                      <a:xfrm>
                        <a:off x="979912" y="4705748"/>
                        <a:ext cx="1915195" cy="811559"/>
                      </a:xfrm>
                      <a:prstGeom prst="rect">
                        <a:avLst/>
                      </a:prstGeom>
                      <a:noFill/>
                      <a:ln>
                        <a:noFill/>
                      </a:ln>
                    </p:spPr>
                  </p:pic>
                </p:oleObj>
              </mc:Fallback>
            </mc:AlternateContent>
          </a:graphicData>
        </a:graphic>
      </p:graphicFrame>
      <p:graphicFrame>
        <p:nvGraphicFramePr>
          <p:cNvPr id="140" name="Object 106">
            <a:extLst>
              <a:ext uri="{FF2B5EF4-FFF2-40B4-BE49-F238E27FC236}">
                <a16:creationId xmlns:a16="http://schemas.microsoft.com/office/drawing/2014/main" id="{144267C6-B353-B3B0-A5F8-7FF86469AF4E}"/>
              </a:ext>
            </a:extLst>
          </p:cNvPr>
          <p:cNvGraphicFramePr>
            <a:graphicFrameLocks noChangeAspect="1"/>
          </p:cNvGraphicFramePr>
          <p:nvPr>
            <p:extLst>
              <p:ext uri="{D42A27DB-BD31-4B8C-83A1-F6EECF244321}">
                <p14:modId xmlns:p14="http://schemas.microsoft.com/office/powerpoint/2010/main" val="4058259812"/>
              </p:ext>
            </p:extLst>
          </p:nvPr>
        </p:nvGraphicFramePr>
        <p:xfrm>
          <a:off x="979912" y="5497729"/>
          <a:ext cx="2099545" cy="736333"/>
        </p:xfrm>
        <a:graphic>
          <a:graphicData uri="http://schemas.openxmlformats.org/presentationml/2006/ole">
            <mc:AlternateContent xmlns:mc="http://schemas.openxmlformats.org/markup-compatibility/2006">
              <mc:Choice xmlns:v="urn:schemas-microsoft-com:vml" Requires="v">
                <p:oleObj name="Equation" r:id="rId9" imgW="1155600" imgH="393480" progId="Equation.DSMT4">
                  <p:embed/>
                </p:oleObj>
              </mc:Choice>
              <mc:Fallback>
                <p:oleObj name="Equation" r:id="rId9" imgW="1155600" imgH="393480" progId="Equation.DSMT4">
                  <p:embed/>
                  <p:pic>
                    <p:nvPicPr>
                      <p:cNvPr id="145514" name="Object 106"/>
                      <p:cNvPicPr>
                        <a:picLocks noChangeAspect="1" noChangeArrowheads="1"/>
                      </p:cNvPicPr>
                      <p:nvPr/>
                    </p:nvPicPr>
                    <p:blipFill>
                      <a:blip r:embed="rId10"/>
                      <a:srcRect/>
                      <a:stretch>
                        <a:fillRect/>
                      </a:stretch>
                    </p:blipFill>
                    <p:spPr bwMode="auto">
                      <a:xfrm>
                        <a:off x="979912" y="5497729"/>
                        <a:ext cx="2099545" cy="73633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744683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5" y="1004275"/>
            <a:ext cx="6093340" cy="940066"/>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     同理，对于</a:t>
            </a:r>
            <a:r>
              <a:rPr lang="en-US" altLang="zh-CN" dirty="0">
                <a:solidFill>
                  <a:schemeClr val="tx1"/>
                </a:solidFill>
              </a:rPr>
              <a:t>C</a:t>
            </a:r>
            <a:r>
              <a:rPr lang="zh-CN" altLang="en-US" b="0" i="0" baseline="-25000" dirty="0">
                <a:solidFill>
                  <a:schemeClr val="tx1"/>
                </a:solidFill>
              </a:rPr>
              <a:t>左</a:t>
            </a:r>
            <a:r>
              <a:rPr kumimoji="1" lang="zh-CN" altLang="en-US" i="0" dirty="0">
                <a:solidFill>
                  <a:schemeClr val="tx1"/>
                </a:solidFill>
                <a:latin typeface="+mn-lt"/>
                <a:ea typeface="黑体" panose="02010609060101010101" pitchFamily="49" charset="-122"/>
              </a:rPr>
              <a:t>截面：</a:t>
            </a:r>
          </a:p>
          <a:p>
            <a:pPr lvl="0">
              <a:lnSpc>
                <a:spcPct val="120000"/>
              </a:lnSpc>
            </a:pP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827867" y="1342851"/>
            <a:ext cx="4730549" cy="4498485"/>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5" y="3596015"/>
            <a:ext cx="2284416" cy="493148"/>
          </a:xfrm>
          <a:prstGeom prst="rect">
            <a:avLst/>
          </a:prstGeom>
        </p:spPr>
        <p:txBody>
          <a:bodyPr wrap="square">
            <a:spAutoFit/>
          </a:bodyPr>
          <a:lstStyle/>
          <a:p>
            <a:pPr>
              <a:lnSpc>
                <a:spcPct val="120000"/>
              </a:lnSpc>
            </a:pPr>
            <a:r>
              <a:rPr lang="zh-CN" altLang="en-US" i="0" dirty="0">
                <a:solidFill>
                  <a:srgbClr val="FF0000"/>
                </a:solidFill>
              </a:rPr>
              <a:t>      </a:t>
            </a:r>
            <a:r>
              <a:rPr kumimoji="1" lang="zh-CN" altLang="en-US" i="0" dirty="0">
                <a:solidFill>
                  <a:srgbClr val="FF0000"/>
                </a:solidFill>
                <a:latin typeface="+mn-lt"/>
                <a:ea typeface="黑体" panose="02010609060101010101" pitchFamily="49" charset="-122"/>
              </a:rPr>
              <a:t>注意：</a:t>
            </a:r>
            <a:endParaRPr kumimoji="1" lang="en-US" altLang="zh-CN" i="0" dirty="0">
              <a:solidFill>
                <a:schemeClr val="tx1"/>
              </a:solidFill>
              <a:latin typeface="+mn-lt"/>
              <a:ea typeface="黑体" panose="02010609060101010101" pitchFamily="49" charset="-122"/>
            </a:endParaRPr>
          </a:p>
        </p:txBody>
      </p:sp>
      <p:grpSp>
        <p:nvGrpSpPr>
          <p:cNvPr id="4" name="组合 3">
            <a:extLst>
              <a:ext uri="{FF2B5EF4-FFF2-40B4-BE49-F238E27FC236}">
                <a16:creationId xmlns:a16="http://schemas.microsoft.com/office/drawing/2014/main" id="{90C56C01-56C8-3572-8A3D-230557D98332}"/>
              </a:ext>
            </a:extLst>
          </p:cNvPr>
          <p:cNvGrpSpPr/>
          <p:nvPr/>
        </p:nvGrpSpPr>
        <p:grpSpPr>
          <a:xfrm>
            <a:off x="7228875" y="3574768"/>
            <a:ext cx="2195335" cy="947730"/>
            <a:chOff x="5055068" y="4413944"/>
            <a:chExt cx="2195335" cy="947730"/>
          </a:xfrm>
        </p:grpSpPr>
        <p:cxnSp>
          <p:nvCxnSpPr>
            <p:cNvPr id="5" name="直接连接符 223">
              <a:extLst>
                <a:ext uri="{FF2B5EF4-FFF2-40B4-BE49-F238E27FC236}">
                  <a16:creationId xmlns:a16="http://schemas.microsoft.com/office/drawing/2014/main" id="{6457A2D1-CDCD-0F1F-D74C-97EC6A9B7D8D}"/>
                </a:ext>
              </a:extLst>
            </p:cNvPr>
            <p:cNvCxnSpPr>
              <a:cxnSpLocks noChangeShapeType="1"/>
            </p:cNvCxnSpPr>
            <p:nvPr/>
          </p:nvCxnSpPr>
          <p:spPr bwMode="auto">
            <a:xfrm>
              <a:off x="5480796" y="4815851"/>
              <a:ext cx="908392"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箭头连接符 250">
              <a:extLst>
                <a:ext uri="{FF2B5EF4-FFF2-40B4-BE49-F238E27FC236}">
                  <a16:creationId xmlns:a16="http://schemas.microsoft.com/office/drawing/2014/main" id="{3019D0FC-4867-F566-185A-83CEE8B3B9C7}"/>
                </a:ext>
              </a:extLst>
            </p:cNvPr>
            <p:cNvCxnSpPr>
              <a:cxnSpLocks noChangeShapeType="1"/>
            </p:cNvCxnSpPr>
            <p:nvPr/>
          </p:nvCxnSpPr>
          <p:spPr bwMode="auto">
            <a:xfrm>
              <a:off x="6440312" y="462521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 Box 106">
              <a:extLst>
                <a:ext uri="{FF2B5EF4-FFF2-40B4-BE49-F238E27FC236}">
                  <a16:creationId xmlns:a16="http://schemas.microsoft.com/office/drawing/2014/main" id="{2DF8F0B7-1910-4453-FD15-F0C0DB939B63}"/>
                </a:ext>
              </a:extLst>
            </p:cNvPr>
            <p:cNvSpPr txBox="1">
              <a:spLocks noChangeArrowheads="1"/>
            </p:cNvSpPr>
            <p:nvPr/>
          </p:nvSpPr>
          <p:spPr bwMode="auto">
            <a:xfrm>
              <a:off x="5838437" y="4850636"/>
              <a:ext cx="6946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0"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a:t>
              </a:r>
              <a:r>
                <a:rPr lang="en-US" altLang="zh-CN" sz="1800" b="0"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左</a:t>
              </a:r>
            </a:p>
          </p:txBody>
        </p:sp>
        <p:sp>
          <p:nvSpPr>
            <p:cNvPr id="10" name="Text Box 106">
              <a:extLst>
                <a:ext uri="{FF2B5EF4-FFF2-40B4-BE49-F238E27FC236}">
                  <a16:creationId xmlns:a16="http://schemas.microsoft.com/office/drawing/2014/main" id="{E3B54652-86E9-E18B-0131-F07E9D2E8D88}"/>
                </a:ext>
              </a:extLst>
            </p:cNvPr>
            <p:cNvSpPr txBox="1">
              <a:spLocks noChangeArrowheads="1"/>
            </p:cNvSpPr>
            <p:nvPr/>
          </p:nvSpPr>
          <p:spPr bwMode="auto">
            <a:xfrm>
              <a:off x="5055068" y="49933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11" name="直接箭头连接符 250">
              <a:extLst>
                <a:ext uri="{FF2B5EF4-FFF2-40B4-BE49-F238E27FC236}">
                  <a16:creationId xmlns:a16="http://schemas.microsoft.com/office/drawing/2014/main" id="{23C462F2-5116-F28E-8B3B-F670641906B3}"/>
                </a:ext>
              </a:extLst>
            </p:cNvPr>
            <p:cNvCxnSpPr>
              <a:cxnSpLocks noChangeShapeType="1"/>
            </p:cNvCxnSpPr>
            <p:nvPr/>
          </p:nvCxnSpPr>
          <p:spPr bwMode="auto">
            <a:xfrm flipV="1">
              <a:off x="5471191" y="480275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Text Box 106">
              <a:extLst>
                <a:ext uri="{FF2B5EF4-FFF2-40B4-BE49-F238E27FC236}">
                  <a16:creationId xmlns:a16="http://schemas.microsoft.com/office/drawing/2014/main" id="{B3CF2F92-7589-D15F-09CA-D647BF7B5F8D}"/>
                </a:ext>
              </a:extLst>
            </p:cNvPr>
            <p:cNvSpPr txBox="1">
              <a:spLocks noChangeArrowheads="1"/>
            </p:cNvSpPr>
            <p:nvPr/>
          </p:nvSpPr>
          <p:spPr bwMode="auto">
            <a:xfrm>
              <a:off x="6587279" y="4457822"/>
              <a:ext cx="66312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左</a:t>
              </a:r>
            </a:p>
          </p:txBody>
        </p:sp>
        <p:sp>
          <p:nvSpPr>
            <p:cNvPr id="53" name="弧形 52">
              <a:extLst>
                <a:ext uri="{FF2B5EF4-FFF2-40B4-BE49-F238E27FC236}">
                  <a16:creationId xmlns:a16="http://schemas.microsoft.com/office/drawing/2014/main" id="{E439BB72-5174-1476-E2EE-701CC1AC6DC4}"/>
                </a:ext>
              </a:extLst>
            </p:cNvPr>
            <p:cNvSpPr/>
            <p:nvPr/>
          </p:nvSpPr>
          <p:spPr bwMode="auto">
            <a:xfrm rot="2805425">
              <a:off x="5761269" y="4413944"/>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pSp>
      <p:grpSp>
        <p:nvGrpSpPr>
          <p:cNvPr id="54" name="组合 53">
            <a:extLst>
              <a:ext uri="{FF2B5EF4-FFF2-40B4-BE49-F238E27FC236}">
                <a16:creationId xmlns:a16="http://schemas.microsoft.com/office/drawing/2014/main" id="{CD3401DF-0D99-62F2-84EE-EF3E6C05DCD7}"/>
              </a:ext>
            </a:extLst>
          </p:cNvPr>
          <p:cNvGrpSpPr/>
          <p:nvPr/>
        </p:nvGrpSpPr>
        <p:grpSpPr>
          <a:xfrm>
            <a:off x="7218964" y="1879393"/>
            <a:ext cx="3668346" cy="1709054"/>
            <a:chOff x="5022050" y="1062676"/>
            <a:chExt cx="3668346" cy="1709054"/>
          </a:xfrm>
        </p:grpSpPr>
        <p:cxnSp>
          <p:nvCxnSpPr>
            <p:cNvPr id="55" name="直接连接符 223">
              <a:extLst>
                <a:ext uri="{FF2B5EF4-FFF2-40B4-BE49-F238E27FC236}">
                  <a16:creationId xmlns:a16="http://schemas.microsoft.com/office/drawing/2014/main" id="{674A9E93-51D0-0D95-CAA8-ECB93764D89A}"/>
                </a:ext>
              </a:extLst>
            </p:cNvPr>
            <p:cNvCxnSpPr>
              <a:cxnSpLocks noChangeShapeType="1"/>
            </p:cNvCxnSpPr>
            <p:nvPr/>
          </p:nvCxnSpPr>
          <p:spPr bwMode="auto">
            <a:xfrm>
              <a:off x="5447149" y="1663034"/>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250">
              <a:extLst>
                <a:ext uri="{FF2B5EF4-FFF2-40B4-BE49-F238E27FC236}">
                  <a16:creationId xmlns:a16="http://schemas.microsoft.com/office/drawing/2014/main" id="{2C2FE6E9-1B51-E075-393F-02E501EC7BB9}"/>
                </a:ext>
              </a:extLst>
            </p:cNvPr>
            <p:cNvCxnSpPr>
              <a:cxnSpLocks noChangeShapeType="1"/>
            </p:cNvCxnSpPr>
            <p:nvPr/>
          </p:nvCxnSpPr>
          <p:spPr bwMode="auto">
            <a:xfrm>
              <a:off x="6422090" y="1212184"/>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Text Box 106">
              <a:extLst>
                <a:ext uri="{FF2B5EF4-FFF2-40B4-BE49-F238E27FC236}">
                  <a16:creationId xmlns:a16="http://schemas.microsoft.com/office/drawing/2014/main" id="{670FF597-198E-3836-0E9D-7C190A7DD791}"/>
                </a:ext>
              </a:extLst>
            </p:cNvPr>
            <p:cNvSpPr txBox="1">
              <a:spLocks noChangeArrowheads="1"/>
            </p:cNvSpPr>
            <p:nvPr/>
          </p:nvSpPr>
          <p:spPr bwMode="auto">
            <a:xfrm>
              <a:off x="6323665" y="1101059"/>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latin typeface="Times New Roman" pitchFamily="18" charset="0"/>
                  <a:ea typeface="+mn-ea"/>
                  <a:cs typeface="Times New Roman" pitchFamily="18" charset="0"/>
                </a:rPr>
                <a:t>F</a:t>
              </a:r>
              <a:endParaRPr lang="zh-CN" altLang="en-US" sz="1800" i="1" dirty="0">
                <a:latin typeface="Times New Roman" pitchFamily="18" charset="0"/>
                <a:ea typeface="+mn-ea"/>
                <a:cs typeface="Times New Roman" pitchFamily="18" charset="0"/>
              </a:endParaRPr>
            </a:p>
          </p:txBody>
        </p:sp>
        <p:cxnSp>
          <p:nvCxnSpPr>
            <p:cNvPr id="58" name="直接连接符 57">
              <a:extLst>
                <a:ext uri="{FF2B5EF4-FFF2-40B4-BE49-F238E27FC236}">
                  <a16:creationId xmlns:a16="http://schemas.microsoft.com/office/drawing/2014/main" id="{F9EAF884-FFBF-7B6F-53C0-FD497A00B093}"/>
                </a:ext>
              </a:extLst>
            </p:cNvPr>
            <p:cNvCxnSpPr/>
            <p:nvPr/>
          </p:nvCxnSpPr>
          <p:spPr bwMode="auto">
            <a:xfrm>
              <a:off x="5445295" y="1212184"/>
              <a:ext cx="5530" cy="35267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9" name="直接连接符 58">
              <a:extLst>
                <a:ext uri="{FF2B5EF4-FFF2-40B4-BE49-F238E27FC236}">
                  <a16:creationId xmlns:a16="http://schemas.microsoft.com/office/drawing/2014/main" id="{C69988B5-6DA0-9217-4439-BF33B9B689A8}"/>
                </a:ext>
              </a:extLst>
            </p:cNvPr>
            <p:cNvCxnSpPr/>
            <p:nvPr/>
          </p:nvCxnSpPr>
          <p:spPr bwMode="auto">
            <a:xfrm>
              <a:off x="5440104" y="1360931"/>
              <a:ext cx="617492"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0" name="Text Box 106">
              <a:extLst>
                <a:ext uri="{FF2B5EF4-FFF2-40B4-BE49-F238E27FC236}">
                  <a16:creationId xmlns:a16="http://schemas.microsoft.com/office/drawing/2014/main" id="{C2F76D71-BA4F-5E45-A684-BD985E378417}"/>
                </a:ext>
              </a:extLst>
            </p:cNvPr>
            <p:cNvSpPr txBox="1">
              <a:spLocks noChangeArrowheads="1"/>
            </p:cNvSpPr>
            <p:nvPr/>
          </p:nvSpPr>
          <p:spPr bwMode="auto">
            <a:xfrm>
              <a:off x="5055068" y="1441574"/>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cxnSp>
          <p:nvCxnSpPr>
            <p:cNvPr id="61" name="直接连接符 60">
              <a:extLst>
                <a:ext uri="{FF2B5EF4-FFF2-40B4-BE49-F238E27FC236}">
                  <a16:creationId xmlns:a16="http://schemas.microsoft.com/office/drawing/2014/main" id="{DBA740ED-0D13-7E32-20D7-4476DAE42488}"/>
                </a:ext>
              </a:extLst>
            </p:cNvPr>
            <p:cNvCxnSpPr/>
            <p:nvPr/>
          </p:nvCxnSpPr>
          <p:spPr bwMode="auto">
            <a:xfrm>
              <a:off x="5440104" y="2114563"/>
              <a:ext cx="977101"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接连接符 61">
              <a:extLst>
                <a:ext uri="{FF2B5EF4-FFF2-40B4-BE49-F238E27FC236}">
                  <a16:creationId xmlns:a16="http://schemas.microsoft.com/office/drawing/2014/main" id="{3830DA01-33C7-0D2F-684C-A3813F72AA87}"/>
                </a:ext>
              </a:extLst>
            </p:cNvPr>
            <p:cNvCxnSpPr/>
            <p:nvPr/>
          </p:nvCxnSpPr>
          <p:spPr bwMode="auto">
            <a:xfrm>
              <a:off x="6417205" y="1663034"/>
              <a:ext cx="0" cy="711910"/>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62">
              <a:extLst>
                <a:ext uri="{FF2B5EF4-FFF2-40B4-BE49-F238E27FC236}">
                  <a16:creationId xmlns:a16="http://schemas.microsoft.com/office/drawing/2014/main" id="{27DAC2A5-3569-4D92-AFFC-8F8C72553C45}"/>
                </a:ext>
              </a:extLst>
            </p:cNvPr>
            <p:cNvCxnSpPr/>
            <p:nvPr/>
          </p:nvCxnSpPr>
          <p:spPr bwMode="auto">
            <a:xfrm>
              <a:off x="6417205" y="2114636"/>
              <a:ext cx="1720518" cy="0"/>
            </a:xfrm>
            <a:prstGeom prst="line">
              <a:avLst/>
            </a:prstGeom>
            <a:noFill/>
            <a:ln w="1270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 Box 106">
              <a:extLst>
                <a:ext uri="{FF2B5EF4-FFF2-40B4-BE49-F238E27FC236}">
                  <a16:creationId xmlns:a16="http://schemas.microsoft.com/office/drawing/2014/main" id="{348155B6-CBE6-69AB-783C-065D354CF588}"/>
                </a:ext>
              </a:extLst>
            </p:cNvPr>
            <p:cNvSpPr txBox="1">
              <a:spLocks noChangeArrowheads="1"/>
            </p:cNvSpPr>
            <p:nvPr/>
          </p:nvSpPr>
          <p:spPr bwMode="auto">
            <a:xfrm>
              <a:off x="6912260" y="1788121"/>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chemeClr val="tx1"/>
                  </a:solidFill>
                  <a:latin typeface="Times New Roman" pitchFamily="18" charset="0"/>
                  <a:ea typeface="+mn-ea"/>
                  <a:cs typeface="Times New Roman" pitchFamily="18" charset="0"/>
                </a:rPr>
                <a:t>2</a:t>
              </a:r>
              <a:r>
                <a:rPr lang="en-US" altLang="zh-CN" sz="1800" b="0" i="1" dirty="0">
                  <a:solidFill>
                    <a:schemeClr val="tx1"/>
                  </a:solidFill>
                  <a:latin typeface="Times New Roman" pitchFamily="18" charset="0"/>
                  <a:ea typeface="+mn-ea"/>
                  <a:cs typeface="Times New Roman" pitchFamily="18" charset="0"/>
                </a:rPr>
                <a:t>l</a:t>
              </a:r>
              <a:r>
                <a:rPr lang="en-US" altLang="zh-CN" sz="1800" b="0" dirty="0">
                  <a:solidFill>
                    <a:schemeClr val="tx1"/>
                  </a:solidFill>
                  <a:latin typeface="Times New Roman" pitchFamily="18" charset="0"/>
                  <a:ea typeface="+mn-ea"/>
                  <a:cs typeface="Times New Roman" pitchFamily="18" charset="0"/>
                </a:rPr>
                <a:t>/</a:t>
              </a:r>
              <a:r>
                <a:rPr lang="en-US" altLang="zh-CN" sz="1800" b="0" i="0" dirty="0">
                  <a:solidFill>
                    <a:schemeClr val="tx1"/>
                  </a:solidFill>
                  <a:latin typeface="Times New Roman" pitchFamily="18" charset="0"/>
                  <a:ea typeface="+mn-ea"/>
                  <a:cs typeface="Times New Roman" pitchFamily="18" charset="0"/>
                </a:rPr>
                <a:t>3</a:t>
              </a:r>
            </a:p>
          </p:txBody>
        </p:sp>
        <p:sp>
          <p:nvSpPr>
            <p:cNvPr id="65" name="Text Box 106">
              <a:extLst>
                <a:ext uri="{FF2B5EF4-FFF2-40B4-BE49-F238E27FC236}">
                  <a16:creationId xmlns:a16="http://schemas.microsoft.com/office/drawing/2014/main" id="{37014731-0876-4954-0739-EDC1F654E53D}"/>
                </a:ext>
              </a:extLst>
            </p:cNvPr>
            <p:cNvSpPr txBox="1">
              <a:spLocks noChangeArrowheads="1"/>
            </p:cNvSpPr>
            <p:nvPr/>
          </p:nvSpPr>
          <p:spPr bwMode="auto">
            <a:xfrm>
              <a:off x="8051428" y="145107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B</a:t>
              </a:r>
              <a:endParaRPr lang="zh-CN" altLang="en-US" sz="1800" b="0" i="1" dirty="0">
                <a:solidFill>
                  <a:schemeClr val="tx1"/>
                </a:solidFill>
                <a:latin typeface="Times New Roman" pitchFamily="18" charset="0"/>
                <a:ea typeface="+mn-ea"/>
                <a:cs typeface="Times New Roman" pitchFamily="18" charset="0"/>
              </a:endParaRPr>
            </a:p>
          </p:txBody>
        </p:sp>
        <p:sp>
          <p:nvSpPr>
            <p:cNvPr id="66" name="Text Box 106">
              <a:extLst>
                <a:ext uri="{FF2B5EF4-FFF2-40B4-BE49-F238E27FC236}">
                  <a16:creationId xmlns:a16="http://schemas.microsoft.com/office/drawing/2014/main" id="{84E23C0A-9F83-E140-E3A5-B413D757EDAA}"/>
                </a:ext>
              </a:extLst>
            </p:cNvPr>
            <p:cNvSpPr txBox="1">
              <a:spLocks noChangeArrowheads="1"/>
            </p:cNvSpPr>
            <p:nvPr/>
          </p:nvSpPr>
          <p:spPr bwMode="auto">
            <a:xfrm>
              <a:off x="5518823" y="106267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a</a:t>
              </a:r>
              <a:endParaRPr lang="zh-CN" altLang="en-US" sz="1800" b="0" i="1" dirty="0">
                <a:solidFill>
                  <a:schemeClr val="tx1"/>
                </a:solidFill>
                <a:latin typeface="Times New Roman" pitchFamily="18" charset="0"/>
                <a:ea typeface="+mn-ea"/>
                <a:cs typeface="Times New Roman" pitchFamily="18" charset="0"/>
              </a:endParaRPr>
            </a:p>
          </p:txBody>
        </p:sp>
        <p:sp>
          <p:nvSpPr>
            <p:cNvPr id="67" name="Text Box 106">
              <a:extLst>
                <a:ext uri="{FF2B5EF4-FFF2-40B4-BE49-F238E27FC236}">
                  <a16:creationId xmlns:a16="http://schemas.microsoft.com/office/drawing/2014/main" id="{3178D3BE-4699-C601-B68F-53B341B09A97}"/>
                </a:ext>
              </a:extLst>
            </p:cNvPr>
            <p:cNvSpPr txBox="1">
              <a:spLocks noChangeArrowheads="1"/>
            </p:cNvSpPr>
            <p:nvPr/>
          </p:nvSpPr>
          <p:spPr bwMode="auto">
            <a:xfrm>
              <a:off x="6327195" y="163522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i="1" dirty="0">
                  <a:solidFill>
                    <a:schemeClr val="tx1"/>
                  </a:solidFill>
                  <a:latin typeface="Times New Roman" pitchFamily="18" charset="0"/>
                  <a:ea typeface="+mn-ea"/>
                  <a:cs typeface="Times New Roman" pitchFamily="18" charset="0"/>
                </a:rPr>
                <a:t>C</a:t>
              </a:r>
              <a:endParaRPr lang="zh-CN" altLang="en-US" sz="1800" i="1" dirty="0">
                <a:solidFill>
                  <a:schemeClr val="tx1"/>
                </a:solidFill>
                <a:latin typeface="Times New Roman" pitchFamily="18" charset="0"/>
                <a:ea typeface="+mn-ea"/>
                <a:cs typeface="Times New Roman" pitchFamily="18" charset="0"/>
              </a:endParaRPr>
            </a:p>
          </p:txBody>
        </p:sp>
        <p:sp>
          <p:nvSpPr>
            <p:cNvPr id="68" name="Text Box 106">
              <a:extLst>
                <a:ext uri="{FF2B5EF4-FFF2-40B4-BE49-F238E27FC236}">
                  <a16:creationId xmlns:a16="http://schemas.microsoft.com/office/drawing/2014/main" id="{1FBE601F-BC87-2B91-8392-B2CC266AF961}"/>
                </a:ext>
              </a:extLst>
            </p:cNvPr>
            <p:cNvSpPr txBox="1">
              <a:spLocks noChangeArrowheads="1"/>
            </p:cNvSpPr>
            <p:nvPr/>
          </p:nvSpPr>
          <p:spPr bwMode="auto">
            <a:xfrm>
              <a:off x="5615040" y="1799528"/>
              <a:ext cx="7510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l</a:t>
              </a:r>
              <a:r>
                <a:rPr lang="en-US" altLang="zh-CN" sz="1800" b="0" dirty="0">
                  <a:solidFill>
                    <a:schemeClr val="tx1"/>
                  </a:solidFill>
                  <a:latin typeface="Times New Roman" pitchFamily="18" charset="0"/>
                  <a:ea typeface="+mn-ea"/>
                  <a:cs typeface="Times New Roman" pitchFamily="18" charset="0"/>
                </a:rPr>
                <a:t>/</a:t>
              </a:r>
              <a:r>
                <a:rPr lang="en-US" altLang="zh-CN" sz="1800" b="0" i="0" dirty="0">
                  <a:solidFill>
                    <a:schemeClr val="tx1"/>
                  </a:solidFill>
                  <a:latin typeface="Times New Roman" pitchFamily="18" charset="0"/>
                  <a:ea typeface="+mn-ea"/>
                  <a:cs typeface="Times New Roman" pitchFamily="18" charset="0"/>
                </a:rPr>
                <a:t>3</a:t>
              </a:r>
            </a:p>
          </p:txBody>
        </p:sp>
        <p:cxnSp>
          <p:nvCxnSpPr>
            <p:cNvPr id="71" name="直接连接符 70">
              <a:extLst>
                <a:ext uri="{FF2B5EF4-FFF2-40B4-BE49-F238E27FC236}">
                  <a16:creationId xmlns:a16="http://schemas.microsoft.com/office/drawing/2014/main" id="{02472BFC-FADE-EA4E-95CC-9B949A671DB6}"/>
                </a:ext>
              </a:extLst>
            </p:cNvPr>
            <p:cNvCxnSpPr/>
            <p:nvPr/>
          </p:nvCxnSpPr>
          <p:spPr bwMode="auto">
            <a:xfrm>
              <a:off x="6057596" y="1202714"/>
              <a:ext cx="0" cy="616662"/>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2" name="Text Box 106">
              <a:extLst>
                <a:ext uri="{FF2B5EF4-FFF2-40B4-BE49-F238E27FC236}">
                  <a16:creationId xmlns:a16="http://schemas.microsoft.com/office/drawing/2014/main" id="{52CB1384-F29E-B4E8-6067-7282FB27C740}"/>
                </a:ext>
              </a:extLst>
            </p:cNvPr>
            <p:cNvSpPr txBox="1">
              <a:spLocks noChangeArrowheads="1"/>
            </p:cNvSpPr>
            <p:nvPr/>
          </p:nvSpPr>
          <p:spPr bwMode="auto">
            <a:xfrm>
              <a:off x="5922150" y="134944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dirty="0">
                  <a:solidFill>
                    <a:schemeClr val="tx1"/>
                  </a:solidFill>
                  <a:latin typeface="Times New Roman" pitchFamily="18" charset="0"/>
                  <a:ea typeface="+mn-ea"/>
                  <a:cs typeface="Times New Roman" pitchFamily="18" charset="0"/>
                </a:rPr>
                <a:t>1</a:t>
              </a:r>
              <a:endParaRPr lang="zh-CN" altLang="en-US" sz="1600" dirty="0">
                <a:solidFill>
                  <a:schemeClr val="tx1"/>
                </a:solidFill>
                <a:latin typeface="Times New Roman" pitchFamily="18" charset="0"/>
                <a:ea typeface="+mn-ea"/>
                <a:cs typeface="Times New Roman" pitchFamily="18" charset="0"/>
              </a:endParaRPr>
            </a:p>
          </p:txBody>
        </p:sp>
        <p:sp>
          <p:nvSpPr>
            <p:cNvPr id="73" name="Text Box 106">
              <a:extLst>
                <a:ext uri="{FF2B5EF4-FFF2-40B4-BE49-F238E27FC236}">
                  <a16:creationId xmlns:a16="http://schemas.microsoft.com/office/drawing/2014/main" id="{2435B687-F3DA-4D84-E340-27BCC06F2ADA}"/>
                </a:ext>
              </a:extLst>
            </p:cNvPr>
            <p:cNvSpPr txBox="1">
              <a:spLocks noChangeArrowheads="1"/>
            </p:cNvSpPr>
            <p:nvPr/>
          </p:nvSpPr>
          <p:spPr bwMode="auto">
            <a:xfrm>
              <a:off x="5922150" y="168043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600" dirty="0">
                  <a:solidFill>
                    <a:schemeClr val="tx1"/>
                  </a:solidFill>
                  <a:latin typeface="Times New Roman" pitchFamily="18" charset="0"/>
                  <a:ea typeface="+mn-ea"/>
                  <a:cs typeface="Times New Roman" pitchFamily="18" charset="0"/>
                </a:rPr>
                <a:t>1</a:t>
              </a:r>
              <a:endParaRPr lang="zh-CN" altLang="en-US" sz="1600" dirty="0">
                <a:solidFill>
                  <a:schemeClr val="tx1"/>
                </a:solidFill>
                <a:latin typeface="Times New Roman" pitchFamily="18" charset="0"/>
                <a:ea typeface="+mn-ea"/>
                <a:cs typeface="Times New Roman" pitchFamily="18" charset="0"/>
              </a:endParaRPr>
            </a:p>
          </p:txBody>
        </p:sp>
        <p:sp>
          <p:nvSpPr>
            <p:cNvPr id="74" name="Text Box 106">
              <a:extLst>
                <a:ext uri="{FF2B5EF4-FFF2-40B4-BE49-F238E27FC236}">
                  <a16:creationId xmlns:a16="http://schemas.microsoft.com/office/drawing/2014/main" id="{D0A70945-395C-19CF-5E1B-E557A11EAD0B}"/>
                </a:ext>
              </a:extLst>
            </p:cNvPr>
            <p:cNvSpPr txBox="1">
              <a:spLocks noChangeArrowheads="1"/>
            </p:cNvSpPr>
            <p:nvPr/>
          </p:nvSpPr>
          <p:spPr bwMode="auto">
            <a:xfrm>
              <a:off x="5666163" y="1602736"/>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chemeClr val="tx1"/>
                  </a:solidFill>
                  <a:latin typeface="Times New Roman" pitchFamily="18" charset="0"/>
                  <a:ea typeface="+mn-ea"/>
                  <a:cs typeface="Times New Roman" pitchFamily="18" charset="0"/>
                </a:rPr>
                <a:t>D</a:t>
              </a:r>
              <a:endParaRPr lang="zh-CN" altLang="en-US" sz="1800" b="0" i="1" dirty="0">
                <a:solidFill>
                  <a:schemeClr val="tx1"/>
                </a:solidFill>
                <a:latin typeface="Times New Roman" pitchFamily="18" charset="0"/>
                <a:ea typeface="+mn-ea"/>
                <a:cs typeface="Times New Roman" pitchFamily="18" charset="0"/>
              </a:endParaRPr>
            </a:p>
          </p:txBody>
        </p:sp>
        <p:sp>
          <p:nvSpPr>
            <p:cNvPr id="79" name="Text Box 106">
              <a:extLst>
                <a:ext uri="{FF2B5EF4-FFF2-40B4-BE49-F238E27FC236}">
                  <a16:creationId xmlns:a16="http://schemas.microsoft.com/office/drawing/2014/main" id="{28E2B56A-960A-69E4-BC41-56F416F43D1E}"/>
                </a:ext>
              </a:extLst>
            </p:cNvPr>
            <p:cNvSpPr txBox="1">
              <a:spLocks noChangeArrowheads="1"/>
            </p:cNvSpPr>
            <p:nvPr/>
          </p:nvSpPr>
          <p:spPr bwMode="auto">
            <a:xfrm>
              <a:off x="5022050" y="1763815"/>
              <a:ext cx="4810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A</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80" name="直接箭头连接符 250">
              <a:extLst>
                <a:ext uri="{FF2B5EF4-FFF2-40B4-BE49-F238E27FC236}">
                  <a16:creationId xmlns:a16="http://schemas.microsoft.com/office/drawing/2014/main" id="{CFEE9B77-541F-8578-94FC-682391B0C48F}"/>
                </a:ext>
              </a:extLst>
            </p:cNvPr>
            <p:cNvCxnSpPr>
              <a:cxnSpLocks noChangeShapeType="1"/>
            </p:cNvCxnSpPr>
            <p:nvPr/>
          </p:nvCxnSpPr>
          <p:spPr bwMode="auto">
            <a:xfrm flipV="1">
              <a:off x="5438666" y="1665145"/>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250">
              <a:extLst>
                <a:ext uri="{FF2B5EF4-FFF2-40B4-BE49-F238E27FC236}">
                  <a16:creationId xmlns:a16="http://schemas.microsoft.com/office/drawing/2014/main" id="{2CB9CFE2-D765-4E92-6F2B-BD3416B331D1}"/>
                </a:ext>
              </a:extLst>
            </p:cNvPr>
            <p:cNvCxnSpPr>
              <a:cxnSpLocks noChangeShapeType="1"/>
            </p:cNvCxnSpPr>
            <p:nvPr/>
          </p:nvCxnSpPr>
          <p:spPr bwMode="auto">
            <a:xfrm flipV="1">
              <a:off x="8139366" y="1655369"/>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 Box 106">
              <a:extLst>
                <a:ext uri="{FF2B5EF4-FFF2-40B4-BE49-F238E27FC236}">
                  <a16:creationId xmlns:a16="http://schemas.microsoft.com/office/drawing/2014/main" id="{11AD9AD8-795C-C42F-E93B-396E9A47A92E}"/>
                </a:ext>
              </a:extLst>
            </p:cNvPr>
            <p:cNvSpPr txBox="1">
              <a:spLocks noChangeArrowheads="1"/>
            </p:cNvSpPr>
            <p:nvPr/>
          </p:nvSpPr>
          <p:spPr bwMode="auto">
            <a:xfrm>
              <a:off x="8082390" y="1736887"/>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graphicFrame>
          <p:nvGraphicFramePr>
            <p:cNvPr id="83" name="对象 82">
              <a:extLst>
                <a:ext uri="{FF2B5EF4-FFF2-40B4-BE49-F238E27FC236}">
                  <a16:creationId xmlns:a16="http://schemas.microsoft.com/office/drawing/2014/main" id="{CBAFF4CB-6B6D-9604-1A0C-8F7B926F6C80}"/>
                </a:ext>
              </a:extLst>
            </p:cNvPr>
            <p:cNvGraphicFramePr>
              <a:graphicFrameLocks noChangeAspect="1"/>
            </p:cNvGraphicFramePr>
            <p:nvPr>
              <p:extLst>
                <p:ext uri="{D42A27DB-BD31-4B8C-83A1-F6EECF244321}">
                  <p14:modId xmlns:p14="http://schemas.microsoft.com/office/powerpoint/2010/main" val="3786950577"/>
                </p:ext>
              </p:extLst>
            </p:nvPr>
          </p:nvGraphicFramePr>
          <p:xfrm>
            <a:off x="5157065" y="2201817"/>
            <a:ext cx="792163" cy="569913"/>
          </p:xfrm>
          <a:graphic>
            <a:graphicData uri="http://schemas.openxmlformats.org/presentationml/2006/ole">
              <mc:AlternateContent xmlns:mc="http://schemas.openxmlformats.org/markup-compatibility/2006">
                <mc:Choice xmlns:v="urn:schemas-microsoft-com:vml" Requires="v">
                  <p:oleObj name="公式" r:id="rId3" imgW="533160" imgH="355320" progId="Equation.3">
                    <p:embed/>
                  </p:oleObj>
                </mc:Choice>
                <mc:Fallback>
                  <p:oleObj name="公式" r:id="rId3" imgW="533160" imgH="355320" progId="Equation.3">
                    <p:embed/>
                    <p:pic>
                      <p:nvPicPr>
                        <p:cNvPr id="2" name="对象 1"/>
                        <p:cNvPicPr>
                          <a:picLocks noChangeAspect="1" noChangeArrowheads="1"/>
                        </p:cNvPicPr>
                        <p:nvPr/>
                      </p:nvPicPr>
                      <p:blipFill>
                        <a:blip r:embed="rId4"/>
                        <a:srcRect/>
                        <a:stretch>
                          <a:fillRect/>
                        </a:stretch>
                      </p:blipFill>
                      <p:spPr bwMode="auto">
                        <a:xfrm>
                          <a:off x="5157065" y="2201817"/>
                          <a:ext cx="792163" cy="569913"/>
                        </a:xfrm>
                        <a:prstGeom prst="rect">
                          <a:avLst/>
                        </a:prstGeom>
                        <a:noFill/>
                        <a:ln>
                          <a:noFill/>
                        </a:ln>
                      </p:spPr>
                    </p:pic>
                  </p:oleObj>
                </mc:Fallback>
              </mc:AlternateContent>
            </a:graphicData>
          </a:graphic>
        </p:graphicFrame>
        <p:graphicFrame>
          <p:nvGraphicFramePr>
            <p:cNvPr id="84" name="对象 83">
              <a:extLst>
                <a:ext uri="{FF2B5EF4-FFF2-40B4-BE49-F238E27FC236}">
                  <a16:creationId xmlns:a16="http://schemas.microsoft.com/office/drawing/2014/main" id="{6EE3D2B1-00B1-E1D0-FCB6-E0D96C34364E}"/>
                </a:ext>
              </a:extLst>
            </p:cNvPr>
            <p:cNvGraphicFramePr>
              <a:graphicFrameLocks noChangeAspect="1"/>
            </p:cNvGraphicFramePr>
            <p:nvPr>
              <p:extLst>
                <p:ext uri="{D42A27DB-BD31-4B8C-83A1-F6EECF244321}">
                  <p14:modId xmlns:p14="http://schemas.microsoft.com/office/powerpoint/2010/main" val="615615405"/>
                </p:ext>
              </p:extLst>
            </p:nvPr>
          </p:nvGraphicFramePr>
          <p:xfrm>
            <a:off x="7893471" y="2123855"/>
            <a:ext cx="796925" cy="592137"/>
          </p:xfrm>
          <a:graphic>
            <a:graphicData uri="http://schemas.openxmlformats.org/presentationml/2006/ole">
              <mc:AlternateContent xmlns:mc="http://schemas.openxmlformats.org/markup-compatibility/2006">
                <mc:Choice xmlns:v="urn:schemas-microsoft-com:vml" Requires="v">
                  <p:oleObj name="公式" r:id="rId5" imgW="533160" imgH="355320" progId="Equation.3">
                    <p:embed/>
                  </p:oleObj>
                </mc:Choice>
                <mc:Fallback>
                  <p:oleObj name="公式" r:id="rId5" imgW="533160" imgH="355320" progId="Equation.3">
                    <p:embed/>
                    <p:pic>
                      <p:nvPicPr>
                        <p:cNvPr id="3" name="对象 2"/>
                        <p:cNvPicPr>
                          <a:picLocks noChangeAspect="1" noChangeArrowheads="1"/>
                        </p:cNvPicPr>
                        <p:nvPr/>
                      </p:nvPicPr>
                      <p:blipFill>
                        <a:blip r:embed="rId6"/>
                        <a:srcRect/>
                        <a:stretch>
                          <a:fillRect/>
                        </a:stretch>
                      </p:blipFill>
                      <p:spPr bwMode="auto">
                        <a:xfrm>
                          <a:off x="7893471" y="2123855"/>
                          <a:ext cx="7969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85" name="组合 84">
            <a:extLst>
              <a:ext uri="{FF2B5EF4-FFF2-40B4-BE49-F238E27FC236}">
                <a16:creationId xmlns:a16="http://schemas.microsoft.com/office/drawing/2014/main" id="{CDBAE6BF-F334-8B4B-19D2-CA6D6B133C7E}"/>
              </a:ext>
            </a:extLst>
          </p:cNvPr>
          <p:cNvGrpSpPr/>
          <p:nvPr/>
        </p:nvGrpSpPr>
        <p:grpSpPr>
          <a:xfrm>
            <a:off x="8430131" y="4560752"/>
            <a:ext cx="2029193" cy="1080120"/>
            <a:chOff x="1822727" y="2882521"/>
            <a:chExt cx="2029193" cy="1080120"/>
          </a:xfrm>
        </p:grpSpPr>
        <p:sp>
          <p:nvSpPr>
            <p:cNvPr id="86" name="弧形 85">
              <a:extLst>
                <a:ext uri="{FF2B5EF4-FFF2-40B4-BE49-F238E27FC236}">
                  <a16:creationId xmlns:a16="http://schemas.microsoft.com/office/drawing/2014/main" id="{077D4178-F2C5-C298-DD28-972EBF6D9DD0}"/>
                </a:ext>
              </a:extLst>
            </p:cNvPr>
            <p:cNvSpPr/>
            <p:nvPr/>
          </p:nvSpPr>
          <p:spPr bwMode="auto">
            <a:xfrm rot="7994575" flipV="1">
              <a:off x="1822727" y="3019987"/>
              <a:ext cx="851417" cy="851417"/>
            </a:xfrm>
            <a:prstGeom prst="arc">
              <a:avLst/>
            </a:prstGeom>
            <a:noFill/>
            <a:ln w="28575" cap="sq" cmpd="sng" algn="ctr">
              <a:solidFill>
                <a:srgbClr val="FF0000"/>
              </a:solidFill>
              <a:prstDash val="solid"/>
              <a:round/>
              <a:headEnd type="triangle" w="med" len="med"/>
              <a:tailEnd type="none" w="sm"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cxnSp>
          <p:nvCxnSpPr>
            <p:cNvPr id="87" name="直接连接符 223">
              <a:extLst>
                <a:ext uri="{FF2B5EF4-FFF2-40B4-BE49-F238E27FC236}">
                  <a16:creationId xmlns:a16="http://schemas.microsoft.com/office/drawing/2014/main" id="{76A3FDFE-C7AD-AFFD-8C5F-484A3A4E1F38}"/>
                </a:ext>
              </a:extLst>
            </p:cNvPr>
            <p:cNvCxnSpPr>
              <a:cxnSpLocks noChangeShapeType="1"/>
            </p:cNvCxnSpPr>
            <p:nvPr/>
          </p:nvCxnSpPr>
          <p:spPr bwMode="auto">
            <a:xfrm>
              <a:off x="2039112" y="3435932"/>
              <a:ext cx="1723161"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250">
              <a:extLst>
                <a:ext uri="{FF2B5EF4-FFF2-40B4-BE49-F238E27FC236}">
                  <a16:creationId xmlns:a16="http://schemas.microsoft.com/office/drawing/2014/main" id="{02A89940-73F4-046A-F08D-0C2EDD77F61D}"/>
                </a:ext>
              </a:extLst>
            </p:cNvPr>
            <p:cNvCxnSpPr>
              <a:cxnSpLocks noChangeShapeType="1"/>
            </p:cNvCxnSpPr>
            <p:nvPr/>
          </p:nvCxnSpPr>
          <p:spPr bwMode="auto">
            <a:xfrm flipV="1">
              <a:off x="2006715" y="3196756"/>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9" name="Text Box 106">
              <a:extLst>
                <a:ext uri="{FF2B5EF4-FFF2-40B4-BE49-F238E27FC236}">
                  <a16:creationId xmlns:a16="http://schemas.microsoft.com/office/drawing/2014/main" id="{14DA6040-3070-255C-5AB3-17BDCD166845}"/>
                </a:ext>
              </a:extLst>
            </p:cNvPr>
            <p:cNvSpPr txBox="1">
              <a:spLocks noChangeArrowheads="1"/>
            </p:cNvSpPr>
            <p:nvPr/>
          </p:nvSpPr>
          <p:spPr bwMode="auto">
            <a:xfrm>
              <a:off x="1961709" y="3467586"/>
              <a:ext cx="7650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F</a:t>
              </a:r>
              <a:r>
                <a:rPr lang="en-US" altLang="zh-CN" sz="1800" b="0" i="0" baseline="-25000" dirty="0">
                  <a:latin typeface="Times New Roman" pitchFamily="18" charset="0"/>
                  <a:ea typeface="+mn-ea"/>
                  <a:cs typeface="Times New Roman" pitchFamily="18" charset="0"/>
                </a:rPr>
                <a:t>Q</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ea typeface="+mn-ea"/>
                  <a:cs typeface="Times New Roman" pitchFamily="18" charset="0"/>
                </a:rPr>
                <a:t>右</a:t>
              </a:r>
            </a:p>
          </p:txBody>
        </p:sp>
        <p:sp>
          <p:nvSpPr>
            <p:cNvPr id="90" name="Text Box 106">
              <a:extLst>
                <a:ext uri="{FF2B5EF4-FFF2-40B4-BE49-F238E27FC236}">
                  <a16:creationId xmlns:a16="http://schemas.microsoft.com/office/drawing/2014/main" id="{C680AC56-328E-72C1-5A73-1C3A878842B3}"/>
                </a:ext>
              </a:extLst>
            </p:cNvPr>
            <p:cNvSpPr txBox="1">
              <a:spLocks noChangeArrowheads="1"/>
            </p:cNvSpPr>
            <p:nvPr/>
          </p:nvSpPr>
          <p:spPr bwMode="auto">
            <a:xfrm>
              <a:off x="3370908" y="3593309"/>
              <a:ext cx="4810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1800" b="0" i="1" dirty="0">
                  <a:solidFill>
                    <a:srgbClr val="0000FF"/>
                  </a:solidFill>
                  <a:latin typeface="Times New Roman" pitchFamily="18" charset="0"/>
                  <a:ea typeface="+mn-ea"/>
                  <a:cs typeface="Times New Roman" pitchFamily="18" charset="0"/>
                </a:rPr>
                <a:t>F</a:t>
              </a:r>
              <a:r>
                <a:rPr lang="en-US" altLang="zh-CN" sz="1800" b="0" i="1" baseline="-25000" dirty="0">
                  <a:solidFill>
                    <a:srgbClr val="0000FF"/>
                  </a:solidFill>
                  <a:latin typeface="Times New Roman" pitchFamily="18" charset="0"/>
                  <a:ea typeface="+mn-ea"/>
                  <a:cs typeface="Times New Roman" pitchFamily="18" charset="0"/>
                </a:rPr>
                <a:t>B</a:t>
              </a:r>
              <a:endParaRPr lang="zh-CN" altLang="en-US" sz="1800" b="0" i="1" baseline="-25000" dirty="0">
                <a:solidFill>
                  <a:srgbClr val="0000FF"/>
                </a:solidFill>
                <a:latin typeface="Times New Roman" pitchFamily="18" charset="0"/>
                <a:ea typeface="+mn-ea"/>
                <a:cs typeface="Times New Roman" pitchFamily="18" charset="0"/>
              </a:endParaRPr>
            </a:p>
          </p:txBody>
        </p:sp>
        <p:cxnSp>
          <p:nvCxnSpPr>
            <p:cNvPr id="91" name="直接箭头连接符 250">
              <a:extLst>
                <a:ext uri="{FF2B5EF4-FFF2-40B4-BE49-F238E27FC236}">
                  <a16:creationId xmlns:a16="http://schemas.microsoft.com/office/drawing/2014/main" id="{1B8E9BF0-F337-633D-DD13-D23BD49CB921}"/>
                </a:ext>
              </a:extLst>
            </p:cNvPr>
            <p:cNvCxnSpPr>
              <a:cxnSpLocks noChangeShapeType="1"/>
            </p:cNvCxnSpPr>
            <p:nvPr/>
          </p:nvCxnSpPr>
          <p:spPr bwMode="auto">
            <a:xfrm flipV="1">
              <a:off x="3788929" y="3452021"/>
              <a:ext cx="0" cy="450850"/>
            </a:xfrm>
            <a:prstGeom prst="straightConnector1">
              <a:avLst/>
            </a:prstGeom>
            <a:noFill/>
            <a:ln w="28575" cap="sq" algn="ctr">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91">
              <a:extLst>
                <a:ext uri="{FF2B5EF4-FFF2-40B4-BE49-F238E27FC236}">
                  <a16:creationId xmlns:a16="http://schemas.microsoft.com/office/drawing/2014/main" id="{9A0B30B7-428A-EA77-9339-DB2939F605E6}"/>
                </a:ext>
              </a:extLst>
            </p:cNvPr>
            <p:cNvCxnSpPr/>
            <p:nvPr/>
          </p:nvCxnSpPr>
          <p:spPr bwMode="auto">
            <a:xfrm>
              <a:off x="2027022" y="3459734"/>
              <a:ext cx="0" cy="413956"/>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3" name="Text Box 106">
              <a:extLst>
                <a:ext uri="{FF2B5EF4-FFF2-40B4-BE49-F238E27FC236}">
                  <a16:creationId xmlns:a16="http://schemas.microsoft.com/office/drawing/2014/main" id="{23AC857B-968F-7357-BE1F-3F0256B46167}"/>
                </a:ext>
              </a:extLst>
            </p:cNvPr>
            <p:cNvSpPr txBox="1">
              <a:spLocks noChangeArrowheads="1"/>
            </p:cNvSpPr>
            <p:nvPr/>
          </p:nvSpPr>
          <p:spPr bwMode="auto">
            <a:xfrm>
              <a:off x="1871700" y="2882521"/>
              <a:ext cx="72273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spcBef>
                  <a:spcPct val="50000"/>
                </a:spcBef>
                <a:defRPr/>
              </a:pPr>
              <a:r>
                <a:rPr lang="en-US" altLang="zh-CN" sz="1800" b="0" i="1" dirty="0">
                  <a:latin typeface="Times New Roman" pitchFamily="18" charset="0"/>
                  <a:ea typeface="+mn-ea"/>
                  <a:cs typeface="Times New Roman" pitchFamily="18" charset="0"/>
                </a:rPr>
                <a:t>M</a:t>
              </a:r>
              <a:r>
                <a:rPr lang="en-US" altLang="zh-CN" sz="1800" b="0" i="1" baseline="-25000" dirty="0">
                  <a:latin typeface="Times New Roman" pitchFamily="18" charset="0"/>
                  <a:ea typeface="+mn-ea"/>
                  <a:cs typeface="Times New Roman" pitchFamily="18" charset="0"/>
                </a:rPr>
                <a:t>C</a:t>
              </a:r>
              <a:r>
                <a:rPr lang="zh-CN" altLang="en-US" sz="1800" b="0" i="0" baseline="-25000" dirty="0">
                  <a:latin typeface="Times New Roman" pitchFamily="18" charset="0"/>
                  <a:cs typeface="Times New Roman" pitchFamily="18" charset="0"/>
                </a:rPr>
                <a:t>右</a:t>
              </a:r>
              <a:endParaRPr lang="zh-CN" altLang="en-US" sz="1800" b="0" i="0" baseline="-25000" dirty="0">
                <a:latin typeface="Times New Roman" pitchFamily="18" charset="0"/>
                <a:ea typeface="+mn-ea"/>
                <a:cs typeface="Times New Roman" pitchFamily="18" charset="0"/>
              </a:endParaRPr>
            </a:p>
          </p:txBody>
        </p:sp>
      </p:grpSp>
      <p:sp>
        <p:nvSpPr>
          <p:cNvPr id="94" name="椭圆 93">
            <a:extLst>
              <a:ext uri="{FF2B5EF4-FFF2-40B4-BE49-F238E27FC236}">
                <a16:creationId xmlns:a16="http://schemas.microsoft.com/office/drawing/2014/main" id="{BB9199F7-67DD-E9D8-3CE0-3692277FE464}"/>
              </a:ext>
            </a:extLst>
          </p:cNvPr>
          <p:cNvSpPr/>
          <p:nvPr/>
        </p:nvSpPr>
        <p:spPr bwMode="auto">
          <a:xfrm>
            <a:off x="8299084" y="1934615"/>
            <a:ext cx="618203" cy="1034655"/>
          </a:xfrm>
          <a:prstGeom prst="ellipse">
            <a:avLst/>
          </a:prstGeom>
          <a:solidFill>
            <a:schemeClr val="accent1">
              <a:lumMod val="40000"/>
              <a:lumOff val="60000"/>
              <a:alpha val="40000"/>
            </a:schemeClr>
          </a:solidFill>
          <a:ln w="28575">
            <a:solidFill>
              <a:srgbClr val="0000FF"/>
            </a:solidFill>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a:ln>
                <a:noFill/>
              </a:ln>
              <a:solidFill>
                <a:srgbClr val="FF0000"/>
              </a:solidFill>
              <a:effectLst/>
              <a:latin typeface="楷体_GB2312" pitchFamily="49" charset="-122"/>
              <a:ea typeface="楷体_GB2312" pitchFamily="49" charset="-122"/>
            </a:endParaRPr>
          </a:p>
        </p:txBody>
      </p:sp>
      <p:graphicFrame>
        <p:nvGraphicFramePr>
          <p:cNvPr id="162" name="Object 14">
            <a:extLst>
              <a:ext uri="{FF2B5EF4-FFF2-40B4-BE49-F238E27FC236}">
                <a16:creationId xmlns:a16="http://schemas.microsoft.com/office/drawing/2014/main" id="{2573CDFD-E94E-1591-E660-66010D4294A5}"/>
              </a:ext>
            </a:extLst>
          </p:cNvPr>
          <p:cNvGraphicFramePr>
            <a:graphicFrameLocks noChangeAspect="1"/>
          </p:cNvGraphicFramePr>
          <p:nvPr>
            <p:extLst>
              <p:ext uri="{D42A27DB-BD31-4B8C-83A1-F6EECF244321}">
                <p14:modId xmlns:p14="http://schemas.microsoft.com/office/powerpoint/2010/main" val="1879367399"/>
              </p:ext>
            </p:extLst>
          </p:nvPr>
        </p:nvGraphicFramePr>
        <p:xfrm>
          <a:off x="690563" y="1477325"/>
          <a:ext cx="5548909" cy="842442"/>
        </p:xfrm>
        <a:graphic>
          <a:graphicData uri="http://schemas.openxmlformats.org/presentationml/2006/ole">
            <mc:AlternateContent xmlns:mc="http://schemas.openxmlformats.org/markup-compatibility/2006">
              <mc:Choice xmlns:v="urn:schemas-microsoft-com:vml" Requires="v">
                <p:oleObj name="Equation" r:id="rId7" imgW="2438280" imgH="393480" progId="Equation.DSMT4">
                  <p:embed/>
                </p:oleObj>
              </mc:Choice>
              <mc:Fallback>
                <p:oleObj name="Equation" r:id="rId7" imgW="2438280" imgH="393480" progId="Equation.DSMT4">
                  <p:embed/>
                  <p:pic>
                    <p:nvPicPr>
                      <p:cNvPr id="146446" name="Object 14"/>
                      <p:cNvPicPr>
                        <a:picLocks noChangeAspect="1" noChangeArrowheads="1"/>
                      </p:cNvPicPr>
                      <p:nvPr/>
                    </p:nvPicPr>
                    <p:blipFill>
                      <a:blip r:embed="rId8"/>
                      <a:srcRect/>
                      <a:stretch>
                        <a:fillRect/>
                      </a:stretch>
                    </p:blipFill>
                    <p:spPr bwMode="auto">
                      <a:xfrm>
                        <a:off x="690563" y="1477325"/>
                        <a:ext cx="5548909" cy="842442"/>
                      </a:xfrm>
                      <a:prstGeom prst="rect">
                        <a:avLst/>
                      </a:prstGeom>
                      <a:noFill/>
                      <a:ln>
                        <a:noFill/>
                      </a:ln>
                    </p:spPr>
                  </p:pic>
                </p:oleObj>
              </mc:Fallback>
            </mc:AlternateContent>
          </a:graphicData>
        </a:graphic>
      </p:graphicFrame>
      <p:sp>
        <p:nvSpPr>
          <p:cNvPr id="164" name="矩形 163">
            <a:extLst>
              <a:ext uri="{FF2B5EF4-FFF2-40B4-BE49-F238E27FC236}">
                <a16:creationId xmlns:a16="http://schemas.microsoft.com/office/drawing/2014/main" id="{57E8C73A-8305-A585-DEDF-6912196544D8}"/>
              </a:ext>
            </a:extLst>
          </p:cNvPr>
          <p:cNvSpPr/>
          <p:nvPr/>
        </p:nvSpPr>
        <p:spPr>
          <a:xfrm>
            <a:off x="211185" y="2334941"/>
            <a:ext cx="6093340" cy="940066"/>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     对于</a:t>
            </a:r>
            <a:r>
              <a:rPr lang="en-US" altLang="zh-CN" dirty="0">
                <a:solidFill>
                  <a:schemeClr val="tx1"/>
                </a:solidFill>
              </a:rPr>
              <a:t>C</a:t>
            </a:r>
            <a:r>
              <a:rPr lang="zh-CN" altLang="en-US" b="0" i="0" baseline="-25000" dirty="0">
                <a:solidFill>
                  <a:schemeClr val="tx1"/>
                </a:solidFill>
              </a:rPr>
              <a:t>右</a:t>
            </a:r>
            <a:r>
              <a:rPr kumimoji="1" lang="zh-CN" altLang="en-US" i="0" dirty="0">
                <a:solidFill>
                  <a:schemeClr val="tx1"/>
                </a:solidFill>
                <a:latin typeface="+mn-lt"/>
                <a:ea typeface="黑体" panose="02010609060101010101" pitchFamily="49" charset="-122"/>
              </a:rPr>
              <a:t>截面：</a:t>
            </a:r>
          </a:p>
          <a:p>
            <a:pPr lvl="0">
              <a:lnSpc>
                <a:spcPct val="120000"/>
              </a:lnSpc>
            </a:pPr>
            <a:endParaRPr kumimoji="1" lang="en-US" altLang="zh-CN" i="0" dirty="0">
              <a:solidFill>
                <a:schemeClr val="tx1"/>
              </a:solidFill>
              <a:latin typeface="+mn-lt"/>
              <a:ea typeface="黑体" panose="02010609060101010101" pitchFamily="49" charset="-122"/>
            </a:endParaRPr>
          </a:p>
        </p:txBody>
      </p:sp>
      <p:graphicFrame>
        <p:nvGraphicFramePr>
          <p:cNvPr id="165" name="Object 14">
            <a:extLst>
              <a:ext uri="{FF2B5EF4-FFF2-40B4-BE49-F238E27FC236}">
                <a16:creationId xmlns:a16="http://schemas.microsoft.com/office/drawing/2014/main" id="{416C0CEF-F5F0-76C4-3845-5CF202202A4D}"/>
              </a:ext>
            </a:extLst>
          </p:cNvPr>
          <p:cNvGraphicFramePr>
            <a:graphicFrameLocks noChangeAspect="1"/>
          </p:cNvGraphicFramePr>
          <p:nvPr>
            <p:extLst>
              <p:ext uri="{D42A27DB-BD31-4B8C-83A1-F6EECF244321}">
                <p14:modId xmlns:p14="http://schemas.microsoft.com/office/powerpoint/2010/main" val="1908128721"/>
              </p:ext>
            </p:extLst>
          </p:nvPr>
        </p:nvGraphicFramePr>
        <p:xfrm>
          <a:off x="686240" y="2661612"/>
          <a:ext cx="5865812" cy="841375"/>
        </p:xfrm>
        <a:graphic>
          <a:graphicData uri="http://schemas.openxmlformats.org/presentationml/2006/ole">
            <mc:AlternateContent xmlns:mc="http://schemas.openxmlformats.org/markup-compatibility/2006">
              <mc:Choice xmlns:v="urn:schemas-microsoft-com:vml" Requires="v">
                <p:oleObj name="Equation" r:id="rId9" imgW="2577960" imgH="393480" progId="Equation.DSMT4">
                  <p:embed/>
                </p:oleObj>
              </mc:Choice>
              <mc:Fallback>
                <p:oleObj name="Equation" r:id="rId9" imgW="2577960" imgH="393480" progId="Equation.DSMT4">
                  <p:embed/>
                  <p:pic>
                    <p:nvPicPr>
                      <p:cNvPr id="162" name="Object 14">
                        <a:extLst>
                          <a:ext uri="{FF2B5EF4-FFF2-40B4-BE49-F238E27FC236}">
                            <a16:creationId xmlns:a16="http://schemas.microsoft.com/office/drawing/2014/main" id="{2573CDFD-E94E-1591-E660-66010D4294A5}"/>
                          </a:ext>
                        </a:extLst>
                      </p:cNvPr>
                      <p:cNvPicPr>
                        <a:picLocks noChangeAspect="1" noChangeArrowheads="1"/>
                      </p:cNvPicPr>
                      <p:nvPr/>
                    </p:nvPicPr>
                    <p:blipFill>
                      <a:blip r:embed="rId10"/>
                      <a:srcRect/>
                      <a:stretch>
                        <a:fillRect/>
                      </a:stretch>
                    </p:blipFill>
                    <p:spPr bwMode="auto">
                      <a:xfrm>
                        <a:off x="686240" y="2661612"/>
                        <a:ext cx="5865812" cy="841375"/>
                      </a:xfrm>
                      <a:prstGeom prst="rect">
                        <a:avLst/>
                      </a:prstGeom>
                      <a:noFill/>
                      <a:ln>
                        <a:noFill/>
                      </a:ln>
                    </p:spPr>
                  </p:pic>
                </p:oleObj>
              </mc:Fallback>
            </mc:AlternateContent>
          </a:graphicData>
        </a:graphic>
      </p:graphicFrame>
      <p:graphicFrame>
        <p:nvGraphicFramePr>
          <p:cNvPr id="167" name="Object 14">
            <a:extLst>
              <a:ext uri="{FF2B5EF4-FFF2-40B4-BE49-F238E27FC236}">
                <a16:creationId xmlns:a16="http://schemas.microsoft.com/office/drawing/2014/main" id="{07F1ABBF-61E5-1CA7-3BC4-4E2B47107D86}"/>
              </a:ext>
            </a:extLst>
          </p:cNvPr>
          <p:cNvGraphicFramePr>
            <a:graphicFrameLocks noChangeAspect="1"/>
          </p:cNvGraphicFramePr>
          <p:nvPr>
            <p:extLst>
              <p:ext uri="{D42A27DB-BD31-4B8C-83A1-F6EECF244321}">
                <p14:modId xmlns:p14="http://schemas.microsoft.com/office/powerpoint/2010/main" val="1731662322"/>
              </p:ext>
            </p:extLst>
          </p:nvPr>
        </p:nvGraphicFramePr>
        <p:xfrm>
          <a:off x="1711325" y="3585414"/>
          <a:ext cx="3814763" cy="514350"/>
        </p:xfrm>
        <a:graphic>
          <a:graphicData uri="http://schemas.openxmlformats.org/presentationml/2006/ole">
            <mc:AlternateContent xmlns:mc="http://schemas.openxmlformats.org/markup-compatibility/2006">
              <mc:Choice xmlns:v="urn:schemas-microsoft-com:vml" Requires="v">
                <p:oleObj name="Equation" r:id="rId11" imgW="1676160" imgH="241200" progId="Equation.DSMT4">
                  <p:embed/>
                </p:oleObj>
              </mc:Choice>
              <mc:Fallback>
                <p:oleObj name="Equation" r:id="rId11" imgW="1676160" imgH="241200" progId="Equation.DSMT4">
                  <p:embed/>
                  <p:pic>
                    <p:nvPicPr>
                      <p:cNvPr id="165" name="Object 14">
                        <a:extLst>
                          <a:ext uri="{FF2B5EF4-FFF2-40B4-BE49-F238E27FC236}">
                            <a16:creationId xmlns:a16="http://schemas.microsoft.com/office/drawing/2014/main" id="{416C0CEF-F5F0-76C4-3845-5CF202202A4D}"/>
                          </a:ext>
                        </a:extLst>
                      </p:cNvPr>
                      <p:cNvPicPr>
                        <a:picLocks noChangeAspect="1" noChangeArrowheads="1"/>
                      </p:cNvPicPr>
                      <p:nvPr/>
                    </p:nvPicPr>
                    <p:blipFill>
                      <a:blip r:embed="rId12"/>
                      <a:srcRect/>
                      <a:stretch>
                        <a:fillRect/>
                      </a:stretch>
                    </p:blipFill>
                    <p:spPr bwMode="auto">
                      <a:xfrm>
                        <a:off x="1711325" y="3585414"/>
                        <a:ext cx="3814763" cy="514350"/>
                      </a:xfrm>
                      <a:prstGeom prst="rect">
                        <a:avLst/>
                      </a:prstGeom>
                      <a:noFill/>
                      <a:ln>
                        <a:noFill/>
                      </a:ln>
                    </p:spPr>
                  </p:pic>
                </p:oleObj>
              </mc:Fallback>
            </mc:AlternateContent>
          </a:graphicData>
        </a:graphic>
      </p:graphicFrame>
      <p:sp>
        <p:nvSpPr>
          <p:cNvPr id="169" name="文本框 168">
            <a:extLst>
              <a:ext uri="{FF2B5EF4-FFF2-40B4-BE49-F238E27FC236}">
                <a16:creationId xmlns:a16="http://schemas.microsoft.com/office/drawing/2014/main" id="{B99ACD1A-817C-5392-3FD6-41D061AA5F23}"/>
              </a:ext>
            </a:extLst>
          </p:cNvPr>
          <p:cNvSpPr txBox="1"/>
          <p:nvPr/>
        </p:nvSpPr>
        <p:spPr>
          <a:xfrm>
            <a:off x="560317" y="4281804"/>
            <a:ext cx="6174768" cy="1684244"/>
          </a:xfrm>
          <a:prstGeom prst="rect">
            <a:avLst/>
          </a:prstGeom>
          <a:noFill/>
        </p:spPr>
        <p:txBody>
          <a:bodyPr wrap="square">
            <a:spAutoFit/>
          </a:bodyPr>
          <a:lstStyle/>
          <a:p>
            <a:pPr>
              <a:lnSpc>
                <a:spcPct val="150000"/>
              </a:lnSpc>
            </a:pPr>
            <a:r>
              <a:rPr kumimoji="1" lang="zh-CN" altLang="en-US" i="0" dirty="0">
                <a:solidFill>
                  <a:srgbClr val="FF0000"/>
                </a:solidFill>
                <a:latin typeface="+mn-lt"/>
                <a:ea typeface="黑体" panose="02010609060101010101" pitchFamily="49" charset="-122"/>
              </a:rPr>
              <a:t>可以发现：</a:t>
            </a:r>
            <a:r>
              <a:rPr kumimoji="1" lang="zh-CN" altLang="en-US" i="0" dirty="0">
                <a:solidFill>
                  <a:schemeClr val="tx1"/>
                </a:solidFill>
                <a:latin typeface="+mn-lt"/>
                <a:ea typeface="黑体" panose="02010609060101010101" pitchFamily="49" charset="-122"/>
              </a:rPr>
              <a:t>在</a:t>
            </a:r>
            <a:r>
              <a:rPr kumimoji="1" lang="zh-CN" altLang="en-US" i="0" dirty="0">
                <a:latin typeface="+mn-lt"/>
                <a:ea typeface="黑体" panose="02010609060101010101" pitchFamily="49" charset="-122"/>
              </a:rPr>
              <a:t>集中力</a:t>
            </a:r>
            <a:r>
              <a:rPr kumimoji="1" lang="zh-CN" altLang="en-US" i="0" dirty="0">
                <a:solidFill>
                  <a:schemeClr val="tx1"/>
                </a:solidFill>
                <a:latin typeface="+mn-lt"/>
                <a:ea typeface="黑体" panose="02010609060101010101" pitchFamily="49" charset="-122"/>
              </a:rPr>
              <a:t>作用处，左右截面上</a:t>
            </a:r>
            <a:r>
              <a:rPr kumimoji="1" lang="zh-CN" altLang="en-US" i="0" dirty="0">
                <a:latin typeface="+mn-lt"/>
                <a:ea typeface="黑体" panose="02010609060101010101" pitchFamily="49" charset="-122"/>
              </a:rPr>
              <a:t>剪力发生突变，突变值</a:t>
            </a:r>
            <a:r>
              <a:rPr kumimoji="1" lang="zh-CN" altLang="en-US" i="0" dirty="0">
                <a:solidFill>
                  <a:schemeClr val="tx1"/>
                </a:solidFill>
                <a:latin typeface="+mn-lt"/>
                <a:ea typeface="黑体" panose="02010609060101010101" pitchFamily="49" charset="-122"/>
              </a:rPr>
              <a:t>为该</a:t>
            </a:r>
            <a:r>
              <a:rPr kumimoji="1" lang="zh-CN" altLang="en-US" i="0" dirty="0">
                <a:latin typeface="+mn-lt"/>
                <a:ea typeface="黑体" panose="02010609060101010101" pitchFamily="49" charset="-122"/>
              </a:rPr>
              <a:t>集中力的大小</a:t>
            </a:r>
            <a:r>
              <a:rPr kumimoji="1" lang="zh-CN" altLang="en-US" i="0" dirty="0">
                <a:solidFill>
                  <a:schemeClr val="tx1"/>
                </a:solidFill>
                <a:latin typeface="+mn-lt"/>
                <a:ea typeface="黑体" panose="02010609060101010101" pitchFamily="49" charset="-122"/>
              </a:rPr>
              <a:t>；而弯矩保持不变。</a:t>
            </a:r>
          </a:p>
        </p:txBody>
      </p:sp>
    </p:spTree>
    <p:extLst>
      <p:ext uri="{BB962C8B-B14F-4D97-AF65-F5344CB8AC3E}">
        <p14:creationId xmlns:p14="http://schemas.microsoft.com/office/powerpoint/2010/main" val="2356339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6" grpId="0"/>
      <p:bldP spid="94" grpId="0" animBg="1"/>
      <p:bldP spid="164" grpId="0"/>
      <p:bldP spid="16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377756" y="1435057"/>
            <a:ext cx="4680520" cy="4829869"/>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3727935" y="881059"/>
            <a:ext cx="5955476"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弯矩、剪力与荷载集度之间的关系</a:t>
            </a:r>
          </a:p>
        </p:txBody>
      </p:sp>
      <p:sp>
        <p:nvSpPr>
          <p:cNvPr id="15" name="Text Box 1032"/>
          <p:cNvSpPr txBox="1">
            <a:spLocks noChangeArrowheads="1"/>
          </p:cNvSpPr>
          <p:nvPr/>
        </p:nvSpPr>
        <p:spPr bwMode="auto">
          <a:xfrm>
            <a:off x="436926" y="1393509"/>
            <a:ext cx="6693845" cy="486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j-lt"/>
                <a:ea typeface="微软雅黑" panose="020B0503020204020204" pitchFamily="34" charset="-122"/>
              </a:rPr>
              <a:t>研究表明，梁上截面上的弯矩、剪力和作用于该截面处的载荷集度之间存在一定的关系。设梁上作用着任意载荷，坐标原点选在梁的左端截面形心（即支座</a:t>
            </a:r>
            <a:r>
              <a:rPr kumimoji="1" lang="en-US" altLang="zh-CN" sz="2800" b="0" dirty="0">
                <a:latin typeface="+mj-lt"/>
                <a:ea typeface="微软雅黑" panose="020B0503020204020204" pitchFamily="34" charset="-122"/>
              </a:rPr>
              <a:t>A</a:t>
            </a:r>
            <a:r>
              <a:rPr kumimoji="1" lang="zh-CN" altLang="en-US" sz="2800" i="0" dirty="0">
                <a:latin typeface="+mj-lt"/>
                <a:ea typeface="微软雅黑" panose="020B0503020204020204" pitchFamily="34" charset="-122"/>
              </a:rPr>
              <a:t>处），</a:t>
            </a:r>
            <a:r>
              <a:rPr kumimoji="1" lang="en-US" altLang="zh-CN" sz="2800" b="0" dirty="0">
                <a:latin typeface="+mj-lt"/>
                <a:ea typeface="微软雅黑" panose="020B0503020204020204" pitchFamily="34" charset="-122"/>
              </a:rPr>
              <a:t>x </a:t>
            </a:r>
            <a:r>
              <a:rPr kumimoji="1" lang="zh-CN" altLang="en-US" sz="2800" i="0" dirty="0">
                <a:latin typeface="+mj-lt"/>
                <a:ea typeface="微软雅黑" panose="020B0503020204020204" pitchFamily="34" charset="-122"/>
              </a:rPr>
              <a:t>轴向右为正，分布载荷以向上为正 。</a:t>
            </a:r>
            <a:endParaRPr kumimoji="1" lang="en-US" altLang="zh-CN" sz="2800" i="0" dirty="0">
              <a:latin typeface="+mj-lt"/>
              <a:ea typeface="微软雅黑" panose="020B0503020204020204" pitchFamily="34" charset="-122"/>
            </a:endParaRPr>
          </a:p>
          <a:p>
            <a:pPr lvl="0">
              <a:lnSpc>
                <a:spcPct val="130000"/>
              </a:lnSpc>
            </a:pPr>
            <a:r>
              <a:rPr kumimoji="1" lang="zh-CN" altLang="en-US" sz="2800" i="0" dirty="0">
                <a:ea typeface="微软雅黑" panose="020B0503020204020204" pitchFamily="34" charset="-122"/>
              </a:rPr>
              <a:t>从</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截面处截取微段</a:t>
            </a:r>
            <a:r>
              <a:rPr kumimoji="1" lang="en-US" altLang="zh-CN" sz="2800" b="0" i="0" dirty="0">
                <a:ea typeface="微软雅黑" panose="020B0503020204020204" pitchFamily="34" charset="-122"/>
              </a:rPr>
              <a:t>d</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进行分析。</a:t>
            </a:r>
            <a:r>
              <a:rPr kumimoji="1" lang="en-US" altLang="zh-CN" sz="2800" b="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在</a:t>
            </a:r>
            <a:r>
              <a:rPr kumimoji="1" lang="en-US" altLang="zh-CN" sz="2800" b="0" i="0" dirty="0">
                <a:ea typeface="微软雅黑" panose="020B0503020204020204" pitchFamily="34" charset="-122"/>
              </a:rPr>
              <a:t>d</a:t>
            </a:r>
            <a:r>
              <a:rPr kumimoji="1" lang="en-US" altLang="zh-CN" sz="2800" b="0" dirty="0">
                <a:ea typeface="微软雅黑" panose="020B0503020204020204" pitchFamily="34" charset="-122"/>
              </a:rPr>
              <a:t>x</a:t>
            </a:r>
            <a:r>
              <a:rPr kumimoji="1" lang="zh-CN" altLang="en-US" sz="2800" i="0" dirty="0">
                <a:ea typeface="微软雅黑" panose="020B0503020204020204" pitchFamily="34" charset="-122"/>
              </a:rPr>
              <a:t>微段上可看成均布的；左截面上作用有剪力</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和弯矩</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，右截面上作用有剪力</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en-US" altLang="zh-CN" sz="2800" b="0" i="0" dirty="0" err="1">
                <a:ea typeface="微软雅黑" panose="020B0503020204020204" pitchFamily="34" charset="-122"/>
              </a:rPr>
              <a:t>d</a:t>
            </a:r>
            <a:r>
              <a:rPr kumimoji="1" lang="en-US" altLang="zh-CN" sz="2800" b="0" dirty="0" err="1">
                <a:ea typeface="微软雅黑" panose="020B0503020204020204" pitchFamily="34" charset="-122"/>
              </a:rPr>
              <a:t>F</a:t>
            </a:r>
            <a:r>
              <a:rPr kumimoji="1" lang="en-US" altLang="zh-CN" sz="2800" b="0" i="0" baseline="-25000" dirty="0" err="1">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和弯矩</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en-US" altLang="zh-CN" sz="2800" b="0" i="0" dirty="0" err="1">
                <a:ea typeface="微软雅黑" panose="020B0503020204020204" pitchFamily="34" charset="-122"/>
              </a:rPr>
              <a:t>d</a:t>
            </a:r>
            <a:r>
              <a:rPr kumimoji="1" lang="en-US" altLang="zh-CN" sz="2800" b="0" dirty="0" err="1">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a:t>
            </a:r>
            <a:endParaRPr lang="zh-CN" altLang="en-US" sz="2800" i="0" dirty="0">
              <a:latin typeface="+mj-lt"/>
              <a:ea typeface="微软雅黑" panose="020B0503020204020204" pitchFamily="34" charset="-122"/>
            </a:endParaRPr>
          </a:p>
        </p:txBody>
      </p:sp>
      <p:sp>
        <p:nvSpPr>
          <p:cNvPr id="48" name="Text Box 4">
            <a:extLst>
              <a:ext uri="{FF2B5EF4-FFF2-40B4-BE49-F238E27FC236}">
                <a16:creationId xmlns:a16="http://schemas.microsoft.com/office/drawing/2014/main" id="{CB050D47-D455-D11B-73CA-B8FDE70B6077}"/>
              </a:ext>
            </a:extLst>
          </p:cNvPr>
          <p:cNvSpPr txBox="1">
            <a:spLocks noChangeAspect="1" noChangeArrowheads="1"/>
          </p:cNvSpPr>
          <p:nvPr/>
        </p:nvSpPr>
        <p:spPr bwMode="auto">
          <a:xfrm flipH="1">
            <a:off x="8966175" y="290337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ea typeface="宋体" panose="02010600030101010101" pitchFamily="2" charset="-122"/>
              </a:rPr>
              <a:t>d</a:t>
            </a:r>
            <a:r>
              <a:rPr lang="en-US" altLang="zh-CN" b="0" i="1" dirty="0">
                <a:ea typeface="宋体" panose="02010600030101010101" pitchFamily="2" charset="-122"/>
              </a:rPr>
              <a:t>x</a:t>
            </a:r>
          </a:p>
        </p:txBody>
      </p:sp>
      <p:grpSp>
        <p:nvGrpSpPr>
          <p:cNvPr id="49" name="Group 5">
            <a:extLst>
              <a:ext uri="{FF2B5EF4-FFF2-40B4-BE49-F238E27FC236}">
                <a16:creationId xmlns:a16="http://schemas.microsoft.com/office/drawing/2014/main" id="{9F3C5067-2DFA-A3A5-1722-8027DE467FBA}"/>
              </a:ext>
            </a:extLst>
          </p:cNvPr>
          <p:cNvGrpSpPr>
            <a:grpSpLocks/>
          </p:cNvGrpSpPr>
          <p:nvPr/>
        </p:nvGrpSpPr>
        <p:grpSpPr bwMode="auto">
          <a:xfrm>
            <a:off x="9088412" y="3158965"/>
            <a:ext cx="365125" cy="233363"/>
            <a:chOff x="1278" y="3602"/>
            <a:chExt cx="230" cy="147"/>
          </a:xfrm>
        </p:grpSpPr>
        <p:sp>
          <p:nvSpPr>
            <p:cNvPr id="50" name="Line 6">
              <a:extLst>
                <a:ext uri="{FF2B5EF4-FFF2-40B4-BE49-F238E27FC236}">
                  <a16:creationId xmlns:a16="http://schemas.microsoft.com/office/drawing/2014/main" id="{FE378CB5-943D-9B3A-7A91-0D01E26A3531}"/>
                </a:ext>
              </a:extLst>
            </p:cNvPr>
            <p:cNvSpPr>
              <a:spLocks noChangeAspect="1" noChangeShapeType="1"/>
            </p:cNvSpPr>
            <p:nvPr/>
          </p:nvSpPr>
          <p:spPr bwMode="auto">
            <a:xfrm flipH="1">
              <a:off x="1508" y="3602"/>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7">
              <a:extLst>
                <a:ext uri="{FF2B5EF4-FFF2-40B4-BE49-F238E27FC236}">
                  <a16:creationId xmlns:a16="http://schemas.microsoft.com/office/drawing/2014/main" id="{D29F19B6-EF18-23C3-DBEA-6953C9A00F99}"/>
                </a:ext>
              </a:extLst>
            </p:cNvPr>
            <p:cNvSpPr>
              <a:spLocks noChangeAspect="1" noChangeShapeType="1"/>
            </p:cNvSpPr>
            <p:nvPr/>
          </p:nvSpPr>
          <p:spPr bwMode="auto">
            <a:xfrm flipH="1">
              <a:off x="1278" y="3691"/>
              <a:ext cx="221"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2" name="Group 8">
            <a:extLst>
              <a:ext uri="{FF2B5EF4-FFF2-40B4-BE49-F238E27FC236}">
                <a16:creationId xmlns:a16="http://schemas.microsoft.com/office/drawing/2014/main" id="{52CD634A-5FE1-F3EE-01D7-01CB05CD22DA}"/>
              </a:ext>
            </a:extLst>
          </p:cNvPr>
          <p:cNvGrpSpPr>
            <a:grpSpLocks/>
          </p:cNvGrpSpPr>
          <p:nvPr/>
        </p:nvGrpSpPr>
        <p:grpSpPr bwMode="auto">
          <a:xfrm>
            <a:off x="7896200" y="1341278"/>
            <a:ext cx="3884612" cy="2425700"/>
            <a:chOff x="527" y="2457"/>
            <a:chExt cx="2447" cy="1528"/>
          </a:xfrm>
        </p:grpSpPr>
        <p:grpSp>
          <p:nvGrpSpPr>
            <p:cNvPr id="54" name="Group 9">
              <a:extLst>
                <a:ext uri="{FF2B5EF4-FFF2-40B4-BE49-F238E27FC236}">
                  <a16:creationId xmlns:a16="http://schemas.microsoft.com/office/drawing/2014/main" id="{D38BD220-555E-A61A-6DC3-CDA0D52B230A}"/>
                </a:ext>
              </a:extLst>
            </p:cNvPr>
            <p:cNvGrpSpPr>
              <a:grpSpLocks/>
            </p:cNvGrpSpPr>
            <p:nvPr/>
          </p:nvGrpSpPr>
          <p:grpSpPr bwMode="auto">
            <a:xfrm>
              <a:off x="883" y="2565"/>
              <a:ext cx="722" cy="650"/>
              <a:chOff x="1032" y="2321"/>
              <a:chExt cx="722" cy="650"/>
            </a:xfrm>
          </p:grpSpPr>
          <p:sp>
            <p:nvSpPr>
              <p:cNvPr id="220" name="Text Box 10">
                <a:extLst>
                  <a:ext uri="{FF2B5EF4-FFF2-40B4-BE49-F238E27FC236}">
                    <a16:creationId xmlns:a16="http://schemas.microsoft.com/office/drawing/2014/main" id="{CB46CA78-1BCD-5EF9-8118-2140DD0F1F8E}"/>
                  </a:ext>
                </a:extLst>
              </p:cNvPr>
              <p:cNvSpPr txBox="1">
                <a:spLocks noChangeAspect="1" noChangeArrowheads="1"/>
              </p:cNvSpPr>
              <p:nvPr/>
            </p:nvSpPr>
            <p:spPr bwMode="auto">
              <a:xfrm>
                <a:off x="1192" y="2321"/>
                <a:ext cx="55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sp>
            <p:nvSpPr>
              <p:cNvPr id="221" name="Line 11">
                <a:extLst>
                  <a:ext uri="{FF2B5EF4-FFF2-40B4-BE49-F238E27FC236}">
                    <a16:creationId xmlns:a16="http://schemas.microsoft.com/office/drawing/2014/main" id="{C6494C4B-D87F-C4CB-F37C-749A153B1FA5}"/>
                  </a:ext>
                </a:extLst>
              </p:cNvPr>
              <p:cNvSpPr>
                <a:spLocks noChangeAspect="1" noChangeShapeType="1"/>
              </p:cNvSpPr>
              <p:nvPr/>
            </p:nvSpPr>
            <p:spPr bwMode="auto">
              <a:xfrm flipV="1">
                <a:off x="1508" y="2659"/>
                <a:ext cx="0" cy="301"/>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2" name="Line 12">
                <a:extLst>
                  <a:ext uri="{FF2B5EF4-FFF2-40B4-BE49-F238E27FC236}">
                    <a16:creationId xmlns:a16="http://schemas.microsoft.com/office/drawing/2014/main" id="{9F468FF9-F334-3052-049D-FE659E8A7256}"/>
                  </a:ext>
                </a:extLst>
              </p:cNvPr>
              <p:cNvSpPr>
                <a:spLocks noChangeAspect="1" noChangeShapeType="1"/>
              </p:cNvSpPr>
              <p:nvPr/>
            </p:nvSpPr>
            <p:spPr bwMode="auto">
              <a:xfrm flipV="1">
                <a:off x="1628" y="2594"/>
                <a:ext cx="0" cy="3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3" name="Line 13">
                <a:extLst>
                  <a:ext uri="{FF2B5EF4-FFF2-40B4-BE49-F238E27FC236}">
                    <a16:creationId xmlns:a16="http://schemas.microsoft.com/office/drawing/2014/main" id="{4454FECC-9176-E900-37E6-07A63A8B13CF}"/>
                  </a:ext>
                </a:extLst>
              </p:cNvPr>
              <p:cNvSpPr>
                <a:spLocks noChangeAspect="1" noChangeShapeType="1"/>
              </p:cNvSpPr>
              <p:nvPr/>
            </p:nvSpPr>
            <p:spPr bwMode="auto">
              <a:xfrm flipV="1">
                <a:off x="1747" y="2629"/>
                <a:ext cx="0" cy="33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4" name="Line 14">
                <a:extLst>
                  <a:ext uri="{FF2B5EF4-FFF2-40B4-BE49-F238E27FC236}">
                    <a16:creationId xmlns:a16="http://schemas.microsoft.com/office/drawing/2014/main" id="{408F0D53-F675-084E-B671-0B35EAFEED15}"/>
                  </a:ext>
                </a:extLst>
              </p:cNvPr>
              <p:cNvSpPr>
                <a:spLocks noChangeAspect="1" noChangeShapeType="1"/>
              </p:cNvSpPr>
              <p:nvPr/>
            </p:nvSpPr>
            <p:spPr bwMode="auto">
              <a:xfrm flipV="1">
                <a:off x="1032" y="2733"/>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5" name="Line 15">
                <a:extLst>
                  <a:ext uri="{FF2B5EF4-FFF2-40B4-BE49-F238E27FC236}">
                    <a16:creationId xmlns:a16="http://schemas.microsoft.com/office/drawing/2014/main" id="{4109BECE-F79B-0316-605A-BB5722C1F2F5}"/>
                  </a:ext>
                </a:extLst>
              </p:cNvPr>
              <p:cNvSpPr>
                <a:spLocks noChangeAspect="1" noChangeShapeType="1"/>
              </p:cNvSpPr>
              <p:nvPr/>
            </p:nvSpPr>
            <p:spPr bwMode="auto">
              <a:xfrm flipV="1">
                <a:off x="1152" y="2664"/>
                <a:ext cx="0" cy="29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6" name="Line 16">
                <a:extLst>
                  <a:ext uri="{FF2B5EF4-FFF2-40B4-BE49-F238E27FC236}">
                    <a16:creationId xmlns:a16="http://schemas.microsoft.com/office/drawing/2014/main" id="{949BF14A-DDBD-2E11-4528-D14BF138F25C}"/>
                  </a:ext>
                </a:extLst>
              </p:cNvPr>
              <p:cNvSpPr>
                <a:spLocks noChangeAspect="1" noChangeShapeType="1"/>
              </p:cNvSpPr>
              <p:nvPr/>
            </p:nvSpPr>
            <p:spPr bwMode="auto">
              <a:xfrm flipV="1">
                <a:off x="1273" y="2647"/>
                <a:ext cx="0" cy="31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7" name="Line 17">
                <a:extLst>
                  <a:ext uri="{FF2B5EF4-FFF2-40B4-BE49-F238E27FC236}">
                    <a16:creationId xmlns:a16="http://schemas.microsoft.com/office/drawing/2014/main" id="{CA5659C9-5E9F-38C0-CF47-132C8182447B}"/>
                  </a:ext>
                </a:extLst>
              </p:cNvPr>
              <p:cNvSpPr>
                <a:spLocks noChangeAspect="1" noChangeShapeType="1"/>
              </p:cNvSpPr>
              <p:nvPr/>
            </p:nvSpPr>
            <p:spPr bwMode="auto">
              <a:xfrm flipV="1">
                <a:off x="1393" y="2699"/>
                <a:ext cx="1" cy="2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8" name="Freeform 18">
                <a:extLst>
                  <a:ext uri="{FF2B5EF4-FFF2-40B4-BE49-F238E27FC236}">
                    <a16:creationId xmlns:a16="http://schemas.microsoft.com/office/drawing/2014/main" id="{082CE94A-DC75-534B-1C67-B698E253230B}"/>
                  </a:ext>
                </a:extLst>
              </p:cNvPr>
              <p:cNvSpPr>
                <a:spLocks/>
              </p:cNvSpPr>
              <p:nvPr/>
            </p:nvSpPr>
            <p:spPr bwMode="auto">
              <a:xfrm>
                <a:off x="1032" y="2597"/>
                <a:ext cx="722" cy="137"/>
              </a:xfrm>
              <a:custGeom>
                <a:avLst/>
                <a:gdLst>
                  <a:gd name="T0" fmla="*/ 0 w 722"/>
                  <a:gd name="T1" fmla="*/ 137 h 137"/>
                  <a:gd name="T2" fmla="*/ 189 w 722"/>
                  <a:gd name="T3" fmla="*/ 59 h 137"/>
                  <a:gd name="T4" fmla="*/ 369 w 722"/>
                  <a:gd name="T5" fmla="*/ 102 h 137"/>
                  <a:gd name="T6" fmla="*/ 601 w 722"/>
                  <a:gd name="T7" fmla="*/ 8 h 137"/>
                  <a:gd name="T8" fmla="*/ 722 w 722"/>
                  <a:gd name="T9" fmla="*/ 51 h 137"/>
                  <a:gd name="T10" fmla="*/ 0 60000 65536"/>
                  <a:gd name="T11" fmla="*/ 0 60000 65536"/>
                  <a:gd name="T12" fmla="*/ 0 60000 65536"/>
                  <a:gd name="T13" fmla="*/ 0 60000 65536"/>
                  <a:gd name="T14" fmla="*/ 0 60000 65536"/>
                  <a:gd name="T15" fmla="*/ 0 w 722"/>
                  <a:gd name="T16" fmla="*/ 0 h 137"/>
                  <a:gd name="T17" fmla="*/ 722 w 722"/>
                  <a:gd name="T18" fmla="*/ 137 h 137"/>
                </a:gdLst>
                <a:ahLst/>
                <a:cxnLst>
                  <a:cxn ang="T10">
                    <a:pos x="T0" y="T1"/>
                  </a:cxn>
                  <a:cxn ang="T11">
                    <a:pos x="T2" y="T3"/>
                  </a:cxn>
                  <a:cxn ang="T12">
                    <a:pos x="T4" y="T5"/>
                  </a:cxn>
                  <a:cxn ang="T13">
                    <a:pos x="T6" y="T7"/>
                  </a:cxn>
                  <a:cxn ang="T14">
                    <a:pos x="T8" y="T9"/>
                  </a:cxn>
                </a:cxnLst>
                <a:rect l="T15" t="T16" r="T17" b="T18"/>
                <a:pathLst>
                  <a:path w="722" h="137">
                    <a:moveTo>
                      <a:pt x="0" y="137"/>
                    </a:moveTo>
                    <a:cubicBezTo>
                      <a:pt x="64" y="101"/>
                      <a:pt x="128" y="65"/>
                      <a:pt x="189" y="59"/>
                    </a:cubicBezTo>
                    <a:cubicBezTo>
                      <a:pt x="250" y="53"/>
                      <a:pt x="300" y="110"/>
                      <a:pt x="369" y="102"/>
                    </a:cubicBezTo>
                    <a:cubicBezTo>
                      <a:pt x="438" y="94"/>
                      <a:pt x="542" y="16"/>
                      <a:pt x="601" y="8"/>
                    </a:cubicBezTo>
                    <a:cubicBezTo>
                      <a:pt x="660" y="0"/>
                      <a:pt x="703" y="44"/>
                      <a:pt x="722" y="51"/>
                    </a:cubicBezTo>
                  </a:path>
                </a:pathLst>
              </a:custGeom>
              <a:noFill/>
              <a:ln w="952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 name="Text Box 19">
              <a:extLst>
                <a:ext uri="{FF2B5EF4-FFF2-40B4-BE49-F238E27FC236}">
                  <a16:creationId xmlns:a16="http://schemas.microsoft.com/office/drawing/2014/main" id="{C8B14173-1E69-681F-C738-E465DF41A477}"/>
                </a:ext>
              </a:extLst>
            </p:cNvPr>
            <p:cNvSpPr txBox="1">
              <a:spLocks noChangeAspect="1" noChangeArrowheads="1"/>
            </p:cNvSpPr>
            <p:nvPr/>
          </p:nvSpPr>
          <p:spPr bwMode="auto">
            <a:xfrm flipH="1">
              <a:off x="1476" y="361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ea typeface="宋体" panose="02010600030101010101" pitchFamily="2" charset="-122"/>
                </a:rPr>
                <a:t>l</a:t>
              </a:r>
            </a:p>
          </p:txBody>
        </p:sp>
        <p:sp>
          <p:nvSpPr>
            <p:cNvPr id="56" name="Text Box 20">
              <a:extLst>
                <a:ext uri="{FF2B5EF4-FFF2-40B4-BE49-F238E27FC236}">
                  <a16:creationId xmlns:a16="http://schemas.microsoft.com/office/drawing/2014/main" id="{B46BD4C4-0C24-E21C-ED9D-1A1E9DEE59B5}"/>
                </a:ext>
              </a:extLst>
            </p:cNvPr>
            <p:cNvSpPr txBox="1">
              <a:spLocks noChangeAspect="1" noChangeArrowheads="1"/>
            </p:cNvSpPr>
            <p:nvPr/>
          </p:nvSpPr>
          <p:spPr bwMode="auto">
            <a:xfrm>
              <a:off x="527" y="306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A</a:t>
              </a:r>
            </a:p>
          </p:txBody>
        </p:sp>
        <p:sp>
          <p:nvSpPr>
            <p:cNvPr id="57" name="Text Box 21">
              <a:extLst>
                <a:ext uri="{FF2B5EF4-FFF2-40B4-BE49-F238E27FC236}">
                  <a16:creationId xmlns:a16="http://schemas.microsoft.com/office/drawing/2014/main" id="{34234455-E77B-AF83-87FE-4C350D2A6341}"/>
                </a:ext>
              </a:extLst>
            </p:cNvPr>
            <p:cNvSpPr txBox="1">
              <a:spLocks noChangeAspect="1" noChangeArrowheads="1"/>
            </p:cNvSpPr>
            <p:nvPr/>
          </p:nvSpPr>
          <p:spPr bwMode="auto">
            <a:xfrm>
              <a:off x="2411" y="3088"/>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B</a:t>
              </a:r>
              <a:r>
                <a:rPr lang="en-US" altLang="zh-CN" i="1" dirty="0">
                  <a:ea typeface="宋体" panose="02010600030101010101" pitchFamily="2" charset="-122"/>
                </a:rPr>
                <a:t>   </a:t>
              </a:r>
            </a:p>
          </p:txBody>
        </p:sp>
        <p:sp>
          <p:nvSpPr>
            <p:cNvPr id="58" name="Line 22">
              <a:extLst>
                <a:ext uri="{FF2B5EF4-FFF2-40B4-BE49-F238E27FC236}">
                  <a16:creationId xmlns:a16="http://schemas.microsoft.com/office/drawing/2014/main" id="{2015F06F-D8B0-A391-70B7-11106CC1656F}"/>
                </a:ext>
              </a:extLst>
            </p:cNvPr>
            <p:cNvSpPr>
              <a:spLocks noChangeAspect="1" noChangeShapeType="1"/>
            </p:cNvSpPr>
            <p:nvPr/>
          </p:nvSpPr>
          <p:spPr bwMode="auto">
            <a:xfrm flipH="1">
              <a:off x="763" y="3581"/>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3">
              <a:extLst>
                <a:ext uri="{FF2B5EF4-FFF2-40B4-BE49-F238E27FC236}">
                  <a16:creationId xmlns:a16="http://schemas.microsoft.com/office/drawing/2014/main" id="{BFE08FDC-5531-F3DD-94CD-4456597D7A52}"/>
                </a:ext>
              </a:extLst>
            </p:cNvPr>
            <p:cNvSpPr>
              <a:spLocks noChangeAspect="1" noChangeShapeType="1"/>
            </p:cNvSpPr>
            <p:nvPr/>
          </p:nvSpPr>
          <p:spPr bwMode="auto">
            <a:xfrm flipH="1">
              <a:off x="763" y="3872"/>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60" name="Line 24">
              <a:extLst>
                <a:ext uri="{FF2B5EF4-FFF2-40B4-BE49-F238E27FC236}">
                  <a16:creationId xmlns:a16="http://schemas.microsoft.com/office/drawing/2014/main" id="{395CDC66-D172-6CE4-8627-3F9D460D84AE}"/>
                </a:ext>
              </a:extLst>
            </p:cNvPr>
            <p:cNvSpPr>
              <a:spLocks noChangeAspect="1" noChangeShapeType="1"/>
            </p:cNvSpPr>
            <p:nvPr/>
          </p:nvSpPr>
          <p:spPr bwMode="auto">
            <a:xfrm flipH="1">
              <a:off x="2428" y="3614"/>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Freeform 25">
              <a:extLst>
                <a:ext uri="{FF2B5EF4-FFF2-40B4-BE49-F238E27FC236}">
                  <a16:creationId xmlns:a16="http://schemas.microsoft.com/office/drawing/2014/main" id="{C683B8AF-D77A-1FBC-F3D6-9CCB379F49F0}"/>
                </a:ext>
              </a:extLst>
            </p:cNvPr>
            <p:cNvSpPr>
              <a:spLocks noChangeAspect="1"/>
            </p:cNvSpPr>
            <p:nvPr/>
          </p:nvSpPr>
          <p:spPr bwMode="auto">
            <a:xfrm>
              <a:off x="786" y="3224"/>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 name="Group 26">
              <a:extLst>
                <a:ext uri="{FF2B5EF4-FFF2-40B4-BE49-F238E27FC236}">
                  <a16:creationId xmlns:a16="http://schemas.microsoft.com/office/drawing/2014/main" id="{455A4AC1-5F2C-B81D-F583-EB09D9190986}"/>
                </a:ext>
              </a:extLst>
            </p:cNvPr>
            <p:cNvGrpSpPr>
              <a:grpSpLocks/>
            </p:cNvGrpSpPr>
            <p:nvPr/>
          </p:nvGrpSpPr>
          <p:grpSpPr bwMode="auto">
            <a:xfrm>
              <a:off x="607" y="3194"/>
              <a:ext cx="313" cy="330"/>
              <a:chOff x="1686" y="3521"/>
              <a:chExt cx="313" cy="330"/>
            </a:xfrm>
          </p:grpSpPr>
          <p:sp>
            <p:nvSpPr>
              <p:cNvPr id="216" name="AutoShape 27">
                <a:extLst>
                  <a:ext uri="{FF2B5EF4-FFF2-40B4-BE49-F238E27FC236}">
                    <a16:creationId xmlns:a16="http://schemas.microsoft.com/office/drawing/2014/main" id="{D6F54226-A1BF-6442-25B3-ED9FA6EF1242}"/>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7" name="Rectangle 28" descr="宽上对角线">
                <a:extLst>
                  <a:ext uri="{FF2B5EF4-FFF2-40B4-BE49-F238E27FC236}">
                    <a16:creationId xmlns:a16="http://schemas.microsoft.com/office/drawing/2014/main" id="{158B5D7E-B421-BE32-AF57-6D8ADF46482A}"/>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8" name="Line 29">
                <a:extLst>
                  <a:ext uri="{FF2B5EF4-FFF2-40B4-BE49-F238E27FC236}">
                    <a16:creationId xmlns:a16="http://schemas.microsoft.com/office/drawing/2014/main" id="{2DDFF42C-714B-0B66-A78A-3755543507EE}"/>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Oval 30">
                <a:extLst>
                  <a:ext uri="{FF2B5EF4-FFF2-40B4-BE49-F238E27FC236}">
                    <a16:creationId xmlns:a16="http://schemas.microsoft.com/office/drawing/2014/main" id="{5D37247E-FE2F-6E1A-7C51-04CDD1B30B10}"/>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grpSp>
          <p:nvGrpSpPr>
            <p:cNvPr id="63" name="Group 31">
              <a:extLst>
                <a:ext uri="{FF2B5EF4-FFF2-40B4-BE49-F238E27FC236}">
                  <a16:creationId xmlns:a16="http://schemas.microsoft.com/office/drawing/2014/main" id="{18BC668D-97C5-5BE2-0036-C103101BFD35}"/>
                </a:ext>
              </a:extLst>
            </p:cNvPr>
            <p:cNvGrpSpPr>
              <a:grpSpLocks/>
            </p:cNvGrpSpPr>
            <p:nvPr/>
          </p:nvGrpSpPr>
          <p:grpSpPr bwMode="auto">
            <a:xfrm>
              <a:off x="2272" y="3193"/>
              <a:ext cx="311" cy="358"/>
              <a:chOff x="3499" y="3511"/>
              <a:chExt cx="311" cy="358"/>
            </a:xfrm>
          </p:grpSpPr>
          <p:sp>
            <p:nvSpPr>
              <p:cNvPr id="211" name="Line 32">
                <a:extLst>
                  <a:ext uri="{FF2B5EF4-FFF2-40B4-BE49-F238E27FC236}">
                    <a16:creationId xmlns:a16="http://schemas.microsoft.com/office/drawing/2014/main" id="{B69F7629-527F-859B-0C5A-DBB56EA0DE89}"/>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Rectangle 33" descr="宽上对角线">
                <a:extLst>
                  <a:ext uri="{FF2B5EF4-FFF2-40B4-BE49-F238E27FC236}">
                    <a16:creationId xmlns:a16="http://schemas.microsoft.com/office/drawing/2014/main" id="{7803131D-9CA3-10F5-AC69-92BB33121B39}"/>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3" name="Line 34">
                <a:extLst>
                  <a:ext uri="{FF2B5EF4-FFF2-40B4-BE49-F238E27FC236}">
                    <a16:creationId xmlns:a16="http://schemas.microsoft.com/office/drawing/2014/main" id="{0837EA39-A02E-5435-90D4-C20FC9A87D1F}"/>
                  </a:ext>
                </a:extLst>
              </p:cNvPr>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Oval 35">
                <a:extLst>
                  <a:ext uri="{FF2B5EF4-FFF2-40B4-BE49-F238E27FC236}">
                    <a16:creationId xmlns:a16="http://schemas.microsoft.com/office/drawing/2014/main" id="{A112812C-9BA0-BA45-05A0-595CCFEF9BB5}"/>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5" name="Oval 36">
                <a:extLst>
                  <a:ext uri="{FF2B5EF4-FFF2-40B4-BE49-F238E27FC236}">
                    <a16:creationId xmlns:a16="http://schemas.microsoft.com/office/drawing/2014/main" id="{12561671-810C-B34F-65C3-BB87C194CE27}"/>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197" name="Text Box 37">
              <a:extLst>
                <a:ext uri="{FF2B5EF4-FFF2-40B4-BE49-F238E27FC236}">
                  <a16:creationId xmlns:a16="http://schemas.microsoft.com/office/drawing/2014/main" id="{95623BF7-B7D8-44F1-DAD6-19C0E151A6E2}"/>
                </a:ext>
              </a:extLst>
            </p:cNvPr>
            <p:cNvSpPr txBox="1">
              <a:spLocks noChangeAspect="1" noChangeArrowheads="1"/>
            </p:cNvSpPr>
            <p:nvPr/>
          </p:nvSpPr>
          <p:spPr bwMode="auto">
            <a:xfrm flipH="1">
              <a:off x="927" y="3447"/>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i="1" dirty="0">
                  <a:ea typeface="宋体" panose="02010600030101010101" pitchFamily="2" charset="-122"/>
                </a:rPr>
                <a:t> </a:t>
              </a:r>
              <a:r>
                <a:rPr lang="en-US" altLang="zh-CN" b="0" i="1" dirty="0">
                  <a:ea typeface="宋体" panose="02010600030101010101" pitchFamily="2" charset="-122"/>
                </a:rPr>
                <a:t>x</a:t>
              </a:r>
            </a:p>
          </p:txBody>
        </p:sp>
        <p:sp>
          <p:nvSpPr>
            <p:cNvPr id="198" name="Line 38">
              <a:extLst>
                <a:ext uri="{FF2B5EF4-FFF2-40B4-BE49-F238E27FC236}">
                  <a16:creationId xmlns:a16="http://schemas.microsoft.com/office/drawing/2014/main" id="{5B58F4BF-F75F-5B33-387C-1459AF44BFF6}"/>
                </a:ext>
              </a:extLst>
            </p:cNvPr>
            <p:cNvSpPr>
              <a:spLocks noChangeAspect="1" noChangeShapeType="1"/>
            </p:cNvSpPr>
            <p:nvPr/>
          </p:nvSpPr>
          <p:spPr bwMode="auto">
            <a:xfrm flipH="1">
              <a:off x="1291" y="36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39">
              <a:extLst>
                <a:ext uri="{FF2B5EF4-FFF2-40B4-BE49-F238E27FC236}">
                  <a16:creationId xmlns:a16="http://schemas.microsoft.com/office/drawing/2014/main" id="{AEDE2ECA-180D-DC18-06C3-8D13734456C7}"/>
                </a:ext>
              </a:extLst>
            </p:cNvPr>
            <p:cNvSpPr>
              <a:spLocks noChangeAspect="1" noChangeShapeType="1"/>
            </p:cNvSpPr>
            <p:nvPr/>
          </p:nvSpPr>
          <p:spPr bwMode="auto">
            <a:xfrm flipH="1">
              <a:off x="747" y="3690"/>
              <a:ext cx="55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0" name="Text Box 40">
              <a:extLst>
                <a:ext uri="{FF2B5EF4-FFF2-40B4-BE49-F238E27FC236}">
                  <a16:creationId xmlns:a16="http://schemas.microsoft.com/office/drawing/2014/main" id="{3870A47A-582A-8E67-576D-1FC8A67D3A2A}"/>
                </a:ext>
              </a:extLst>
            </p:cNvPr>
            <p:cNvSpPr txBox="1">
              <a:spLocks noChangeAspect="1" noChangeArrowheads="1"/>
            </p:cNvSpPr>
            <p:nvPr/>
          </p:nvSpPr>
          <p:spPr bwMode="auto">
            <a:xfrm>
              <a:off x="1851" y="2478"/>
              <a:ext cx="33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i="1" baseline="-25000" dirty="0">
                <a:solidFill>
                  <a:srgbClr val="FF0000"/>
                </a:solidFill>
                <a:ea typeface="宋体" panose="02010600030101010101" pitchFamily="2" charset="-122"/>
              </a:endParaRPr>
            </a:p>
          </p:txBody>
        </p:sp>
        <p:sp>
          <p:nvSpPr>
            <p:cNvPr id="201" name="Line 41">
              <a:extLst>
                <a:ext uri="{FF2B5EF4-FFF2-40B4-BE49-F238E27FC236}">
                  <a16:creationId xmlns:a16="http://schemas.microsoft.com/office/drawing/2014/main" id="{7DCE8A73-DBC2-F641-5E0B-C557CE5AD92C}"/>
                </a:ext>
              </a:extLst>
            </p:cNvPr>
            <p:cNvSpPr>
              <a:spLocks noChangeAspect="1" noChangeShapeType="1"/>
            </p:cNvSpPr>
            <p:nvPr/>
          </p:nvSpPr>
          <p:spPr bwMode="auto">
            <a:xfrm>
              <a:off x="1860" y="2679"/>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02" name="Group 42">
              <a:extLst>
                <a:ext uri="{FF2B5EF4-FFF2-40B4-BE49-F238E27FC236}">
                  <a16:creationId xmlns:a16="http://schemas.microsoft.com/office/drawing/2014/main" id="{AE758F40-8639-3B49-908A-F2D96D1B2048}"/>
                </a:ext>
              </a:extLst>
            </p:cNvPr>
            <p:cNvGrpSpPr>
              <a:grpSpLocks/>
            </p:cNvGrpSpPr>
            <p:nvPr/>
          </p:nvGrpSpPr>
          <p:grpSpPr bwMode="auto">
            <a:xfrm>
              <a:off x="1943" y="2917"/>
              <a:ext cx="320" cy="542"/>
              <a:chOff x="4382" y="268"/>
              <a:chExt cx="320" cy="542"/>
            </a:xfrm>
          </p:grpSpPr>
          <p:sp>
            <p:nvSpPr>
              <p:cNvPr id="208" name="Line 43">
                <a:extLst>
                  <a:ext uri="{FF2B5EF4-FFF2-40B4-BE49-F238E27FC236}">
                    <a16:creationId xmlns:a16="http://schemas.microsoft.com/office/drawing/2014/main" id="{95CAA39C-957F-DEC5-9271-DCA3DC2A976A}"/>
                  </a:ext>
                </a:extLst>
              </p:cNvPr>
              <p:cNvSpPr>
                <a:spLocks noChangeAspect="1" noChangeShapeType="1"/>
              </p:cNvSpPr>
              <p:nvPr/>
            </p:nvSpPr>
            <p:spPr bwMode="auto">
              <a:xfrm>
                <a:off x="4541" y="268"/>
                <a:ext cx="0" cy="54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44">
                <a:extLst>
                  <a:ext uri="{FF2B5EF4-FFF2-40B4-BE49-F238E27FC236}">
                    <a16:creationId xmlns:a16="http://schemas.microsoft.com/office/drawing/2014/main" id="{62C3A60A-1DC2-EF61-B156-4EA0B285FEEB}"/>
                  </a:ext>
                </a:extLst>
              </p:cNvPr>
              <p:cNvSpPr>
                <a:spLocks noChangeAspect="1" noChangeShapeType="1"/>
              </p:cNvSpPr>
              <p:nvPr/>
            </p:nvSpPr>
            <p:spPr bwMode="auto">
              <a:xfrm flipH="1">
                <a:off x="4382" y="271"/>
                <a:ext cx="159"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0" name="Line 45">
                <a:extLst>
                  <a:ext uri="{FF2B5EF4-FFF2-40B4-BE49-F238E27FC236}">
                    <a16:creationId xmlns:a16="http://schemas.microsoft.com/office/drawing/2014/main" id="{6459E89F-CE25-930A-6AE3-C918A59BE619}"/>
                  </a:ext>
                </a:extLst>
              </p:cNvPr>
              <p:cNvSpPr>
                <a:spLocks noChangeAspect="1" noChangeShapeType="1"/>
              </p:cNvSpPr>
              <p:nvPr/>
            </p:nvSpPr>
            <p:spPr bwMode="auto">
              <a:xfrm>
                <a:off x="4541" y="810"/>
                <a:ext cx="161"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203" name="Text Box 46">
              <a:extLst>
                <a:ext uri="{FF2B5EF4-FFF2-40B4-BE49-F238E27FC236}">
                  <a16:creationId xmlns:a16="http://schemas.microsoft.com/office/drawing/2014/main" id="{C9EBB599-5ABA-7644-80EB-4CED56948B2B}"/>
                </a:ext>
              </a:extLst>
            </p:cNvPr>
            <p:cNvSpPr txBox="1">
              <a:spLocks noChangeAspect="1" noChangeArrowheads="1"/>
            </p:cNvSpPr>
            <p:nvPr/>
          </p:nvSpPr>
          <p:spPr bwMode="auto">
            <a:xfrm>
              <a:off x="2000" y="2683"/>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endParaRPr lang="en-US" altLang="zh-CN" b="0" dirty="0">
                <a:solidFill>
                  <a:srgbClr val="FF0000"/>
                </a:solidFill>
                <a:ea typeface="宋体" panose="02010600030101010101" pitchFamily="2" charset="-122"/>
              </a:endParaRPr>
            </a:p>
          </p:txBody>
        </p:sp>
        <p:sp>
          <p:nvSpPr>
            <p:cNvPr id="204" name="Text Box 47">
              <a:extLst>
                <a:ext uri="{FF2B5EF4-FFF2-40B4-BE49-F238E27FC236}">
                  <a16:creationId xmlns:a16="http://schemas.microsoft.com/office/drawing/2014/main" id="{22F2E806-3DDC-89F0-9C2D-B804704B7E59}"/>
                </a:ext>
              </a:extLst>
            </p:cNvPr>
            <p:cNvSpPr txBox="1">
              <a:spLocks noChangeAspect="1" noChangeArrowheads="1"/>
            </p:cNvSpPr>
            <p:nvPr/>
          </p:nvSpPr>
          <p:spPr bwMode="auto">
            <a:xfrm>
              <a:off x="2717" y="3167"/>
              <a:ext cx="20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x</a:t>
              </a:r>
            </a:p>
          </p:txBody>
        </p:sp>
        <p:sp>
          <p:nvSpPr>
            <p:cNvPr id="205" name="Line 48">
              <a:extLst>
                <a:ext uri="{FF2B5EF4-FFF2-40B4-BE49-F238E27FC236}">
                  <a16:creationId xmlns:a16="http://schemas.microsoft.com/office/drawing/2014/main" id="{76B96146-D44D-096D-0693-A20FD3B9A551}"/>
                </a:ext>
              </a:extLst>
            </p:cNvPr>
            <p:cNvSpPr>
              <a:spLocks noChangeAspect="1" noChangeShapeType="1"/>
            </p:cNvSpPr>
            <p:nvPr/>
          </p:nvSpPr>
          <p:spPr bwMode="auto">
            <a:xfrm>
              <a:off x="2609" y="3221"/>
              <a:ext cx="365" cy="0"/>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6" name="Line 49">
              <a:extLst>
                <a:ext uri="{FF2B5EF4-FFF2-40B4-BE49-F238E27FC236}">
                  <a16:creationId xmlns:a16="http://schemas.microsoft.com/office/drawing/2014/main" id="{1A2BBF4A-6EBD-0EC1-0FE6-5FC0100F6F0B}"/>
                </a:ext>
              </a:extLst>
            </p:cNvPr>
            <p:cNvSpPr>
              <a:spLocks noChangeAspect="1" noChangeShapeType="1"/>
            </p:cNvSpPr>
            <p:nvPr/>
          </p:nvSpPr>
          <p:spPr bwMode="auto">
            <a:xfrm flipV="1">
              <a:off x="751" y="2574"/>
              <a:ext cx="0" cy="624"/>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7" name="Text Box 50">
              <a:extLst>
                <a:ext uri="{FF2B5EF4-FFF2-40B4-BE49-F238E27FC236}">
                  <a16:creationId xmlns:a16="http://schemas.microsoft.com/office/drawing/2014/main" id="{4E08F2CD-F9CA-1B7A-452A-0E37136E5FC8}"/>
                </a:ext>
              </a:extLst>
            </p:cNvPr>
            <p:cNvSpPr txBox="1">
              <a:spLocks noChangeAspect="1" noChangeArrowheads="1"/>
            </p:cNvSpPr>
            <p:nvPr/>
          </p:nvSpPr>
          <p:spPr bwMode="auto">
            <a:xfrm>
              <a:off x="774" y="2457"/>
              <a:ext cx="24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y</a:t>
              </a:r>
            </a:p>
          </p:txBody>
        </p:sp>
      </p:grpSp>
      <p:sp>
        <p:nvSpPr>
          <p:cNvPr id="229" name="Rectangle 72">
            <a:extLst>
              <a:ext uri="{FF2B5EF4-FFF2-40B4-BE49-F238E27FC236}">
                <a16:creationId xmlns:a16="http://schemas.microsoft.com/office/drawing/2014/main" id="{82A672B8-0CE8-FB60-745E-4DDF46F8C9C3}"/>
              </a:ext>
            </a:extLst>
          </p:cNvPr>
          <p:cNvSpPr>
            <a:spLocks noChangeArrowheads="1"/>
          </p:cNvSpPr>
          <p:nvPr/>
        </p:nvSpPr>
        <p:spPr bwMode="auto">
          <a:xfrm>
            <a:off x="9161437" y="2493803"/>
            <a:ext cx="241300" cy="125412"/>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nvGrpSpPr>
          <p:cNvPr id="230" name="Group 51">
            <a:extLst>
              <a:ext uri="{FF2B5EF4-FFF2-40B4-BE49-F238E27FC236}">
                <a16:creationId xmlns:a16="http://schemas.microsoft.com/office/drawing/2014/main" id="{E2BEB870-AFC6-EE3B-7795-7E296F24BB6D}"/>
              </a:ext>
            </a:extLst>
          </p:cNvPr>
          <p:cNvGrpSpPr>
            <a:grpSpLocks/>
          </p:cNvGrpSpPr>
          <p:nvPr/>
        </p:nvGrpSpPr>
        <p:grpSpPr bwMode="auto">
          <a:xfrm>
            <a:off x="9143975" y="3582050"/>
            <a:ext cx="904875" cy="2682875"/>
            <a:chOff x="4015" y="2341"/>
            <a:chExt cx="570" cy="1690"/>
          </a:xfrm>
        </p:grpSpPr>
        <p:sp>
          <p:nvSpPr>
            <p:cNvPr id="231" name="Text Box 52">
              <a:extLst>
                <a:ext uri="{FF2B5EF4-FFF2-40B4-BE49-F238E27FC236}">
                  <a16:creationId xmlns:a16="http://schemas.microsoft.com/office/drawing/2014/main" id="{8D7425F8-9925-EE22-2BF2-267138540A3D}"/>
                </a:ext>
              </a:extLst>
            </p:cNvPr>
            <p:cNvSpPr txBox="1">
              <a:spLocks noChangeAspect="1" noChangeArrowheads="1"/>
            </p:cNvSpPr>
            <p:nvPr/>
          </p:nvSpPr>
          <p:spPr bwMode="auto">
            <a:xfrm flipH="1">
              <a:off x="4015" y="3696"/>
              <a:ext cx="57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t>d</a:t>
              </a:r>
              <a:r>
                <a:rPr lang="en-US" altLang="zh-CN" b="0" dirty="0"/>
                <a:t>x</a:t>
              </a:r>
            </a:p>
          </p:txBody>
        </p:sp>
        <p:sp>
          <p:nvSpPr>
            <p:cNvPr id="232" name="Line 53">
              <a:extLst>
                <a:ext uri="{FF2B5EF4-FFF2-40B4-BE49-F238E27FC236}">
                  <a16:creationId xmlns:a16="http://schemas.microsoft.com/office/drawing/2014/main" id="{FFA398D1-26C2-DC04-A0FF-DAA340993311}"/>
                </a:ext>
              </a:extLst>
            </p:cNvPr>
            <p:cNvSpPr>
              <a:spLocks noChangeAspect="1" noChangeShapeType="1"/>
            </p:cNvSpPr>
            <p:nvPr/>
          </p:nvSpPr>
          <p:spPr bwMode="auto">
            <a:xfrm flipH="1">
              <a:off x="4534" y="365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4">
              <a:extLst>
                <a:ext uri="{FF2B5EF4-FFF2-40B4-BE49-F238E27FC236}">
                  <a16:creationId xmlns:a16="http://schemas.microsoft.com/office/drawing/2014/main" id="{17778EC2-E5B5-F652-7038-A0EF0908CBAB}"/>
                </a:ext>
              </a:extLst>
            </p:cNvPr>
            <p:cNvSpPr>
              <a:spLocks noChangeAspect="1" noChangeShapeType="1"/>
            </p:cNvSpPr>
            <p:nvPr/>
          </p:nvSpPr>
          <p:spPr bwMode="auto">
            <a:xfrm flipH="1">
              <a:off x="4034" y="366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Text Box 55">
              <a:extLst>
                <a:ext uri="{FF2B5EF4-FFF2-40B4-BE49-F238E27FC236}">
                  <a16:creationId xmlns:a16="http://schemas.microsoft.com/office/drawing/2014/main" id="{B212FC45-AA28-D18A-A233-F995E8A0AF03}"/>
                </a:ext>
              </a:extLst>
            </p:cNvPr>
            <p:cNvSpPr txBox="1">
              <a:spLocks noChangeAspect="1" noChangeArrowheads="1"/>
            </p:cNvSpPr>
            <p:nvPr/>
          </p:nvSpPr>
          <p:spPr bwMode="auto">
            <a:xfrm>
              <a:off x="4030" y="2341"/>
              <a:ext cx="46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grpSp>
          <p:nvGrpSpPr>
            <p:cNvPr id="235" name="Group 56">
              <a:extLst>
                <a:ext uri="{FF2B5EF4-FFF2-40B4-BE49-F238E27FC236}">
                  <a16:creationId xmlns:a16="http://schemas.microsoft.com/office/drawing/2014/main" id="{30D3D2F4-66EC-2A7C-B1E7-A10B7A012406}"/>
                </a:ext>
              </a:extLst>
            </p:cNvPr>
            <p:cNvGrpSpPr>
              <a:grpSpLocks/>
            </p:cNvGrpSpPr>
            <p:nvPr/>
          </p:nvGrpSpPr>
          <p:grpSpPr bwMode="auto">
            <a:xfrm>
              <a:off x="4028" y="2666"/>
              <a:ext cx="511" cy="270"/>
              <a:chOff x="3439" y="2416"/>
              <a:chExt cx="373" cy="227"/>
            </a:xfrm>
          </p:grpSpPr>
          <p:sp>
            <p:nvSpPr>
              <p:cNvPr id="238" name="Line 57">
                <a:extLst>
                  <a:ext uri="{FF2B5EF4-FFF2-40B4-BE49-F238E27FC236}">
                    <a16:creationId xmlns:a16="http://schemas.microsoft.com/office/drawing/2014/main" id="{F3C4CC78-D0A7-E548-4FB1-3576FCC07CCB}"/>
                  </a:ext>
                </a:extLst>
              </p:cNvPr>
              <p:cNvSpPr>
                <a:spLocks noChangeAspect="1" noChangeShapeType="1"/>
              </p:cNvSpPr>
              <p:nvPr/>
            </p:nvSpPr>
            <p:spPr bwMode="auto">
              <a:xfrm flipV="1">
                <a:off x="3439" y="2419"/>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9" name="Line 58">
                <a:extLst>
                  <a:ext uri="{FF2B5EF4-FFF2-40B4-BE49-F238E27FC236}">
                    <a16:creationId xmlns:a16="http://schemas.microsoft.com/office/drawing/2014/main" id="{BB388421-7391-C138-90DA-5D7A4014E04A}"/>
                  </a:ext>
                </a:extLst>
              </p:cNvPr>
              <p:cNvSpPr>
                <a:spLocks noChangeAspect="1" noChangeShapeType="1"/>
              </p:cNvSpPr>
              <p:nvPr/>
            </p:nvSpPr>
            <p:spPr bwMode="auto">
              <a:xfrm flipV="1">
                <a:off x="3561" y="2416"/>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0" name="Line 59">
                <a:extLst>
                  <a:ext uri="{FF2B5EF4-FFF2-40B4-BE49-F238E27FC236}">
                    <a16:creationId xmlns:a16="http://schemas.microsoft.com/office/drawing/2014/main" id="{0D1EDE87-1614-CA3D-54BF-3A9BE935526F}"/>
                  </a:ext>
                </a:extLst>
              </p:cNvPr>
              <p:cNvSpPr>
                <a:spLocks noChangeAspect="1" noChangeShapeType="1"/>
              </p:cNvSpPr>
              <p:nvPr/>
            </p:nvSpPr>
            <p:spPr bwMode="auto">
              <a:xfrm flipV="1">
                <a:off x="3683" y="2416"/>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1" name="Line 60">
                <a:extLst>
                  <a:ext uri="{FF2B5EF4-FFF2-40B4-BE49-F238E27FC236}">
                    <a16:creationId xmlns:a16="http://schemas.microsoft.com/office/drawing/2014/main" id="{4280ECC9-EE6B-8DE7-6DDB-8E856DDFC4F3}"/>
                  </a:ext>
                </a:extLst>
              </p:cNvPr>
              <p:cNvSpPr>
                <a:spLocks noChangeAspect="1" noChangeShapeType="1"/>
              </p:cNvSpPr>
              <p:nvPr/>
            </p:nvSpPr>
            <p:spPr bwMode="auto">
              <a:xfrm flipV="1">
                <a:off x="3806" y="24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2" name="Line 61">
                <a:extLst>
                  <a:ext uri="{FF2B5EF4-FFF2-40B4-BE49-F238E27FC236}">
                    <a16:creationId xmlns:a16="http://schemas.microsoft.com/office/drawing/2014/main" id="{F8813B7C-C2C8-D682-904E-4CFA434ABFC5}"/>
                  </a:ext>
                </a:extLst>
              </p:cNvPr>
              <p:cNvSpPr>
                <a:spLocks noChangeAspect="1" noChangeShapeType="1"/>
              </p:cNvSpPr>
              <p:nvPr/>
            </p:nvSpPr>
            <p:spPr bwMode="auto">
              <a:xfrm>
                <a:off x="3448" y="2427"/>
                <a:ext cx="364" cy="0"/>
              </a:xfrm>
              <a:prstGeom prst="line">
                <a:avLst/>
              </a:prstGeom>
              <a:noFill/>
              <a:ln w="95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36" name="Line 62">
              <a:extLst>
                <a:ext uri="{FF2B5EF4-FFF2-40B4-BE49-F238E27FC236}">
                  <a16:creationId xmlns:a16="http://schemas.microsoft.com/office/drawing/2014/main" id="{42E6DE06-2456-93C0-E59D-A9E5FCC1666D}"/>
                </a:ext>
              </a:extLst>
            </p:cNvPr>
            <p:cNvSpPr>
              <a:spLocks noChangeShapeType="1"/>
            </p:cNvSpPr>
            <p:nvPr/>
          </p:nvSpPr>
          <p:spPr bwMode="auto">
            <a:xfrm flipH="1">
              <a:off x="4015" y="3973"/>
              <a:ext cx="507" cy="0"/>
            </a:xfrm>
            <a:prstGeom prst="line">
              <a:avLst/>
            </a:prstGeom>
            <a:noFill/>
            <a:ln w="635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7" name="Rectangle 63">
              <a:extLst>
                <a:ext uri="{FF2B5EF4-FFF2-40B4-BE49-F238E27FC236}">
                  <a16:creationId xmlns:a16="http://schemas.microsoft.com/office/drawing/2014/main" id="{3E6179AE-1EFE-B6F7-ECDD-E310CA98792C}"/>
                </a:ext>
              </a:extLst>
            </p:cNvPr>
            <p:cNvSpPr>
              <a:spLocks noChangeArrowheads="1"/>
            </p:cNvSpPr>
            <p:nvPr/>
          </p:nvSpPr>
          <p:spPr bwMode="auto">
            <a:xfrm>
              <a:off x="4031" y="2925"/>
              <a:ext cx="506" cy="803"/>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3" name="Line 64">
            <a:extLst>
              <a:ext uri="{FF2B5EF4-FFF2-40B4-BE49-F238E27FC236}">
                <a16:creationId xmlns:a16="http://schemas.microsoft.com/office/drawing/2014/main" id="{BBF05C08-DCC9-D6A6-C8E0-583E6BD1AE09}"/>
              </a:ext>
            </a:extLst>
          </p:cNvPr>
          <p:cNvSpPr>
            <a:spLocks noChangeAspect="1" noChangeShapeType="1"/>
          </p:cNvSpPr>
          <p:nvPr/>
        </p:nvSpPr>
        <p:spPr bwMode="auto">
          <a:xfrm>
            <a:off x="10080600" y="4625037"/>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4" name="Line 65">
            <a:extLst>
              <a:ext uri="{FF2B5EF4-FFF2-40B4-BE49-F238E27FC236}">
                <a16:creationId xmlns:a16="http://schemas.microsoft.com/office/drawing/2014/main" id="{FF76EB42-8540-2128-97D8-926D608D94A2}"/>
              </a:ext>
            </a:extLst>
          </p:cNvPr>
          <p:cNvSpPr>
            <a:spLocks noChangeAspect="1" noChangeShapeType="1"/>
          </p:cNvSpPr>
          <p:nvPr/>
        </p:nvSpPr>
        <p:spPr bwMode="auto">
          <a:xfrm flipV="1">
            <a:off x="9066187" y="4637737"/>
            <a:ext cx="0" cy="8651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5" name="Text Box 66">
            <a:extLst>
              <a:ext uri="{FF2B5EF4-FFF2-40B4-BE49-F238E27FC236}">
                <a16:creationId xmlns:a16="http://schemas.microsoft.com/office/drawing/2014/main" id="{546FDC2A-61E4-0839-D70B-3794F4B67DE6}"/>
              </a:ext>
            </a:extLst>
          </p:cNvPr>
          <p:cNvSpPr txBox="1">
            <a:spLocks noChangeAspect="1" noChangeArrowheads="1"/>
          </p:cNvSpPr>
          <p:nvPr/>
        </p:nvSpPr>
        <p:spPr bwMode="auto">
          <a:xfrm>
            <a:off x="8370862" y="5436250"/>
            <a:ext cx="115887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p>
        </p:txBody>
      </p:sp>
      <p:sp>
        <p:nvSpPr>
          <p:cNvPr id="246" name="Text Box 67">
            <a:extLst>
              <a:ext uri="{FF2B5EF4-FFF2-40B4-BE49-F238E27FC236}">
                <a16:creationId xmlns:a16="http://schemas.microsoft.com/office/drawing/2014/main" id="{4202AC44-68FF-7B4C-0212-7F0DF159B531}"/>
              </a:ext>
            </a:extLst>
          </p:cNvPr>
          <p:cNvSpPr txBox="1">
            <a:spLocks noChangeAspect="1" noChangeArrowheads="1"/>
          </p:cNvSpPr>
          <p:nvPr/>
        </p:nvSpPr>
        <p:spPr bwMode="auto">
          <a:xfrm>
            <a:off x="9969474" y="4237687"/>
            <a:ext cx="2088801"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 </a:t>
            </a:r>
            <a:r>
              <a:rPr lang="en-US" altLang="zh-CN" b="0" dirty="0">
                <a:solidFill>
                  <a:srgbClr val="FF0000"/>
                </a:solidFill>
              </a:rPr>
              <a:t>+</a:t>
            </a:r>
            <a:r>
              <a:rPr lang="en-US" altLang="zh-CN" b="0" i="0" dirty="0">
                <a:ea typeface="微软雅黑" panose="020B0503020204020204" pitchFamily="34" charset="-122"/>
              </a:rPr>
              <a:t> </a:t>
            </a:r>
            <a:r>
              <a:rPr lang="en-US" altLang="zh-CN" b="0" i="0" dirty="0" err="1">
                <a:solidFill>
                  <a:srgbClr val="FF0000"/>
                </a:solidFill>
                <a:ea typeface="微软雅黑" panose="020B0503020204020204" pitchFamily="34" charset="-122"/>
              </a:rPr>
              <a:t>d</a:t>
            </a:r>
            <a:r>
              <a:rPr lang="en-US" altLang="zh-CN" b="0" dirty="0" err="1">
                <a:solidFill>
                  <a:srgbClr val="FF0000"/>
                </a:solidFill>
                <a:ea typeface="微软雅黑" panose="020B0503020204020204" pitchFamily="34" charset="-122"/>
              </a:rPr>
              <a:t>F</a:t>
            </a:r>
            <a:r>
              <a:rPr lang="en-US" altLang="zh-CN" b="0" i="0" baseline="-25000" dirty="0" err="1">
                <a:solidFill>
                  <a:srgbClr val="FF0000"/>
                </a:solidFill>
                <a:ea typeface="微软雅黑" panose="020B0503020204020204" pitchFamily="34" charset="-122"/>
              </a:rPr>
              <a:t>Q</a:t>
            </a:r>
            <a:r>
              <a:rPr lang="en-US" altLang="zh-CN" b="0" i="0" dirty="0">
                <a:solidFill>
                  <a:srgbClr val="FF0000"/>
                </a:solidFill>
                <a:ea typeface="微软雅黑" panose="020B0503020204020204" pitchFamily="34" charset="-122"/>
              </a:rPr>
              <a:t>(</a:t>
            </a:r>
            <a:r>
              <a:rPr lang="en-US" altLang="zh-CN" b="0" dirty="0">
                <a:solidFill>
                  <a:srgbClr val="FF0000"/>
                </a:solidFill>
                <a:ea typeface="微软雅黑" panose="020B0503020204020204" pitchFamily="34" charset="-122"/>
              </a:rPr>
              <a:t>x</a:t>
            </a:r>
            <a:r>
              <a:rPr lang="en-US" altLang="zh-CN" b="0" i="0" dirty="0">
                <a:solidFill>
                  <a:srgbClr val="FF0000"/>
                </a:solidFill>
                <a:ea typeface="微软雅黑" panose="020B0503020204020204" pitchFamily="34" charset="-122"/>
              </a:rPr>
              <a:t>)</a:t>
            </a:r>
            <a:endParaRPr lang="en-US" altLang="zh-CN" b="0" i="0" dirty="0">
              <a:solidFill>
                <a:srgbClr val="FF0000"/>
              </a:solidFill>
            </a:endParaRPr>
          </a:p>
        </p:txBody>
      </p:sp>
      <p:sp>
        <p:nvSpPr>
          <p:cNvPr id="247" name="Arc 68">
            <a:extLst>
              <a:ext uri="{FF2B5EF4-FFF2-40B4-BE49-F238E27FC236}">
                <a16:creationId xmlns:a16="http://schemas.microsoft.com/office/drawing/2014/main" id="{C953D956-DA55-4815-1CC1-CA4415CF33D6}"/>
              </a:ext>
            </a:extLst>
          </p:cNvPr>
          <p:cNvSpPr>
            <a:spLocks noChangeAspect="1"/>
          </p:cNvSpPr>
          <p:nvPr/>
        </p:nvSpPr>
        <p:spPr bwMode="auto">
          <a:xfrm rot="20176938" flipV="1">
            <a:off x="9721825" y="4890150"/>
            <a:ext cx="708025" cy="547687"/>
          </a:xfrm>
          <a:custGeom>
            <a:avLst/>
            <a:gdLst>
              <a:gd name="T0" fmla="*/ 515191976 w 21600"/>
              <a:gd name="T1" fmla="*/ 0 h 27496"/>
              <a:gd name="T2" fmla="*/ 641665256 w 21600"/>
              <a:gd name="T3" fmla="*/ 217299177 h 27496"/>
              <a:gd name="T4" fmla="*/ 0 w 21600"/>
              <a:gd name="T5" fmla="*/ 125601349 h 27496"/>
              <a:gd name="T6" fmla="*/ 0 60000 65536"/>
              <a:gd name="T7" fmla="*/ 0 60000 65536"/>
              <a:gd name="T8" fmla="*/ 0 60000 65536"/>
              <a:gd name="T9" fmla="*/ 0 w 21600"/>
              <a:gd name="T10" fmla="*/ 0 h 27496"/>
              <a:gd name="T11" fmla="*/ 21600 w 21600"/>
              <a:gd name="T12" fmla="*/ 27496 h 27496"/>
            </a:gdLst>
            <a:ahLst/>
            <a:cxnLst>
              <a:cxn ang="T6">
                <a:pos x="T0" y="T1"/>
              </a:cxn>
              <a:cxn ang="T7">
                <a:pos x="T2" y="T3"/>
              </a:cxn>
              <a:cxn ang="T8">
                <a:pos x="T4" y="T5"/>
              </a:cxn>
            </a:cxnLst>
            <a:rect l="T9" t="T10" r="T11" b="T12"/>
            <a:pathLst>
              <a:path w="21600" h="27496" fill="none" extrusionOk="0">
                <a:moveTo>
                  <a:pt x="14627" y="0"/>
                </a:moveTo>
                <a:cubicBezTo>
                  <a:pt x="19071" y="4090"/>
                  <a:pt x="21600" y="9853"/>
                  <a:pt x="21600" y="15893"/>
                </a:cubicBezTo>
                <a:cubicBezTo>
                  <a:pt x="21600" y="20003"/>
                  <a:pt x="20427" y="24028"/>
                  <a:pt x="18218" y="27495"/>
                </a:cubicBezTo>
              </a:path>
              <a:path w="21600" h="27496" stroke="0" extrusionOk="0">
                <a:moveTo>
                  <a:pt x="14627" y="0"/>
                </a:moveTo>
                <a:cubicBezTo>
                  <a:pt x="19071" y="4090"/>
                  <a:pt x="21600" y="9853"/>
                  <a:pt x="21600" y="15893"/>
                </a:cubicBezTo>
                <a:cubicBezTo>
                  <a:pt x="21600" y="20003"/>
                  <a:pt x="20427" y="24028"/>
                  <a:pt x="18218" y="27495"/>
                </a:cubicBezTo>
                <a:lnTo>
                  <a:pt x="0" y="15893"/>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Arc 69">
            <a:extLst>
              <a:ext uri="{FF2B5EF4-FFF2-40B4-BE49-F238E27FC236}">
                <a16:creationId xmlns:a16="http://schemas.microsoft.com/office/drawing/2014/main" id="{65EFB4F2-3A70-1CC8-9102-E055077397BB}"/>
              </a:ext>
            </a:extLst>
          </p:cNvPr>
          <p:cNvSpPr>
            <a:spLocks noChangeAspect="1"/>
          </p:cNvSpPr>
          <p:nvPr/>
        </p:nvSpPr>
        <p:spPr bwMode="auto">
          <a:xfrm rot="1313600" flipH="1" flipV="1">
            <a:off x="8751862" y="4899675"/>
            <a:ext cx="631825" cy="509587"/>
          </a:xfrm>
          <a:custGeom>
            <a:avLst/>
            <a:gdLst>
              <a:gd name="T0" fmla="*/ 329220605 w 21600"/>
              <a:gd name="T1" fmla="*/ 0 h 28735"/>
              <a:gd name="T2" fmla="*/ 455988289 w 21600"/>
              <a:gd name="T3" fmla="*/ 160262771 h 28735"/>
              <a:gd name="T4" fmla="*/ 0 w 21600"/>
              <a:gd name="T5" fmla="*/ 95549691 h 28735"/>
              <a:gd name="T6" fmla="*/ 0 60000 65536"/>
              <a:gd name="T7" fmla="*/ 0 60000 65536"/>
              <a:gd name="T8" fmla="*/ 0 60000 65536"/>
              <a:gd name="T9" fmla="*/ 0 w 21600"/>
              <a:gd name="T10" fmla="*/ 0 h 28735"/>
              <a:gd name="T11" fmla="*/ 21600 w 21600"/>
              <a:gd name="T12" fmla="*/ 28735 h 28735"/>
            </a:gdLst>
            <a:ahLst/>
            <a:cxnLst>
              <a:cxn ang="T6">
                <a:pos x="T0" y="T1"/>
              </a:cxn>
              <a:cxn ang="T7">
                <a:pos x="T2" y="T3"/>
              </a:cxn>
              <a:cxn ang="T8">
                <a:pos x="T4" y="T5"/>
              </a:cxn>
            </a:cxnLst>
            <a:rect l="T9" t="T10" r="T11" b="T12"/>
            <a:pathLst>
              <a:path w="21600" h="28735" fill="none" extrusionOk="0">
                <a:moveTo>
                  <a:pt x="13154" y="-1"/>
                </a:moveTo>
                <a:cubicBezTo>
                  <a:pt x="18478" y="4087"/>
                  <a:pt x="21600" y="10419"/>
                  <a:pt x="21600" y="17132"/>
                </a:cubicBezTo>
                <a:cubicBezTo>
                  <a:pt x="21600" y="21242"/>
                  <a:pt x="20427" y="25267"/>
                  <a:pt x="18218" y="28734"/>
                </a:cubicBezTo>
              </a:path>
              <a:path w="21600" h="28735" stroke="0" extrusionOk="0">
                <a:moveTo>
                  <a:pt x="13154" y="-1"/>
                </a:moveTo>
                <a:cubicBezTo>
                  <a:pt x="18478" y="4087"/>
                  <a:pt x="21600" y="10419"/>
                  <a:pt x="21600" y="17132"/>
                </a:cubicBezTo>
                <a:cubicBezTo>
                  <a:pt x="21600" y="21242"/>
                  <a:pt x="20427" y="25267"/>
                  <a:pt x="18218" y="28734"/>
                </a:cubicBezTo>
                <a:lnTo>
                  <a:pt x="0" y="17132"/>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9" name="Text Box 70">
            <a:extLst>
              <a:ext uri="{FF2B5EF4-FFF2-40B4-BE49-F238E27FC236}">
                <a16:creationId xmlns:a16="http://schemas.microsoft.com/office/drawing/2014/main" id="{65321A41-0434-EFBA-CC7A-006B62FF38F1}"/>
              </a:ext>
            </a:extLst>
          </p:cNvPr>
          <p:cNvSpPr txBox="1">
            <a:spLocks noChangeAspect="1" noChangeArrowheads="1"/>
          </p:cNvSpPr>
          <p:nvPr/>
        </p:nvSpPr>
        <p:spPr bwMode="auto">
          <a:xfrm>
            <a:off x="7934300" y="4788550"/>
            <a:ext cx="10922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ea typeface="宋体" panose="02010600030101010101" pitchFamily="2" charset="-122"/>
              </a:rPr>
              <a:t>M</a:t>
            </a:r>
            <a:r>
              <a:rPr lang="en-US" altLang="zh-CN" b="0" i="0" dirty="0">
                <a:solidFill>
                  <a:srgbClr val="FF0000"/>
                </a:solidFill>
                <a:ea typeface="宋体" panose="02010600030101010101" pitchFamily="2" charset="-122"/>
              </a:rPr>
              <a:t> </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
        <p:nvSpPr>
          <p:cNvPr id="250" name="Text Box 71">
            <a:extLst>
              <a:ext uri="{FF2B5EF4-FFF2-40B4-BE49-F238E27FC236}">
                <a16:creationId xmlns:a16="http://schemas.microsoft.com/office/drawing/2014/main" id="{74803A6F-FAF5-9807-8A9D-799E2EB4C70F}"/>
              </a:ext>
            </a:extLst>
          </p:cNvPr>
          <p:cNvSpPr txBox="1">
            <a:spLocks noChangeAspect="1" noChangeArrowheads="1"/>
          </p:cNvSpPr>
          <p:nvPr/>
        </p:nvSpPr>
        <p:spPr bwMode="auto">
          <a:xfrm>
            <a:off x="10399687" y="4756800"/>
            <a:ext cx="19327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 </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M</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Tree>
    <p:extLst>
      <p:ext uri="{BB962C8B-B14F-4D97-AF65-F5344CB8AC3E}">
        <p14:creationId xmlns:p14="http://schemas.microsoft.com/office/powerpoint/2010/main" val="29598179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par>
                          <p:cTn id="15" fill="hold">
                            <p:stCondLst>
                              <p:cond delay="0"/>
                            </p:stCondLst>
                            <p:childTnLst>
                              <p:par>
                                <p:cTn id="16" presetID="6" presetClass="emph" presetSubtype="0" repeatCount="2000" accel="50000" decel="50000" autoRev="1" fill="hold" nodeType="afterEffect">
                                  <p:stCondLst>
                                    <p:cond delay="0"/>
                                  </p:stCondLst>
                                  <p:childTnLst>
                                    <p:animScale>
                                      <p:cBhvr>
                                        <p:cTn id="17" dur="5000" fill="hold"/>
                                        <p:tgtEl>
                                          <p:spTgt spid="49"/>
                                        </p:tgtEl>
                                      </p:cBhvr>
                                      <p:by x="10000" y="100000"/>
                                    </p:animScale>
                                  </p:childTnLst>
                                </p:cTn>
                              </p:par>
                              <p:par>
                                <p:cTn id="18" presetID="0" presetClass="path" presetSubtype="0" repeatCount="2000" accel="50000" decel="50000" autoRev="1" fill="hold" nodeType="withEffect">
                                  <p:stCondLst>
                                    <p:cond delay="0"/>
                                  </p:stCondLst>
                                  <p:childTnLst>
                                    <p:animMotion origin="layout" path="M 3.33333E-6 3.7037E-6 L -0.0194 -0.00186 " pathEditMode="relative" rAng="0" ptsTypes="AA">
                                      <p:cBhvr>
                                        <p:cTn id="19" dur="5000" fill="hold"/>
                                        <p:tgtEl>
                                          <p:spTgt spid="49"/>
                                        </p:tgtEl>
                                        <p:attrNameLst>
                                          <p:attrName>ppt_x</p:attrName>
                                          <p:attrName>ppt_y</p:attrName>
                                        </p:attrNameLst>
                                      </p:cBhvr>
                                      <p:rCtr x="-977" y="-93"/>
                                    </p:animMotion>
                                  </p:childTnLst>
                                </p:cTn>
                              </p:par>
                            </p:childTnLst>
                          </p:cTn>
                        </p:par>
                        <p:par>
                          <p:cTn id="20" fill="hold">
                            <p:stCondLst>
                              <p:cond delay="20000"/>
                            </p:stCondLst>
                            <p:childTnLst>
                              <p:par>
                                <p:cTn id="21" presetID="53"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p:cTn id="23" dur="3000" fill="hold"/>
                                        <p:tgtEl>
                                          <p:spTgt spid="48"/>
                                        </p:tgtEl>
                                        <p:attrNameLst>
                                          <p:attrName>ppt_w</p:attrName>
                                        </p:attrNameLst>
                                      </p:cBhvr>
                                      <p:tavLst>
                                        <p:tav tm="0">
                                          <p:val>
                                            <p:fltVal val="0"/>
                                          </p:val>
                                        </p:tav>
                                        <p:tav tm="100000">
                                          <p:val>
                                            <p:strVal val="#ppt_w"/>
                                          </p:val>
                                        </p:tav>
                                      </p:tavLst>
                                    </p:anim>
                                    <p:anim calcmode="lin" valueType="num">
                                      <p:cBhvr>
                                        <p:cTn id="24" dur="3000" fill="hold"/>
                                        <p:tgtEl>
                                          <p:spTgt spid="48"/>
                                        </p:tgtEl>
                                        <p:attrNameLst>
                                          <p:attrName>ppt_h</p:attrName>
                                        </p:attrNameLst>
                                      </p:cBhvr>
                                      <p:tavLst>
                                        <p:tav tm="0">
                                          <p:val>
                                            <p:fltVal val="0"/>
                                          </p:val>
                                        </p:tav>
                                        <p:tav tm="100000">
                                          <p:val>
                                            <p:strVal val="#ppt_h"/>
                                          </p:val>
                                        </p:tav>
                                      </p:tavLst>
                                    </p:anim>
                                    <p:animEffect transition="in" filter="fade">
                                      <p:cBhvr>
                                        <p:cTn id="25" dur="30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9"/>
                                        </p:tgtEl>
                                        <p:attrNameLst>
                                          <p:attrName>style.visibility</p:attrName>
                                        </p:attrNameLst>
                                      </p:cBhvr>
                                      <p:to>
                                        <p:strVal val="visible"/>
                                      </p:to>
                                    </p:set>
                                  </p:childTnLst>
                                </p:cTn>
                              </p:par>
                            </p:childTnLst>
                          </p:cTn>
                        </p:par>
                        <p:par>
                          <p:cTn id="30" fill="hold">
                            <p:stCondLst>
                              <p:cond delay="0"/>
                            </p:stCondLst>
                            <p:childTnLst>
                              <p:par>
                                <p:cTn id="31" presetID="6" presetClass="emph" presetSubtype="0" repeatCount="2000" autoRev="1" fill="hold" grpId="1" nodeType="afterEffect">
                                  <p:stCondLst>
                                    <p:cond delay="0"/>
                                  </p:stCondLst>
                                  <p:childTnLst>
                                    <p:animScale>
                                      <p:cBhvr>
                                        <p:cTn id="32" dur="1000" fill="hold"/>
                                        <p:tgtEl>
                                          <p:spTgt spid="229"/>
                                        </p:tgtEl>
                                      </p:cBhvr>
                                      <p:by x="100000" y="150000"/>
                                    </p:animScale>
                                  </p:childTnLst>
                                </p:cTn>
                              </p:par>
                            </p:childTnLst>
                          </p:cTn>
                        </p:par>
                        <p:par>
                          <p:cTn id="33" fill="hold">
                            <p:stCondLst>
                              <p:cond delay="4000"/>
                            </p:stCondLst>
                            <p:childTnLst>
                              <p:par>
                                <p:cTn id="34" presetID="36" presetClass="path" presetSubtype="0" accel="50000" decel="50000" fill="hold" grpId="2" nodeType="afterEffect">
                                  <p:stCondLst>
                                    <p:cond delay="0"/>
                                  </p:stCondLst>
                                  <p:childTnLst>
                                    <p:animMotion origin="layout" path="M 1.875E-6 4.81481E-6 L 0.00169 0.06412 C 0.10625 0.07013 0.43437 0.07013 0.49883 0.07013 L 0.50013 0.00833 " pathEditMode="relative" rAng="0" ptsTypes="AAAA">
                                      <p:cBhvr>
                                        <p:cTn id="35" dur="8000" fill="hold"/>
                                        <p:tgtEl>
                                          <p:spTgt spid="229"/>
                                        </p:tgtEl>
                                        <p:attrNameLst>
                                          <p:attrName>ppt_x</p:attrName>
                                          <p:attrName>ppt_y</p:attrName>
                                        </p:attrNameLst>
                                      </p:cBhvr>
                                      <p:rCtr x="25000" y="3495"/>
                                    </p:animMotion>
                                  </p:childTnLst>
                                </p:cTn>
                              </p:par>
                            </p:childTnLst>
                          </p:cTn>
                        </p:par>
                        <p:par>
                          <p:cTn id="36" fill="hold">
                            <p:stCondLst>
                              <p:cond delay="12000"/>
                            </p:stCondLst>
                            <p:childTnLst>
                              <p:par>
                                <p:cTn id="37" presetID="1" presetClass="exit" presetSubtype="0" fill="hold" grpId="3" nodeType="afterEffect">
                                  <p:stCondLst>
                                    <p:cond delay="0"/>
                                  </p:stCondLst>
                                  <p:childTnLst>
                                    <p:set>
                                      <p:cBhvr>
                                        <p:cTn id="38" dur="1" fill="hold">
                                          <p:stCondLst>
                                            <p:cond delay="0"/>
                                          </p:stCondLst>
                                        </p:cTn>
                                        <p:tgtEl>
                                          <p:spTgt spid="229"/>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30"/>
                                        </p:tgtEl>
                                        <p:attrNameLst>
                                          <p:attrName>style.visibility</p:attrName>
                                        </p:attrNameLst>
                                      </p:cBhvr>
                                      <p:to>
                                        <p:strVal val="visible"/>
                                      </p:to>
                                    </p:set>
                                  </p:childTnLst>
                                </p:cTn>
                              </p:par>
                              <p:par>
                                <p:cTn id="41" presetID="6" presetClass="emph" presetSubtype="0" fill="hold" nodeType="withEffect">
                                  <p:stCondLst>
                                    <p:cond delay="0"/>
                                  </p:stCondLst>
                                  <p:childTnLst>
                                    <p:animScale>
                                      <p:cBhvr>
                                        <p:cTn id="42" dur="10" fill="hold"/>
                                        <p:tgtEl>
                                          <p:spTgt spid="230"/>
                                        </p:tgtEl>
                                      </p:cBhvr>
                                      <p:by x="25000" y="100000"/>
                                    </p:animScale>
                                  </p:childTnLst>
                                </p:cTn>
                              </p:par>
                              <p:par>
                                <p:cTn id="43" presetID="6" presetClass="emph" presetSubtype="0" fill="hold" nodeType="withEffect">
                                  <p:stCondLst>
                                    <p:cond delay="0"/>
                                  </p:stCondLst>
                                  <p:childTnLst>
                                    <p:animScale>
                                      <p:cBhvr>
                                        <p:cTn id="44" dur="10" fill="hold"/>
                                        <p:tgtEl>
                                          <p:spTgt spid="230"/>
                                        </p:tgtEl>
                                      </p:cBhvr>
                                      <p:by x="100000" y="10000"/>
                                    </p:animScale>
                                  </p:childTnLst>
                                </p:cTn>
                              </p:par>
                            </p:childTnLst>
                          </p:cTn>
                        </p:par>
                        <p:par>
                          <p:cTn id="45" fill="hold">
                            <p:stCondLst>
                              <p:cond delay="12010"/>
                            </p:stCondLst>
                            <p:childTnLst>
                              <p:par>
                                <p:cTn id="46" presetID="6" presetClass="emph" presetSubtype="0" fill="hold" nodeType="afterEffect">
                                  <p:stCondLst>
                                    <p:cond delay="2000"/>
                                  </p:stCondLst>
                                  <p:childTnLst>
                                    <p:animScale>
                                      <p:cBhvr>
                                        <p:cTn id="47" dur="8000" fill="hold"/>
                                        <p:tgtEl>
                                          <p:spTgt spid="230"/>
                                        </p:tgtEl>
                                      </p:cBhvr>
                                      <p:by x="400000" y="100000"/>
                                    </p:animScale>
                                  </p:childTnLst>
                                </p:cTn>
                              </p:par>
                              <p:par>
                                <p:cTn id="48" presetID="6" presetClass="emph" presetSubtype="0" fill="hold" nodeType="withEffect">
                                  <p:stCondLst>
                                    <p:cond delay="2000"/>
                                  </p:stCondLst>
                                  <p:childTnLst>
                                    <p:animScale>
                                      <p:cBhvr>
                                        <p:cTn id="49" dur="8000" fill="hold"/>
                                        <p:tgtEl>
                                          <p:spTgt spid="230"/>
                                        </p:tgtEl>
                                      </p:cBhvr>
                                      <p:by x="100000" y="1000000"/>
                                    </p:animScale>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244"/>
                                        </p:tgtEl>
                                        <p:attrNameLst>
                                          <p:attrName>style.visibility</p:attrName>
                                        </p:attrNameLst>
                                      </p:cBhvr>
                                      <p:to>
                                        <p:strVal val="visible"/>
                                      </p:to>
                                    </p:set>
                                    <p:animEffect transition="in" filter="slide(fromBottom)">
                                      <p:cBhvr>
                                        <p:cTn id="54" dur="3000"/>
                                        <p:tgtEl>
                                          <p:spTgt spid="244"/>
                                        </p:tgtEl>
                                      </p:cBhvr>
                                    </p:animEffect>
                                  </p:childTnLst>
                                </p:cTn>
                              </p:par>
                              <p:par>
                                <p:cTn id="55" presetID="12" presetClass="entr" presetSubtype="1" fill="hold" nodeType="withEffect">
                                  <p:stCondLst>
                                    <p:cond delay="0"/>
                                  </p:stCondLst>
                                  <p:childTnLst>
                                    <p:set>
                                      <p:cBhvr>
                                        <p:cTn id="56" dur="1" fill="hold">
                                          <p:stCondLst>
                                            <p:cond delay="0"/>
                                          </p:stCondLst>
                                        </p:cTn>
                                        <p:tgtEl>
                                          <p:spTgt spid="243"/>
                                        </p:tgtEl>
                                        <p:attrNameLst>
                                          <p:attrName>style.visibility</p:attrName>
                                        </p:attrNameLst>
                                      </p:cBhvr>
                                      <p:to>
                                        <p:strVal val="visible"/>
                                      </p:to>
                                    </p:set>
                                    <p:animEffect transition="in" filter="slide(fromTop)">
                                      <p:cBhvr>
                                        <p:cTn id="57" dur="3000"/>
                                        <p:tgtEl>
                                          <p:spTgt spid="243"/>
                                        </p:tgtEl>
                                      </p:cBhvr>
                                    </p:animEffect>
                                  </p:childTnLst>
                                </p:cTn>
                              </p:par>
                            </p:childTnLst>
                          </p:cTn>
                        </p:par>
                        <p:par>
                          <p:cTn id="58" fill="hold">
                            <p:stCondLst>
                              <p:cond delay="3000"/>
                            </p:stCondLst>
                            <p:childTnLst>
                              <p:par>
                                <p:cTn id="59" presetID="19" presetClass="entr" presetSubtype="10" fill="hold" grpId="0" nodeType="afterEffect">
                                  <p:stCondLst>
                                    <p:cond delay="0"/>
                                  </p:stCondLst>
                                  <p:childTnLst>
                                    <p:set>
                                      <p:cBhvr>
                                        <p:cTn id="60" dur="1" fill="hold">
                                          <p:stCondLst>
                                            <p:cond delay="0"/>
                                          </p:stCondLst>
                                        </p:cTn>
                                        <p:tgtEl>
                                          <p:spTgt spid="245"/>
                                        </p:tgtEl>
                                        <p:attrNameLst>
                                          <p:attrName>style.visibility</p:attrName>
                                        </p:attrNameLst>
                                      </p:cBhvr>
                                      <p:to>
                                        <p:strVal val="visible"/>
                                      </p:to>
                                    </p:set>
                                    <p:anim calcmode="lin" valueType="num">
                                      <p:cBhvr>
                                        <p:cTn id="61" dur="5000" fill="hold"/>
                                        <p:tgtEl>
                                          <p:spTgt spid="245"/>
                                        </p:tgtEl>
                                        <p:attrNameLst>
                                          <p:attrName>ppt_w</p:attrName>
                                        </p:attrNameLst>
                                      </p:cBhvr>
                                      <p:tavLst>
                                        <p:tav tm="0" fmla="#ppt_w*sin(2.5*pi*$)">
                                          <p:val>
                                            <p:fltVal val="0"/>
                                          </p:val>
                                        </p:tav>
                                        <p:tav tm="100000">
                                          <p:val>
                                            <p:fltVal val="1"/>
                                          </p:val>
                                        </p:tav>
                                      </p:tavLst>
                                    </p:anim>
                                    <p:anim calcmode="lin" valueType="num">
                                      <p:cBhvr>
                                        <p:cTn id="62" dur="5000" fill="hold"/>
                                        <p:tgtEl>
                                          <p:spTgt spid="245"/>
                                        </p:tgtEl>
                                        <p:attrNameLst>
                                          <p:attrName>ppt_h</p:attrName>
                                        </p:attrNameLst>
                                      </p:cBhvr>
                                      <p:tavLst>
                                        <p:tav tm="0">
                                          <p:val>
                                            <p:strVal val="#ppt_h"/>
                                          </p:val>
                                        </p:tav>
                                        <p:tav tm="100000">
                                          <p:val>
                                            <p:strVal val="#ppt_h"/>
                                          </p:val>
                                        </p:tav>
                                      </p:tavLst>
                                    </p:anim>
                                  </p:childTnLst>
                                </p:cTn>
                              </p:par>
                              <p:par>
                                <p:cTn id="63" presetID="19" presetClass="entr" presetSubtype="10" fill="hold" grpId="0" nodeType="withEffect">
                                  <p:stCondLst>
                                    <p:cond delay="0"/>
                                  </p:stCondLst>
                                  <p:childTnLst>
                                    <p:set>
                                      <p:cBhvr>
                                        <p:cTn id="64" dur="1" fill="hold">
                                          <p:stCondLst>
                                            <p:cond delay="0"/>
                                          </p:stCondLst>
                                        </p:cTn>
                                        <p:tgtEl>
                                          <p:spTgt spid="246"/>
                                        </p:tgtEl>
                                        <p:attrNameLst>
                                          <p:attrName>style.visibility</p:attrName>
                                        </p:attrNameLst>
                                      </p:cBhvr>
                                      <p:to>
                                        <p:strVal val="visible"/>
                                      </p:to>
                                    </p:set>
                                    <p:anim calcmode="lin" valueType="num">
                                      <p:cBhvr>
                                        <p:cTn id="65" dur="5000" fill="hold"/>
                                        <p:tgtEl>
                                          <p:spTgt spid="246"/>
                                        </p:tgtEl>
                                        <p:attrNameLst>
                                          <p:attrName>ppt_w</p:attrName>
                                        </p:attrNameLst>
                                      </p:cBhvr>
                                      <p:tavLst>
                                        <p:tav tm="0" fmla="#ppt_w*sin(2.5*pi*$)">
                                          <p:val>
                                            <p:fltVal val="0"/>
                                          </p:val>
                                        </p:tav>
                                        <p:tav tm="100000">
                                          <p:val>
                                            <p:fltVal val="1"/>
                                          </p:val>
                                        </p:tav>
                                      </p:tavLst>
                                    </p:anim>
                                    <p:anim calcmode="lin" valueType="num">
                                      <p:cBhvr>
                                        <p:cTn id="66" dur="5000" fill="hold"/>
                                        <p:tgtEl>
                                          <p:spTgt spid="246"/>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nodeType="clickEffect">
                                  <p:stCondLst>
                                    <p:cond delay="0"/>
                                  </p:stCondLst>
                                  <p:childTnLst>
                                    <p:set>
                                      <p:cBhvr>
                                        <p:cTn id="70" dur="1" fill="hold">
                                          <p:stCondLst>
                                            <p:cond delay="0"/>
                                          </p:stCondLst>
                                        </p:cTn>
                                        <p:tgtEl>
                                          <p:spTgt spid="248"/>
                                        </p:tgtEl>
                                        <p:attrNameLst>
                                          <p:attrName>style.visibility</p:attrName>
                                        </p:attrNameLst>
                                      </p:cBhvr>
                                      <p:to>
                                        <p:strVal val="visible"/>
                                      </p:to>
                                    </p:set>
                                    <p:animEffect transition="in" filter="wipe(down)">
                                      <p:cBhvr>
                                        <p:cTn id="71" dur="5000"/>
                                        <p:tgtEl>
                                          <p:spTgt spid="248"/>
                                        </p:tgtEl>
                                      </p:cBhvr>
                                    </p:animEffect>
                                  </p:childTnLst>
                                </p:cTn>
                              </p:par>
                              <p:par>
                                <p:cTn id="72" presetID="22" presetClass="entr" presetSubtype="4" fill="hold" nodeType="withEffect">
                                  <p:stCondLst>
                                    <p:cond delay="0"/>
                                  </p:stCondLst>
                                  <p:childTnLst>
                                    <p:set>
                                      <p:cBhvr>
                                        <p:cTn id="73" dur="1" fill="hold">
                                          <p:stCondLst>
                                            <p:cond delay="0"/>
                                          </p:stCondLst>
                                        </p:cTn>
                                        <p:tgtEl>
                                          <p:spTgt spid="247"/>
                                        </p:tgtEl>
                                        <p:attrNameLst>
                                          <p:attrName>style.visibility</p:attrName>
                                        </p:attrNameLst>
                                      </p:cBhvr>
                                      <p:to>
                                        <p:strVal val="visible"/>
                                      </p:to>
                                    </p:set>
                                    <p:animEffect transition="in" filter="wipe(down)">
                                      <p:cBhvr>
                                        <p:cTn id="74" dur="5000"/>
                                        <p:tgtEl>
                                          <p:spTgt spid="247"/>
                                        </p:tgtEl>
                                      </p:cBhvr>
                                    </p:animEffect>
                                  </p:childTnLst>
                                </p:cTn>
                              </p:par>
                            </p:childTnLst>
                          </p:cTn>
                        </p:par>
                        <p:par>
                          <p:cTn id="75" fill="hold">
                            <p:stCondLst>
                              <p:cond delay="5000"/>
                            </p:stCondLst>
                            <p:childTnLst>
                              <p:par>
                                <p:cTn id="76" presetID="8" presetClass="emph" presetSubtype="0" fill="hold" nodeType="afterEffect">
                                  <p:stCondLst>
                                    <p:cond delay="0"/>
                                  </p:stCondLst>
                                  <p:childTnLst>
                                    <p:animRot by="21600000">
                                      <p:cBhvr>
                                        <p:cTn id="77" dur="3000" fill="hold"/>
                                        <p:tgtEl>
                                          <p:spTgt spid="248"/>
                                        </p:tgtEl>
                                        <p:attrNameLst>
                                          <p:attrName>r</p:attrName>
                                        </p:attrNameLst>
                                      </p:cBhvr>
                                    </p:animRot>
                                  </p:childTnLst>
                                </p:cTn>
                              </p:par>
                              <p:par>
                                <p:cTn id="78" presetID="8" presetClass="emph" presetSubtype="0" fill="hold" nodeType="withEffect">
                                  <p:stCondLst>
                                    <p:cond delay="0"/>
                                  </p:stCondLst>
                                  <p:childTnLst>
                                    <p:animRot by="-21600000">
                                      <p:cBhvr>
                                        <p:cTn id="79" dur="3000" fill="hold"/>
                                        <p:tgtEl>
                                          <p:spTgt spid="247"/>
                                        </p:tgtEl>
                                        <p:attrNameLst>
                                          <p:attrName>r</p:attrName>
                                        </p:attrNameLst>
                                      </p:cBhvr>
                                    </p:animRot>
                                  </p:childTnLst>
                                </p:cTn>
                              </p:par>
                            </p:childTnLst>
                          </p:cTn>
                        </p:par>
                        <p:par>
                          <p:cTn id="80" fill="hold">
                            <p:stCondLst>
                              <p:cond delay="8000"/>
                            </p:stCondLst>
                            <p:childTnLst>
                              <p:par>
                                <p:cTn id="81" presetID="19" presetClass="entr" presetSubtype="10" fill="hold" grpId="0" nodeType="afterEffect">
                                  <p:stCondLst>
                                    <p:cond delay="0"/>
                                  </p:stCondLst>
                                  <p:childTnLst>
                                    <p:set>
                                      <p:cBhvr>
                                        <p:cTn id="82" dur="1" fill="hold">
                                          <p:stCondLst>
                                            <p:cond delay="0"/>
                                          </p:stCondLst>
                                        </p:cTn>
                                        <p:tgtEl>
                                          <p:spTgt spid="249"/>
                                        </p:tgtEl>
                                        <p:attrNameLst>
                                          <p:attrName>style.visibility</p:attrName>
                                        </p:attrNameLst>
                                      </p:cBhvr>
                                      <p:to>
                                        <p:strVal val="visible"/>
                                      </p:to>
                                    </p:set>
                                    <p:anim calcmode="lin" valueType="num">
                                      <p:cBhvr>
                                        <p:cTn id="83" dur="5000" fill="hold"/>
                                        <p:tgtEl>
                                          <p:spTgt spid="249"/>
                                        </p:tgtEl>
                                        <p:attrNameLst>
                                          <p:attrName>ppt_w</p:attrName>
                                        </p:attrNameLst>
                                      </p:cBhvr>
                                      <p:tavLst>
                                        <p:tav tm="0" fmla="#ppt_w*sin(2.5*pi*$)">
                                          <p:val>
                                            <p:fltVal val="0"/>
                                          </p:val>
                                        </p:tav>
                                        <p:tav tm="100000">
                                          <p:val>
                                            <p:fltVal val="1"/>
                                          </p:val>
                                        </p:tav>
                                      </p:tavLst>
                                    </p:anim>
                                    <p:anim calcmode="lin" valueType="num">
                                      <p:cBhvr>
                                        <p:cTn id="84" dur="5000" fill="hold"/>
                                        <p:tgtEl>
                                          <p:spTgt spid="249"/>
                                        </p:tgtEl>
                                        <p:attrNameLst>
                                          <p:attrName>ppt_h</p:attrName>
                                        </p:attrNameLst>
                                      </p:cBhvr>
                                      <p:tavLst>
                                        <p:tav tm="0">
                                          <p:val>
                                            <p:strVal val="#ppt_h"/>
                                          </p:val>
                                        </p:tav>
                                        <p:tav tm="100000">
                                          <p:val>
                                            <p:strVal val="#ppt_h"/>
                                          </p:val>
                                        </p:tav>
                                      </p:tavLst>
                                    </p:anim>
                                  </p:childTnLst>
                                </p:cTn>
                              </p:par>
                              <p:par>
                                <p:cTn id="85" presetID="19" presetClass="entr" presetSubtype="10" fill="hold" grpId="0" nodeType="withEffect">
                                  <p:stCondLst>
                                    <p:cond delay="0"/>
                                  </p:stCondLst>
                                  <p:childTnLst>
                                    <p:set>
                                      <p:cBhvr>
                                        <p:cTn id="86" dur="1" fill="hold">
                                          <p:stCondLst>
                                            <p:cond delay="0"/>
                                          </p:stCondLst>
                                        </p:cTn>
                                        <p:tgtEl>
                                          <p:spTgt spid="250"/>
                                        </p:tgtEl>
                                        <p:attrNameLst>
                                          <p:attrName>style.visibility</p:attrName>
                                        </p:attrNameLst>
                                      </p:cBhvr>
                                      <p:to>
                                        <p:strVal val="visible"/>
                                      </p:to>
                                    </p:set>
                                    <p:anim calcmode="lin" valueType="num">
                                      <p:cBhvr>
                                        <p:cTn id="87" dur="5000" fill="hold"/>
                                        <p:tgtEl>
                                          <p:spTgt spid="250"/>
                                        </p:tgtEl>
                                        <p:attrNameLst>
                                          <p:attrName>ppt_w</p:attrName>
                                        </p:attrNameLst>
                                      </p:cBhvr>
                                      <p:tavLst>
                                        <p:tav tm="0" fmla="#ppt_w*sin(2.5*pi*$)">
                                          <p:val>
                                            <p:fltVal val="0"/>
                                          </p:val>
                                        </p:tav>
                                        <p:tav tm="100000">
                                          <p:val>
                                            <p:fltVal val="1"/>
                                          </p:val>
                                        </p:tav>
                                      </p:tavLst>
                                    </p:anim>
                                    <p:anim calcmode="lin" valueType="num">
                                      <p:cBhvr>
                                        <p:cTn id="88" dur="5000" fill="hold"/>
                                        <p:tgtEl>
                                          <p:spTgt spid="25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48" grpId="0"/>
      <p:bldP spid="229" grpId="0" animBg="1"/>
      <p:bldP spid="229" grpId="1" animBg="1"/>
      <p:bldP spid="229" grpId="2" animBg="1"/>
      <p:bldP spid="229" grpId="3" animBg="1"/>
      <p:bldP spid="245" grpId="0"/>
      <p:bldP spid="246" grpId="0"/>
      <p:bldP spid="249" grpId="0"/>
      <p:bldP spid="2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896200" y="1174955"/>
            <a:ext cx="4162076" cy="4829869"/>
          </a:xfrm>
          <a:prstGeom prst="rect">
            <a:avLst/>
          </a:prstGeom>
          <a:solidFill>
            <a:srgbClr val="B9CDE5"/>
          </a:solidFill>
          <a:ln>
            <a:noFill/>
          </a:ln>
          <a:effectLst/>
        </p:spPr>
        <p:txBody>
          <a:bodyPr wrap="none" anchor="ctr"/>
          <a:lstStyle/>
          <a:p>
            <a:endParaRPr lang="zh-CN" altLang="en-US" dirty="0"/>
          </a:p>
        </p:txBody>
      </p:sp>
      <p:sp>
        <p:nvSpPr>
          <p:cNvPr id="15" name="Text Box 1032"/>
          <p:cNvSpPr txBox="1">
            <a:spLocks noChangeArrowheads="1"/>
          </p:cNvSpPr>
          <p:nvPr/>
        </p:nvSpPr>
        <p:spPr bwMode="auto">
          <a:xfrm>
            <a:off x="441968" y="1405817"/>
            <a:ext cx="1626626" cy="590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en-US" altLang="zh-CN" sz="2600" dirty="0"/>
              <a:t>∑</a:t>
            </a:r>
            <a:r>
              <a:rPr lang="en-US" altLang="zh-CN" sz="2600" b="0" dirty="0" err="1"/>
              <a:t>F</a:t>
            </a:r>
            <a:r>
              <a:rPr lang="en-US" altLang="zh-CN" sz="2600" b="0" baseline="-25000" dirty="0" err="1"/>
              <a:t>y</a:t>
            </a:r>
            <a:r>
              <a:rPr lang="en-US" altLang="zh-CN" sz="2600" b="0" i="0" dirty="0"/>
              <a:t>=0</a:t>
            </a:r>
          </a:p>
        </p:txBody>
      </p:sp>
      <p:sp>
        <p:nvSpPr>
          <p:cNvPr id="48" name="Text Box 4">
            <a:extLst>
              <a:ext uri="{FF2B5EF4-FFF2-40B4-BE49-F238E27FC236}">
                <a16:creationId xmlns:a16="http://schemas.microsoft.com/office/drawing/2014/main" id="{CB050D47-D455-D11B-73CA-B8FDE70B6077}"/>
              </a:ext>
            </a:extLst>
          </p:cNvPr>
          <p:cNvSpPr txBox="1">
            <a:spLocks noChangeAspect="1" noChangeArrowheads="1"/>
          </p:cNvSpPr>
          <p:nvPr/>
        </p:nvSpPr>
        <p:spPr bwMode="auto">
          <a:xfrm flipH="1">
            <a:off x="8966175" y="264327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ea typeface="宋体" panose="02010600030101010101" pitchFamily="2" charset="-122"/>
              </a:rPr>
              <a:t>d</a:t>
            </a:r>
            <a:r>
              <a:rPr lang="en-US" altLang="zh-CN" b="0" i="1" dirty="0">
                <a:ea typeface="宋体" panose="02010600030101010101" pitchFamily="2" charset="-122"/>
              </a:rPr>
              <a:t>x</a:t>
            </a:r>
          </a:p>
        </p:txBody>
      </p:sp>
      <p:grpSp>
        <p:nvGrpSpPr>
          <p:cNvPr id="49" name="Group 5">
            <a:extLst>
              <a:ext uri="{FF2B5EF4-FFF2-40B4-BE49-F238E27FC236}">
                <a16:creationId xmlns:a16="http://schemas.microsoft.com/office/drawing/2014/main" id="{9F3C5067-2DFA-A3A5-1722-8027DE467FBA}"/>
              </a:ext>
            </a:extLst>
          </p:cNvPr>
          <p:cNvGrpSpPr>
            <a:grpSpLocks/>
          </p:cNvGrpSpPr>
          <p:nvPr/>
        </p:nvGrpSpPr>
        <p:grpSpPr bwMode="auto">
          <a:xfrm>
            <a:off x="9088412" y="2898863"/>
            <a:ext cx="365125" cy="233363"/>
            <a:chOff x="1278" y="3602"/>
            <a:chExt cx="230" cy="147"/>
          </a:xfrm>
        </p:grpSpPr>
        <p:sp>
          <p:nvSpPr>
            <p:cNvPr id="50" name="Line 6">
              <a:extLst>
                <a:ext uri="{FF2B5EF4-FFF2-40B4-BE49-F238E27FC236}">
                  <a16:creationId xmlns:a16="http://schemas.microsoft.com/office/drawing/2014/main" id="{FE378CB5-943D-9B3A-7A91-0D01E26A3531}"/>
                </a:ext>
              </a:extLst>
            </p:cNvPr>
            <p:cNvSpPr>
              <a:spLocks noChangeAspect="1" noChangeShapeType="1"/>
            </p:cNvSpPr>
            <p:nvPr/>
          </p:nvSpPr>
          <p:spPr bwMode="auto">
            <a:xfrm flipH="1">
              <a:off x="1508" y="3602"/>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7">
              <a:extLst>
                <a:ext uri="{FF2B5EF4-FFF2-40B4-BE49-F238E27FC236}">
                  <a16:creationId xmlns:a16="http://schemas.microsoft.com/office/drawing/2014/main" id="{D29F19B6-EF18-23C3-DBEA-6953C9A00F99}"/>
                </a:ext>
              </a:extLst>
            </p:cNvPr>
            <p:cNvSpPr>
              <a:spLocks noChangeAspect="1" noChangeShapeType="1"/>
            </p:cNvSpPr>
            <p:nvPr/>
          </p:nvSpPr>
          <p:spPr bwMode="auto">
            <a:xfrm flipH="1">
              <a:off x="1278" y="3691"/>
              <a:ext cx="221"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52" name="Group 8">
            <a:extLst>
              <a:ext uri="{FF2B5EF4-FFF2-40B4-BE49-F238E27FC236}">
                <a16:creationId xmlns:a16="http://schemas.microsoft.com/office/drawing/2014/main" id="{52CD634A-5FE1-F3EE-01D7-01CB05CD22DA}"/>
              </a:ext>
            </a:extLst>
          </p:cNvPr>
          <p:cNvGrpSpPr>
            <a:grpSpLocks/>
          </p:cNvGrpSpPr>
          <p:nvPr/>
        </p:nvGrpSpPr>
        <p:grpSpPr bwMode="auto">
          <a:xfrm>
            <a:off x="7896200" y="1081176"/>
            <a:ext cx="3884612" cy="2425700"/>
            <a:chOff x="527" y="2457"/>
            <a:chExt cx="2447" cy="1528"/>
          </a:xfrm>
        </p:grpSpPr>
        <p:grpSp>
          <p:nvGrpSpPr>
            <p:cNvPr id="54" name="Group 9">
              <a:extLst>
                <a:ext uri="{FF2B5EF4-FFF2-40B4-BE49-F238E27FC236}">
                  <a16:creationId xmlns:a16="http://schemas.microsoft.com/office/drawing/2014/main" id="{D38BD220-555E-A61A-6DC3-CDA0D52B230A}"/>
                </a:ext>
              </a:extLst>
            </p:cNvPr>
            <p:cNvGrpSpPr>
              <a:grpSpLocks/>
            </p:cNvGrpSpPr>
            <p:nvPr/>
          </p:nvGrpSpPr>
          <p:grpSpPr bwMode="auto">
            <a:xfrm>
              <a:off x="883" y="2565"/>
              <a:ext cx="722" cy="650"/>
              <a:chOff x="1032" y="2321"/>
              <a:chExt cx="722" cy="650"/>
            </a:xfrm>
          </p:grpSpPr>
          <p:sp>
            <p:nvSpPr>
              <p:cNvPr id="220" name="Text Box 10">
                <a:extLst>
                  <a:ext uri="{FF2B5EF4-FFF2-40B4-BE49-F238E27FC236}">
                    <a16:creationId xmlns:a16="http://schemas.microsoft.com/office/drawing/2014/main" id="{CB46CA78-1BCD-5EF9-8118-2140DD0F1F8E}"/>
                  </a:ext>
                </a:extLst>
              </p:cNvPr>
              <p:cNvSpPr txBox="1">
                <a:spLocks noChangeAspect="1" noChangeArrowheads="1"/>
              </p:cNvSpPr>
              <p:nvPr/>
            </p:nvSpPr>
            <p:spPr bwMode="auto">
              <a:xfrm>
                <a:off x="1192" y="2321"/>
                <a:ext cx="555"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sp>
            <p:nvSpPr>
              <p:cNvPr id="221" name="Line 11">
                <a:extLst>
                  <a:ext uri="{FF2B5EF4-FFF2-40B4-BE49-F238E27FC236}">
                    <a16:creationId xmlns:a16="http://schemas.microsoft.com/office/drawing/2014/main" id="{C6494C4B-D87F-C4CB-F37C-749A153B1FA5}"/>
                  </a:ext>
                </a:extLst>
              </p:cNvPr>
              <p:cNvSpPr>
                <a:spLocks noChangeAspect="1" noChangeShapeType="1"/>
              </p:cNvSpPr>
              <p:nvPr/>
            </p:nvSpPr>
            <p:spPr bwMode="auto">
              <a:xfrm flipV="1">
                <a:off x="1508" y="2659"/>
                <a:ext cx="0" cy="301"/>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2" name="Line 12">
                <a:extLst>
                  <a:ext uri="{FF2B5EF4-FFF2-40B4-BE49-F238E27FC236}">
                    <a16:creationId xmlns:a16="http://schemas.microsoft.com/office/drawing/2014/main" id="{9F468FF9-F334-3052-049D-FE659E8A7256}"/>
                  </a:ext>
                </a:extLst>
              </p:cNvPr>
              <p:cNvSpPr>
                <a:spLocks noChangeAspect="1" noChangeShapeType="1"/>
              </p:cNvSpPr>
              <p:nvPr/>
            </p:nvSpPr>
            <p:spPr bwMode="auto">
              <a:xfrm flipV="1">
                <a:off x="1628" y="2594"/>
                <a:ext cx="0" cy="3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3" name="Line 13">
                <a:extLst>
                  <a:ext uri="{FF2B5EF4-FFF2-40B4-BE49-F238E27FC236}">
                    <a16:creationId xmlns:a16="http://schemas.microsoft.com/office/drawing/2014/main" id="{4454FECC-9176-E900-37E6-07A63A8B13CF}"/>
                  </a:ext>
                </a:extLst>
              </p:cNvPr>
              <p:cNvSpPr>
                <a:spLocks noChangeAspect="1" noChangeShapeType="1"/>
              </p:cNvSpPr>
              <p:nvPr/>
            </p:nvSpPr>
            <p:spPr bwMode="auto">
              <a:xfrm flipV="1">
                <a:off x="1747" y="2629"/>
                <a:ext cx="0" cy="33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4" name="Line 14">
                <a:extLst>
                  <a:ext uri="{FF2B5EF4-FFF2-40B4-BE49-F238E27FC236}">
                    <a16:creationId xmlns:a16="http://schemas.microsoft.com/office/drawing/2014/main" id="{408F0D53-F675-084E-B671-0B35EAFEED15}"/>
                  </a:ext>
                </a:extLst>
              </p:cNvPr>
              <p:cNvSpPr>
                <a:spLocks noChangeAspect="1" noChangeShapeType="1"/>
              </p:cNvSpPr>
              <p:nvPr/>
            </p:nvSpPr>
            <p:spPr bwMode="auto">
              <a:xfrm flipV="1">
                <a:off x="1032" y="2733"/>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5" name="Line 15">
                <a:extLst>
                  <a:ext uri="{FF2B5EF4-FFF2-40B4-BE49-F238E27FC236}">
                    <a16:creationId xmlns:a16="http://schemas.microsoft.com/office/drawing/2014/main" id="{4109BECE-F79B-0316-605A-BB5722C1F2F5}"/>
                  </a:ext>
                </a:extLst>
              </p:cNvPr>
              <p:cNvSpPr>
                <a:spLocks noChangeAspect="1" noChangeShapeType="1"/>
              </p:cNvSpPr>
              <p:nvPr/>
            </p:nvSpPr>
            <p:spPr bwMode="auto">
              <a:xfrm flipV="1">
                <a:off x="1152" y="2664"/>
                <a:ext cx="0" cy="29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6" name="Line 16">
                <a:extLst>
                  <a:ext uri="{FF2B5EF4-FFF2-40B4-BE49-F238E27FC236}">
                    <a16:creationId xmlns:a16="http://schemas.microsoft.com/office/drawing/2014/main" id="{949BF14A-DDBD-2E11-4528-D14BF138F25C}"/>
                  </a:ext>
                </a:extLst>
              </p:cNvPr>
              <p:cNvSpPr>
                <a:spLocks noChangeAspect="1" noChangeShapeType="1"/>
              </p:cNvSpPr>
              <p:nvPr/>
            </p:nvSpPr>
            <p:spPr bwMode="auto">
              <a:xfrm flipV="1">
                <a:off x="1273" y="2647"/>
                <a:ext cx="0" cy="31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7" name="Line 17">
                <a:extLst>
                  <a:ext uri="{FF2B5EF4-FFF2-40B4-BE49-F238E27FC236}">
                    <a16:creationId xmlns:a16="http://schemas.microsoft.com/office/drawing/2014/main" id="{CA5659C9-5E9F-38C0-CF47-132C8182447B}"/>
                  </a:ext>
                </a:extLst>
              </p:cNvPr>
              <p:cNvSpPr>
                <a:spLocks noChangeAspect="1" noChangeShapeType="1"/>
              </p:cNvSpPr>
              <p:nvPr/>
            </p:nvSpPr>
            <p:spPr bwMode="auto">
              <a:xfrm flipV="1">
                <a:off x="1393" y="2699"/>
                <a:ext cx="1" cy="272"/>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28" name="Freeform 18">
                <a:extLst>
                  <a:ext uri="{FF2B5EF4-FFF2-40B4-BE49-F238E27FC236}">
                    <a16:creationId xmlns:a16="http://schemas.microsoft.com/office/drawing/2014/main" id="{082CE94A-DC75-534B-1C67-B698E253230B}"/>
                  </a:ext>
                </a:extLst>
              </p:cNvPr>
              <p:cNvSpPr>
                <a:spLocks/>
              </p:cNvSpPr>
              <p:nvPr/>
            </p:nvSpPr>
            <p:spPr bwMode="auto">
              <a:xfrm>
                <a:off x="1032" y="2597"/>
                <a:ext cx="722" cy="137"/>
              </a:xfrm>
              <a:custGeom>
                <a:avLst/>
                <a:gdLst>
                  <a:gd name="T0" fmla="*/ 0 w 722"/>
                  <a:gd name="T1" fmla="*/ 137 h 137"/>
                  <a:gd name="T2" fmla="*/ 189 w 722"/>
                  <a:gd name="T3" fmla="*/ 59 h 137"/>
                  <a:gd name="T4" fmla="*/ 369 w 722"/>
                  <a:gd name="T5" fmla="*/ 102 h 137"/>
                  <a:gd name="T6" fmla="*/ 601 w 722"/>
                  <a:gd name="T7" fmla="*/ 8 h 137"/>
                  <a:gd name="T8" fmla="*/ 722 w 722"/>
                  <a:gd name="T9" fmla="*/ 51 h 137"/>
                  <a:gd name="T10" fmla="*/ 0 60000 65536"/>
                  <a:gd name="T11" fmla="*/ 0 60000 65536"/>
                  <a:gd name="T12" fmla="*/ 0 60000 65536"/>
                  <a:gd name="T13" fmla="*/ 0 60000 65536"/>
                  <a:gd name="T14" fmla="*/ 0 60000 65536"/>
                  <a:gd name="T15" fmla="*/ 0 w 722"/>
                  <a:gd name="T16" fmla="*/ 0 h 137"/>
                  <a:gd name="T17" fmla="*/ 722 w 722"/>
                  <a:gd name="T18" fmla="*/ 137 h 137"/>
                </a:gdLst>
                <a:ahLst/>
                <a:cxnLst>
                  <a:cxn ang="T10">
                    <a:pos x="T0" y="T1"/>
                  </a:cxn>
                  <a:cxn ang="T11">
                    <a:pos x="T2" y="T3"/>
                  </a:cxn>
                  <a:cxn ang="T12">
                    <a:pos x="T4" y="T5"/>
                  </a:cxn>
                  <a:cxn ang="T13">
                    <a:pos x="T6" y="T7"/>
                  </a:cxn>
                  <a:cxn ang="T14">
                    <a:pos x="T8" y="T9"/>
                  </a:cxn>
                </a:cxnLst>
                <a:rect l="T15" t="T16" r="T17" b="T18"/>
                <a:pathLst>
                  <a:path w="722" h="137">
                    <a:moveTo>
                      <a:pt x="0" y="137"/>
                    </a:moveTo>
                    <a:cubicBezTo>
                      <a:pt x="64" y="101"/>
                      <a:pt x="128" y="65"/>
                      <a:pt x="189" y="59"/>
                    </a:cubicBezTo>
                    <a:cubicBezTo>
                      <a:pt x="250" y="53"/>
                      <a:pt x="300" y="110"/>
                      <a:pt x="369" y="102"/>
                    </a:cubicBezTo>
                    <a:cubicBezTo>
                      <a:pt x="438" y="94"/>
                      <a:pt x="542" y="16"/>
                      <a:pt x="601" y="8"/>
                    </a:cubicBezTo>
                    <a:cubicBezTo>
                      <a:pt x="660" y="0"/>
                      <a:pt x="703" y="44"/>
                      <a:pt x="722" y="51"/>
                    </a:cubicBezTo>
                  </a:path>
                </a:pathLst>
              </a:custGeom>
              <a:noFill/>
              <a:ln w="9525" cap="flat"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5" name="Text Box 19">
              <a:extLst>
                <a:ext uri="{FF2B5EF4-FFF2-40B4-BE49-F238E27FC236}">
                  <a16:creationId xmlns:a16="http://schemas.microsoft.com/office/drawing/2014/main" id="{C8B14173-1E69-681F-C738-E465DF41A477}"/>
                </a:ext>
              </a:extLst>
            </p:cNvPr>
            <p:cNvSpPr txBox="1">
              <a:spLocks noChangeAspect="1" noChangeArrowheads="1"/>
            </p:cNvSpPr>
            <p:nvPr/>
          </p:nvSpPr>
          <p:spPr bwMode="auto">
            <a:xfrm flipH="1">
              <a:off x="1476" y="361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ea typeface="宋体" panose="02010600030101010101" pitchFamily="2" charset="-122"/>
                </a:rPr>
                <a:t>l</a:t>
              </a:r>
            </a:p>
          </p:txBody>
        </p:sp>
        <p:sp>
          <p:nvSpPr>
            <p:cNvPr id="56" name="Text Box 20">
              <a:extLst>
                <a:ext uri="{FF2B5EF4-FFF2-40B4-BE49-F238E27FC236}">
                  <a16:creationId xmlns:a16="http://schemas.microsoft.com/office/drawing/2014/main" id="{B46BD4C4-0C24-E21C-ED9D-1A1E9DEE59B5}"/>
                </a:ext>
              </a:extLst>
            </p:cNvPr>
            <p:cNvSpPr txBox="1">
              <a:spLocks noChangeAspect="1" noChangeArrowheads="1"/>
            </p:cNvSpPr>
            <p:nvPr/>
          </p:nvSpPr>
          <p:spPr bwMode="auto">
            <a:xfrm>
              <a:off x="527" y="306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A</a:t>
              </a:r>
            </a:p>
          </p:txBody>
        </p:sp>
        <p:sp>
          <p:nvSpPr>
            <p:cNvPr id="57" name="Text Box 21">
              <a:extLst>
                <a:ext uri="{FF2B5EF4-FFF2-40B4-BE49-F238E27FC236}">
                  <a16:creationId xmlns:a16="http://schemas.microsoft.com/office/drawing/2014/main" id="{34234455-E77B-AF83-87FE-4C350D2A6341}"/>
                </a:ext>
              </a:extLst>
            </p:cNvPr>
            <p:cNvSpPr txBox="1">
              <a:spLocks noChangeAspect="1" noChangeArrowheads="1"/>
            </p:cNvSpPr>
            <p:nvPr/>
          </p:nvSpPr>
          <p:spPr bwMode="auto">
            <a:xfrm>
              <a:off x="2411" y="3088"/>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ea typeface="宋体" panose="02010600030101010101" pitchFamily="2" charset="-122"/>
                </a:rPr>
                <a:t>B</a:t>
              </a:r>
              <a:r>
                <a:rPr lang="en-US" altLang="zh-CN" i="1" dirty="0">
                  <a:ea typeface="宋体" panose="02010600030101010101" pitchFamily="2" charset="-122"/>
                </a:rPr>
                <a:t>   </a:t>
              </a:r>
            </a:p>
          </p:txBody>
        </p:sp>
        <p:sp>
          <p:nvSpPr>
            <p:cNvPr id="58" name="Line 22">
              <a:extLst>
                <a:ext uri="{FF2B5EF4-FFF2-40B4-BE49-F238E27FC236}">
                  <a16:creationId xmlns:a16="http://schemas.microsoft.com/office/drawing/2014/main" id="{2015F06F-D8B0-A391-70B7-11106CC1656F}"/>
                </a:ext>
              </a:extLst>
            </p:cNvPr>
            <p:cNvSpPr>
              <a:spLocks noChangeAspect="1" noChangeShapeType="1"/>
            </p:cNvSpPr>
            <p:nvPr/>
          </p:nvSpPr>
          <p:spPr bwMode="auto">
            <a:xfrm flipH="1">
              <a:off x="763" y="3581"/>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 name="Line 23">
              <a:extLst>
                <a:ext uri="{FF2B5EF4-FFF2-40B4-BE49-F238E27FC236}">
                  <a16:creationId xmlns:a16="http://schemas.microsoft.com/office/drawing/2014/main" id="{BFE08FDC-5531-F3DD-94CD-4456597D7A52}"/>
                </a:ext>
              </a:extLst>
            </p:cNvPr>
            <p:cNvSpPr>
              <a:spLocks noChangeAspect="1" noChangeShapeType="1"/>
            </p:cNvSpPr>
            <p:nvPr/>
          </p:nvSpPr>
          <p:spPr bwMode="auto">
            <a:xfrm flipH="1">
              <a:off x="763" y="3872"/>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60" name="Line 24">
              <a:extLst>
                <a:ext uri="{FF2B5EF4-FFF2-40B4-BE49-F238E27FC236}">
                  <a16:creationId xmlns:a16="http://schemas.microsoft.com/office/drawing/2014/main" id="{395CDC66-D172-6CE4-8627-3F9D460D84AE}"/>
                </a:ext>
              </a:extLst>
            </p:cNvPr>
            <p:cNvSpPr>
              <a:spLocks noChangeAspect="1" noChangeShapeType="1"/>
            </p:cNvSpPr>
            <p:nvPr/>
          </p:nvSpPr>
          <p:spPr bwMode="auto">
            <a:xfrm flipH="1">
              <a:off x="2428" y="3614"/>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Freeform 25">
              <a:extLst>
                <a:ext uri="{FF2B5EF4-FFF2-40B4-BE49-F238E27FC236}">
                  <a16:creationId xmlns:a16="http://schemas.microsoft.com/office/drawing/2014/main" id="{C683B8AF-D77A-1FBC-F3D6-9CCB379F49F0}"/>
                </a:ext>
              </a:extLst>
            </p:cNvPr>
            <p:cNvSpPr>
              <a:spLocks noChangeAspect="1"/>
            </p:cNvSpPr>
            <p:nvPr/>
          </p:nvSpPr>
          <p:spPr bwMode="auto">
            <a:xfrm>
              <a:off x="786" y="3224"/>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2" name="Group 26">
              <a:extLst>
                <a:ext uri="{FF2B5EF4-FFF2-40B4-BE49-F238E27FC236}">
                  <a16:creationId xmlns:a16="http://schemas.microsoft.com/office/drawing/2014/main" id="{455A4AC1-5F2C-B81D-F583-EB09D9190986}"/>
                </a:ext>
              </a:extLst>
            </p:cNvPr>
            <p:cNvGrpSpPr>
              <a:grpSpLocks/>
            </p:cNvGrpSpPr>
            <p:nvPr/>
          </p:nvGrpSpPr>
          <p:grpSpPr bwMode="auto">
            <a:xfrm>
              <a:off x="607" y="3194"/>
              <a:ext cx="313" cy="330"/>
              <a:chOff x="1686" y="3521"/>
              <a:chExt cx="313" cy="330"/>
            </a:xfrm>
          </p:grpSpPr>
          <p:sp>
            <p:nvSpPr>
              <p:cNvPr id="216" name="AutoShape 27">
                <a:extLst>
                  <a:ext uri="{FF2B5EF4-FFF2-40B4-BE49-F238E27FC236}">
                    <a16:creationId xmlns:a16="http://schemas.microsoft.com/office/drawing/2014/main" id="{D6F54226-A1BF-6442-25B3-ED9FA6EF1242}"/>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7" name="Rectangle 28" descr="宽上对角线">
                <a:extLst>
                  <a:ext uri="{FF2B5EF4-FFF2-40B4-BE49-F238E27FC236}">
                    <a16:creationId xmlns:a16="http://schemas.microsoft.com/office/drawing/2014/main" id="{158B5D7E-B421-BE32-AF57-6D8ADF46482A}"/>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8" name="Line 29">
                <a:extLst>
                  <a:ext uri="{FF2B5EF4-FFF2-40B4-BE49-F238E27FC236}">
                    <a16:creationId xmlns:a16="http://schemas.microsoft.com/office/drawing/2014/main" id="{2DDFF42C-714B-0B66-A78A-3755543507EE}"/>
                  </a:ext>
                </a:extLst>
              </p:cNvPr>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9" name="Oval 30">
                <a:extLst>
                  <a:ext uri="{FF2B5EF4-FFF2-40B4-BE49-F238E27FC236}">
                    <a16:creationId xmlns:a16="http://schemas.microsoft.com/office/drawing/2014/main" id="{5D37247E-FE2F-6E1A-7C51-04CDD1B30B10}"/>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grpSp>
          <p:nvGrpSpPr>
            <p:cNvPr id="63" name="Group 31">
              <a:extLst>
                <a:ext uri="{FF2B5EF4-FFF2-40B4-BE49-F238E27FC236}">
                  <a16:creationId xmlns:a16="http://schemas.microsoft.com/office/drawing/2014/main" id="{18BC668D-97C5-5BE2-0036-C103101BFD35}"/>
                </a:ext>
              </a:extLst>
            </p:cNvPr>
            <p:cNvGrpSpPr>
              <a:grpSpLocks/>
            </p:cNvGrpSpPr>
            <p:nvPr/>
          </p:nvGrpSpPr>
          <p:grpSpPr bwMode="auto">
            <a:xfrm>
              <a:off x="2272" y="3193"/>
              <a:ext cx="311" cy="358"/>
              <a:chOff x="3499" y="3511"/>
              <a:chExt cx="311" cy="358"/>
            </a:xfrm>
          </p:grpSpPr>
          <p:sp>
            <p:nvSpPr>
              <p:cNvPr id="211" name="Line 32">
                <a:extLst>
                  <a:ext uri="{FF2B5EF4-FFF2-40B4-BE49-F238E27FC236}">
                    <a16:creationId xmlns:a16="http://schemas.microsoft.com/office/drawing/2014/main" id="{B69F7629-527F-859B-0C5A-DBB56EA0DE89}"/>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2" name="Rectangle 33" descr="宽上对角线">
                <a:extLst>
                  <a:ext uri="{FF2B5EF4-FFF2-40B4-BE49-F238E27FC236}">
                    <a16:creationId xmlns:a16="http://schemas.microsoft.com/office/drawing/2014/main" id="{7803131D-9CA3-10F5-AC69-92BB33121B39}"/>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3" name="Line 34">
                <a:extLst>
                  <a:ext uri="{FF2B5EF4-FFF2-40B4-BE49-F238E27FC236}">
                    <a16:creationId xmlns:a16="http://schemas.microsoft.com/office/drawing/2014/main" id="{0837EA39-A02E-5435-90D4-C20FC9A87D1F}"/>
                  </a:ext>
                </a:extLst>
              </p:cNvPr>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4" name="Oval 35">
                <a:extLst>
                  <a:ext uri="{FF2B5EF4-FFF2-40B4-BE49-F238E27FC236}">
                    <a16:creationId xmlns:a16="http://schemas.microsoft.com/office/drawing/2014/main" id="{A112812C-9BA0-BA45-05A0-595CCFEF9BB5}"/>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sp>
            <p:nvSpPr>
              <p:cNvPr id="215" name="Oval 36">
                <a:extLst>
                  <a:ext uri="{FF2B5EF4-FFF2-40B4-BE49-F238E27FC236}">
                    <a16:creationId xmlns:a16="http://schemas.microsoft.com/office/drawing/2014/main" id="{12561671-810C-B34F-65C3-BB87C194CE27}"/>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197" name="Text Box 37">
              <a:extLst>
                <a:ext uri="{FF2B5EF4-FFF2-40B4-BE49-F238E27FC236}">
                  <a16:creationId xmlns:a16="http://schemas.microsoft.com/office/drawing/2014/main" id="{95623BF7-B7D8-44F1-DAD6-19C0E151A6E2}"/>
                </a:ext>
              </a:extLst>
            </p:cNvPr>
            <p:cNvSpPr txBox="1">
              <a:spLocks noChangeAspect="1" noChangeArrowheads="1"/>
            </p:cNvSpPr>
            <p:nvPr/>
          </p:nvSpPr>
          <p:spPr bwMode="auto">
            <a:xfrm flipH="1">
              <a:off x="927" y="3447"/>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r>
                <a:rPr lang="en-US" altLang="zh-CN" i="1" dirty="0">
                  <a:ea typeface="宋体" panose="02010600030101010101" pitchFamily="2" charset="-122"/>
                </a:rPr>
                <a:t> </a:t>
              </a:r>
              <a:r>
                <a:rPr lang="en-US" altLang="zh-CN" b="0" i="1" dirty="0">
                  <a:ea typeface="宋体" panose="02010600030101010101" pitchFamily="2" charset="-122"/>
                </a:rPr>
                <a:t>x</a:t>
              </a:r>
            </a:p>
          </p:txBody>
        </p:sp>
        <p:sp>
          <p:nvSpPr>
            <p:cNvPr id="198" name="Line 38">
              <a:extLst>
                <a:ext uri="{FF2B5EF4-FFF2-40B4-BE49-F238E27FC236}">
                  <a16:creationId xmlns:a16="http://schemas.microsoft.com/office/drawing/2014/main" id="{5B58F4BF-F75F-5B33-387C-1459AF44BFF6}"/>
                </a:ext>
              </a:extLst>
            </p:cNvPr>
            <p:cNvSpPr>
              <a:spLocks noChangeAspect="1" noChangeShapeType="1"/>
            </p:cNvSpPr>
            <p:nvPr/>
          </p:nvSpPr>
          <p:spPr bwMode="auto">
            <a:xfrm flipH="1">
              <a:off x="1291" y="36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9" name="Line 39">
              <a:extLst>
                <a:ext uri="{FF2B5EF4-FFF2-40B4-BE49-F238E27FC236}">
                  <a16:creationId xmlns:a16="http://schemas.microsoft.com/office/drawing/2014/main" id="{AEDE2ECA-180D-DC18-06C3-8D13734456C7}"/>
                </a:ext>
              </a:extLst>
            </p:cNvPr>
            <p:cNvSpPr>
              <a:spLocks noChangeAspect="1" noChangeShapeType="1"/>
            </p:cNvSpPr>
            <p:nvPr/>
          </p:nvSpPr>
          <p:spPr bwMode="auto">
            <a:xfrm flipH="1">
              <a:off x="747" y="3690"/>
              <a:ext cx="55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0" name="Text Box 40">
              <a:extLst>
                <a:ext uri="{FF2B5EF4-FFF2-40B4-BE49-F238E27FC236}">
                  <a16:creationId xmlns:a16="http://schemas.microsoft.com/office/drawing/2014/main" id="{3870A47A-582A-8E67-576D-1FC8A67D3A2A}"/>
                </a:ext>
              </a:extLst>
            </p:cNvPr>
            <p:cNvSpPr txBox="1">
              <a:spLocks noChangeAspect="1" noChangeArrowheads="1"/>
            </p:cNvSpPr>
            <p:nvPr/>
          </p:nvSpPr>
          <p:spPr bwMode="auto">
            <a:xfrm>
              <a:off x="1851" y="2478"/>
              <a:ext cx="33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endParaRPr lang="en-US" altLang="zh-CN" b="0" i="1" baseline="-25000" dirty="0">
                <a:solidFill>
                  <a:srgbClr val="FF0000"/>
                </a:solidFill>
                <a:ea typeface="宋体" panose="02010600030101010101" pitchFamily="2" charset="-122"/>
              </a:endParaRPr>
            </a:p>
          </p:txBody>
        </p:sp>
        <p:sp>
          <p:nvSpPr>
            <p:cNvPr id="201" name="Line 41">
              <a:extLst>
                <a:ext uri="{FF2B5EF4-FFF2-40B4-BE49-F238E27FC236}">
                  <a16:creationId xmlns:a16="http://schemas.microsoft.com/office/drawing/2014/main" id="{7DCE8A73-DBC2-F641-5E0B-C557CE5AD92C}"/>
                </a:ext>
              </a:extLst>
            </p:cNvPr>
            <p:cNvSpPr>
              <a:spLocks noChangeAspect="1" noChangeShapeType="1"/>
            </p:cNvSpPr>
            <p:nvPr/>
          </p:nvSpPr>
          <p:spPr bwMode="auto">
            <a:xfrm>
              <a:off x="1860" y="2679"/>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nvGrpSpPr>
            <p:cNvPr id="202" name="Group 42">
              <a:extLst>
                <a:ext uri="{FF2B5EF4-FFF2-40B4-BE49-F238E27FC236}">
                  <a16:creationId xmlns:a16="http://schemas.microsoft.com/office/drawing/2014/main" id="{AE758F40-8639-3B49-908A-F2D96D1B2048}"/>
                </a:ext>
              </a:extLst>
            </p:cNvPr>
            <p:cNvGrpSpPr>
              <a:grpSpLocks/>
            </p:cNvGrpSpPr>
            <p:nvPr/>
          </p:nvGrpSpPr>
          <p:grpSpPr bwMode="auto">
            <a:xfrm>
              <a:off x="1943" y="2917"/>
              <a:ext cx="320" cy="542"/>
              <a:chOff x="4382" y="268"/>
              <a:chExt cx="320" cy="542"/>
            </a:xfrm>
          </p:grpSpPr>
          <p:sp>
            <p:nvSpPr>
              <p:cNvPr id="208" name="Line 43">
                <a:extLst>
                  <a:ext uri="{FF2B5EF4-FFF2-40B4-BE49-F238E27FC236}">
                    <a16:creationId xmlns:a16="http://schemas.microsoft.com/office/drawing/2014/main" id="{95CAA39C-957F-DEC5-9271-DCA3DC2A976A}"/>
                  </a:ext>
                </a:extLst>
              </p:cNvPr>
              <p:cNvSpPr>
                <a:spLocks noChangeAspect="1" noChangeShapeType="1"/>
              </p:cNvSpPr>
              <p:nvPr/>
            </p:nvSpPr>
            <p:spPr bwMode="auto">
              <a:xfrm>
                <a:off x="4541" y="268"/>
                <a:ext cx="0" cy="54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9" name="Line 44">
                <a:extLst>
                  <a:ext uri="{FF2B5EF4-FFF2-40B4-BE49-F238E27FC236}">
                    <a16:creationId xmlns:a16="http://schemas.microsoft.com/office/drawing/2014/main" id="{62C3A60A-1DC2-EF61-B156-4EA0B285FEEB}"/>
                  </a:ext>
                </a:extLst>
              </p:cNvPr>
              <p:cNvSpPr>
                <a:spLocks noChangeAspect="1" noChangeShapeType="1"/>
              </p:cNvSpPr>
              <p:nvPr/>
            </p:nvSpPr>
            <p:spPr bwMode="auto">
              <a:xfrm flipH="1">
                <a:off x="4382" y="271"/>
                <a:ext cx="159"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10" name="Line 45">
                <a:extLst>
                  <a:ext uri="{FF2B5EF4-FFF2-40B4-BE49-F238E27FC236}">
                    <a16:creationId xmlns:a16="http://schemas.microsoft.com/office/drawing/2014/main" id="{6459E89F-CE25-930A-6AE3-C918A59BE619}"/>
                  </a:ext>
                </a:extLst>
              </p:cNvPr>
              <p:cNvSpPr>
                <a:spLocks noChangeAspect="1" noChangeShapeType="1"/>
              </p:cNvSpPr>
              <p:nvPr/>
            </p:nvSpPr>
            <p:spPr bwMode="auto">
              <a:xfrm>
                <a:off x="4541" y="810"/>
                <a:ext cx="161" cy="0"/>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grpSp>
        <p:sp>
          <p:nvSpPr>
            <p:cNvPr id="203" name="Text Box 46">
              <a:extLst>
                <a:ext uri="{FF2B5EF4-FFF2-40B4-BE49-F238E27FC236}">
                  <a16:creationId xmlns:a16="http://schemas.microsoft.com/office/drawing/2014/main" id="{C9EBB599-5ABA-7644-80EB-4CED56948B2B}"/>
                </a:ext>
              </a:extLst>
            </p:cNvPr>
            <p:cNvSpPr txBox="1">
              <a:spLocks noChangeAspect="1" noChangeArrowheads="1"/>
            </p:cNvSpPr>
            <p:nvPr/>
          </p:nvSpPr>
          <p:spPr bwMode="auto">
            <a:xfrm>
              <a:off x="2000" y="2683"/>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endParaRPr lang="en-US" altLang="zh-CN" b="0" dirty="0">
                <a:solidFill>
                  <a:srgbClr val="FF0000"/>
                </a:solidFill>
                <a:ea typeface="宋体" panose="02010600030101010101" pitchFamily="2" charset="-122"/>
              </a:endParaRPr>
            </a:p>
          </p:txBody>
        </p:sp>
        <p:sp>
          <p:nvSpPr>
            <p:cNvPr id="204" name="Text Box 47">
              <a:extLst>
                <a:ext uri="{FF2B5EF4-FFF2-40B4-BE49-F238E27FC236}">
                  <a16:creationId xmlns:a16="http://schemas.microsoft.com/office/drawing/2014/main" id="{22F2E806-3DDC-89F0-9C2D-B804704B7E59}"/>
                </a:ext>
              </a:extLst>
            </p:cNvPr>
            <p:cNvSpPr txBox="1">
              <a:spLocks noChangeAspect="1" noChangeArrowheads="1"/>
            </p:cNvSpPr>
            <p:nvPr/>
          </p:nvSpPr>
          <p:spPr bwMode="auto">
            <a:xfrm>
              <a:off x="2717" y="3167"/>
              <a:ext cx="208"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x</a:t>
              </a:r>
            </a:p>
          </p:txBody>
        </p:sp>
        <p:sp>
          <p:nvSpPr>
            <p:cNvPr id="205" name="Line 48">
              <a:extLst>
                <a:ext uri="{FF2B5EF4-FFF2-40B4-BE49-F238E27FC236}">
                  <a16:creationId xmlns:a16="http://schemas.microsoft.com/office/drawing/2014/main" id="{76B96146-D44D-096D-0693-A20FD3B9A551}"/>
                </a:ext>
              </a:extLst>
            </p:cNvPr>
            <p:cNvSpPr>
              <a:spLocks noChangeAspect="1" noChangeShapeType="1"/>
            </p:cNvSpPr>
            <p:nvPr/>
          </p:nvSpPr>
          <p:spPr bwMode="auto">
            <a:xfrm>
              <a:off x="2609" y="3221"/>
              <a:ext cx="365" cy="0"/>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6" name="Line 49">
              <a:extLst>
                <a:ext uri="{FF2B5EF4-FFF2-40B4-BE49-F238E27FC236}">
                  <a16:creationId xmlns:a16="http://schemas.microsoft.com/office/drawing/2014/main" id="{1A2BBF4A-6EBD-0EC1-0FE6-5FC0100F6F0B}"/>
                </a:ext>
              </a:extLst>
            </p:cNvPr>
            <p:cNvSpPr>
              <a:spLocks noChangeAspect="1" noChangeShapeType="1"/>
            </p:cNvSpPr>
            <p:nvPr/>
          </p:nvSpPr>
          <p:spPr bwMode="auto">
            <a:xfrm flipV="1">
              <a:off x="751" y="2574"/>
              <a:ext cx="0" cy="624"/>
            </a:xfrm>
            <a:prstGeom prst="line">
              <a:avLst/>
            </a:prstGeom>
            <a:noFill/>
            <a:ln w="19050">
              <a:solidFill>
                <a:srgbClr val="9900CC"/>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207" name="Text Box 50">
              <a:extLst>
                <a:ext uri="{FF2B5EF4-FFF2-40B4-BE49-F238E27FC236}">
                  <a16:creationId xmlns:a16="http://schemas.microsoft.com/office/drawing/2014/main" id="{4E08F2CD-F9CA-1B7A-452A-0E37136E5FC8}"/>
                </a:ext>
              </a:extLst>
            </p:cNvPr>
            <p:cNvSpPr txBox="1">
              <a:spLocks noChangeAspect="1" noChangeArrowheads="1"/>
            </p:cNvSpPr>
            <p:nvPr/>
          </p:nvSpPr>
          <p:spPr bwMode="auto">
            <a:xfrm>
              <a:off x="774" y="2457"/>
              <a:ext cx="240"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9900CC"/>
                  </a:solidFill>
                  <a:ea typeface="宋体" panose="02010600030101010101" pitchFamily="2" charset="-122"/>
                </a:rPr>
                <a:t>y</a:t>
              </a:r>
            </a:p>
          </p:txBody>
        </p:sp>
      </p:grpSp>
      <p:sp>
        <p:nvSpPr>
          <p:cNvPr id="229" name="Rectangle 72">
            <a:extLst>
              <a:ext uri="{FF2B5EF4-FFF2-40B4-BE49-F238E27FC236}">
                <a16:creationId xmlns:a16="http://schemas.microsoft.com/office/drawing/2014/main" id="{82A672B8-0CE8-FB60-745E-4DDF46F8C9C3}"/>
              </a:ext>
            </a:extLst>
          </p:cNvPr>
          <p:cNvSpPr>
            <a:spLocks noChangeArrowheads="1"/>
          </p:cNvSpPr>
          <p:nvPr/>
        </p:nvSpPr>
        <p:spPr bwMode="auto">
          <a:xfrm>
            <a:off x="9161437" y="2233701"/>
            <a:ext cx="241300" cy="125412"/>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nvGrpSpPr>
          <p:cNvPr id="230" name="Group 51">
            <a:extLst>
              <a:ext uri="{FF2B5EF4-FFF2-40B4-BE49-F238E27FC236}">
                <a16:creationId xmlns:a16="http://schemas.microsoft.com/office/drawing/2014/main" id="{E2BEB870-AFC6-EE3B-7795-7E296F24BB6D}"/>
              </a:ext>
            </a:extLst>
          </p:cNvPr>
          <p:cNvGrpSpPr>
            <a:grpSpLocks/>
          </p:cNvGrpSpPr>
          <p:nvPr/>
        </p:nvGrpSpPr>
        <p:grpSpPr bwMode="auto">
          <a:xfrm>
            <a:off x="9143975" y="3321948"/>
            <a:ext cx="904875" cy="2682875"/>
            <a:chOff x="4015" y="2341"/>
            <a:chExt cx="570" cy="1690"/>
          </a:xfrm>
        </p:grpSpPr>
        <p:sp>
          <p:nvSpPr>
            <p:cNvPr id="231" name="Text Box 52">
              <a:extLst>
                <a:ext uri="{FF2B5EF4-FFF2-40B4-BE49-F238E27FC236}">
                  <a16:creationId xmlns:a16="http://schemas.microsoft.com/office/drawing/2014/main" id="{8D7425F8-9925-EE22-2BF2-267138540A3D}"/>
                </a:ext>
              </a:extLst>
            </p:cNvPr>
            <p:cNvSpPr txBox="1">
              <a:spLocks noChangeAspect="1" noChangeArrowheads="1"/>
            </p:cNvSpPr>
            <p:nvPr/>
          </p:nvSpPr>
          <p:spPr bwMode="auto">
            <a:xfrm flipH="1">
              <a:off x="4015" y="3696"/>
              <a:ext cx="57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i="0" dirty="0"/>
                <a:t>d</a:t>
              </a:r>
              <a:r>
                <a:rPr lang="en-US" altLang="zh-CN" b="0" dirty="0"/>
                <a:t>x</a:t>
              </a:r>
            </a:p>
          </p:txBody>
        </p:sp>
        <p:sp>
          <p:nvSpPr>
            <p:cNvPr id="232" name="Line 53">
              <a:extLst>
                <a:ext uri="{FF2B5EF4-FFF2-40B4-BE49-F238E27FC236}">
                  <a16:creationId xmlns:a16="http://schemas.microsoft.com/office/drawing/2014/main" id="{FFA398D1-26C2-DC04-A0FF-DAA340993311}"/>
                </a:ext>
              </a:extLst>
            </p:cNvPr>
            <p:cNvSpPr>
              <a:spLocks noChangeAspect="1" noChangeShapeType="1"/>
            </p:cNvSpPr>
            <p:nvPr/>
          </p:nvSpPr>
          <p:spPr bwMode="auto">
            <a:xfrm flipH="1">
              <a:off x="4534" y="365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3" name="Line 54">
              <a:extLst>
                <a:ext uri="{FF2B5EF4-FFF2-40B4-BE49-F238E27FC236}">
                  <a16:creationId xmlns:a16="http://schemas.microsoft.com/office/drawing/2014/main" id="{17778EC2-E5B5-F652-7038-A0EF0908CBAB}"/>
                </a:ext>
              </a:extLst>
            </p:cNvPr>
            <p:cNvSpPr>
              <a:spLocks noChangeAspect="1" noChangeShapeType="1"/>
            </p:cNvSpPr>
            <p:nvPr/>
          </p:nvSpPr>
          <p:spPr bwMode="auto">
            <a:xfrm flipH="1">
              <a:off x="4034" y="366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4" name="Text Box 55">
              <a:extLst>
                <a:ext uri="{FF2B5EF4-FFF2-40B4-BE49-F238E27FC236}">
                  <a16:creationId xmlns:a16="http://schemas.microsoft.com/office/drawing/2014/main" id="{B212FC45-AA28-D18A-A233-F995E8A0AF03}"/>
                </a:ext>
              </a:extLst>
            </p:cNvPr>
            <p:cNvSpPr txBox="1">
              <a:spLocks noChangeAspect="1" noChangeArrowheads="1"/>
            </p:cNvSpPr>
            <p:nvPr/>
          </p:nvSpPr>
          <p:spPr bwMode="auto">
            <a:xfrm>
              <a:off x="4030" y="2341"/>
              <a:ext cx="46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q</a:t>
              </a:r>
              <a:r>
                <a:rPr lang="en-US" altLang="zh-CN" b="0" i="0" dirty="0">
                  <a:solidFill>
                    <a:srgbClr val="FF0000"/>
                  </a:solidFill>
                  <a:ea typeface="宋体" panose="02010600030101010101" pitchFamily="2" charset="-122"/>
                </a:rPr>
                <a:t>(</a:t>
              </a:r>
              <a:r>
                <a:rPr lang="en-US" altLang="zh-CN" b="0" dirty="0">
                  <a:solidFill>
                    <a:srgbClr val="FF0000"/>
                  </a:solidFill>
                  <a:ea typeface="宋体" panose="02010600030101010101" pitchFamily="2" charset="-122"/>
                </a:rPr>
                <a:t>x</a:t>
              </a:r>
              <a:r>
                <a:rPr lang="en-US" altLang="zh-CN" b="0" i="0" dirty="0">
                  <a:solidFill>
                    <a:srgbClr val="FF0000"/>
                  </a:solidFill>
                  <a:ea typeface="宋体" panose="02010600030101010101" pitchFamily="2" charset="-122"/>
                </a:rPr>
                <a:t>)</a:t>
              </a:r>
            </a:p>
          </p:txBody>
        </p:sp>
        <p:grpSp>
          <p:nvGrpSpPr>
            <p:cNvPr id="235" name="Group 56">
              <a:extLst>
                <a:ext uri="{FF2B5EF4-FFF2-40B4-BE49-F238E27FC236}">
                  <a16:creationId xmlns:a16="http://schemas.microsoft.com/office/drawing/2014/main" id="{30D3D2F4-66EC-2A7C-B1E7-A10B7A012406}"/>
                </a:ext>
              </a:extLst>
            </p:cNvPr>
            <p:cNvGrpSpPr>
              <a:grpSpLocks/>
            </p:cNvGrpSpPr>
            <p:nvPr/>
          </p:nvGrpSpPr>
          <p:grpSpPr bwMode="auto">
            <a:xfrm>
              <a:off x="4028" y="2666"/>
              <a:ext cx="511" cy="270"/>
              <a:chOff x="3439" y="2416"/>
              <a:chExt cx="373" cy="227"/>
            </a:xfrm>
          </p:grpSpPr>
          <p:sp>
            <p:nvSpPr>
              <p:cNvPr id="238" name="Line 57">
                <a:extLst>
                  <a:ext uri="{FF2B5EF4-FFF2-40B4-BE49-F238E27FC236}">
                    <a16:creationId xmlns:a16="http://schemas.microsoft.com/office/drawing/2014/main" id="{F3C4CC78-D0A7-E548-4FB1-3576FCC07CCB}"/>
                  </a:ext>
                </a:extLst>
              </p:cNvPr>
              <p:cNvSpPr>
                <a:spLocks noChangeAspect="1" noChangeShapeType="1"/>
              </p:cNvSpPr>
              <p:nvPr/>
            </p:nvSpPr>
            <p:spPr bwMode="auto">
              <a:xfrm flipV="1">
                <a:off x="3439" y="2419"/>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9" name="Line 58">
                <a:extLst>
                  <a:ext uri="{FF2B5EF4-FFF2-40B4-BE49-F238E27FC236}">
                    <a16:creationId xmlns:a16="http://schemas.microsoft.com/office/drawing/2014/main" id="{BB388421-7391-C138-90DA-5D7A4014E04A}"/>
                  </a:ext>
                </a:extLst>
              </p:cNvPr>
              <p:cNvSpPr>
                <a:spLocks noChangeAspect="1" noChangeShapeType="1"/>
              </p:cNvSpPr>
              <p:nvPr/>
            </p:nvSpPr>
            <p:spPr bwMode="auto">
              <a:xfrm flipV="1">
                <a:off x="3561" y="2416"/>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0" name="Line 59">
                <a:extLst>
                  <a:ext uri="{FF2B5EF4-FFF2-40B4-BE49-F238E27FC236}">
                    <a16:creationId xmlns:a16="http://schemas.microsoft.com/office/drawing/2014/main" id="{0D1EDE87-1614-CA3D-54BF-3A9BE935526F}"/>
                  </a:ext>
                </a:extLst>
              </p:cNvPr>
              <p:cNvSpPr>
                <a:spLocks noChangeAspect="1" noChangeShapeType="1"/>
              </p:cNvSpPr>
              <p:nvPr/>
            </p:nvSpPr>
            <p:spPr bwMode="auto">
              <a:xfrm flipV="1">
                <a:off x="3683" y="2416"/>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1" name="Line 60">
                <a:extLst>
                  <a:ext uri="{FF2B5EF4-FFF2-40B4-BE49-F238E27FC236}">
                    <a16:creationId xmlns:a16="http://schemas.microsoft.com/office/drawing/2014/main" id="{4280ECC9-EE6B-8DE7-6DDB-8E856DDFC4F3}"/>
                  </a:ext>
                </a:extLst>
              </p:cNvPr>
              <p:cNvSpPr>
                <a:spLocks noChangeAspect="1" noChangeShapeType="1"/>
              </p:cNvSpPr>
              <p:nvPr/>
            </p:nvSpPr>
            <p:spPr bwMode="auto">
              <a:xfrm flipV="1">
                <a:off x="3806" y="24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2" name="Line 61">
                <a:extLst>
                  <a:ext uri="{FF2B5EF4-FFF2-40B4-BE49-F238E27FC236}">
                    <a16:creationId xmlns:a16="http://schemas.microsoft.com/office/drawing/2014/main" id="{F8813B7C-C2C8-D682-904E-4CFA434ABFC5}"/>
                  </a:ext>
                </a:extLst>
              </p:cNvPr>
              <p:cNvSpPr>
                <a:spLocks noChangeAspect="1" noChangeShapeType="1"/>
              </p:cNvSpPr>
              <p:nvPr/>
            </p:nvSpPr>
            <p:spPr bwMode="auto">
              <a:xfrm>
                <a:off x="3448" y="2427"/>
                <a:ext cx="364" cy="0"/>
              </a:xfrm>
              <a:prstGeom prst="line">
                <a:avLst/>
              </a:prstGeom>
              <a:noFill/>
              <a:ln w="95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36" name="Line 62">
              <a:extLst>
                <a:ext uri="{FF2B5EF4-FFF2-40B4-BE49-F238E27FC236}">
                  <a16:creationId xmlns:a16="http://schemas.microsoft.com/office/drawing/2014/main" id="{42E6DE06-2456-93C0-E59D-A9E5FCC1666D}"/>
                </a:ext>
              </a:extLst>
            </p:cNvPr>
            <p:cNvSpPr>
              <a:spLocks noChangeShapeType="1"/>
            </p:cNvSpPr>
            <p:nvPr/>
          </p:nvSpPr>
          <p:spPr bwMode="auto">
            <a:xfrm flipH="1">
              <a:off x="4015" y="3973"/>
              <a:ext cx="507" cy="0"/>
            </a:xfrm>
            <a:prstGeom prst="line">
              <a:avLst/>
            </a:prstGeom>
            <a:noFill/>
            <a:ln w="635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37" name="Rectangle 63">
              <a:extLst>
                <a:ext uri="{FF2B5EF4-FFF2-40B4-BE49-F238E27FC236}">
                  <a16:creationId xmlns:a16="http://schemas.microsoft.com/office/drawing/2014/main" id="{3E6179AE-1EFE-B6F7-ECDD-E310CA98792C}"/>
                </a:ext>
              </a:extLst>
            </p:cNvPr>
            <p:cNvSpPr>
              <a:spLocks noChangeArrowheads="1"/>
            </p:cNvSpPr>
            <p:nvPr/>
          </p:nvSpPr>
          <p:spPr bwMode="auto">
            <a:xfrm>
              <a:off x="4031" y="2925"/>
              <a:ext cx="506" cy="803"/>
            </a:xfrm>
            <a:prstGeom prst="rect">
              <a:avLst/>
            </a:prstGeom>
            <a:gradFill rotWithShape="1">
              <a:gsLst>
                <a:gs pos="0">
                  <a:srgbClr val="454545"/>
                </a:gs>
                <a:gs pos="50000">
                  <a:srgbClr val="969696"/>
                </a:gs>
                <a:gs pos="100000">
                  <a:srgbClr val="454545"/>
                </a:gs>
              </a:gsLst>
              <a:lin ang="5400000" scaled="1"/>
            </a:gradFill>
            <a:ln w="3810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p>
          </p:txBody>
        </p:sp>
      </p:grpSp>
      <p:sp>
        <p:nvSpPr>
          <p:cNvPr id="243" name="Line 64">
            <a:extLst>
              <a:ext uri="{FF2B5EF4-FFF2-40B4-BE49-F238E27FC236}">
                <a16:creationId xmlns:a16="http://schemas.microsoft.com/office/drawing/2014/main" id="{BBF05C08-DCC9-D6A6-C8E0-583E6BD1AE09}"/>
              </a:ext>
            </a:extLst>
          </p:cNvPr>
          <p:cNvSpPr>
            <a:spLocks noChangeAspect="1" noChangeShapeType="1"/>
          </p:cNvSpPr>
          <p:nvPr/>
        </p:nvSpPr>
        <p:spPr bwMode="auto">
          <a:xfrm>
            <a:off x="10080600" y="4364935"/>
            <a:ext cx="0" cy="9207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4" name="Line 65">
            <a:extLst>
              <a:ext uri="{FF2B5EF4-FFF2-40B4-BE49-F238E27FC236}">
                <a16:creationId xmlns:a16="http://schemas.microsoft.com/office/drawing/2014/main" id="{FF76EB42-8540-2128-97D8-926D608D94A2}"/>
              </a:ext>
            </a:extLst>
          </p:cNvPr>
          <p:cNvSpPr>
            <a:spLocks noChangeAspect="1" noChangeShapeType="1"/>
          </p:cNvSpPr>
          <p:nvPr/>
        </p:nvSpPr>
        <p:spPr bwMode="auto">
          <a:xfrm flipV="1">
            <a:off x="9066187" y="4377635"/>
            <a:ext cx="0" cy="8651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245" name="Text Box 66">
            <a:extLst>
              <a:ext uri="{FF2B5EF4-FFF2-40B4-BE49-F238E27FC236}">
                <a16:creationId xmlns:a16="http://schemas.microsoft.com/office/drawing/2014/main" id="{546FDC2A-61E4-0839-D70B-3794F4B67DE6}"/>
              </a:ext>
            </a:extLst>
          </p:cNvPr>
          <p:cNvSpPr txBox="1">
            <a:spLocks noChangeAspect="1" noChangeArrowheads="1"/>
          </p:cNvSpPr>
          <p:nvPr/>
        </p:nvSpPr>
        <p:spPr bwMode="auto">
          <a:xfrm>
            <a:off x="8370862" y="5176148"/>
            <a:ext cx="1158875"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a:t>
            </a:r>
          </a:p>
        </p:txBody>
      </p:sp>
      <p:sp>
        <p:nvSpPr>
          <p:cNvPr id="247" name="Arc 68">
            <a:extLst>
              <a:ext uri="{FF2B5EF4-FFF2-40B4-BE49-F238E27FC236}">
                <a16:creationId xmlns:a16="http://schemas.microsoft.com/office/drawing/2014/main" id="{C953D956-DA55-4815-1CC1-CA4415CF33D6}"/>
              </a:ext>
            </a:extLst>
          </p:cNvPr>
          <p:cNvSpPr>
            <a:spLocks noChangeAspect="1"/>
          </p:cNvSpPr>
          <p:nvPr/>
        </p:nvSpPr>
        <p:spPr bwMode="auto">
          <a:xfrm rot="20176938" flipV="1">
            <a:off x="9721825" y="4630048"/>
            <a:ext cx="708025" cy="547687"/>
          </a:xfrm>
          <a:custGeom>
            <a:avLst/>
            <a:gdLst>
              <a:gd name="T0" fmla="*/ 515191976 w 21600"/>
              <a:gd name="T1" fmla="*/ 0 h 27496"/>
              <a:gd name="T2" fmla="*/ 641665256 w 21600"/>
              <a:gd name="T3" fmla="*/ 217299177 h 27496"/>
              <a:gd name="T4" fmla="*/ 0 w 21600"/>
              <a:gd name="T5" fmla="*/ 125601349 h 27496"/>
              <a:gd name="T6" fmla="*/ 0 60000 65536"/>
              <a:gd name="T7" fmla="*/ 0 60000 65536"/>
              <a:gd name="T8" fmla="*/ 0 60000 65536"/>
              <a:gd name="T9" fmla="*/ 0 w 21600"/>
              <a:gd name="T10" fmla="*/ 0 h 27496"/>
              <a:gd name="T11" fmla="*/ 21600 w 21600"/>
              <a:gd name="T12" fmla="*/ 27496 h 27496"/>
            </a:gdLst>
            <a:ahLst/>
            <a:cxnLst>
              <a:cxn ang="T6">
                <a:pos x="T0" y="T1"/>
              </a:cxn>
              <a:cxn ang="T7">
                <a:pos x="T2" y="T3"/>
              </a:cxn>
              <a:cxn ang="T8">
                <a:pos x="T4" y="T5"/>
              </a:cxn>
            </a:cxnLst>
            <a:rect l="T9" t="T10" r="T11" b="T12"/>
            <a:pathLst>
              <a:path w="21600" h="27496" fill="none" extrusionOk="0">
                <a:moveTo>
                  <a:pt x="14627" y="0"/>
                </a:moveTo>
                <a:cubicBezTo>
                  <a:pt x="19071" y="4090"/>
                  <a:pt x="21600" y="9853"/>
                  <a:pt x="21600" y="15893"/>
                </a:cubicBezTo>
                <a:cubicBezTo>
                  <a:pt x="21600" y="20003"/>
                  <a:pt x="20427" y="24028"/>
                  <a:pt x="18218" y="27495"/>
                </a:cubicBezTo>
              </a:path>
              <a:path w="21600" h="27496" stroke="0" extrusionOk="0">
                <a:moveTo>
                  <a:pt x="14627" y="0"/>
                </a:moveTo>
                <a:cubicBezTo>
                  <a:pt x="19071" y="4090"/>
                  <a:pt x="21600" y="9853"/>
                  <a:pt x="21600" y="15893"/>
                </a:cubicBezTo>
                <a:cubicBezTo>
                  <a:pt x="21600" y="20003"/>
                  <a:pt x="20427" y="24028"/>
                  <a:pt x="18218" y="27495"/>
                </a:cubicBezTo>
                <a:lnTo>
                  <a:pt x="0" y="15893"/>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8" name="Arc 69">
            <a:extLst>
              <a:ext uri="{FF2B5EF4-FFF2-40B4-BE49-F238E27FC236}">
                <a16:creationId xmlns:a16="http://schemas.microsoft.com/office/drawing/2014/main" id="{65EFB4F2-3A70-1CC8-9102-E055077397BB}"/>
              </a:ext>
            </a:extLst>
          </p:cNvPr>
          <p:cNvSpPr>
            <a:spLocks noChangeAspect="1"/>
          </p:cNvSpPr>
          <p:nvPr/>
        </p:nvSpPr>
        <p:spPr bwMode="auto">
          <a:xfrm rot="1313600" flipH="1" flipV="1">
            <a:off x="8751862" y="4639573"/>
            <a:ext cx="631825" cy="509587"/>
          </a:xfrm>
          <a:custGeom>
            <a:avLst/>
            <a:gdLst>
              <a:gd name="T0" fmla="*/ 329220605 w 21600"/>
              <a:gd name="T1" fmla="*/ 0 h 28735"/>
              <a:gd name="T2" fmla="*/ 455988289 w 21600"/>
              <a:gd name="T3" fmla="*/ 160262771 h 28735"/>
              <a:gd name="T4" fmla="*/ 0 w 21600"/>
              <a:gd name="T5" fmla="*/ 95549691 h 28735"/>
              <a:gd name="T6" fmla="*/ 0 60000 65536"/>
              <a:gd name="T7" fmla="*/ 0 60000 65536"/>
              <a:gd name="T8" fmla="*/ 0 60000 65536"/>
              <a:gd name="T9" fmla="*/ 0 w 21600"/>
              <a:gd name="T10" fmla="*/ 0 h 28735"/>
              <a:gd name="T11" fmla="*/ 21600 w 21600"/>
              <a:gd name="T12" fmla="*/ 28735 h 28735"/>
            </a:gdLst>
            <a:ahLst/>
            <a:cxnLst>
              <a:cxn ang="T6">
                <a:pos x="T0" y="T1"/>
              </a:cxn>
              <a:cxn ang="T7">
                <a:pos x="T2" y="T3"/>
              </a:cxn>
              <a:cxn ang="T8">
                <a:pos x="T4" y="T5"/>
              </a:cxn>
            </a:cxnLst>
            <a:rect l="T9" t="T10" r="T11" b="T12"/>
            <a:pathLst>
              <a:path w="21600" h="28735" fill="none" extrusionOk="0">
                <a:moveTo>
                  <a:pt x="13154" y="-1"/>
                </a:moveTo>
                <a:cubicBezTo>
                  <a:pt x="18478" y="4087"/>
                  <a:pt x="21600" y="10419"/>
                  <a:pt x="21600" y="17132"/>
                </a:cubicBezTo>
                <a:cubicBezTo>
                  <a:pt x="21600" y="21242"/>
                  <a:pt x="20427" y="25267"/>
                  <a:pt x="18218" y="28734"/>
                </a:cubicBezTo>
              </a:path>
              <a:path w="21600" h="28735" stroke="0" extrusionOk="0">
                <a:moveTo>
                  <a:pt x="13154" y="-1"/>
                </a:moveTo>
                <a:cubicBezTo>
                  <a:pt x="18478" y="4087"/>
                  <a:pt x="21600" y="10419"/>
                  <a:pt x="21600" y="17132"/>
                </a:cubicBezTo>
                <a:cubicBezTo>
                  <a:pt x="21600" y="21242"/>
                  <a:pt x="20427" y="25267"/>
                  <a:pt x="18218" y="28734"/>
                </a:cubicBezTo>
                <a:lnTo>
                  <a:pt x="0" y="17132"/>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9" name="Text Box 70">
            <a:extLst>
              <a:ext uri="{FF2B5EF4-FFF2-40B4-BE49-F238E27FC236}">
                <a16:creationId xmlns:a16="http://schemas.microsoft.com/office/drawing/2014/main" id="{65321A41-0434-EFBA-CC7A-006B62FF38F1}"/>
              </a:ext>
            </a:extLst>
          </p:cNvPr>
          <p:cNvSpPr txBox="1">
            <a:spLocks noChangeAspect="1" noChangeArrowheads="1"/>
          </p:cNvSpPr>
          <p:nvPr/>
        </p:nvSpPr>
        <p:spPr bwMode="auto">
          <a:xfrm>
            <a:off x="7934300" y="4528448"/>
            <a:ext cx="1092200"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ea typeface="宋体" panose="02010600030101010101" pitchFamily="2" charset="-122"/>
              </a:rPr>
              <a:t>M</a:t>
            </a:r>
            <a:r>
              <a:rPr lang="en-US" altLang="zh-CN" b="0" i="0" dirty="0">
                <a:solidFill>
                  <a:srgbClr val="FF0000"/>
                </a:solidFill>
                <a:ea typeface="宋体" panose="02010600030101010101" pitchFamily="2" charset="-122"/>
              </a:rPr>
              <a:t> </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
        <p:nvSpPr>
          <p:cNvPr id="2" name="Text Box 1032">
            <a:extLst>
              <a:ext uri="{FF2B5EF4-FFF2-40B4-BE49-F238E27FC236}">
                <a16:creationId xmlns:a16="http://schemas.microsoft.com/office/drawing/2014/main" id="{9592D351-2B28-5813-EB7B-36BBE673D6FD}"/>
              </a:ext>
            </a:extLst>
          </p:cNvPr>
          <p:cNvSpPr txBox="1">
            <a:spLocks noChangeArrowheads="1"/>
          </p:cNvSpPr>
          <p:nvPr/>
        </p:nvSpPr>
        <p:spPr bwMode="auto">
          <a:xfrm>
            <a:off x="436926" y="859965"/>
            <a:ext cx="4794977" cy="62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pPr>
            <a:r>
              <a:rPr lang="zh-CN" altLang="en-US" sz="2800" i="0" dirty="0">
                <a:latin typeface="微软雅黑" panose="020B0503020204020204" pitchFamily="34" charset="-122"/>
                <a:ea typeface="微软雅黑" panose="020B0503020204020204" pitchFamily="34" charset="-122"/>
              </a:rPr>
              <a:t>由平衡条件可得 </a:t>
            </a:r>
            <a:endParaRPr lang="en-US" altLang="zh-CN" sz="2800" i="0" dirty="0">
              <a:latin typeface="微软雅黑" panose="020B0503020204020204" pitchFamily="34" charset="-122"/>
              <a:ea typeface="微软雅黑" panose="020B0503020204020204" pitchFamily="34" charset="-122"/>
            </a:endParaRPr>
          </a:p>
        </p:txBody>
      </p:sp>
      <p:graphicFrame>
        <p:nvGraphicFramePr>
          <p:cNvPr id="3" name="Object 72">
            <a:extLst>
              <a:ext uri="{FF2B5EF4-FFF2-40B4-BE49-F238E27FC236}">
                <a16:creationId xmlns:a16="http://schemas.microsoft.com/office/drawing/2014/main" id="{78A5EA6A-039A-89EC-DF46-1E3BF596F38C}"/>
              </a:ext>
            </a:extLst>
          </p:cNvPr>
          <p:cNvGraphicFramePr>
            <a:graphicFrameLocks noChangeAspect="1"/>
          </p:cNvGraphicFramePr>
          <p:nvPr>
            <p:extLst>
              <p:ext uri="{D42A27DB-BD31-4B8C-83A1-F6EECF244321}">
                <p14:modId xmlns:p14="http://schemas.microsoft.com/office/powerpoint/2010/main" val="3448863345"/>
              </p:ext>
            </p:extLst>
          </p:nvPr>
        </p:nvGraphicFramePr>
        <p:xfrm>
          <a:off x="1757982" y="1493838"/>
          <a:ext cx="5418138" cy="554037"/>
        </p:xfrm>
        <a:graphic>
          <a:graphicData uri="http://schemas.openxmlformats.org/presentationml/2006/ole">
            <mc:AlternateContent xmlns:mc="http://schemas.openxmlformats.org/markup-compatibility/2006">
              <mc:Choice xmlns:v="urn:schemas-microsoft-com:vml" Requires="v">
                <p:oleObj name="Equation" r:id="rId3" imgW="2323800" imgH="241200" progId="Equation.DSMT4">
                  <p:embed/>
                </p:oleObj>
              </mc:Choice>
              <mc:Fallback>
                <p:oleObj name="Equation" r:id="rId3" imgW="2323800" imgH="241200" progId="Equation.DSMT4">
                  <p:embed/>
                  <p:pic>
                    <p:nvPicPr>
                      <p:cNvPr id="905288" name="Object 72">
                        <a:extLst>
                          <a:ext uri="{FF2B5EF4-FFF2-40B4-BE49-F238E27FC236}">
                            <a16:creationId xmlns:a16="http://schemas.microsoft.com/office/drawing/2014/main" id="{0640F0A6-BF9E-30B2-28CD-86003FBF16BA}"/>
                          </a:ext>
                        </a:extLst>
                      </p:cNvPr>
                      <p:cNvPicPr>
                        <a:picLocks noChangeAspect="1" noChangeArrowheads="1"/>
                      </p:cNvPicPr>
                      <p:nvPr/>
                    </p:nvPicPr>
                    <p:blipFill>
                      <a:blip r:embed="rId4"/>
                      <a:srcRect/>
                      <a:stretch>
                        <a:fillRect/>
                      </a:stretch>
                    </p:blipFill>
                    <p:spPr bwMode="auto">
                      <a:xfrm>
                        <a:off x="1757982" y="1493838"/>
                        <a:ext cx="5418138" cy="554037"/>
                      </a:xfrm>
                      <a:prstGeom prst="rect">
                        <a:avLst/>
                      </a:prstGeom>
                      <a:noFill/>
                    </p:spPr>
                  </p:pic>
                </p:oleObj>
              </mc:Fallback>
            </mc:AlternateContent>
          </a:graphicData>
        </a:graphic>
      </p:graphicFrame>
      <p:graphicFrame>
        <p:nvGraphicFramePr>
          <p:cNvPr id="4" name="Object 74">
            <a:extLst>
              <a:ext uri="{FF2B5EF4-FFF2-40B4-BE49-F238E27FC236}">
                <a16:creationId xmlns:a16="http://schemas.microsoft.com/office/drawing/2014/main" id="{072D2962-521A-6884-82A9-7D3C8BA68ADA}"/>
              </a:ext>
            </a:extLst>
          </p:cNvPr>
          <p:cNvGraphicFramePr>
            <a:graphicFrameLocks noChangeAspect="1"/>
          </p:cNvGraphicFramePr>
          <p:nvPr>
            <p:extLst>
              <p:ext uri="{D42A27DB-BD31-4B8C-83A1-F6EECF244321}">
                <p14:modId xmlns:p14="http://schemas.microsoft.com/office/powerpoint/2010/main" val="2708963008"/>
              </p:ext>
            </p:extLst>
          </p:nvPr>
        </p:nvGraphicFramePr>
        <p:xfrm>
          <a:off x="1729220" y="1982300"/>
          <a:ext cx="1842962" cy="849312"/>
        </p:xfrm>
        <a:graphic>
          <a:graphicData uri="http://schemas.openxmlformats.org/presentationml/2006/ole">
            <mc:AlternateContent xmlns:mc="http://schemas.openxmlformats.org/markup-compatibility/2006">
              <mc:Choice xmlns:v="urn:schemas-microsoft-com:vml" Requires="v">
                <p:oleObj name="Equation" r:id="rId5" imgW="914400" imgH="419040" progId="Equation.DSMT4">
                  <p:embed/>
                </p:oleObj>
              </mc:Choice>
              <mc:Fallback>
                <p:oleObj name="Equation" r:id="rId5" imgW="914400" imgH="419040" progId="Equation.DSMT4">
                  <p:embed/>
                  <p:pic>
                    <p:nvPicPr>
                      <p:cNvPr id="905290" name="Object 74">
                        <a:extLst>
                          <a:ext uri="{FF2B5EF4-FFF2-40B4-BE49-F238E27FC236}">
                            <a16:creationId xmlns:a16="http://schemas.microsoft.com/office/drawing/2014/main" id="{295E2225-8FB1-788C-FE72-014A928B8B75}"/>
                          </a:ext>
                        </a:extLst>
                      </p:cNvPr>
                      <p:cNvPicPr>
                        <a:picLocks noChangeAspect="1" noChangeArrowheads="1"/>
                      </p:cNvPicPr>
                      <p:nvPr/>
                    </p:nvPicPr>
                    <p:blipFill>
                      <a:blip r:embed="rId6"/>
                      <a:srcRect/>
                      <a:stretch>
                        <a:fillRect/>
                      </a:stretch>
                    </p:blipFill>
                    <p:spPr bwMode="auto">
                      <a:xfrm>
                        <a:off x="1729220" y="1982300"/>
                        <a:ext cx="1842962" cy="849312"/>
                      </a:xfrm>
                      <a:prstGeom prst="rect">
                        <a:avLst/>
                      </a:prstGeom>
                      <a:noFill/>
                    </p:spPr>
                  </p:pic>
                </p:oleObj>
              </mc:Fallback>
            </mc:AlternateContent>
          </a:graphicData>
        </a:graphic>
      </p:graphicFrame>
      <p:sp>
        <p:nvSpPr>
          <p:cNvPr id="5" name="Text Box 76" descr="花束">
            <a:extLst>
              <a:ext uri="{FF2B5EF4-FFF2-40B4-BE49-F238E27FC236}">
                <a16:creationId xmlns:a16="http://schemas.microsoft.com/office/drawing/2014/main" id="{368BBA25-A632-8B5E-CD0D-4552E13D15E4}"/>
              </a:ext>
            </a:extLst>
          </p:cNvPr>
          <p:cNvSpPr txBox="1">
            <a:spLocks noChangeArrowheads="1"/>
          </p:cNvSpPr>
          <p:nvPr/>
        </p:nvSpPr>
        <p:spPr bwMode="auto">
          <a:xfrm>
            <a:off x="119336" y="2780928"/>
            <a:ext cx="2111375" cy="62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50000"/>
              </a:lnSpc>
            </a:pPr>
            <a:r>
              <a:rPr lang="en-US" altLang="zh-CN" sz="2600" dirty="0"/>
              <a:t>∑</a:t>
            </a:r>
            <a:r>
              <a:rPr lang="en-US" altLang="zh-CN" sz="2600" b="0" dirty="0"/>
              <a:t>M</a:t>
            </a:r>
            <a:r>
              <a:rPr lang="en-US" altLang="zh-CN" sz="2600" b="0" baseline="-25000" dirty="0"/>
              <a:t>c</a:t>
            </a:r>
            <a:r>
              <a:rPr lang="en-US" altLang="zh-CN" sz="2600" b="0" i="0" dirty="0"/>
              <a:t>(</a:t>
            </a:r>
            <a:r>
              <a:rPr lang="en-US" altLang="zh-CN" sz="2600" b="0" dirty="0"/>
              <a:t>F</a:t>
            </a:r>
            <a:r>
              <a:rPr lang="en-US" altLang="zh-CN" sz="2600" b="0" i="0" dirty="0"/>
              <a:t>)=0</a:t>
            </a:r>
          </a:p>
        </p:txBody>
      </p:sp>
      <p:graphicFrame>
        <p:nvGraphicFramePr>
          <p:cNvPr id="6" name="Object 77">
            <a:extLst>
              <a:ext uri="{FF2B5EF4-FFF2-40B4-BE49-F238E27FC236}">
                <a16:creationId xmlns:a16="http://schemas.microsoft.com/office/drawing/2014/main" id="{2EF76462-6E79-53D0-E4CB-84731946B15A}"/>
              </a:ext>
            </a:extLst>
          </p:cNvPr>
          <p:cNvGraphicFramePr>
            <a:graphicFrameLocks noChangeAspect="1"/>
          </p:cNvGraphicFramePr>
          <p:nvPr>
            <p:extLst>
              <p:ext uri="{D42A27DB-BD31-4B8C-83A1-F6EECF244321}">
                <p14:modId xmlns:p14="http://schemas.microsoft.com/office/powerpoint/2010/main" val="1672367838"/>
              </p:ext>
            </p:extLst>
          </p:nvPr>
        </p:nvGraphicFramePr>
        <p:xfrm>
          <a:off x="1738313" y="2720975"/>
          <a:ext cx="6324600" cy="820738"/>
        </p:xfrm>
        <a:graphic>
          <a:graphicData uri="http://schemas.openxmlformats.org/presentationml/2006/ole">
            <mc:AlternateContent xmlns:mc="http://schemas.openxmlformats.org/markup-compatibility/2006">
              <mc:Choice xmlns:v="urn:schemas-microsoft-com:vml" Requires="v">
                <p:oleObj name="Equation" r:id="rId7" imgW="3009600" imgH="393480" progId="Equation.DSMT4">
                  <p:embed/>
                </p:oleObj>
              </mc:Choice>
              <mc:Fallback>
                <p:oleObj name="Equation" r:id="rId7" imgW="3009600" imgH="393480" progId="Equation.DSMT4">
                  <p:embed/>
                  <p:pic>
                    <p:nvPicPr>
                      <p:cNvPr id="905293" name="Object 77">
                        <a:extLst>
                          <a:ext uri="{FF2B5EF4-FFF2-40B4-BE49-F238E27FC236}">
                            <a16:creationId xmlns:a16="http://schemas.microsoft.com/office/drawing/2014/main" id="{6D5ACF7E-B9AE-BF21-1932-8B3A8A1705EA}"/>
                          </a:ext>
                        </a:extLst>
                      </p:cNvPr>
                      <p:cNvPicPr>
                        <a:picLocks noChangeAspect="1" noChangeArrowheads="1"/>
                      </p:cNvPicPr>
                      <p:nvPr/>
                    </p:nvPicPr>
                    <p:blipFill>
                      <a:blip r:embed="rId8"/>
                      <a:srcRect/>
                      <a:stretch>
                        <a:fillRect/>
                      </a:stretch>
                    </p:blipFill>
                    <p:spPr bwMode="auto">
                      <a:xfrm>
                        <a:off x="1738313" y="2720975"/>
                        <a:ext cx="6324600" cy="820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1032">
            <a:extLst>
              <a:ext uri="{FF2B5EF4-FFF2-40B4-BE49-F238E27FC236}">
                <a16:creationId xmlns:a16="http://schemas.microsoft.com/office/drawing/2014/main" id="{2969C69B-5DEC-5291-F69C-9F56978664B3}"/>
              </a:ext>
            </a:extLst>
          </p:cNvPr>
          <p:cNvSpPr txBox="1">
            <a:spLocks noChangeArrowheads="1"/>
          </p:cNvSpPr>
          <p:nvPr/>
        </p:nvSpPr>
        <p:spPr bwMode="auto">
          <a:xfrm>
            <a:off x="436926" y="3313371"/>
            <a:ext cx="5155018" cy="629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40000"/>
              </a:lnSpc>
            </a:pPr>
            <a:r>
              <a:rPr lang="zh-CN" altLang="en-US" sz="2800" i="0" dirty="0">
                <a:latin typeface="+mj-lt"/>
                <a:ea typeface="微软雅黑" panose="020B0503020204020204" pitchFamily="34" charset="-122"/>
              </a:rPr>
              <a:t>略去</a:t>
            </a:r>
            <a:r>
              <a:rPr lang="en-US" altLang="zh-CN" sz="2800" b="0" i="0" dirty="0">
                <a:latin typeface="+mj-lt"/>
                <a:ea typeface="微软雅黑" panose="020B0503020204020204" pitchFamily="34" charset="-122"/>
              </a:rPr>
              <a:t>d</a:t>
            </a:r>
            <a:r>
              <a:rPr lang="en-US" altLang="zh-CN" sz="2800" b="0" dirty="0">
                <a:latin typeface="+mj-lt"/>
                <a:ea typeface="微软雅黑" panose="020B0503020204020204" pitchFamily="34" charset="-122"/>
              </a:rPr>
              <a:t>x</a:t>
            </a:r>
            <a:r>
              <a:rPr lang="zh-CN" altLang="en-US" sz="2800" i="0" dirty="0">
                <a:latin typeface="+mj-lt"/>
                <a:ea typeface="微软雅黑" panose="020B0503020204020204" pitchFamily="34" charset="-122"/>
              </a:rPr>
              <a:t>的两阶微量，简化后得 </a:t>
            </a:r>
            <a:endParaRPr lang="en-US" altLang="zh-CN" sz="2800" i="0" dirty="0">
              <a:latin typeface="+mj-lt"/>
              <a:ea typeface="微软雅黑" panose="020B0503020204020204" pitchFamily="34" charset="-122"/>
            </a:endParaRPr>
          </a:p>
        </p:txBody>
      </p:sp>
      <p:graphicFrame>
        <p:nvGraphicFramePr>
          <p:cNvPr id="10" name="Object 80">
            <a:extLst>
              <a:ext uri="{FF2B5EF4-FFF2-40B4-BE49-F238E27FC236}">
                <a16:creationId xmlns:a16="http://schemas.microsoft.com/office/drawing/2014/main" id="{10BB31B8-0A8B-48CD-CB92-C0DDAAF3F6B2}"/>
              </a:ext>
            </a:extLst>
          </p:cNvPr>
          <p:cNvGraphicFramePr>
            <a:graphicFrameLocks noChangeAspect="1"/>
          </p:cNvGraphicFramePr>
          <p:nvPr>
            <p:extLst>
              <p:ext uri="{D42A27DB-BD31-4B8C-83A1-F6EECF244321}">
                <p14:modId xmlns:p14="http://schemas.microsoft.com/office/powerpoint/2010/main" val="3604574468"/>
              </p:ext>
            </p:extLst>
          </p:nvPr>
        </p:nvGraphicFramePr>
        <p:xfrm>
          <a:off x="806068" y="4038981"/>
          <a:ext cx="2087562" cy="827087"/>
        </p:xfrm>
        <a:graphic>
          <a:graphicData uri="http://schemas.openxmlformats.org/presentationml/2006/ole">
            <mc:AlternateContent xmlns:mc="http://schemas.openxmlformats.org/markup-compatibility/2006">
              <mc:Choice xmlns:v="urn:schemas-microsoft-com:vml" Requires="v">
                <p:oleObj name="Equation" r:id="rId9" imgW="990360" imgH="393480" progId="Equation.DSMT4">
                  <p:embed/>
                </p:oleObj>
              </mc:Choice>
              <mc:Fallback>
                <p:oleObj name="Equation" r:id="rId9" imgW="990360" imgH="393480" progId="Equation.DSMT4">
                  <p:embed/>
                  <p:pic>
                    <p:nvPicPr>
                      <p:cNvPr id="905296" name="Object 80">
                        <a:extLst>
                          <a:ext uri="{FF2B5EF4-FFF2-40B4-BE49-F238E27FC236}">
                            <a16:creationId xmlns:a16="http://schemas.microsoft.com/office/drawing/2014/main" id="{CD38AF0A-B1D8-ECED-D718-063F3D3965BB}"/>
                          </a:ext>
                        </a:extLst>
                      </p:cNvPr>
                      <p:cNvPicPr>
                        <a:picLocks noChangeAspect="1" noChangeArrowheads="1"/>
                      </p:cNvPicPr>
                      <p:nvPr/>
                    </p:nvPicPr>
                    <p:blipFill>
                      <a:blip r:embed="rId10"/>
                      <a:srcRect/>
                      <a:stretch>
                        <a:fillRect/>
                      </a:stretch>
                    </p:blipFill>
                    <p:spPr bwMode="auto">
                      <a:xfrm>
                        <a:off x="806068" y="4038981"/>
                        <a:ext cx="2087562"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3">
            <a:extLst>
              <a:ext uri="{FF2B5EF4-FFF2-40B4-BE49-F238E27FC236}">
                <a16:creationId xmlns:a16="http://schemas.microsoft.com/office/drawing/2014/main" id="{9618928E-B788-632C-8C19-DA88B36C2D50}"/>
              </a:ext>
            </a:extLst>
          </p:cNvPr>
          <p:cNvGraphicFramePr>
            <a:graphicFrameLocks noChangeAspect="1"/>
          </p:cNvGraphicFramePr>
          <p:nvPr>
            <p:extLst>
              <p:ext uri="{D42A27DB-BD31-4B8C-83A1-F6EECF244321}">
                <p14:modId xmlns:p14="http://schemas.microsoft.com/office/powerpoint/2010/main" val="1875450613"/>
              </p:ext>
            </p:extLst>
          </p:nvPr>
        </p:nvGraphicFramePr>
        <p:xfrm>
          <a:off x="3456647" y="3984625"/>
          <a:ext cx="3294063" cy="881063"/>
        </p:xfrm>
        <a:graphic>
          <a:graphicData uri="http://schemas.openxmlformats.org/presentationml/2006/ole">
            <mc:AlternateContent xmlns:mc="http://schemas.openxmlformats.org/markup-compatibility/2006">
              <mc:Choice xmlns:v="urn:schemas-microsoft-com:vml" Requires="v">
                <p:oleObj name="Equation" r:id="rId11" imgW="1562040" imgH="419040" progId="Equation.DSMT4">
                  <p:embed/>
                </p:oleObj>
              </mc:Choice>
              <mc:Fallback>
                <p:oleObj name="Equation" r:id="rId11" imgW="1562040" imgH="419040" progId="Equation.DSMT4">
                  <p:embed/>
                  <p:pic>
                    <p:nvPicPr>
                      <p:cNvPr id="906253" name="Object 13">
                        <a:extLst>
                          <a:ext uri="{FF2B5EF4-FFF2-40B4-BE49-F238E27FC236}">
                            <a16:creationId xmlns:a16="http://schemas.microsoft.com/office/drawing/2014/main" id="{1FF8EC1F-833A-2545-7491-A8D46541DDAF}"/>
                          </a:ext>
                        </a:extLst>
                      </p:cNvPr>
                      <p:cNvPicPr>
                        <a:picLocks noChangeAspect="1" noChangeArrowheads="1"/>
                      </p:cNvPicPr>
                      <p:nvPr/>
                    </p:nvPicPr>
                    <p:blipFill>
                      <a:blip r:embed="rId12"/>
                      <a:srcRect/>
                      <a:stretch>
                        <a:fillRect/>
                      </a:stretch>
                    </p:blipFill>
                    <p:spPr bwMode="auto">
                      <a:xfrm>
                        <a:off x="3456647" y="3984625"/>
                        <a:ext cx="3294063" cy="881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032">
            <a:extLst>
              <a:ext uri="{FF2B5EF4-FFF2-40B4-BE49-F238E27FC236}">
                <a16:creationId xmlns:a16="http://schemas.microsoft.com/office/drawing/2014/main" id="{EB74C18F-11DD-738D-D2D1-2E11FF6892FB}"/>
              </a:ext>
            </a:extLst>
          </p:cNvPr>
          <p:cNvSpPr txBox="1">
            <a:spLocks noChangeArrowheads="1"/>
          </p:cNvSpPr>
          <p:nvPr/>
        </p:nvSpPr>
        <p:spPr bwMode="auto">
          <a:xfrm>
            <a:off x="436925" y="4961317"/>
            <a:ext cx="7140187" cy="1233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40000"/>
              </a:lnSpc>
            </a:pPr>
            <a:r>
              <a:rPr kumimoji="1" lang="zh-CN" altLang="en-US" sz="2800" i="0" dirty="0">
                <a:latin typeface="+mn-lt"/>
                <a:ea typeface="微软雅黑" panose="020B0503020204020204" pitchFamily="34" charset="-122"/>
              </a:rPr>
              <a:t>以上两式表明了</a:t>
            </a:r>
            <a:r>
              <a:rPr kumimoji="1" lang="zh-CN" altLang="en-US" sz="2800" i="0" dirty="0">
                <a:solidFill>
                  <a:srgbClr val="FF00FF"/>
                </a:solidFill>
                <a:latin typeface="+mn-lt"/>
                <a:ea typeface="微软雅黑" panose="020B0503020204020204" pitchFamily="34" charset="-122"/>
              </a:rPr>
              <a:t>同一截面处</a:t>
            </a:r>
            <a:r>
              <a:rPr kumimoji="1" lang="en-US" altLang="zh-CN" sz="2800" b="0" dirty="0">
                <a:solidFill>
                  <a:srgbClr val="FF00FF"/>
                </a:solidFill>
                <a:latin typeface="+mn-lt"/>
                <a:ea typeface="微软雅黑" panose="020B0503020204020204" pitchFamily="34" charset="-122"/>
              </a:rPr>
              <a:t>M</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F</a:t>
            </a:r>
            <a:r>
              <a:rPr kumimoji="1" lang="en-US" altLang="zh-CN" sz="2800" b="0" i="0" baseline="-25000" dirty="0">
                <a:solidFill>
                  <a:srgbClr val="FF00FF"/>
                </a:solidFill>
                <a:latin typeface="+mn-lt"/>
                <a:ea typeface="微软雅黑" panose="020B0503020204020204" pitchFamily="34" charset="-122"/>
              </a:rPr>
              <a:t>Q</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与</a:t>
            </a:r>
            <a:r>
              <a:rPr kumimoji="1" lang="en-US" altLang="zh-CN" sz="2800" b="0" dirty="0">
                <a:solidFill>
                  <a:srgbClr val="FF00FF"/>
                </a:solidFill>
                <a:latin typeface="+mn-lt"/>
                <a:ea typeface="微软雅黑" panose="020B0503020204020204" pitchFamily="34" charset="-122"/>
              </a:rPr>
              <a:t>q</a:t>
            </a:r>
            <a:r>
              <a:rPr kumimoji="1" lang="en-US" altLang="zh-CN" sz="2800" b="0" i="0" dirty="0">
                <a:solidFill>
                  <a:srgbClr val="FF00FF"/>
                </a:solidFill>
                <a:latin typeface="+mn-lt"/>
                <a:ea typeface="微软雅黑" panose="020B0503020204020204" pitchFamily="34" charset="-122"/>
              </a:rPr>
              <a:t>(</a:t>
            </a:r>
            <a:r>
              <a:rPr kumimoji="1" lang="en-US" altLang="zh-CN" sz="2800" b="0" dirty="0">
                <a:solidFill>
                  <a:srgbClr val="FF00FF"/>
                </a:solidFill>
                <a:latin typeface="+mn-lt"/>
                <a:ea typeface="微软雅黑" panose="020B0503020204020204" pitchFamily="34" charset="-122"/>
              </a:rPr>
              <a:t>x</a:t>
            </a:r>
            <a:r>
              <a:rPr kumimoji="1" lang="en-US" altLang="zh-CN" sz="2800" b="0" i="0" dirty="0">
                <a:solidFill>
                  <a:srgbClr val="FF00FF"/>
                </a:solidFill>
                <a:latin typeface="+mn-lt"/>
                <a:ea typeface="微软雅黑" panose="020B0503020204020204" pitchFamily="34" charset="-122"/>
              </a:rPr>
              <a:t>)</a:t>
            </a:r>
            <a:r>
              <a:rPr kumimoji="1" lang="zh-CN" altLang="en-US" sz="2800" i="0" dirty="0">
                <a:solidFill>
                  <a:srgbClr val="FF00FF"/>
                </a:solidFill>
                <a:latin typeface="+mn-lt"/>
                <a:ea typeface="微软雅黑" panose="020B0503020204020204" pitchFamily="34" charset="-122"/>
              </a:rPr>
              <a:t>三者之间的关系</a:t>
            </a:r>
            <a:r>
              <a:rPr kumimoji="1" lang="zh-CN" altLang="en-US" sz="2800" i="0" dirty="0">
                <a:latin typeface="+mn-lt"/>
                <a:ea typeface="微软雅黑" panose="020B0503020204020204" pitchFamily="34" charset="-122"/>
              </a:rPr>
              <a:t>。</a:t>
            </a:r>
            <a:endParaRPr lang="en-US" altLang="zh-CN" sz="2800" i="0" dirty="0">
              <a:latin typeface="+mn-lt"/>
              <a:ea typeface="微软雅黑" panose="020B0503020204020204" pitchFamily="34" charset="-122"/>
            </a:endParaRPr>
          </a:p>
        </p:txBody>
      </p:sp>
      <p:sp>
        <p:nvSpPr>
          <p:cNvPr id="13" name="Text Box 67">
            <a:extLst>
              <a:ext uri="{FF2B5EF4-FFF2-40B4-BE49-F238E27FC236}">
                <a16:creationId xmlns:a16="http://schemas.microsoft.com/office/drawing/2014/main" id="{CE6B7390-5BD2-2160-7132-DCD6DB25FC70}"/>
              </a:ext>
            </a:extLst>
          </p:cNvPr>
          <p:cNvSpPr txBox="1">
            <a:spLocks noChangeAspect="1" noChangeArrowheads="1"/>
          </p:cNvSpPr>
          <p:nvPr/>
        </p:nvSpPr>
        <p:spPr bwMode="auto">
          <a:xfrm>
            <a:off x="9969474" y="4005064"/>
            <a:ext cx="2088801"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F</a:t>
            </a:r>
            <a:r>
              <a:rPr lang="en-US" altLang="zh-CN" b="0" i="0" baseline="-25000" dirty="0">
                <a:solidFill>
                  <a:srgbClr val="FF0000"/>
                </a:solidFill>
                <a:ea typeface="宋体" panose="02010600030101010101" pitchFamily="2" charset="-122"/>
              </a:rPr>
              <a:t>Q</a:t>
            </a:r>
            <a:r>
              <a:rPr lang="en-US" altLang="zh-CN" b="0" i="0" dirty="0">
                <a:solidFill>
                  <a:srgbClr val="FF0000"/>
                </a:solidFill>
              </a:rPr>
              <a:t>(</a:t>
            </a:r>
            <a:r>
              <a:rPr lang="en-US" altLang="zh-CN" b="0" i="1" dirty="0">
                <a:solidFill>
                  <a:srgbClr val="FF0000"/>
                </a:solidFill>
              </a:rPr>
              <a:t>x</a:t>
            </a:r>
            <a:r>
              <a:rPr lang="en-US" altLang="zh-CN" b="0" i="0" dirty="0">
                <a:solidFill>
                  <a:srgbClr val="FF0000"/>
                </a:solidFill>
              </a:rPr>
              <a:t>) </a:t>
            </a:r>
            <a:r>
              <a:rPr lang="en-US" altLang="zh-CN" b="0" dirty="0">
                <a:solidFill>
                  <a:srgbClr val="FF0000"/>
                </a:solidFill>
              </a:rPr>
              <a:t>+</a:t>
            </a:r>
            <a:r>
              <a:rPr lang="en-US" altLang="zh-CN" b="0" i="0" dirty="0">
                <a:ea typeface="微软雅黑" panose="020B0503020204020204" pitchFamily="34" charset="-122"/>
              </a:rPr>
              <a:t> </a:t>
            </a:r>
            <a:r>
              <a:rPr lang="en-US" altLang="zh-CN" b="0" i="0" dirty="0" err="1">
                <a:solidFill>
                  <a:srgbClr val="FF0000"/>
                </a:solidFill>
                <a:ea typeface="微软雅黑" panose="020B0503020204020204" pitchFamily="34" charset="-122"/>
              </a:rPr>
              <a:t>d</a:t>
            </a:r>
            <a:r>
              <a:rPr lang="en-US" altLang="zh-CN" b="0" dirty="0" err="1">
                <a:solidFill>
                  <a:srgbClr val="FF0000"/>
                </a:solidFill>
                <a:ea typeface="微软雅黑" panose="020B0503020204020204" pitchFamily="34" charset="-122"/>
              </a:rPr>
              <a:t>F</a:t>
            </a:r>
            <a:r>
              <a:rPr lang="en-US" altLang="zh-CN" b="0" i="0" baseline="-25000" dirty="0" err="1">
                <a:solidFill>
                  <a:srgbClr val="FF0000"/>
                </a:solidFill>
                <a:ea typeface="微软雅黑" panose="020B0503020204020204" pitchFamily="34" charset="-122"/>
              </a:rPr>
              <a:t>Q</a:t>
            </a:r>
            <a:r>
              <a:rPr lang="en-US" altLang="zh-CN" b="0" i="0" dirty="0">
                <a:solidFill>
                  <a:srgbClr val="FF0000"/>
                </a:solidFill>
                <a:ea typeface="微软雅黑" panose="020B0503020204020204" pitchFamily="34" charset="-122"/>
              </a:rPr>
              <a:t>(</a:t>
            </a:r>
            <a:r>
              <a:rPr lang="en-US" altLang="zh-CN" b="0" dirty="0">
                <a:solidFill>
                  <a:srgbClr val="FF0000"/>
                </a:solidFill>
                <a:ea typeface="微软雅黑" panose="020B0503020204020204" pitchFamily="34" charset="-122"/>
              </a:rPr>
              <a:t>x</a:t>
            </a:r>
            <a:r>
              <a:rPr lang="en-US" altLang="zh-CN" b="0" i="0" dirty="0">
                <a:solidFill>
                  <a:srgbClr val="FF0000"/>
                </a:solidFill>
                <a:ea typeface="微软雅黑" panose="020B0503020204020204" pitchFamily="34" charset="-122"/>
              </a:rPr>
              <a:t>)</a:t>
            </a:r>
            <a:endParaRPr lang="en-US" altLang="zh-CN" b="0" i="0" dirty="0">
              <a:solidFill>
                <a:srgbClr val="FF0000"/>
              </a:solidFill>
            </a:endParaRPr>
          </a:p>
        </p:txBody>
      </p:sp>
      <p:sp>
        <p:nvSpPr>
          <p:cNvPr id="14" name="Text Box 71">
            <a:extLst>
              <a:ext uri="{FF2B5EF4-FFF2-40B4-BE49-F238E27FC236}">
                <a16:creationId xmlns:a16="http://schemas.microsoft.com/office/drawing/2014/main" id="{887066CB-008C-F4D6-1224-24CE099FADD4}"/>
              </a:ext>
            </a:extLst>
          </p:cNvPr>
          <p:cNvSpPr txBox="1">
            <a:spLocks noChangeAspect="1" noChangeArrowheads="1"/>
          </p:cNvSpPr>
          <p:nvPr/>
        </p:nvSpPr>
        <p:spPr bwMode="auto">
          <a:xfrm>
            <a:off x="10399687" y="4756800"/>
            <a:ext cx="19327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ea typeface="宋体" panose="02010600030101010101" pitchFamily="2" charset="-122"/>
              </a:rPr>
              <a:t>M</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 </a:t>
            </a:r>
            <a:r>
              <a:rPr lang="en-US" altLang="zh-CN" b="0" dirty="0">
                <a:solidFill>
                  <a:srgbClr val="FF0000"/>
                </a:solidFill>
              </a:rPr>
              <a:t>+</a:t>
            </a:r>
            <a:r>
              <a:rPr lang="en-US" altLang="zh-CN" b="0" i="0" dirty="0" err="1">
                <a:solidFill>
                  <a:srgbClr val="FF0000"/>
                </a:solidFill>
              </a:rPr>
              <a:t>d</a:t>
            </a:r>
            <a:r>
              <a:rPr lang="en-US" altLang="zh-CN" b="0" dirty="0" err="1">
                <a:solidFill>
                  <a:srgbClr val="FF0000"/>
                </a:solidFill>
                <a:ea typeface="宋体" panose="02010600030101010101" pitchFamily="2" charset="-122"/>
              </a:rPr>
              <a:t>M</a:t>
            </a:r>
            <a:r>
              <a:rPr lang="en-US" altLang="zh-CN" b="0" i="0" dirty="0">
                <a:solidFill>
                  <a:srgbClr val="FF0000"/>
                </a:solidFill>
              </a:rPr>
              <a:t>(</a:t>
            </a:r>
            <a:r>
              <a:rPr lang="en-US" altLang="zh-CN" b="0" dirty="0">
                <a:solidFill>
                  <a:srgbClr val="FF0000"/>
                </a:solidFill>
              </a:rPr>
              <a:t>x</a:t>
            </a:r>
            <a:r>
              <a:rPr lang="en-US" altLang="zh-CN" b="0" i="0" dirty="0">
                <a:solidFill>
                  <a:srgbClr val="FF0000"/>
                </a:solidFill>
              </a:rPr>
              <a:t>)</a:t>
            </a:r>
          </a:p>
        </p:txBody>
      </p:sp>
    </p:spTree>
    <p:extLst>
      <p:ext uri="{BB962C8B-B14F-4D97-AF65-F5344CB8AC3E}">
        <p14:creationId xmlns:p14="http://schemas.microsoft.com/office/powerpoint/2010/main" val="428496607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par>
                          <p:cTn id="15" fill="hold">
                            <p:stCondLst>
                              <p:cond delay="0"/>
                            </p:stCondLst>
                            <p:childTnLst>
                              <p:par>
                                <p:cTn id="16" presetID="6" presetClass="emph" presetSubtype="0" repeatCount="2000" accel="50000" decel="50000" autoRev="1" fill="hold" nodeType="afterEffect">
                                  <p:stCondLst>
                                    <p:cond delay="0"/>
                                  </p:stCondLst>
                                  <p:childTnLst>
                                    <p:animScale>
                                      <p:cBhvr>
                                        <p:cTn id="17" dur="5000" fill="hold"/>
                                        <p:tgtEl>
                                          <p:spTgt spid="49"/>
                                        </p:tgtEl>
                                      </p:cBhvr>
                                      <p:by x="10000" y="100000"/>
                                    </p:animScale>
                                  </p:childTnLst>
                                </p:cTn>
                              </p:par>
                              <p:par>
                                <p:cTn id="18" presetID="0" presetClass="path" presetSubtype="0" repeatCount="2000" accel="50000" decel="50000" autoRev="1" fill="hold" nodeType="withEffect">
                                  <p:stCondLst>
                                    <p:cond delay="0"/>
                                  </p:stCondLst>
                                  <p:childTnLst>
                                    <p:animMotion origin="layout" path="M 3.33333E-6 -3.33333E-6 L -0.0194 -0.00185 " pathEditMode="relative" rAng="0" ptsTypes="AA">
                                      <p:cBhvr>
                                        <p:cTn id="19" dur="5000" fill="hold"/>
                                        <p:tgtEl>
                                          <p:spTgt spid="49"/>
                                        </p:tgtEl>
                                        <p:attrNameLst>
                                          <p:attrName>ppt_x</p:attrName>
                                          <p:attrName>ppt_y</p:attrName>
                                        </p:attrNameLst>
                                      </p:cBhvr>
                                      <p:rCtr x="-977" y="-93"/>
                                    </p:animMotion>
                                  </p:childTnLst>
                                </p:cTn>
                              </p:par>
                            </p:childTnLst>
                          </p:cTn>
                        </p:par>
                        <p:par>
                          <p:cTn id="20" fill="hold">
                            <p:stCondLst>
                              <p:cond delay="20000"/>
                            </p:stCondLst>
                            <p:childTnLst>
                              <p:par>
                                <p:cTn id="21" presetID="53" presetClass="entr" presetSubtype="0" fill="hold" grpId="0" nodeType="afterEffect">
                                  <p:stCondLst>
                                    <p:cond delay="0"/>
                                  </p:stCondLst>
                                  <p:childTnLst>
                                    <p:set>
                                      <p:cBhvr>
                                        <p:cTn id="22" dur="1" fill="hold">
                                          <p:stCondLst>
                                            <p:cond delay="0"/>
                                          </p:stCondLst>
                                        </p:cTn>
                                        <p:tgtEl>
                                          <p:spTgt spid="48"/>
                                        </p:tgtEl>
                                        <p:attrNameLst>
                                          <p:attrName>style.visibility</p:attrName>
                                        </p:attrNameLst>
                                      </p:cBhvr>
                                      <p:to>
                                        <p:strVal val="visible"/>
                                      </p:to>
                                    </p:set>
                                    <p:anim calcmode="lin" valueType="num">
                                      <p:cBhvr>
                                        <p:cTn id="23" dur="3000" fill="hold"/>
                                        <p:tgtEl>
                                          <p:spTgt spid="48"/>
                                        </p:tgtEl>
                                        <p:attrNameLst>
                                          <p:attrName>ppt_w</p:attrName>
                                        </p:attrNameLst>
                                      </p:cBhvr>
                                      <p:tavLst>
                                        <p:tav tm="0">
                                          <p:val>
                                            <p:fltVal val="0"/>
                                          </p:val>
                                        </p:tav>
                                        <p:tav tm="100000">
                                          <p:val>
                                            <p:strVal val="#ppt_w"/>
                                          </p:val>
                                        </p:tav>
                                      </p:tavLst>
                                    </p:anim>
                                    <p:anim calcmode="lin" valueType="num">
                                      <p:cBhvr>
                                        <p:cTn id="24" dur="3000" fill="hold"/>
                                        <p:tgtEl>
                                          <p:spTgt spid="48"/>
                                        </p:tgtEl>
                                        <p:attrNameLst>
                                          <p:attrName>ppt_h</p:attrName>
                                        </p:attrNameLst>
                                      </p:cBhvr>
                                      <p:tavLst>
                                        <p:tav tm="0">
                                          <p:val>
                                            <p:fltVal val="0"/>
                                          </p:val>
                                        </p:tav>
                                        <p:tav tm="100000">
                                          <p:val>
                                            <p:strVal val="#ppt_h"/>
                                          </p:val>
                                        </p:tav>
                                      </p:tavLst>
                                    </p:anim>
                                    <p:animEffect transition="in" filter="fade">
                                      <p:cBhvr>
                                        <p:cTn id="25" dur="30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29"/>
                                        </p:tgtEl>
                                        <p:attrNameLst>
                                          <p:attrName>style.visibility</p:attrName>
                                        </p:attrNameLst>
                                      </p:cBhvr>
                                      <p:to>
                                        <p:strVal val="visible"/>
                                      </p:to>
                                    </p:set>
                                  </p:childTnLst>
                                </p:cTn>
                              </p:par>
                            </p:childTnLst>
                          </p:cTn>
                        </p:par>
                        <p:par>
                          <p:cTn id="30" fill="hold">
                            <p:stCondLst>
                              <p:cond delay="0"/>
                            </p:stCondLst>
                            <p:childTnLst>
                              <p:par>
                                <p:cTn id="31" presetID="6" presetClass="emph" presetSubtype="0" repeatCount="2000" autoRev="1" fill="hold" grpId="1" nodeType="afterEffect">
                                  <p:stCondLst>
                                    <p:cond delay="0"/>
                                  </p:stCondLst>
                                  <p:childTnLst>
                                    <p:animScale>
                                      <p:cBhvr>
                                        <p:cTn id="32" dur="1000" fill="hold"/>
                                        <p:tgtEl>
                                          <p:spTgt spid="229"/>
                                        </p:tgtEl>
                                      </p:cBhvr>
                                      <p:by x="100000" y="150000"/>
                                    </p:animScale>
                                  </p:childTnLst>
                                </p:cTn>
                              </p:par>
                            </p:childTnLst>
                          </p:cTn>
                        </p:par>
                        <p:par>
                          <p:cTn id="33" fill="hold">
                            <p:stCondLst>
                              <p:cond delay="4000"/>
                            </p:stCondLst>
                            <p:childTnLst>
                              <p:par>
                                <p:cTn id="34" presetID="36" presetClass="path" presetSubtype="0" accel="50000" decel="50000" fill="hold" grpId="2" nodeType="afterEffect">
                                  <p:stCondLst>
                                    <p:cond delay="0"/>
                                  </p:stCondLst>
                                  <p:childTnLst>
                                    <p:animMotion origin="layout" path="M 1.875E-6 -2.22222E-6 L 0.00169 0.06412 C 0.10625 0.07014 0.43437 0.07014 0.49883 0.07014 L 0.50013 0.00834 " pathEditMode="relative" rAng="0" ptsTypes="AAAA">
                                      <p:cBhvr>
                                        <p:cTn id="35" dur="8000" fill="hold"/>
                                        <p:tgtEl>
                                          <p:spTgt spid="229"/>
                                        </p:tgtEl>
                                        <p:attrNameLst>
                                          <p:attrName>ppt_x</p:attrName>
                                          <p:attrName>ppt_y</p:attrName>
                                        </p:attrNameLst>
                                      </p:cBhvr>
                                      <p:rCtr x="25000" y="3495"/>
                                    </p:animMotion>
                                  </p:childTnLst>
                                </p:cTn>
                              </p:par>
                            </p:childTnLst>
                          </p:cTn>
                        </p:par>
                        <p:par>
                          <p:cTn id="36" fill="hold">
                            <p:stCondLst>
                              <p:cond delay="12000"/>
                            </p:stCondLst>
                            <p:childTnLst>
                              <p:par>
                                <p:cTn id="37" presetID="1" presetClass="exit" presetSubtype="0" fill="hold" grpId="3" nodeType="afterEffect">
                                  <p:stCondLst>
                                    <p:cond delay="0"/>
                                  </p:stCondLst>
                                  <p:childTnLst>
                                    <p:set>
                                      <p:cBhvr>
                                        <p:cTn id="38" dur="1" fill="hold">
                                          <p:stCondLst>
                                            <p:cond delay="0"/>
                                          </p:stCondLst>
                                        </p:cTn>
                                        <p:tgtEl>
                                          <p:spTgt spid="229"/>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230"/>
                                        </p:tgtEl>
                                        <p:attrNameLst>
                                          <p:attrName>style.visibility</p:attrName>
                                        </p:attrNameLst>
                                      </p:cBhvr>
                                      <p:to>
                                        <p:strVal val="visible"/>
                                      </p:to>
                                    </p:set>
                                  </p:childTnLst>
                                </p:cTn>
                              </p:par>
                              <p:par>
                                <p:cTn id="41" presetID="6" presetClass="emph" presetSubtype="0" fill="hold" nodeType="withEffect">
                                  <p:stCondLst>
                                    <p:cond delay="0"/>
                                  </p:stCondLst>
                                  <p:childTnLst>
                                    <p:animScale>
                                      <p:cBhvr>
                                        <p:cTn id="42" dur="10" fill="hold"/>
                                        <p:tgtEl>
                                          <p:spTgt spid="230"/>
                                        </p:tgtEl>
                                      </p:cBhvr>
                                      <p:by x="25000" y="100000"/>
                                    </p:animScale>
                                  </p:childTnLst>
                                </p:cTn>
                              </p:par>
                              <p:par>
                                <p:cTn id="43" presetID="6" presetClass="emph" presetSubtype="0" fill="hold" nodeType="withEffect">
                                  <p:stCondLst>
                                    <p:cond delay="0"/>
                                  </p:stCondLst>
                                  <p:childTnLst>
                                    <p:animScale>
                                      <p:cBhvr>
                                        <p:cTn id="44" dur="10" fill="hold"/>
                                        <p:tgtEl>
                                          <p:spTgt spid="230"/>
                                        </p:tgtEl>
                                      </p:cBhvr>
                                      <p:by x="100000" y="10000"/>
                                    </p:animScale>
                                  </p:childTnLst>
                                </p:cTn>
                              </p:par>
                            </p:childTnLst>
                          </p:cTn>
                        </p:par>
                        <p:par>
                          <p:cTn id="45" fill="hold">
                            <p:stCondLst>
                              <p:cond delay="12010"/>
                            </p:stCondLst>
                            <p:childTnLst>
                              <p:par>
                                <p:cTn id="46" presetID="6" presetClass="emph" presetSubtype="0" fill="hold" nodeType="afterEffect">
                                  <p:stCondLst>
                                    <p:cond delay="2000"/>
                                  </p:stCondLst>
                                  <p:childTnLst>
                                    <p:animScale>
                                      <p:cBhvr>
                                        <p:cTn id="47" dur="8000" fill="hold"/>
                                        <p:tgtEl>
                                          <p:spTgt spid="230"/>
                                        </p:tgtEl>
                                      </p:cBhvr>
                                      <p:by x="400000" y="100000"/>
                                    </p:animScale>
                                  </p:childTnLst>
                                </p:cTn>
                              </p:par>
                              <p:par>
                                <p:cTn id="48" presetID="6" presetClass="emph" presetSubtype="0" fill="hold" nodeType="withEffect">
                                  <p:stCondLst>
                                    <p:cond delay="2000"/>
                                  </p:stCondLst>
                                  <p:childTnLst>
                                    <p:animScale>
                                      <p:cBhvr>
                                        <p:cTn id="49" dur="8000" fill="hold"/>
                                        <p:tgtEl>
                                          <p:spTgt spid="230"/>
                                        </p:tgtEl>
                                      </p:cBhvr>
                                      <p:by x="100000" y="1000000"/>
                                    </p:animScale>
                                  </p:childTnLst>
                                </p:cTn>
                              </p:par>
                            </p:childTnLst>
                          </p:cTn>
                        </p:par>
                      </p:childTnLst>
                    </p:cTn>
                  </p:par>
                  <p:par>
                    <p:cTn id="50" fill="hold">
                      <p:stCondLst>
                        <p:cond delay="indefinite"/>
                      </p:stCondLst>
                      <p:childTnLst>
                        <p:par>
                          <p:cTn id="51" fill="hold">
                            <p:stCondLst>
                              <p:cond delay="0"/>
                            </p:stCondLst>
                            <p:childTnLst>
                              <p:par>
                                <p:cTn id="52" presetID="12" presetClass="entr" presetSubtype="4" fill="hold" nodeType="clickEffect">
                                  <p:stCondLst>
                                    <p:cond delay="0"/>
                                  </p:stCondLst>
                                  <p:childTnLst>
                                    <p:set>
                                      <p:cBhvr>
                                        <p:cTn id="53" dur="1" fill="hold">
                                          <p:stCondLst>
                                            <p:cond delay="0"/>
                                          </p:stCondLst>
                                        </p:cTn>
                                        <p:tgtEl>
                                          <p:spTgt spid="244"/>
                                        </p:tgtEl>
                                        <p:attrNameLst>
                                          <p:attrName>style.visibility</p:attrName>
                                        </p:attrNameLst>
                                      </p:cBhvr>
                                      <p:to>
                                        <p:strVal val="visible"/>
                                      </p:to>
                                    </p:set>
                                    <p:animEffect transition="in" filter="slide(fromBottom)">
                                      <p:cBhvr>
                                        <p:cTn id="54" dur="3000"/>
                                        <p:tgtEl>
                                          <p:spTgt spid="244"/>
                                        </p:tgtEl>
                                      </p:cBhvr>
                                    </p:animEffect>
                                  </p:childTnLst>
                                </p:cTn>
                              </p:par>
                              <p:par>
                                <p:cTn id="55" presetID="12" presetClass="entr" presetSubtype="1" fill="hold" nodeType="withEffect">
                                  <p:stCondLst>
                                    <p:cond delay="0"/>
                                  </p:stCondLst>
                                  <p:childTnLst>
                                    <p:set>
                                      <p:cBhvr>
                                        <p:cTn id="56" dur="1" fill="hold">
                                          <p:stCondLst>
                                            <p:cond delay="0"/>
                                          </p:stCondLst>
                                        </p:cTn>
                                        <p:tgtEl>
                                          <p:spTgt spid="243"/>
                                        </p:tgtEl>
                                        <p:attrNameLst>
                                          <p:attrName>style.visibility</p:attrName>
                                        </p:attrNameLst>
                                      </p:cBhvr>
                                      <p:to>
                                        <p:strVal val="visible"/>
                                      </p:to>
                                    </p:set>
                                    <p:animEffect transition="in" filter="slide(fromTop)">
                                      <p:cBhvr>
                                        <p:cTn id="57" dur="3000"/>
                                        <p:tgtEl>
                                          <p:spTgt spid="243"/>
                                        </p:tgtEl>
                                      </p:cBhvr>
                                    </p:animEffect>
                                  </p:childTnLst>
                                </p:cTn>
                              </p:par>
                            </p:childTnLst>
                          </p:cTn>
                        </p:par>
                        <p:par>
                          <p:cTn id="58" fill="hold">
                            <p:stCondLst>
                              <p:cond delay="3000"/>
                            </p:stCondLst>
                            <p:childTnLst>
                              <p:par>
                                <p:cTn id="59" presetID="19" presetClass="entr" presetSubtype="10" fill="hold" grpId="0" nodeType="afterEffect">
                                  <p:stCondLst>
                                    <p:cond delay="0"/>
                                  </p:stCondLst>
                                  <p:childTnLst>
                                    <p:set>
                                      <p:cBhvr>
                                        <p:cTn id="60" dur="1" fill="hold">
                                          <p:stCondLst>
                                            <p:cond delay="0"/>
                                          </p:stCondLst>
                                        </p:cTn>
                                        <p:tgtEl>
                                          <p:spTgt spid="245"/>
                                        </p:tgtEl>
                                        <p:attrNameLst>
                                          <p:attrName>style.visibility</p:attrName>
                                        </p:attrNameLst>
                                      </p:cBhvr>
                                      <p:to>
                                        <p:strVal val="visible"/>
                                      </p:to>
                                    </p:set>
                                    <p:anim calcmode="lin" valueType="num">
                                      <p:cBhvr>
                                        <p:cTn id="61" dur="5000" fill="hold"/>
                                        <p:tgtEl>
                                          <p:spTgt spid="245"/>
                                        </p:tgtEl>
                                        <p:attrNameLst>
                                          <p:attrName>ppt_w</p:attrName>
                                        </p:attrNameLst>
                                      </p:cBhvr>
                                      <p:tavLst>
                                        <p:tav tm="0" fmla="#ppt_w*sin(2.5*pi*$)">
                                          <p:val>
                                            <p:fltVal val="0"/>
                                          </p:val>
                                        </p:tav>
                                        <p:tav tm="100000">
                                          <p:val>
                                            <p:fltVal val="1"/>
                                          </p:val>
                                        </p:tav>
                                      </p:tavLst>
                                    </p:anim>
                                    <p:anim calcmode="lin" valueType="num">
                                      <p:cBhvr>
                                        <p:cTn id="62" dur="5000" fill="hold"/>
                                        <p:tgtEl>
                                          <p:spTgt spid="245"/>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48"/>
                                        </p:tgtEl>
                                        <p:attrNameLst>
                                          <p:attrName>style.visibility</p:attrName>
                                        </p:attrNameLst>
                                      </p:cBhvr>
                                      <p:to>
                                        <p:strVal val="visible"/>
                                      </p:to>
                                    </p:set>
                                    <p:animEffect transition="in" filter="wipe(down)">
                                      <p:cBhvr>
                                        <p:cTn id="67" dur="5000"/>
                                        <p:tgtEl>
                                          <p:spTgt spid="248"/>
                                        </p:tgtEl>
                                      </p:cBhvr>
                                    </p:animEffect>
                                  </p:childTnLst>
                                </p:cTn>
                              </p:par>
                              <p:par>
                                <p:cTn id="68" presetID="22" presetClass="entr" presetSubtype="4" fill="hold" nodeType="withEffect">
                                  <p:stCondLst>
                                    <p:cond delay="0"/>
                                  </p:stCondLst>
                                  <p:childTnLst>
                                    <p:set>
                                      <p:cBhvr>
                                        <p:cTn id="69" dur="1" fill="hold">
                                          <p:stCondLst>
                                            <p:cond delay="0"/>
                                          </p:stCondLst>
                                        </p:cTn>
                                        <p:tgtEl>
                                          <p:spTgt spid="247"/>
                                        </p:tgtEl>
                                        <p:attrNameLst>
                                          <p:attrName>style.visibility</p:attrName>
                                        </p:attrNameLst>
                                      </p:cBhvr>
                                      <p:to>
                                        <p:strVal val="visible"/>
                                      </p:to>
                                    </p:set>
                                    <p:animEffect transition="in" filter="wipe(down)">
                                      <p:cBhvr>
                                        <p:cTn id="70" dur="5000"/>
                                        <p:tgtEl>
                                          <p:spTgt spid="247"/>
                                        </p:tgtEl>
                                      </p:cBhvr>
                                    </p:animEffect>
                                  </p:childTnLst>
                                </p:cTn>
                              </p:par>
                            </p:childTnLst>
                          </p:cTn>
                        </p:par>
                        <p:par>
                          <p:cTn id="71" fill="hold">
                            <p:stCondLst>
                              <p:cond delay="5000"/>
                            </p:stCondLst>
                            <p:childTnLst>
                              <p:par>
                                <p:cTn id="72" presetID="8" presetClass="emph" presetSubtype="0" fill="hold" nodeType="afterEffect">
                                  <p:stCondLst>
                                    <p:cond delay="0"/>
                                  </p:stCondLst>
                                  <p:childTnLst>
                                    <p:animRot by="21600000">
                                      <p:cBhvr>
                                        <p:cTn id="73" dur="3000" fill="hold"/>
                                        <p:tgtEl>
                                          <p:spTgt spid="248"/>
                                        </p:tgtEl>
                                        <p:attrNameLst>
                                          <p:attrName>r</p:attrName>
                                        </p:attrNameLst>
                                      </p:cBhvr>
                                    </p:animRot>
                                  </p:childTnLst>
                                </p:cTn>
                              </p:par>
                              <p:par>
                                <p:cTn id="74" presetID="8" presetClass="emph" presetSubtype="0" fill="hold" nodeType="withEffect">
                                  <p:stCondLst>
                                    <p:cond delay="0"/>
                                  </p:stCondLst>
                                  <p:childTnLst>
                                    <p:animRot by="-21600000">
                                      <p:cBhvr>
                                        <p:cTn id="75" dur="3000" fill="hold"/>
                                        <p:tgtEl>
                                          <p:spTgt spid="247"/>
                                        </p:tgtEl>
                                        <p:attrNameLst>
                                          <p:attrName>r</p:attrName>
                                        </p:attrNameLst>
                                      </p:cBhvr>
                                    </p:animRot>
                                  </p:childTnLst>
                                </p:cTn>
                              </p:par>
                            </p:childTnLst>
                          </p:cTn>
                        </p:par>
                        <p:par>
                          <p:cTn id="76" fill="hold">
                            <p:stCondLst>
                              <p:cond delay="8000"/>
                            </p:stCondLst>
                            <p:childTnLst>
                              <p:par>
                                <p:cTn id="77" presetID="19" presetClass="entr" presetSubtype="10" fill="hold" grpId="0" nodeType="afterEffect">
                                  <p:stCondLst>
                                    <p:cond delay="0"/>
                                  </p:stCondLst>
                                  <p:childTnLst>
                                    <p:set>
                                      <p:cBhvr>
                                        <p:cTn id="78" dur="1" fill="hold">
                                          <p:stCondLst>
                                            <p:cond delay="0"/>
                                          </p:stCondLst>
                                        </p:cTn>
                                        <p:tgtEl>
                                          <p:spTgt spid="249"/>
                                        </p:tgtEl>
                                        <p:attrNameLst>
                                          <p:attrName>style.visibility</p:attrName>
                                        </p:attrNameLst>
                                      </p:cBhvr>
                                      <p:to>
                                        <p:strVal val="visible"/>
                                      </p:to>
                                    </p:set>
                                    <p:anim calcmode="lin" valueType="num">
                                      <p:cBhvr>
                                        <p:cTn id="79" dur="5000" fill="hold"/>
                                        <p:tgtEl>
                                          <p:spTgt spid="249"/>
                                        </p:tgtEl>
                                        <p:attrNameLst>
                                          <p:attrName>ppt_w</p:attrName>
                                        </p:attrNameLst>
                                      </p:cBhvr>
                                      <p:tavLst>
                                        <p:tav tm="0" fmla="#ppt_w*sin(2.5*pi*$)">
                                          <p:val>
                                            <p:fltVal val="0"/>
                                          </p:val>
                                        </p:tav>
                                        <p:tav tm="100000">
                                          <p:val>
                                            <p:fltVal val="1"/>
                                          </p:val>
                                        </p:tav>
                                      </p:tavLst>
                                    </p:anim>
                                    <p:anim calcmode="lin" valueType="num">
                                      <p:cBhvr>
                                        <p:cTn id="80" dur="5000" fill="hold"/>
                                        <p:tgtEl>
                                          <p:spTgt spid="249"/>
                                        </p:tgtEl>
                                        <p:attrNameLst>
                                          <p:attrName>ppt_h</p:attrName>
                                        </p:attrNameLst>
                                      </p:cBhvr>
                                      <p:tavLst>
                                        <p:tav tm="0">
                                          <p:val>
                                            <p:strVal val="#ppt_h"/>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wipe(left)">
                                      <p:cBhvr>
                                        <p:cTn id="89" dur="5000"/>
                                        <p:tgtEl>
                                          <p:spTgt spid="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4"/>
                                        </p:tgtEl>
                                        <p:attrNameLst>
                                          <p:attrName>style.visibility</p:attrName>
                                        </p:attrNameLst>
                                      </p:cBhvr>
                                      <p:to>
                                        <p:strVal val="visible"/>
                                      </p:to>
                                    </p:set>
                                    <p:animEffect transition="in" filter="wipe(left)">
                                      <p:cBhvr>
                                        <p:cTn id="94" dur="5000"/>
                                        <p:tgtEl>
                                          <p:spTgt spid="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iterate type="lt">
                                    <p:tmPct val="30000"/>
                                  </p:iterate>
                                  <p:childTnLst>
                                    <p:set>
                                      <p:cBhvr>
                                        <p:cTn id="98" dur="1" fill="hold">
                                          <p:stCondLst>
                                            <p:cond delay="0"/>
                                          </p:stCondLst>
                                        </p:cTn>
                                        <p:tgtEl>
                                          <p:spTgt spid="5">
                                            <p:txEl>
                                              <p:pRg st="0" end="0"/>
                                            </p:txEl>
                                          </p:spTgt>
                                        </p:tgtEl>
                                        <p:attrNameLst>
                                          <p:attrName>style.visibility</p:attrName>
                                        </p:attrNameLst>
                                      </p:cBhvr>
                                      <p:to>
                                        <p:strVal val="visible"/>
                                      </p:to>
                                    </p:set>
                                    <p:animEffect transition="in" filter="wipe(left)">
                                      <p:cBhvr>
                                        <p:cTn id="99" dur="500"/>
                                        <p:tgtEl>
                                          <p:spTgt spid="5">
                                            <p:txEl>
                                              <p:pRg st="0" end="0"/>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6"/>
                                        </p:tgtEl>
                                        <p:attrNameLst>
                                          <p:attrName>style.visibility</p:attrName>
                                        </p:attrNameLst>
                                      </p:cBhvr>
                                      <p:to>
                                        <p:strVal val="visible"/>
                                      </p:to>
                                    </p:set>
                                    <p:animEffect transition="in" filter="wipe(left)">
                                      <p:cBhvr>
                                        <p:cTn id="104" dur="5000"/>
                                        <p:tgtEl>
                                          <p:spTgt spid="6"/>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499"/>
                                          </p:stCondLst>
                                        </p:cTn>
                                        <p:tgtEl>
                                          <p:spTgt spid="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10"/>
                                        </p:tgtEl>
                                        <p:attrNameLst>
                                          <p:attrName>style.visibility</p:attrName>
                                        </p:attrNameLst>
                                      </p:cBhvr>
                                      <p:to>
                                        <p:strVal val="visible"/>
                                      </p:to>
                                    </p:set>
                                    <p:animEffect transition="in" filter="wipe(left)">
                                      <p:cBhvr>
                                        <p:cTn id="113" dur="5000"/>
                                        <p:tgtEl>
                                          <p:spTgt spid="10"/>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wipe(left)">
                                      <p:cBhvr>
                                        <p:cTn id="118" dur="5000"/>
                                        <p:tgtEl>
                                          <p:spTgt spid="11"/>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12"/>
                                        </p:tgtEl>
                                        <p:attrNameLst>
                                          <p:attrName>style.visibility</p:attrName>
                                        </p:attrNameLst>
                                      </p:cBhvr>
                                      <p:to>
                                        <p:strVal val="visible"/>
                                      </p:to>
                                    </p:set>
                                  </p:childTnLst>
                                </p:cTn>
                              </p:par>
                              <p:par>
                                <p:cTn id="123" presetID="19" presetClass="entr" presetSubtype="10" fill="hold" grpId="0" nodeType="withEffect">
                                  <p:stCondLst>
                                    <p:cond delay="0"/>
                                  </p:stCondLst>
                                  <p:childTnLst>
                                    <p:set>
                                      <p:cBhvr>
                                        <p:cTn id="124" dur="1" fill="hold">
                                          <p:stCondLst>
                                            <p:cond delay="0"/>
                                          </p:stCondLst>
                                        </p:cTn>
                                        <p:tgtEl>
                                          <p:spTgt spid="13"/>
                                        </p:tgtEl>
                                        <p:attrNameLst>
                                          <p:attrName>style.visibility</p:attrName>
                                        </p:attrNameLst>
                                      </p:cBhvr>
                                      <p:to>
                                        <p:strVal val="visible"/>
                                      </p:to>
                                    </p:set>
                                    <p:anim calcmode="lin" valueType="num">
                                      <p:cBhvr>
                                        <p:cTn id="125" dur="5000" fill="hold"/>
                                        <p:tgtEl>
                                          <p:spTgt spid="13"/>
                                        </p:tgtEl>
                                        <p:attrNameLst>
                                          <p:attrName>ppt_w</p:attrName>
                                        </p:attrNameLst>
                                      </p:cBhvr>
                                      <p:tavLst>
                                        <p:tav tm="0" fmla="#ppt_w*sin(2.5*pi*$)">
                                          <p:val>
                                            <p:fltVal val="0"/>
                                          </p:val>
                                        </p:tav>
                                        <p:tav tm="100000">
                                          <p:val>
                                            <p:fltVal val="1"/>
                                          </p:val>
                                        </p:tav>
                                      </p:tavLst>
                                    </p:anim>
                                    <p:anim calcmode="lin" valueType="num">
                                      <p:cBhvr>
                                        <p:cTn id="126" dur="5000" fill="hold"/>
                                        <p:tgtEl>
                                          <p:spTgt spid="13"/>
                                        </p:tgtEl>
                                        <p:attrNameLst>
                                          <p:attrName>ppt_h</p:attrName>
                                        </p:attrNameLst>
                                      </p:cBhvr>
                                      <p:tavLst>
                                        <p:tav tm="0">
                                          <p:val>
                                            <p:strVal val="#ppt_h"/>
                                          </p:val>
                                        </p:tav>
                                        <p:tav tm="100000">
                                          <p:val>
                                            <p:strVal val="#ppt_h"/>
                                          </p:val>
                                        </p:tav>
                                      </p:tavLst>
                                    </p:anim>
                                  </p:childTnLst>
                                </p:cTn>
                              </p:par>
                              <p:par>
                                <p:cTn id="127" presetID="19" presetClass="entr" presetSubtype="10" fill="hold" grpId="0" nodeType="withEffect">
                                  <p:stCondLst>
                                    <p:cond delay="0"/>
                                  </p:stCondLst>
                                  <p:childTnLst>
                                    <p:set>
                                      <p:cBhvr>
                                        <p:cTn id="128" dur="1" fill="hold">
                                          <p:stCondLst>
                                            <p:cond delay="0"/>
                                          </p:stCondLst>
                                        </p:cTn>
                                        <p:tgtEl>
                                          <p:spTgt spid="14"/>
                                        </p:tgtEl>
                                        <p:attrNameLst>
                                          <p:attrName>style.visibility</p:attrName>
                                        </p:attrNameLst>
                                      </p:cBhvr>
                                      <p:to>
                                        <p:strVal val="visible"/>
                                      </p:to>
                                    </p:set>
                                    <p:anim calcmode="lin" valueType="num">
                                      <p:cBhvr>
                                        <p:cTn id="129" dur="5000" fill="hold"/>
                                        <p:tgtEl>
                                          <p:spTgt spid="14"/>
                                        </p:tgtEl>
                                        <p:attrNameLst>
                                          <p:attrName>ppt_w</p:attrName>
                                        </p:attrNameLst>
                                      </p:cBhvr>
                                      <p:tavLst>
                                        <p:tav tm="0" fmla="#ppt_w*sin(2.5*pi*$)">
                                          <p:val>
                                            <p:fltVal val="0"/>
                                          </p:val>
                                        </p:tav>
                                        <p:tav tm="100000">
                                          <p:val>
                                            <p:fltVal val="1"/>
                                          </p:val>
                                        </p:tav>
                                      </p:tavLst>
                                    </p:anim>
                                    <p:anim calcmode="lin" valueType="num">
                                      <p:cBhvr>
                                        <p:cTn id="130" dur="5000" fill="hold"/>
                                        <p:tgtEl>
                                          <p:spTgt spid="1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autoUpdateAnimBg="0"/>
      <p:bldP spid="48" grpId="0"/>
      <p:bldP spid="229" grpId="0" animBg="1"/>
      <p:bldP spid="229" grpId="1" animBg="1"/>
      <p:bldP spid="229" grpId="2" animBg="1"/>
      <p:bldP spid="229" grpId="3" animBg="1"/>
      <p:bldP spid="245" grpId="0"/>
      <p:bldP spid="249" grpId="0"/>
      <p:bldP spid="2" grpId="0" autoUpdateAnimBg="0"/>
      <p:bldP spid="5" grpId="0" build="p" autoUpdateAnimBg="0"/>
      <p:bldP spid="8" grpId="0" autoUpdateAnimBg="0"/>
      <p:bldP spid="12" grpId="0" autoUpdateAnimBg="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3727935" y="881059"/>
            <a:ext cx="4031873" cy="553998"/>
          </a:xfrm>
          <a:prstGeom prst="rect">
            <a:avLst/>
          </a:prstGeom>
        </p:spPr>
        <p:txBody>
          <a:bodyPr wrap="none">
            <a:spAutoFit/>
          </a:bodyPr>
          <a:lstStyle/>
          <a:p>
            <a:pPr lvl="0"/>
            <a:r>
              <a:rPr lang="zh-CN" altLang="en-US" sz="3000" i="0" dirty="0">
                <a:solidFill>
                  <a:srgbClr val="4F81BD"/>
                </a:solidFill>
                <a:latin typeface="微软雅黑" panose="020B0503020204020204" pitchFamily="34" charset="-122"/>
                <a:ea typeface="微软雅黑" panose="020B0503020204020204" pitchFamily="34" charset="-122"/>
              </a:rPr>
              <a:t>剪力图与弯矩图的绘制</a:t>
            </a:r>
          </a:p>
        </p:txBody>
      </p:sp>
      <p:sp>
        <p:nvSpPr>
          <p:cNvPr id="15" name="Text Box 1032"/>
          <p:cNvSpPr txBox="1">
            <a:spLocks noChangeArrowheads="1"/>
          </p:cNvSpPr>
          <p:nvPr/>
        </p:nvSpPr>
        <p:spPr bwMode="auto">
          <a:xfrm>
            <a:off x="390052" y="1435057"/>
            <a:ext cx="11665296" cy="108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为表示剪力和弯矩沿梁轴的变化情况，可根据</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x</a:t>
            </a:r>
            <a:r>
              <a:rPr kumimoji="1" lang="en-US" altLang="zh-CN" sz="2800" b="0" i="0" dirty="0">
                <a:latin typeface="+mn-lt"/>
                <a:ea typeface="微软雅黑" panose="020B0503020204020204" pitchFamily="34" charset="-122"/>
              </a:rPr>
              <a:t>)</a:t>
            </a:r>
            <a:r>
              <a:rPr kumimoji="1" lang="zh-CN" altLang="en-US" sz="2800" i="0" dirty="0">
                <a:latin typeface="+mn-lt"/>
                <a:ea typeface="微软雅黑" panose="020B0503020204020204" pitchFamily="34" charset="-122"/>
              </a:rPr>
              <a:t>和</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latin typeface="+mn-lt"/>
                <a:ea typeface="微软雅黑" panose="020B0503020204020204" pitchFamily="34" charset="-122"/>
              </a:rPr>
              <a:t>两函数，分别取</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为横坐标轴，</a:t>
            </a:r>
            <a:r>
              <a:rPr kumimoji="1" lang="en-US" altLang="zh-CN" sz="2800" b="0" dirty="0">
                <a:ea typeface="微软雅黑" panose="020B0503020204020204" pitchFamily="34" charset="-122"/>
              </a:rPr>
              <a:t>F</a:t>
            </a:r>
            <a:r>
              <a:rPr kumimoji="1" lang="en-US" altLang="zh-CN" sz="2800" b="0" i="0" baseline="-25000" dirty="0">
                <a:ea typeface="微软雅黑" panose="020B0503020204020204" pitchFamily="34" charset="-122"/>
              </a:rPr>
              <a:t>Q</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ea typeface="微软雅黑" panose="020B0503020204020204" pitchFamily="34" charset="-122"/>
              </a:rPr>
              <a:t> 和</a:t>
            </a:r>
            <a:r>
              <a:rPr kumimoji="1" lang="en-US" altLang="zh-CN" sz="2800" b="0" dirty="0">
                <a:ea typeface="微软雅黑" panose="020B0503020204020204" pitchFamily="34" charset="-122"/>
              </a:rPr>
              <a:t>M</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x</a:t>
            </a:r>
            <a:r>
              <a:rPr kumimoji="1" lang="en-US" altLang="zh-CN" sz="2800" b="0" i="0" dirty="0">
                <a:ea typeface="微软雅黑" panose="020B0503020204020204" pitchFamily="34" charset="-122"/>
              </a:rPr>
              <a:t>)</a:t>
            </a:r>
            <a:r>
              <a:rPr kumimoji="1" lang="zh-CN" altLang="en-US" sz="2800" i="0" dirty="0">
                <a:latin typeface="+mn-lt"/>
                <a:ea typeface="微软雅黑" panose="020B0503020204020204" pitchFamily="34" charset="-122"/>
              </a:rPr>
              <a:t>为纵坐标轴绘出的图形，称为剪力图和弯矩图。</a:t>
            </a:r>
            <a:endParaRPr lang="zh-CN" altLang="en-US" sz="2800" i="0" dirty="0">
              <a:latin typeface="+mj-lt"/>
              <a:ea typeface="微软雅黑" panose="020B0503020204020204" pitchFamily="34" charset="-122"/>
            </a:endParaRPr>
          </a:p>
        </p:txBody>
      </p:sp>
      <p:pic>
        <p:nvPicPr>
          <p:cNvPr id="49" name="图片 48">
            <a:extLst>
              <a:ext uri="{FF2B5EF4-FFF2-40B4-BE49-F238E27FC236}">
                <a16:creationId xmlns:a16="http://schemas.microsoft.com/office/drawing/2014/main" id="{F5BC75CD-9827-D83D-C26A-6525CCBF63C6}"/>
              </a:ext>
            </a:extLst>
          </p:cNvPr>
          <p:cNvPicPr>
            <a:picLocks noChangeAspect="1"/>
          </p:cNvPicPr>
          <p:nvPr/>
        </p:nvPicPr>
        <p:blipFill>
          <a:blip r:embed="rId3"/>
          <a:stretch>
            <a:fillRect/>
          </a:stretch>
        </p:blipFill>
        <p:spPr>
          <a:xfrm>
            <a:off x="5790652" y="2467675"/>
            <a:ext cx="6264696" cy="3914683"/>
          </a:xfrm>
          <a:prstGeom prst="rect">
            <a:avLst/>
          </a:prstGeom>
        </p:spPr>
      </p:pic>
      <p:sp>
        <p:nvSpPr>
          <p:cNvPr id="6" name="Text Box 1032"/>
          <p:cNvSpPr txBox="1">
            <a:spLocks noChangeArrowheads="1"/>
          </p:cNvSpPr>
          <p:nvPr/>
        </p:nvSpPr>
        <p:spPr bwMode="auto">
          <a:xfrm>
            <a:off x="390052" y="2713111"/>
            <a:ext cx="52739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工程上常利用剪力、弯矩和载荷集度三者之间的微分关系，并注意到在集中力 </a:t>
            </a:r>
            <a:r>
              <a:rPr kumimoji="1" lang="en-US" altLang="zh-CN" sz="2800" b="0" dirty="0">
                <a:latin typeface="+mn-lt"/>
                <a:ea typeface="微软雅黑" panose="020B0503020204020204" pitchFamily="34" charset="-122"/>
              </a:rPr>
              <a:t>F </a:t>
            </a:r>
            <a:r>
              <a:rPr kumimoji="1" lang="zh-CN" altLang="en-US" sz="2800" i="0" dirty="0">
                <a:latin typeface="+mn-lt"/>
                <a:ea typeface="微软雅黑" panose="020B0503020204020204" pitchFamily="34" charset="-122"/>
              </a:rPr>
              <a:t>的邻域内剪力图有突变，在集中力偶</a:t>
            </a:r>
            <a:r>
              <a:rPr kumimoji="1" lang="en-US" altLang="zh-CN" sz="2800" b="0" dirty="0">
                <a:latin typeface="+mn-lt"/>
                <a:ea typeface="微软雅黑" panose="020B0503020204020204" pitchFamily="34" charset="-122"/>
              </a:rPr>
              <a:t>M </a:t>
            </a:r>
            <a:r>
              <a:rPr kumimoji="1" lang="zh-CN" altLang="en-US" sz="2800" i="0" dirty="0">
                <a:latin typeface="+mn-lt"/>
                <a:ea typeface="微软雅黑" panose="020B0503020204020204" pitchFamily="34" charset="-122"/>
              </a:rPr>
              <a:t>的邻域内弯矩图有突变的性质，进行作图。</a:t>
            </a:r>
            <a:endParaRPr lang="zh-CN" altLang="en-US" sz="2800" i="0" dirty="0">
              <a:latin typeface="+mj-lt"/>
              <a:ea typeface="微软雅黑" panose="020B0503020204020204" pitchFamily="34" charset="-122"/>
            </a:endParaRPr>
          </a:p>
        </p:txBody>
      </p:sp>
    </p:spTree>
    <p:extLst>
      <p:ext uri="{BB962C8B-B14F-4D97-AF65-F5344CB8AC3E}">
        <p14:creationId xmlns:p14="http://schemas.microsoft.com/office/powerpoint/2010/main" val="126048785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6"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 name="Text Box 1032"/>
          <p:cNvSpPr txBox="1">
            <a:spLocks noChangeArrowheads="1"/>
          </p:cNvSpPr>
          <p:nvPr/>
        </p:nvSpPr>
        <p:spPr bwMode="auto">
          <a:xfrm>
            <a:off x="390052" y="1196752"/>
            <a:ext cx="10314460" cy="565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solidFill>
                  <a:srgbClr val="FF00FF"/>
                </a:solidFill>
                <a:latin typeface="+mn-lt"/>
                <a:ea typeface="微软雅黑" panose="020B0503020204020204" pitchFamily="34" charset="-122"/>
              </a:rPr>
              <a:t>简易法作内力图基本步骤</a:t>
            </a:r>
            <a:endParaRPr lang="zh-CN" altLang="en-US" sz="2800" i="0" dirty="0">
              <a:solidFill>
                <a:srgbClr val="FF00FF"/>
              </a:solidFill>
              <a:latin typeface="+mj-lt"/>
              <a:ea typeface="微软雅黑" panose="020B0503020204020204" pitchFamily="34" charset="-122"/>
            </a:endParaRPr>
          </a:p>
        </p:txBody>
      </p:sp>
      <p:sp>
        <p:nvSpPr>
          <p:cNvPr id="8" name="矩形 7">
            <a:extLst>
              <a:ext uri="{FF2B5EF4-FFF2-40B4-BE49-F238E27FC236}">
                <a16:creationId xmlns:a16="http://schemas.microsoft.com/office/drawing/2014/main" id="{E8DB0D0A-8BE9-6ADA-6C58-96049487BA32}"/>
              </a:ext>
            </a:extLst>
          </p:cNvPr>
          <p:cNvSpPr/>
          <p:nvPr/>
        </p:nvSpPr>
        <p:spPr>
          <a:xfrm>
            <a:off x="695400" y="1762100"/>
            <a:ext cx="11017224" cy="565348"/>
          </a:xfrm>
          <a:prstGeom prst="rect">
            <a:avLst/>
          </a:prstGeom>
        </p:spPr>
        <p:txBody>
          <a:bodyPr wrap="square">
            <a:spAutoFit/>
          </a:bodyPr>
          <a:lstStyle/>
          <a:p>
            <a:pPr>
              <a:lnSpc>
                <a:spcPct val="120000"/>
              </a:lnSpc>
            </a:pPr>
            <a:r>
              <a:rPr kumimoji="1" lang="en-US" altLang="zh-CN" sz="2800" i="0" dirty="0">
                <a:solidFill>
                  <a:schemeClr val="tx1"/>
                </a:solidFill>
                <a:latin typeface="+mn-lt"/>
                <a:ea typeface="微软雅黑" panose="020B0503020204020204" pitchFamily="34" charset="-122"/>
              </a:rPr>
              <a:t>1)  </a:t>
            </a:r>
            <a:r>
              <a:rPr kumimoji="1" lang="zh-CN" altLang="en-US" sz="2800" i="0" dirty="0">
                <a:solidFill>
                  <a:srgbClr val="000000"/>
                </a:solidFill>
                <a:latin typeface="+mn-lt"/>
                <a:ea typeface="微软雅黑" panose="020B0503020204020204" pitchFamily="34" charset="-122"/>
              </a:rPr>
              <a:t>确定支座反力；</a:t>
            </a:r>
            <a:endParaRPr kumimoji="1" lang="en-US" altLang="zh-CN" i="0" dirty="0">
              <a:solidFill>
                <a:schemeClr val="tx1"/>
              </a:solidFill>
              <a:latin typeface="+mn-lt"/>
              <a:ea typeface="黑体" panose="02010609060101010101" pitchFamily="49" charset="-122"/>
            </a:endParaRPr>
          </a:p>
        </p:txBody>
      </p:sp>
      <p:sp>
        <p:nvSpPr>
          <p:cNvPr id="9" name="矩形 8">
            <a:extLst>
              <a:ext uri="{FF2B5EF4-FFF2-40B4-BE49-F238E27FC236}">
                <a16:creationId xmlns:a16="http://schemas.microsoft.com/office/drawing/2014/main" id="{E8DB0D0A-8BE9-6ADA-6C58-96049487BA32}"/>
              </a:ext>
            </a:extLst>
          </p:cNvPr>
          <p:cNvSpPr/>
          <p:nvPr/>
        </p:nvSpPr>
        <p:spPr>
          <a:xfrm>
            <a:off x="695400" y="2991347"/>
            <a:ext cx="10925375" cy="523220"/>
          </a:xfrm>
          <a:prstGeom prst="rect">
            <a:avLst/>
          </a:prstGeom>
        </p:spPr>
        <p:txBody>
          <a:bodyPr wrap="square">
            <a:spAutoFit/>
          </a:bodyPr>
          <a:lstStyle/>
          <a:p>
            <a:r>
              <a:rPr kumimoji="1" lang="en-US" altLang="zh-CN" sz="2800" i="0" dirty="0">
                <a:solidFill>
                  <a:schemeClr val="tx1"/>
                </a:solidFill>
                <a:ea typeface="微软雅黑" panose="020B0503020204020204" pitchFamily="34" charset="-122"/>
              </a:rPr>
              <a:t>3)  </a:t>
            </a:r>
            <a:r>
              <a:rPr kumimoji="1" lang="zh-CN" altLang="en-US" sz="2800" i="0" dirty="0">
                <a:solidFill>
                  <a:srgbClr val="000000"/>
                </a:solidFill>
                <a:latin typeface="+mn-lt"/>
                <a:ea typeface="微软雅黑" panose="020B0503020204020204" pitchFamily="34" charset="-122"/>
              </a:rPr>
              <a:t>确定控制点内力的数值大小及正负；</a:t>
            </a:r>
          </a:p>
        </p:txBody>
      </p:sp>
      <p:sp>
        <p:nvSpPr>
          <p:cNvPr id="10" name="矩形 9">
            <a:extLst>
              <a:ext uri="{FF2B5EF4-FFF2-40B4-BE49-F238E27FC236}">
                <a16:creationId xmlns:a16="http://schemas.microsoft.com/office/drawing/2014/main" id="{E8DB0D0A-8BE9-6ADA-6C58-96049487BA32}"/>
              </a:ext>
            </a:extLst>
          </p:cNvPr>
          <p:cNvSpPr/>
          <p:nvPr/>
        </p:nvSpPr>
        <p:spPr>
          <a:xfrm>
            <a:off x="695400" y="2241896"/>
            <a:ext cx="10925375" cy="738664"/>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2)  </a:t>
            </a:r>
            <a:r>
              <a:rPr kumimoji="1" lang="zh-CN" altLang="en-US" sz="2800" i="0" dirty="0">
                <a:solidFill>
                  <a:srgbClr val="000000"/>
                </a:solidFill>
                <a:latin typeface="+mn-lt"/>
                <a:ea typeface="微软雅黑" panose="020B0503020204020204" pitchFamily="34" charset="-122"/>
              </a:rPr>
              <a:t>利用微分规律判断梁各段内力图的形状；</a:t>
            </a:r>
            <a:endParaRPr kumimoji="1" lang="en-US" altLang="zh-CN" sz="2800" i="0" dirty="0">
              <a:solidFill>
                <a:srgbClr val="000000"/>
              </a:solidFill>
              <a:latin typeface="+mn-lt"/>
              <a:ea typeface="微软雅黑" panose="020B0503020204020204" pitchFamily="34" charset="-122"/>
            </a:endParaRPr>
          </a:p>
        </p:txBody>
      </p:sp>
      <p:sp>
        <p:nvSpPr>
          <p:cNvPr id="11" name="矩形 10">
            <a:extLst>
              <a:ext uri="{FF2B5EF4-FFF2-40B4-BE49-F238E27FC236}">
                <a16:creationId xmlns:a16="http://schemas.microsoft.com/office/drawing/2014/main" id="{E8DB0D0A-8BE9-6ADA-6C58-96049487BA32}"/>
              </a:ext>
            </a:extLst>
          </p:cNvPr>
          <p:cNvSpPr/>
          <p:nvPr/>
        </p:nvSpPr>
        <p:spPr>
          <a:xfrm>
            <a:off x="695400" y="3444000"/>
            <a:ext cx="10925375" cy="1307537"/>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4)  </a:t>
            </a:r>
            <a:r>
              <a:rPr kumimoji="1" lang="zh-CN" altLang="en-US" sz="2800" i="0" dirty="0">
                <a:solidFill>
                  <a:srgbClr val="000000"/>
                </a:solidFill>
                <a:latin typeface="+mn-lt"/>
                <a:ea typeface="微软雅黑" panose="020B0503020204020204" pitchFamily="34" charset="-122"/>
              </a:rPr>
              <a:t>描点画内力图。</a:t>
            </a:r>
          </a:p>
          <a:p>
            <a:pPr>
              <a:lnSpc>
                <a:spcPct val="150000"/>
              </a:lnSpc>
              <a:buClr>
                <a:srgbClr val="FF3300"/>
              </a:buClr>
            </a:pPr>
            <a:endParaRPr kumimoji="1" lang="en-US" altLang="zh-CN" sz="2800" i="0" dirty="0">
              <a:solidFill>
                <a:srgbClr val="000000"/>
              </a:solidFill>
              <a:latin typeface="+mn-lt"/>
              <a:ea typeface="微软雅黑" panose="020B0503020204020204" pitchFamily="34" charset="-122"/>
            </a:endParaRPr>
          </a:p>
        </p:txBody>
      </p:sp>
      <p:sp>
        <p:nvSpPr>
          <p:cNvPr id="12" name="矩形 11">
            <a:extLst>
              <a:ext uri="{FF2B5EF4-FFF2-40B4-BE49-F238E27FC236}">
                <a16:creationId xmlns:a16="http://schemas.microsoft.com/office/drawing/2014/main" id="{E8DB0D0A-8BE9-6ADA-6C58-96049487BA32}"/>
              </a:ext>
            </a:extLst>
          </p:cNvPr>
          <p:cNvSpPr/>
          <p:nvPr/>
        </p:nvSpPr>
        <p:spPr>
          <a:xfrm>
            <a:off x="695400" y="4365104"/>
            <a:ext cx="10925375" cy="662297"/>
          </a:xfrm>
          <a:prstGeom prst="rect">
            <a:avLst/>
          </a:prstGeom>
        </p:spPr>
        <p:txBody>
          <a:bodyPr wrap="square">
            <a:spAutoFit/>
          </a:bodyPr>
          <a:lstStyle/>
          <a:p>
            <a:pPr>
              <a:lnSpc>
                <a:spcPct val="150000"/>
              </a:lnSpc>
              <a:buClr>
                <a:srgbClr val="FF3300"/>
              </a:buClr>
            </a:pPr>
            <a:r>
              <a:rPr kumimoji="1" lang="zh-CN" altLang="en-US" sz="2800" i="0" dirty="0">
                <a:solidFill>
                  <a:srgbClr val="000000"/>
                </a:solidFill>
                <a:latin typeface="+mn-lt"/>
                <a:ea typeface="微软雅黑" panose="020B0503020204020204" pitchFamily="34" charset="-122"/>
              </a:rPr>
              <a:t>控制点</a:t>
            </a:r>
            <a:r>
              <a:rPr kumimoji="1" lang="en-US" altLang="zh-CN" sz="2800" i="0" dirty="0">
                <a:solidFill>
                  <a:srgbClr val="000000"/>
                </a:solidFill>
                <a:latin typeface="+mn-lt"/>
                <a:ea typeface="微软雅黑" panose="020B0503020204020204" pitchFamily="34" charset="-122"/>
              </a:rPr>
              <a:t>: </a:t>
            </a:r>
            <a:r>
              <a:rPr kumimoji="1" lang="zh-CN" altLang="en-US" sz="2800" i="0" dirty="0">
                <a:solidFill>
                  <a:srgbClr val="FF0000"/>
                </a:solidFill>
                <a:latin typeface="+mn-lt"/>
                <a:ea typeface="微软雅黑" panose="020B0503020204020204" pitchFamily="34" charset="-122"/>
              </a:rPr>
              <a:t>端点、分段点（外力变化点）和驻点（极值点）</a:t>
            </a:r>
            <a:r>
              <a:rPr kumimoji="1" lang="zh-CN" altLang="en-US" sz="2800" i="0" dirty="0">
                <a:solidFill>
                  <a:srgbClr val="000000"/>
                </a:solidFill>
                <a:latin typeface="+mn-lt"/>
                <a:ea typeface="微软雅黑" panose="020B0503020204020204" pitchFamily="34" charset="-122"/>
              </a:rPr>
              <a:t>等。</a:t>
            </a:r>
            <a:endParaRPr kumimoji="1" lang="en-US" altLang="zh-CN" sz="2800" i="0" dirty="0">
              <a:solidFill>
                <a:srgbClr val="000000"/>
              </a:solidFill>
              <a:latin typeface="+mn-lt"/>
              <a:ea typeface="微软雅黑" panose="020B0503020204020204" pitchFamily="34" charset="-122"/>
            </a:endParaRPr>
          </a:p>
        </p:txBody>
      </p:sp>
    </p:spTree>
    <p:extLst>
      <p:ext uri="{BB962C8B-B14F-4D97-AF65-F5344CB8AC3E}">
        <p14:creationId xmlns:p14="http://schemas.microsoft.com/office/powerpoint/2010/main" val="29342260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8" grpId="0"/>
      <p:bldP spid="9" grpId="0"/>
      <p:bldP spid="10" grpId="0"/>
      <p:bldP spid="11"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11233248"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图示起重机大梁的跨度为</a:t>
            </a:r>
            <a:r>
              <a:rPr kumimoji="1" lang="en-US" altLang="zh-CN" b="0" dirty="0">
                <a:solidFill>
                  <a:schemeClr val="tx1"/>
                </a:solidFill>
                <a:latin typeface="+mn-lt"/>
                <a:ea typeface="黑体" panose="02010609060101010101" pitchFamily="49" charset="-122"/>
              </a:rPr>
              <a:t>l</a:t>
            </a:r>
            <a:r>
              <a:rPr kumimoji="1" lang="zh-CN" altLang="en-US" i="0" dirty="0">
                <a:solidFill>
                  <a:schemeClr val="tx1"/>
                </a:solidFill>
                <a:latin typeface="+mn-lt"/>
                <a:ea typeface="黑体" panose="02010609060101010101" pitchFamily="49" charset="-122"/>
              </a:rPr>
              <a:t>，自重力可看作均布载荷</a:t>
            </a:r>
            <a:r>
              <a:rPr kumimoji="1" lang="en-US" altLang="zh-CN" b="0" dirty="0">
                <a:solidFill>
                  <a:schemeClr val="tx1"/>
                </a:solidFill>
                <a:latin typeface="+mn-lt"/>
                <a:ea typeface="黑体" panose="02010609060101010101" pitchFamily="49" charset="-122"/>
              </a:rPr>
              <a:t>q</a:t>
            </a:r>
            <a:r>
              <a:rPr kumimoji="1" lang="zh-CN" altLang="en-US" i="0" dirty="0">
                <a:solidFill>
                  <a:schemeClr val="tx1"/>
                </a:solidFill>
                <a:latin typeface="+mn-lt"/>
                <a:ea typeface="黑体" panose="02010609060101010101" pitchFamily="49" charset="-122"/>
              </a:rPr>
              <a:t>。若小车所吊起物体的重力暂不考虑，试作剪力图与弯矩图。</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a:t>
            </a:r>
            <a:r>
              <a:rPr kumimoji="1" lang="zh-CN" altLang="en-US" i="0" dirty="0">
                <a:solidFill>
                  <a:schemeClr val="tx1"/>
                </a:solidFill>
                <a:ea typeface="黑体" panose="02010609060101010101" pitchFamily="49" charset="-122"/>
              </a:rPr>
              <a:t>将起重机大梁简化为简支梁，可得 </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1374548"/>
            <a:ext cx="4730549" cy="4859513"/>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19709" cy="3053144"/>
          </a:xfrm>
          <a:prstGeom prst="rect">
            <a:avLst/>
          </a:prstGeom>
        </p:spPr>
        <p:txBody>
          <a:bodyPr wrap="square">
            <a:spAutoFit/>
          </a:bodyPr>
          <a:lstStyle/>
          <a:p>
            <a:pPr lvl="0">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画剪力图与弯矩图。观察此梁所受外载情况，可知其左、右两端受集中力，全梁受负的均布力，所以剪力图在</a:t>
            </a:r>
            <a:r>
              <a:rPr kumimoji="1" lang="en-US" altLang="zh-CN" b="0" dirty="0">
                <a:solidFill>
                  <a:schemeClr val="tx1"/>
                </a:solidFill>
                <a:latin typeface="+mn-lt"/>
                <a:ea typeface="黑体" panose="02010609060101010101" pitchFamily="49" charset="-122"/>
              </a:rPr>
              <a:t>x</a:t>
            </a:r>
            <a:r>
              <a:rPr kumimoji="1" lang="zh-CN" altLang="en-US" b="0" i="0" dirty="0">
                <a:solidFill>
                  <a:schemeClr val="tx1"/>
                </a:solidFill>
                <a:latin typeface="+mn-lt"/>
                <a:ea typeface="黑体" panose="02010609060101010101" pitchFamily="49" charset="-122"/>
              </a:rPr>
              <a:t>＝</a:t>
            </a:r>
            <a:r>
              <a:rPr kumimoji="1" lang="en-US" altLang="zh-CN" b="0" i="0" dirty="0">
                <a:solidFill>
                  <a:schemeClr val="tx1"/>
                </a:solidFill>
                <a:latin typeface="+mn-lt"/>
                <a:ea typeface="黑体" panose="02010609060101010101" pitchFamily="49" charset="-122"/>
              </a:rPr>
              <a:t>0+</a:t>
            </a:r>
            <a:r>
              <a:rPr kumimoji="1" lang="zh-CN" altLang="en-US" i="0" dirty="0">
                <a:solidFill>
                  <a:schemeClr val="tx1"/>
                </a:solidFill>
                <a:latin typeface="+mn-lt"/>
                <a:ea typeface="黑体" panose="02010609060101010101" pitchFamily="49" charset="-122"/>
              </a:rPr>
              <a:t>和</a:t>
            </a:r>
            <a:r>
              <a:rPr kumimoji="1" lang="en-US" altLang="zh-CN" b="0" dirty="0">
                <a:solidFill>
                  <a:schemeClr val="tx1"/>
                </a:solidFill>
                <a:latin typeface="+mn-lt"/>
                <a:ea typeface="黑体" panose="02010609060101010101" pitchFamily="49" charset="-122"/>
              </a:rPr>
              <a:t>x</a:t>
            </a:r>
            <a:r>
              <a:rPr kumimoji="1" lang="zh-CN" altLang="en-US" b="0" i="0" dirty="0">
                <a:solidFill>
                  <a:schemeClr val="tx1"/>
                </a:solidFill>
                <a:latin typeface="+mn-lt"/>
                <a:ea typeface="黑体" panose="02010609060101010101" pitchFamily="49" charset="-122"/>
              </a:rPr>
              <a:t>＝</a:t>
            </a:r>
            <a:r>
              <a:rPr kumimoji="1" lang="en-US" altLang="zh-CN" b="0" dirty="0">
                <a:solidFill>
                  <a:schemeClr val="tx1"/>
                </a:solidFill>
                <a:latin typeface="+mn-lt"/>
                <a:ea typeface="黑体" panose="02010609060101010101" pitchFamily="49" charset="-122"/>
              </a:rPr>
              <a:t>l</a:t>
            </a:r>
            <a:r>
              <a:rPr kumimoji="1" lang="zh-CN" altLang="en-US" b="0" i="0" dirty="0">
                <a:solidFill>
                  <a:schemeClr val="tx1"/>
                </a:solidFill>
                <a:latin typeface="+mn-lt"/>
                <a:ea typeface="黑体" panose="02010609060101010101" pitchFamily="49" charset="-122"/>
              </a:rPr>
              <a:t>－</a:t>
            </a:r>
            <a:r>
              <a:rPr kumimoji="1" lang="zh-CN" altLang="en-US" i="0" dirty="0">
                <a:solidFill>
                  <a:schemeClr val="tx1"/>
                </a:solidFill>
                <a:latin typeface="+mn-lt"/>
                <a:ea typeface="黑体" panose="02010609060101010101" pitchFamily="49" charset="-122"/>
              </a:rPr>
              <a:t>处有突变，在整个梁段上是斜率为负的直线。取梁的左、右端微段，求其平衡，可得</a:t>
            </a:r>
            <a:endParaRPr kumimoji="1" lang="en-US" altLang="zh-CN" i="0" dirty="0">
              <a:solidFill>
                <a:schemeClr val="tx1"/>
              </a:solidFill>
              <a:latin typeface="+mn-lt"/>
              <a:ea typeface="黑体" panose="02010609060101010101" pitchFamily="49" charset="-122"/>
            </a:endParaRPr>
          </a:p>
          <a:p>
            <a:pPr lvl="0">
              <a:lnSpc>
                <a:spcPct val="130000"/>
              </a:lnSpc>
            </a:pPr>
            <a:r>
              <a:rPr kumimoji="1" lang="en-US" altLang="zh-CN" sz="2800" b="0" i="0" dirty="0">
                <a:solidFill>
                  <a:schemeClr val="tx1"/>
                </a:solidFill>
                <a:latin typeface="+mn-lt"/>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ql</a:t>
            </a:r>
            <a:r>
              <a:rPr kumimoji="1" lang="en-US" altLang="zh-CN" b="0" i="0" dirty="0">
                <a:solidFill>
                  <a:schemeClr val="tx1"/>
                </a:solidFill>
                <a:ea typeface="黑体" panose="02010609060101010101" pitchFamily="49" charset="-122"/>
              </a:rPr>
              <a:t>/2 </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 =</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ql</a:t>
            </a:r>
            <a:r>
              <a:rPr kumimoji="1" lang="en-US" altLang="zh-CN" b="0" i="0" dirty="0">
                <a:solidFill>
                  <a:schemeClr val="tx1"/>
                </a:solidFill>
                <a:ea typeface="黑体" panose="02010609060101010101" pitchFamily="49" charset="-122"/>
              </a:rPr>
              <a:t>/2 </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a:t>
            </a:r>
            <a:r>
              <a:rPr kumimoji="1" lang="en-US" altLang="zh-CN" i="0" dirty="0">
                <a:solidFill>
                  <a:schemeClr val="tx1"/>
                </a:solidFill>
                <a:latin typeface="+mn-lt"/>
                <a:ea typeface="黑体" panose="02010609060101010101" pitchFamily="49" charset="-122"/>
              </a:rPr>
              <a:t>   </a:t>
            </a:r>
          </a:p>
        </p:txBody>
      </p:sp>
      <p:grpSp>
        <p:nvGrpSpPr>
          <p:cNvPr id="79" name="Group 9"/>
          <p:cNvGrpSpPr>
            <a:grpSpLocks/>
          </p:cNvGrpSpPr>
          <p:nvPr/>
        </p:nvGrpSpPr>
        <p:grpSpPr bwMode="auto">
          <a:xfrm>
            <a:off x="7638466" y="1558151"/>
            <a:ext cx="3529013" cy="2073275"/>
            <a:chOff x="3505" y="-72"/>
            <a:chExt cx="2223" cy="1306"/>
          </a:xfrm>
        </p:grpSpPr>
        <p:sp>
          <p:nvSpPr>
            <p:cNvPr id="80" name="Text Box 10"/>
            <p:cNvSpPr txBox="1">
              <a:spLocks noChangeAspect="1" noChangeArrowheads="1"/>
            </p:cNvSpPr>
            <p:nvPr/>
          </p:nvSpPr>
          <p:spPr bwMode="auto">
            <a:xfrm flipH="1">
              <a:off x="4542" y="842"/>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3200" b="0">
                  <a:solidFill>
                    <a:srgbClr val="000000"/>
                  </a:solidFill>
                  <a:ea typeface="宋体" panose="02010600030101010101" pitchFamily="2" charset="-122"/>
                </a:rPr>
                <a:t>l</a:t>
              </a:r>
            </a:p>
          </p:txBody>
        </p:sp>
        <p:sp>
          <p:nvSpPr>
            <p:cNvPr id="81" name="Text Box 11"/>
            <p:cNvSpPr txBox="1">
              <a:spLocks noChangeAspect="1" noChangeArrowheads="1"/>
            </p:cNvSpPr>
            <p:nvPr/>
          </p:nvSpPr>
          <p:spPr bwMode="auto">
            <a:xfrm>
              <a:off x="3505" y="369"/>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A</a:t>
              </a:r>
            </a:p>
          </p:txBody>
        </p:sp>
        <p:sp>
          <p:nvSpPr>
            <p:cNvPr id="82" name="Text Box 12"/>
            <p:cNvSpPr txBox="1">
              <a:spLocks noChangeAspect="1" noChangeArrowheads="1"/>
            </p:cNvSpPr>
            <p:nvPr/>
          </p:nvSpPr>
          <p:spPr bwMode="auto">
            <a:xfrm>
              <a:off x="5435" y="382"/>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B   </a:t>
              </a:r>
            </a:p>
          </p:txBody>
        </p:sp>
        <p:sp>
          <p:nvSpPr>
            <p:cNvPr id="83" name="Line 13"/>
            <p:cNvSpPr>
              <a:spLocks noChangeAspect="1" noChangeShapeType="1"/>
            </p:cNvSpPr>
            <p:nvPr/>
          </p:nvSpPr>
          <p:spPr bwMode="auto">
            <a:xfrm flipH="1">
              <a:off x="3785" y="8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4" name="Line 14"/>
            <p:cNvSpPr>
              <a:spLocks noChangeAspect="1" noChangeShapeType="1"/>
            </p:cNvSpPr>
            <p:nvPr/>
          </p:nvSpPr>
          <p:spPr bwMode="auto">
            <a:xfrm flipH="1">
              <a:off x="3785" y="1121"/>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5" name="Line 15"/>
            <p:cNvSpPr>
              <a:spLocks noChangeAspect="1" noChangeShapeType="1"/>
            </p:cNvSpPr>
            <p:nvPr/>
          </p:nvSpPr>
          <p:spPr bwMode="auto">
            <a:xfrm flipH="1">
              <a:off x="5450" y="86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6" name="Line 16"/>
            <p:cNvSpPr>
              <a:spLocks noChangeAspect="1" noChangeShapeType="1"/>
            </p:cNvSpPr>
            <p:nvPr/>
          </p:nvSpPr>
          <p:spPr bwMode="auto">
            <a:xfrm flipH="1" flipV="1">
              <a:off x="3807" y="536"/>
              <a:ext cx="1649" cy="1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7" name="Text Box 17"/>
            <p:cNvSpPr txBox="1">
              <a:spLocks noChangeAspect="1" noChangeArrowheads="1"/>
            </p:cNvSpPr>
            <p:nvPr/>
          </p:nvSpPr>
          <p:spPr bwMode="auto">
            <a:xfrm>
              <a:off x="4538" y="-72"/>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q</a:t>
              </a:r>
              <a:endParaRPr lang="en-US" altLang="zh-CN" sz="2800" b="0" i="0">
                <a:solidFill>
                  <a:srgbClr val="FF0000"/>
                </a:solidFill>
                <a:ea typeface="宋体" panose="02010600030101010101" pitchFamily="2" charset="-122"/>
              </a:endParaRPr>
            </a:p>
          </p:txBody>
        </p:sp>
        <p:grpSp>
          <p:nvGrpSpPr>
            <p:cNvPr id="88" name="Group 18"/>
            <p:cNvGrpSpPr>
              <a:grpSpLocks/>
            </p:cNvGrpSpPr>
            <p:nvPr/>
          </p:nvGrpSpPr>
          <p:grpSpPr bwMode="auto">
            <a:xfrm>
              <a:off x="3785" y="286"/>
              <a:ext cx="1670" cy="230"/>
              <a:chOff x="2926" y="1514"/>
              <a:chExt cx="2403" cy="230"/>
            </a:xfrm>
          </p:grpSpPr>
          <p:sp>
            <p:nvSpPr>
              <p:cNvPr id="89" name="Line 19"/>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0" name="Line 20"/>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1" name="Line 21"/>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22"/>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Line 23"/>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4" name="Line 24"/>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Line 25"/>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6" name="Line 26"/>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7" name="Line 27"/>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8" name="Line 28"/>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9" name="Line 29"/>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30"/>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31"/>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32"/>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33"/>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34"/>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grpSp>
        <p:nvGrpSpPr>
          <p:cNvPr id="105" name="Group 35"/>
          <p:cNvGrpSpPr>
            <a:grpSpLocks/>
          </p:cNvGrpSpPr>
          <p:nvPr/>
        </p:nvGrpSpPr>
        <p:grpSpPr bwMode="auto">
          <a:xfrm>
            <a:off x="7835316" y="2475726"/>
            <a:ext cx="496888" cy="523875"/>
            <a:chOff x="1686" y="3521"/>
            <a:chExt cx="313" cy="330"/>
          </a:xfrm>
        </p:grpSpPr>
        <p:sp>
          <p:nvSpPr>
            <p:cNvPr id="106" name="AutoShape 3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Rectangle 3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Line 3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3" name="Oval 3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8" name="Group 40"/>
          <p:cNvGrpSpPr>
            <a:grpSpLocks/>
          </p:cNvGrpSpPr>
          <p:nvPr/>
        </p:nvGrpSpPr>
        <p:grpSpPr bwMode="auto">
          <a:xfrm>
            <a:off x="10478504" y="2474139"/>
            <a:ext cx="493712" cy="568325"/>
            <a:chOff x="3499" y="3511"/>
            <a:chExt cx="311" cy="358"/>
          </a:xfrm>
        </p:grpSpPr>
        <p:sp>
          <p:nvSpPr>
            <p:cNvPr id="119" name="Line 4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0" name="Rectangle 4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Line 4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Oval 4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5" name="Oval 4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38" name="Text Box 47"/>
          <p:cNvSpPr txBox="1">
            <a:spLocks noChangeAspect="1" noChangeArrowheads="1"/>
          </p:cNvSpPr>
          <p:nvPr/>
        </p:nvSpPr>
        <p:spPr bwMode="auto">
          <a:xfrm>
            <a:off x="10694404" y="310755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41" name="Line 49"/>
          <p:cNvSpPr>
            <a:spLocks noChangeAspect="1" noChangeShapeType="1"/>
          </p:cNvSpPr>
          <p:nvPr/>
        </p:nvSpPr>
        <p:spPr bwMode="auto">
          <a:xfrm flipV="1">
            <a:off x="8078204" y="2644001"/>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2" name="Line 50"/>
          <p:cNvSpPr>
            <a:spLocks noChangeAspect="1" noChangeShapeType="1"/>
          </p:cNvSpPr>
          <p:nvPr/>
        </p:nvSpPr>
        <p:spPr bwMode="auto">
          <a:xfrm flipV="1">
            <a:off x="10724566" y="2629714"/>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57"/>
          <p:cNvSpPr txBox="1">
            <a:spLocks noChangeAspect="1" noChangeArrowheads="1"/>
          </p:cNvSpPr>
          <p:nvPr/>
        </p:nvSpPr>
        <p:spPr bwMode="auto">
          <a:xfrm flipH="1">
            <a:off x="10832213" y="521488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44" name="Freeform 60" descr="浅色竖线"/>
          <p:cNvSpPr>
            <a:spLocks/>
          </p:cNvSpPr>
          <p:nvPr/>
        </p:nvSpPr>
        <p:spPr bwMode="auto">
          <a:xfrm>
            <a:off x="8027101" y="4752924"/>
            <a:ext cx="2686050" cy="1128712"/>
          </a:xfrm>
          <a:custGeom>
            <a:avLst/>
            <a:gdLst>
              <a:gd name="T0" fmla="*/ 0 w 1692"/>
              <a:gd name="T1" fmla="*/ 907255933 h 711"/>
              <a:gd name="T2" fmla="*/ 0 w 1692"/>
              <a:gd name="T3" fmla="*/ 0 h 711"/>
              <a:gd name="T4" fmla="*/ 2147483647 w 1692"/>
              <a:gd name="T5" fmla="*/ 1791829685 h 711"/>
              <a:gd name="T6" fmla="*/ 2147483647 w 1692"/>
              <a:gd name="T7" fmla="*/ 907255933 h 711"/>
              <a:gd name="T8" fmla="*/ 0 w 1692"/>
              <a:gd name="T9" fmla="*/ 907255933 h 711"/>
              <a:gd name="T10" fmla="*/ 0 60000 65536"/>
              <a:gd name="T11" fmla="*/ 0 60000 65536"/>
              <a:gd name="T12" fmla="*/ 0 60000 65536"/>
              <a:gd name="T13" fmla="*/ 0 60000 65536"/>
              <a:gd name="T14" fmla="*/ 0 60000 65536"/>
              <a:gd name="T15" fmla="*/ 0 w 1692"/>
              <a:gd name="T16" fmla="*/ 0 h 711"/>
              <a:gd name="T17" fmla="*/ 1692 w 1692"/>
              <a:gd name="T18" fmla="*/ 711 h 711"/>
            </a:gdLst>
            <a:ahLst/>
            <a:cxnLst>
              <a:cxn ang="T10">
                <a:pos x="T0" y="T1"/>
              </a:cxn>
              <a:cxn ang="T11">
                <a:pos x="T2" y="T3"/>
              </a:cxn>
              <a:cxn ang="T12">
                <a:pos x="T4" y="T5"/>
              </a:cxn>
              <a:cxn ang="T13">
                <a:pos x="T6" y="T7"/>
              </a:cxn>
              <a:cxn ang="T14">
                <a:pos x="T8" y="T9"/>
              </a:cxn>
            </a:cxnLst>
            <a:rect l="T15" t="T16" r="T17" b="T18"/>
            <a:pathLst>
              <a:path w="1692" h="711">
                <a:moveTo>
                  <a:pt x="0" y="360"/>
                </a:moveTo>
                <a:lnTo>
                  <a:pt x="0" y="0"/>
                </a:lnTo>
                <a:lnTo>
                  <a:pt x="1692" y="711"/>
                </a:lnTo>
                <a:lnTo>
                  <a:pt x="1692" y="360"/>
                </a:lnTo>
                <a:lnTo>
                  <a:pt x="0" y="360"/>
                </a:lnTo>
                <a:close/>
              </a:path>
            </a:pathLst>
          </a:custGeom>
          <a:pattFill prst="ltVert">
            <a:fgClr>
              <a:srgbClr val="000000"/>
            </a:fgClr>
            <a:bgClr>
              <a:srgbClr val="99FFCC"/>
            </a:bgClr>
          </a:pattFill>
          <a:ln w="9525" cap="flat" cmpd="sng">
            <a:solidFill>
              <a:srgbClr val="000000"/>
            </a:solidFill>
            <a:prstDash val="solid"/>
            <a:round/>
            <a:headEnd/>
            <a:tailEnd/>
          </a:ln>
        </p:spPr>
        <p:txBody>
          <a:bodyPr/>
          <a:lstStyle/>
          <a:p>
            <a:endParaRPr kumimoji="1" lang="zh-CN" altLang="en-US" b="0" i="0">
              <a:solidFill>
                <a:srgbClr val="FFFFFF"/>
              </a:solidFill>
              <a:ea typeface="黑体" panose="02010609060101010101" pitchFamily="49" charset="-122"/>
            </a:endParaRPr>
          </a:p>
        </p:txBody>
      </p:sp>
      <p:sp>
        <p:nvSpPr>
          <p:cNvPr id="145" name="Text Box 62"/>
          <p:cNvSpPr txBox="1">
            <a:spLocks noChangeAspect="1" noChangeArrowheads="1"/>
          </p:cNvSpPr>
          <p:nvPr/>
        </p:nvSpPr>
        <p:spPr bwMode="auto">
          <a:xfrm>
            <a:off x="7296851" y="4457649"/>
            <a:ext cx="7794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46" name="Group 63"/>
          <p:cNvGrpSpPr>
            <a:grpSpLocks/>
          </p:cNvGrpSpPr>
          <p:nvPr/>
        </p:nvGrpSpPr>
        <p:grpSpPr bwMode="auto">
          <a:xfrm>
            <a:off x="10182926" y="5279974"/>
            <a:ext cx="569912" cy="495300"/>
            <a:chOff x="4503" y="2280"/>
            <a:chExt cx="269" cy="231"/>
          </a:xfrm>
        </p:grpSpPr>
        <p:sp>
          <p:nvSpPr>
            <p:cNvPr id="14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9" name="Text Box 66"/>
          <p:cNvSpPr txBox="1">
            <a:spLocks noChangeAspect="1" noChangeArrowheads="1"/>
          </p:cNvSpPr>
          <p:nvPr/>
        </p:nvSpPr>
        <p:spPr bwMode="auto">
          <a:xfrm>
            <a:off x="10430576" y="4564011"/>
            <a:ext cx="10414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50" name="Line 68"/>
          <p:cNvSpPr>
            <a:spLocks noChangeShapeType="1"/>
          </p:cNvSpPr>
          <p:nvPr/>
        </p:nvSpPr>
        <p:spPr bwMode="auto">
          <a:xfrm>
            <a:off x="10721088" y="5318074"/>
            <a:ext cx="0" cy="557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1" name="Text Box 69"/>
          <p:cNvSpPr txBox="1">
            <a:spLocks noChangeAspect="1" noChangeArrowheads="1"/>
          </p:cNvSpPr>
          <p:nvPr/>
        </p:nvSpPr>
        <p:spPr bwMode="auto">
          <a:xfrm>
            <a:off x="10600438" y="5684786"/>
            <a:ext cx="779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52" name="Group 70"/>
          <p:cNvGrpSpPr>
            <a:grpSpLocks/>
          </p:cNvGrpSpPr>
          <p:nvPr/>
        </p:nvGrpSpPr>
        <p:grpSpPr bwMode="auto">
          <a:xfrm>
            <a:off x="8106476" y="4860874"/>
            <a:ext cx="592137" cy="523875"/>
            <a:chOff x="3767" y="1607"/>
            <a:chExt cx="373" cy="330"/>
          </a:xfrm>
        </p:grpSpPr>
        <p:sp>
          <p:nvSpPr>
            <p:cNvPr id="153" name="Oval 7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Text Box 7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55" name="Line 73"/>
          <p:cNvSpPr>
            <a:spLocks noChangeShapeType="1"/>
          </p:cNvSpPr>
          <p:nvPr/>
        </p:nvSpPr>
        <p:spPr bwMode="auto">
          <a:xfrm>
            <a:off x="8027101" y="4752924"/>
            <a:ext cx="2686050" cy="11287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6" name="Oval 75"/>
          <p:cNvSpPr>
            <a:spLocks noChangeArrowheads="1"/>
          </p:cNvSpPr>
          <p:nvPr/>
        </p:nvSpPr>
        <p:spPr bwMode="auto">
          <a:xfrm>
            <a:off x="10670288" y="5843536"/>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7" name="Line 81"/>
          <p:cNvSpPr>
            <a:spLocks noChangeShapeType="1"/>
          </p:cNvSpPr>
          <p:nvPr/>
        </p:nvSpPr>
        <p:spPr bwMode="auto">
          <a:xfrm rot="16200000">
            <a:off x="7435756" y="4769593"/>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Text Box 82"/>
          <p:cNvSpPr txBox="1">
            <a:spLocks noChangeAspect="1" noChangeArrowheads="1"/>
          </p:cNvSpPr>
          <p:nvPr/>
        </p:nvSpPr>
        <p:spPr bwMode="auto">
          <a:xfrm flipH="1">
            <a:off x="8008051" y="403219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59" name="Line 56"/>
          <p:cNvSpPr>
            <a:spLocks noChangeShapeType="1"/>
          </p:cNvSpPr>
          <p:nvPr/>
        </p:nvSpPr>
        <p:spPr bwMode="auto">
          <a:xfrm>
            <a:off x="8000113" y="5321249"/>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0" name="Line 67"/>
          <p:cNvSpPr>
            <a:spLocks noChangeShapeType="1"/>
          </p:cNvSpPr>
          <p:nvPr/>
        </p:nvSpPr>
        <p:spPr bwMode="auto">
          <a:xfrm>
            <a:off x="8027101" y="4767211"/>
            <a:ext cx="0" cy="557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Oval 74"/>
          <p:cNvSpPr>
            <a:spLocks noChangeArrowheads="1"/>
          </p:cNvSpPr>
          <p:nvPr/>
        </p:nvSpPr>
        <p:spPr bwMode="auto">
          <a:xfrm>
            <a:off x="7990588" y="4722761"/>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2" name="Text Box 83"/>
          <p:cNvSpPr txBox="1">
            <a:spLocks noChangeAspect="1" noChangeArrowheads="1"/>
          </p:cNvSpPr>
          <p:nvPr/>
        </p:nvSpPr>
        <p:spPr bwMode="auto">
          <a:xfrm>
            <a:off x="7700076" y="5133924"/>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graphicFrame>
        <p:nvGraphicFramePr>
          <p:cNvPr id="163" name="Object 52"/>
          <p:cNvGraphicFramePr>
            <a:graphicFrameLocks noChangeAspect="1"/>
          </p:cNvGraphicFramePr>
          <p:nvPr>
            <p:extLst>
              <p:ext uri="{D42A27DB-BD31-4B8C-83A1-F6EECF244321}">
                <p14:modId xmlns:p14="http://schemas.microsoft.com/office/powerpoint/2010/main" val="3284389236"/>
              </p:ext>
            </p:extLst>
          </p:nvPr>
        </p:nvGraphicFramePr>
        <p:xfrm>
          <a:off x="2078278" y="2149014"/>
          <a:ext cx="1971675" cy="827087"/>
        </p:xfrm>
        <a:graphic>
          <a:graphicData uri="http://schemas.openxmlformats.org/presentationml/2006/ole">
            <mc:AlternateContent xmlns:mc="http://schemas.openxmlformats.org/markup-compatibility/2006">
              <mc:Choice xmlns:v="urn:schemas-microsoft-com:vml" Requires="v">
                <p:oleObj name="Equation" r:id="rId5" imgW="927000" imgH="393480" progId="Equation.DSMT4">
                  <p:embed/>
                </p:oleObj>
              </mc:Choice>
              <mc:Fallback>
                <p:oleObj name="Equation" r:id="rId5" imgW="927000" imgH="393480" progId="Equation.DSMT4">
                  <p:embed/>
                  <p:pic>
                    <p:nvPicPr>
                      <p:cNvPr id="0" name=""/>
                      <p:cNvPicPr>
                        <a:picLocks noChangeAspect="1" noChangeArrowheads="1"/>
                      </p:cNvPicPr>
                      <p:nvPr/>
                    </p:nvPicPr>
                    <p:blipFill>
                      <a:blip r:embed="rId6"/>
                      <a:srcRect/>
                      <a:stretch>
                        <a:fillRect/>
                      </a:stretch>
                    </p:blipFill>
                    <p:spPr bwMode="auto">
                      <a:xfrm>
                        <a:off x="2078278" y="2149014"/>
                        <a:ext cx="1971675"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 name="Rectangle 57"/>
          <p:cNvSpPr>
            <a:spLocks noChangeArrowheads="1"/>
          </p:cNvSpPr>
          <p:nvPr/>
        </p:nvSpPr>
        <p:spPr bwMode="auto">
          <a:xfrm>
            <a:off x="4587708" y="2293476"/>
            <a:ext cx="5437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effectLst/>
                <a:uLnTx/>
                <a:uFillTx/>
                <a:latin typeface="Times New Roman" panose="02020603050405020304" pitchFamily="18" charset="0"/>
                <a:ea typeface="黑体" panose="02010609060101010101" pitchFamily="49" charset="-122"/>
              </a:rPr>
              <a:t>(↑)</a:t>
            </a:r>
          </a:p>
        </p:txBody>
      </p:sp>
      <p:sp>
        <p:nvSpPr>
          <p:cNvPr id="165" name="矩形 164">
            <a:extLst>
              <a:ext uri="{FF2B5EF4-FFF2-40B4-BE49-F238E27FC236}">
                <a16:creationId xmlns:a16="http://schemas.microsoft.com/office/drawing/2014/main" id="{54CF797A-3212-00F4-D82B-18FEE729BE7A}"/>
              </a:ext>
            </a:extLst>
          </p:cNvPr>
          <p:cNvSpPr/>
          <p:nvPr/>
        </p:nvSpPr>
        <p:spPr>
          <a:xfrm>
            <a:off x="590597" y="5828996"/>
            <a:ext cx="4353276"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连接</a:t>
            </a:r>
            <a:r>
              <a:rPr kumimoji="1" lang="en-US" altLang="zh-CN" b="0" dirty="0">
                <a:solidFill>
                  <a:schemeClr val="tx1"/>
                </a:solidFill>
                <a:latin typeface="+mn-lt"/>
                <a:ea typeface="黑体" panose="02010609060101010101" pitchFamily="49" charset="-122"/>
              </a:rPr>
              <a:t>AB</a:t>
            </a:r>
            <a:r>
              <a:rPr kumimoji="1" lang="zh-CN" altLang="en-US" i="0" dirty="0">
                <a:solidFill>
                  <a:schemeClr val="tx1"/>
                </a:solidFill>
                <a:latin typeface="+mn-lt"/>
                <a:ea typeface="黑体" panose="02010609060101010101" pitchFamily="49" charset="-122"/>
              </a:rPr>
              <a:t>两点即可得剪力图。</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411332307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8" presetClass="entr" presetSubtype="32" fill="hold" nodeType="with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diamond(out)">
                                      <p:cBhvr>
                                        <p:cTn id="11" dur="5000"/>
                                        <p:tgtEl>
                                          <p:spTgt spid="79"/>
                                        </p:tgtEl>
                                      </p:cBhvr>
                                    </p:animEffect>
                                  </p:childTnLst>
                                </p:cTn>
                              </p:par>
                              <p:par>
                                <p:cTn id="12" presetID="8" presetClass="entr" presetSubtype="32" fill="hold" nodeType="withEffect">
                                  <p:stCondLst>
                                    <p:cond delay="500"/>
                                  </p:stCondLst>
                                  <p:childTnLst>
                                    <p:set>
                                      <p:cBhvr>
                                        <p:cTn id="13" dur="1" fill="hold">
                                          <p:stCondLst>
                                            <p:cond delay="0"/>
                                          </p:stCondLst>
                                        </p:cTn>
                                        <p:tgtEl>
                                          <p:spTgt spid="105"/>
                                        </p:tgtEl>
                                        <p:attrNameLst>
                                          <p:attrName>style.visibility</p:attrName>
                                        </p:attrNameLst>
                                      </p:cBhvr>
                                      <p:to>
                                        <p:strVal val="visible"/>
                                      </p:to>
                                    </p:set>
                                    <p:animEffect transition="in" filter="diamond(out)">
                                      <p:cBhvr>
                                        <p:cTn id="14" dur="5000"/>
                                        <p:tgtEl>
                                          <p:spTgt spid="105"/>
                                        </p:tgtEl>
                                      </p:cBhvr>
                                    </p:animEffect>
                                  </p:childTnLst>
                                </p:cTn>
                              </p:par>
                              <p:par>
                                <p:cTn id="15" presetID="8" presetClass="entr" presetSubtype="32" fill="hold" nodeType="withEffect">
                                  <p:stCondLst>
                                    <p:cond delay="500"/>
                                  </p:stCondLst>
                                  <p:childTnLst>
                                    <p:set>
                                      <p:cBhvr>
                                        <p:cTn id="16" dur="1" fill="hold">
                                          <p:stCondLst>
                                            <p:cond delay="0"/>
                                          </p:stCondLst>
                                        </p:cTn>
                                        <p:tgtEl>
                                          <p:spTgt spid="118"/>
                                        </p:tgtEl>
                                        <p:attrNameLst>
                                          <p:attrName>style.visibility</p:attrName>
                                        </p:attrNameLst>
                                      </p:cBhvr>
                                      <p:to>
                                        <p:strVal val="visible"/>
                                      </p:to>
                                    </p:set>
                                    <p:animEffect transition="in" filter="diamond(out)">
                                      <p:cBhvr>
                                        <p:cTn id="17" dur="5000"/>
                                        <p:tgtEl>
                                          <p:spTgt spid="11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1"/>
                                        </p:tgtEl>
                                        <p:attrNameLst>
                                          <p:attrName>style.visibility</p:attrName>
                                        </p:attrNameLst>
                                      </p:cBhvr>
                                      <p:to>
                                        <p:strVal val="visible"/>
                                      </p:to>
                                    </p:set>
                                    <p:animEffect transition="in" filter="slide(fromBottom)">
                                      <p:cBhvr>
                                        <p:cTn id="22" dur="5000"/>
                                        <p:tgtEl>
                                          <p:spTgt spid="141"/>
                                        </p:tgtEl>
                                      </p:cBhvr>
                                    </p:animEffect>
                                  </p:childTnLst>
                                </p:cTn>
                              </p:par>
                            </p:childTnLst>
                          </p:cTn>
                        </p:par>
                        <p:par>
                          <p:cTn id="23" fill="hold">
                            <p:stCondLst>
                              <p:cond delay="5000"/>
                            </p:stCondLst>
                            <p:childTnLst>
                              <p:par>
                                <p:cTn id="24" presetID="9" presetClass="emph" presetSubtype="0" nodeType="afterEffect">
                                  <p:stCondLst>
                                    <p:cond delay="0"/>
                                  </p:stCondLst>
                                  <p:childTnLst>
                                    <p:set>
                                      <p:cBhvr rctx="PPT">
                                        <p:cTn id="25" dur="indefinite"/>
                                        <p:tgtEl>
                                          <p:spTgt spid="105"/>
                                        </p:tgtEl>
                                        <p:attrNameLst>
                                          <p:attrName>style.opacity</p:attrName>
                                        </p:attrNameLst>
                                      </p:cBhvr>
                                      <p:to>
                                        <p:strVal val="0.5"/>
                                      </p:to>
                                    </p:set>
                                    <p:animEffect filter="image" prLst="opacity: 0.5">
                                      <p:cBhvr rctx="IE">
                                        <p:cTn id="26" dur="indefinite"/>
                                        <p:tgtEl>
                                          <p:spTgt spid="105"/>
                                        </p:tgtEl>
                                      </p:cBhvr>
                                    </p:animEffect>
                                  </p:childTnLst>
                                </p:cTn>
                              </p:par>
                              <p:par>
                                <p:cTn id="27" presetID="9" presetClass="emph" presetSubtype="0" nodeType="withEffect">
                                  <p:stCondLst>
                                    <p:cond delay="0"/>
                                  </p:stCondLst>
                                  <p:childTnLst>
                                    <p:set>
                                      <p:cBhvr rctx="PPT">
                                        <p:cTn id="28" dur="indefinite"/>
                                        <p:tgtEl>
                                          <p:spTgt spid="118"/>
                                        </p:tgtEl>
                                        <p:attrNameLst>
                                          <p:attrName>style.opacity</p:attrName>
                                        </p:attrNameLst>
                                      </p:cBhvr>
                                      <p:to>
                                        <p:strVal val="0.5"/>
                                      </p:to>
                                    </p:set>
                                    <p:animEffect filter="image" prLst="opacity: 0.5">
                                      <p:cBhvr rctx="IE">
                                        <p:cTn id="29" dur="indefinite"/>
                                        <p:tgtEl>
                                          <p:spTgt spid="118"/>
                                        </p:tgtEl>
                                      </p:cBhvr>
                                    </p:animEffect>
                                  </p:childTnLst>
                                </p:cTn>
                              </p:par>
                              <p:par>
                                <p:cTn id="30" presetID="12" presetClass="entr" presetSubtype="4" fill="hold" grpId="0" nodeType="withEffect">
                                  <p:stCondLst>
                                    <p:cond delay="0"/>
                                  </p:stCondLst>
                                  <p:childTnLst>
                                    <p:set>
                                      <p:cBhvr>
                                        <p:cTn id="31" dur="1" fill="hold">
                                          <p:stCondLst>
                                            <p:cond delay="0"/>
                                          </p:stCondLst>
                                        </p:cTn>
                                        <p:tgtEl>
                                          <p:spTgt spid="142"/>
                                        </p:tgtEl>
                                        <p:attrNameLst>
                                          <p:attrName>style.visibility</p:attrName>
                                        </p:attrNameLst>
                                      </p:cBhvr>
                                      <p:to>
                                        <p:strVal val="visible"/>
                                      </p:to>
                                    </p:set>
                                    <p:animEffect transition="in" filter="slide(fromBottom)">
                                      <p:cBhvr>
                                        <p:cTn id="32" dur="5000"/>
                                        <p:tgtEl>
                                          <p:spTgt spid="142"/>
                                        </p:tgtEl>
                                      </p:cBhvr>
                                    </p:animEffect>
                                  </p:childTnLst>
                                </p:cTn>
                              </p:par>
                            </p:childTnLst>
                          </p:cTn>
                        </p:par>
                        <p:par>
                          <p:cTn id="33" fill="hold">
                            <p:stCondLst>
                              <p:cond delay="10000"/>
                            </p:stCondLst>
                            <p:childTnLst>
                              <p:par>
                                <p:cTn id="34" presetID="19" presetClass="entr" presetSubtype="10" fill="hold" grpId="0" nodeType="afterEffect">
                                  <p:stCondLst>
                                    <p:cond delay="0"/>
                                  </p:stCondLst>
                                  <p:childTnLst>
                                    <p:set>
                                      <p:cBhvr>
                                        <p:cTn id="35" dur="1" fill="hold">
                                          <p:stCondLst>
                                            <p:cond delay="0"/>
                                          </p:stCondLst>
                                        </p:cTn>
                                        <p:tgtEl>
                                          <p:spTgt spid="138"/>
                                        </p:tgtEl>
                                        <p:attrNameLst>
                                          <p:attrName>style.visibility</p:attrName>
                                        </p:attrNameLst>
                                      </p:cBhvr>
                                      <p:to>
                                        <p:strVal val="visible"/>
                                      </p:to>
                                    </p:set>
                                    <p:anim calcmode="lin" valueType="num">
                                      <p:cBhvr>
                                        <p:cTn id="36" dur="5000" fill="hold"/>
                                        <p:tgtEl>
                                          <p:spTgt spid="138"/>
                                        </p:tgtEl>
                                        <p:attrNameLst>
                                          <p:attrName>ppt_w</p:attrName>
                                        </p:attrNameLst>
                                      </p:cBhvr>
                                      <p:tavLst>
                                        <p:tav tm="0" fmla="#ppt_w*sin(2.5*pi*$)">
                                          <p:val>
                                            <p:fltVal val="0"/>
                                          </p:val>
                                        </p:tav>
                                        <p:tav tm="100000">
                                          <p:val>
                                            <p:fltVal val="1"/>
                                          </p:val>
                                        </p:tav>
                                      </p:tavLst>
                                    </p:anim>
                                    <p:anim calcmode="lin" valueType="num">
                                      <p:cBhvr>
                                        <p:cTn id="37" dur="5000" fill="hold"/>
                                        <p:tgtEl>
                                          <p:spTgt spid="138"/>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63"/>
                                        </p:tgtEl>
                                        <p:attrNameLst>
                                          <p:attrName>style.visibility</p:attrName>
                                        </p:attrNameLst>
                                      </p:cBhvr>
                                      <p:to>
                                        <p:strVal val="visible"/>
                                      </p:to>
                                    </p:set>
                                    <p:animEffect transition="in" filter="wipe(left)">
                                      <p:cBhvr>
                                        <p:cTn id="42" dur="5000"/>
                                        <p:tgtEl>
                                          <p:spTgt spid="163"/>
                                        </p:tgtEl>
                                      </p:cBhvr>
                                    </p:animEffect>
                                  </p:childTnLst>
                                </p:cTn>
                              </p:par>
                            </p:childTnLst>
                          </p:cTn>
                        </p:par>
                        <p:par>
                          <p:cTn id="43" fill="hold">
                            <p:stCondLst>
                              <p:cond delay="5000"/>
                            </p:stCondLst>
                            <p:childTnLst>
                              <p:par>
                                <p:cTn id="44" presetID="22" presetClass="entr" presetSubtype="8" fill="hold" grpId="0" nodeType="afterEffect">
                                  <p:stCondLst>
                                    <p:cond delay="0"/>
                                  </p:stCondLst>
                                  <p:childTnLst>
                                    <p:set>
                                      <p:cBhvr>
                                        <p:cTn id="45" dur="1" fill="hold">
                                          <p:stCondLst>
                                            <p:cond delay="0"/>
                                          </p:stCondLst>
                                        </p:cTn>
                                        <p:tgtEl>
                                          <p:spTgt spid="164"/>
                                        </p:tgtEl>
                                        <p:attrNameLst>
                                          <p:attrName>style.visibility</p:attrName>
                                        </p:attrNameLst>
                                      </p:cBhvr>
                                      <p:to>
                                        <p:strVal val="visible"/>
                                      </p:to>
                                    </p:set>
                                    <p:animEffect transition="in" filter="wipe(left)">
                                      <p:cBhvr>
                                        <p:cTn id="46" dur="2000"/>
                                        <p:tgtEl>
                                          <p:spTgt spid="164"/>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36"/>
                                        </p:tgtEl>
                                        <p:attrNameLst>
                                          <p:attrName>style.visibility</p:attrName>
                                        </p:attrNameLst>
                                      </p:cBhvr>
                                      <p:to>
                                        <p:strVal val="visible"/>
                                      </p:to>
                                    </p:set>
                                  </p:childTnLst>
                                </p:cTn>
                              </p:par>
                              <p:par>
                                <p:cTn id="51" presetID="12" presetClass="entr" presetSubtype="8" fill="hold" grpId="0" nodeType="withEffect">
                                  <p:stCondLst>
                                    <p:cond delay="500"/>
                                  </p:stCondLst>
                                  <p:childTnLst>
                                    <p:set>
                                      <p:cBhvr>
                                        <p:cTn id="52" dur="1" fill="hold">
                                          <p:stCondLst>
                                            <p:cond delay="0"/>
                                          </p:stCondLst>
                                        </p:cTn>
                                        <p:tgtEl>
                                          <p:spTgt spid="159"/>
                                        </p:tgtEl>
                                        <p:attrNameLst>
                                          <p:attrName>style.visibility</p:attrName>
                                        </p:attrNameLst>
                                      </p:cBhvr>
                                      <p:to>
                                        <p:strVal val="visible"/>
                                      </p:to>
                                    </p:set>
                                    <p:animEffect transition="in" filter="slide(fromLeft)">
                                      <p:cBhvr>
                                        <p:cTn id="53" dur="5000"/>
                                        <p:tgtEl>
                                          <p:spTgt spid="159"/>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65"/>
                                        </p:tgtEl>
                                        <p:attrNameLst>
                                          <p:attrName>style.visibility</p:attrName>
                                        </p:attrNameLst>
                                      </p:cBhvr>
                                      <p:to>
                                        <p:strVal val="visible"/>
                                      </p:to>
                                    </p:set>
                                  </p:childTnLst>
                                </p:cTn>
                              </p:par>
                              <p:par>
                                <p:cTn id="58" presetID="19" presetClass="entr" presetSubtype="10" fill="hold" grpId="0" nodeType="withEffect">
                                  <p:stCondLst>
                                    <p:cond delay="500"/>
                                  </p:stCondLst>
                                  <p:childTnLst>
                                    <p:set>
                                      <p:cBhvr>
                                        <p:cTn id="59" dur="1" fill="hold">
                                          <p:stCondLst>
                                            <p:cond delay="0"/>
                                          </p:stCondLst>
                                        </p:cTn>
                                        <p:tgtEl>
                                          <p:spTgt spid="143"/>
                                        </p:tgtEl>
                                        <p:attrNameLst>
                                          <p:attrName>style.visibility</p:attrName>
                                        </p:attrNameLst>
                                      </p:cBhvr>
                                      <p:to>
                                        <p:strVal val="visible"/>
                                      </p:to>
                                    </p:set>
                                    <p:anim calcmode="lin" valueType="num">
                                      <p:cBhvr>
                                        <p:cTn id="60" dur="5000" fill="hold"/>
                                        <p:tgtEl>
                                          <p:spTgt spid="143"/>
                                        </p:tgtEl>
                                        <p:attrNameLst>
                                          <p:attrName>ppt_w</p:attrName>
                                        </p:attrNameLst>
                                      </p:cBhvr>
                                      <p:tavLst>
                                        <p:tav tm="0" fmla="#ppt_w*sin(2.5*pi*$)">
                                          <p:val>
                                            <p:fltVal val="0"/>
                                          </p:val>
                                        </p:tav>
                                        <p:tav tm="100000">
                                          <p:val>
                                            <p:fltVal val="1"/>
                                          </p:val>
                                        </p:tav>
                                      </p:tavLst>
                                    </p:anim>
                                    <p:anim calcmode="lin" valueType="num">
                                      <p:cBhvr>
                                        <p:cTn id="61" dur="5000" fill="hold"/>
                                        <p:tgtEl>
                                          <p:spTgt spid="143"/>
                                        </p:tgtEl>
                                        <p:attrNameLst>
                                          <p:attrName>ppt_h</p:attrName>
                                        </p:attrNameLst>
                                      </p:cBhvr>
                                      <p:tavLst>
                                        <p:tav tm="0">
                                          <p:val>
                                            <p:strVal val="#ppt_h"/>
                                          </p:val>
                                        </p:tav>
                                        <p:tav tm="100000">
                                          <p:val>
                                            <p:strVal val="#ppt_h"/>
                                          </p:val>
                                        </p:tav>
                                      </p:tavLst>
                                    </p:anim>
                                  </p:childTnLst>
                                </p:cTn>
                              </p:par>
                              <p:par>
                                <p:cTn id="62" presetID="12" presetClass="entr" presetSubtype="4" fill="hold" grpId="0" nodeType="withEffect">
                                  <p:stCondLst>
                                    <p:cond delay="500"/>
                                  </p:stCondLst>
                                  <p:childTnLst>
                                    <p:set>
                                      <p:cBhvr>
                                        <p:cTn id="63" dur="1" fill="hold">
                                          <p:stCondLst>
                                            <p:cond delay="0"/>
                                          </p:stCondLst>
                                        </p:cTn>
                                        <p:tgtEl>
                                          <p:spTgt spid="157"/>
                                        </p:tgtEl>
                                        <p:attrNameLst>
                                          <p:attrName>style.visibility</p:attrName>
                                        </p:attrNameLst>
                                      </p:cBhvr>
                                      <p:to>
                                        <p:strVal val="visible"/>
                                      </p:to>
                                    </p:set>
                                    <p:animEffect transition="in" filter="slide(fromBottom)">
                                      <p:cBhvr>
                                        <p:cTn id="64" dur="5000"/>
                                        <p:tgtEl>
                                          <p:spTgt spid="157"/>
                                        </p:tgtEl>
                                      </p:cBhvr>
                                    </p:animEffect>
                                  </p:childTnLst>
                                </p:cTn>
                              </p:par>
                              <p:par>
                                <p:cTn id="65" presetID="19" presetClass="entr" presetSubtype="10" fill="hold" grpId="0" nodeType="withEffect">
                                  <p:stCondLst>
                                    <p:cond delay="500"/>
                                  </p:stCondLst>
                                  <p:childTnLst>
                                    <p:set>
                                      <p:cBhvr>
                                        <p:cTn id="66" dur="1" fill="hold">
                                          <p:stCondLst>
                                            <p:cond delay="0"/>
                                          </p:stCondLst>
                                        </p:cTn>
                                        <p:tgtEl>
                                          <p:spTgt spid="158"/>
                                        </p:tgtEl>
                                        <p:attrNameLst>
                                          <p:attrName>style.visibility</p:attrName>
                                        </p:attrNameLst>
                                      </p:cBhvr>
                                      <p:to>
                                        <p:strVal val="visible"/>
                                      </p:to>
                                    </p:set>
                                    <p:anim calcmode="lin" valueType="num">
                                      <p:cBhvr>
                                        <p:cTn id="67" dur="5000" fill="hold"/>
                                        <p:tgtEl>
                                          <p:spTgt spid="158"/>
                                        </p:tgtEl>
                                        <p:attrNameLst>
                                          <p:attrName>ppt_w</p:attrName>
                                        </p:attrNameLst>
                                      </p:cBhvr>
                                      <p:tavLst>
                                        <p:tav tm="0" fmla="#ppt_w*sin(2.5*pi*$)">
                                          <p:val>
                                            <p:fltVal val="0"/>
                                          </p:val>
                                        </p:tav>
                                        <p:tav tm="100000">
                                          <p:val>
                                            <p:fltVal val="1"/>
                                          </p:val>
                                        </p:tav>
                                      </p:tavLst>
                                    </p:anim>
                                    <p:anim calcmode="lin" valueType="num">
                                      <p:cBhvr>
                                        <p:cTn id="68" dur="5000" fill="hold"/>
                                        <p:tgtEl>
                                          <p:spTgt spid="158"/>
                                        </p:tgtEl>
                                        <p:attrNameLst>
                                          <p:attrName>ppt_h</p:attrName>
                                        </p:attrNameLst>
                                      </p:cBhvr>
                                      <p:tavLst>
                                        <p:tav tm="0">
                                          <p:val>
                                            <p:strVal val="#ppt_h"/>
                                          </p:val>
                                        </p:tav>
                                        <p:tav tm="100000">
                                          <p:val>
                                            <p:strVal val="#ppt_h"/>
                                          </p:val>
                                        </p:tav>
                                      </p:tavLst>
                                    </p:anim>
                                  </p:childTnLst>
                                </p:cTn>
                              </p:par>
                              <p:par>
                                <p:cTn id="69" presetID="19" presetClass="entr" presetSubtype="10" fill="hold" grpId="0" nodeType="withEffect">
                                  <p:stCondLst>
                                    <p:cond delay="500"/>
                                  </p:stCondLst>
                                  <p:childTnLst>
                                    <p:set>
                                      <p:cBhvr>
                                        <p:cTn id="70" dur="1" fill="hold">
                                          <p:stCondLst>
                                            <p:cond delay="0"/>
                                          </p:stCondLst>
                                        </p:cTn>
                                        <p:tgtEl>
                                          <p:spTgt spid="162"/>
                                        </p:tgtEl>
                                        <p:attrNameLst>
                                          <p:attrName>style.visibility</p:attrName>
                                        </p:attrNameLst>
                                      </p:cBhvr>
                                      <p:to>
                                        <p:strVal val="visible"/>
                                      </p:to>
                                    </p:set>
                                    <p:anim calcmode="lin" valueType="num">
                                      <p:cBhvr>
                                        <p:cTn id="71" dur="5000" fill="hold"/>
                                        <p:tgtEl>
                                          <p:spTgt spid="162"/>
                                        </p:tgtEl>
                                        <p:attrNameLst>
                                          <p:attrName>ppt_w</p:attrName>
                                        </p:attrNameLst>
                                      </p:cBhvr>
                                      <p:tavLst>
                                        <p:tav tm="0" fmla="#ppt_w*sin(2.5*pi*$)">
                                          <p:val>
                                            <p:fltVal val="0"/>
                                          </p:val>
                                        </p:tav>
                                        <p:tav tm="100000">
                                          <p:val>
                                            <p:fltVal val="1"/>
                                          </p:val>
                                        </p:tav>
                                      </p:tavLst>
                                    </p:anim>
                                    <p:anim calcmode="lin" valueType="num">
                                      <p:cBhvr>
                                        <p:cTn id="72"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9"/>
                                            </p:cond>
                                          </p:stCondLst>
                                          <p:endCondLst>
                                            <p:cond evt="onStopAudio" delay="0">
                                              <p:tgtEl>
                                                <p:sldTgt/>
                                              </p:tgtEl>
                                            </p:cond>
                                          </p:endCondLst>
                                        </p:cTn>
                                        <p:tgtEl>
                                          <p:sndTgt r:embed="rId3" name="CAMERA.WAV"/>
                                        </p:tgtEl>
                                      </p:cMediaNode>
                                    </p:audio>
                                  </p:subTnLst>
                                </p:cTn>
                              </p:par>
                            </p:childTnLst>
                          </p:cTn>
                        </p:par>
                        <p:par>
                          <p:cTn id="73" fill="hold">
                            <p:stCondLst>
                              <p:cond delay="5500"/>
                            </p:stCondLst>
                            <p:childTnLst>
                              <p:par>
                                <p:cTn id="74" presetID="15" presetClass="entr" presetSubtype="0" fill="hold" grpId="0" nodeType="afterEffect">
                                  <p:stCondLst>
                                    <p:cond delay="0"/>
                                  </p:stCondLst>
                                  <p:childTnLst>
                                    <p:set>
                                      <p:cBhvr>
                                        <p:cTn id="75" dur="1" fill="hold">
                                          <p:stCondLst>
                                            <p:cond delay="0"/>
                                          </p:stCondLst>
                                        </p:cTn>
                                        <p:tgtEl>
                                          <p:spTgt spid="161"/>
                                        </p:tgtEl>
                                        <p:attrNameLst>
                                          <p:attrName>style.visibility</p:attrName>
                                        </p:attrNameLst>
                                      </p:cBhvr>
                                      <p:to>
                                        <p:strVal val="visible"/>
                                      </p:to>
                                    </p:set>
                                    <p:anim calcmode="lin" valueType="num">
                                      <p:cBhvr>
                                        <p:cTn id="76" dur="2000" fill="hold"/>
                                        <p:tgtEl>
                                          <p:spTgt spid="161"/>
                                        </p:tgtEl>
                                        <p:attrNameLst>
                                          <p:attrName>ppt_w</p:attrName>
                                        </p:attrNameLst>
                                      </p:cBhvr>
                                      <p:tavLst>
                                        <p:tav tm="0">
                                          <p:val>
                                            <p:fltVal val="0"/>
                                          </p:val>
                                        </p:tav>
                                        <p:tav tm="100000">
                                          <p:val>
                                            <p:strVal val="#ppt_w"/>
                                          </p:val>
                                        </p:tav>
                                      </p:tavLst>
                                    </p:anim>
                                    <p:anim calcmode="lin" valueType="num">
                                      <p:cBhvr>
                                        <p:cTn id="77" dur="2000" fill="hold"/>
                                        <p:tgtEl>
                                          <p:spTgt spid="161"/>
                                        </p:tgtEl>
                                        <p:attrNameLst>
                                          <p:attrName>ppt_h</p:attrName>
                                        </p:attrNameLst>
                                      </p:cBhvr>
                                      <p:tavLst>
                                        <p:tav tm="0">
                                          <p:val>
                                            <p:fltVal val="0"/>
                                          </p:val>
                                        </p:tav>
                                        <p:tav tm="100000">
                                          <p:val>
                                            <p:strVal val="#ppt_h"/>
                                          </p:val>
                                        </p:tav>
                                      </p:tavLst>
                                    </p:anim>
                                    <p:anim calcmode="lin" valueType="num">
                                      <p:cBhvr>
                                        <p:cTn id="78" dur="2000" fill="hold"/>
                                        <p:tgtEl>
                                          <p:spTgt spid="161"/>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6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par>
                          <p:cTn id="80" fill="hold">
                            <p:stCondLst>
                              <p:cond delay="7500"/>
                            </p:stCondLst>
                            <p:childTnLst>
                              <p:par>
                                <p:cTn id="81" presetID="19" presetClass="entr" presetSubtype="10" fill="hold" grpId="0" nodeType="afterEffect">
                                  <p:stCondLst>
                                    <p:cond delay="0"/>
                                  </p:stCondLst>
                                  <p:childTnLst>
                                    <p:set>
                                      <p:cBhvr>
                                        <p:cTn id="82" dur="1" fill="hold">
                                          <p:stCondLst>
                                            <p:cond delay="0"/>
                                          </p:stCondLst>
                                        </p:cTn>
                                        <p:tgtEl>
                                          <p:spTgt spid="145"/>
                                        </p:tgtEl>
                                        <p:attrNameLst>
                                          <p:attrName>style.visibility</p:attrName>
                                        </p:attrNameLst>
                                      </p:cBhvr>
                                      <p:to>
                                        <p:strVal val="visible"/>
                                      </p:to>
                                    </p:set>
                                    <p:anim calcmode="lin" valueType="num">
                                      <p:cBhvr>
                                        <p:cTn id="83" dur="5000" fill="hold"/>
                                        <p:tgtEl>
                                          <p:spTgt spid="145"/>
                                        </p:tgtEl>
                                        <p:attrNameLst>
                                          <p:attrName>ppt_w</p:attrName>
                                        </p:attrNameLst>
                                      </p:cBhvr>
                                      <p:tavLst>
                                        <p:tav tm="0" fmla="#ppt_w*sin(2.5*pi*$)">
                                          <p:val>
                                            <p:fltVal val="0"/>
                                          </p:val>
                                        </p:tav>
                                        <p:tav tm="100000">
                                          <p:val>
                                            <p:fltVal val="1"/>
                                          </p:val>
                                        </p:tav>
                                      </p:tavLst>
                                    </p:anim>
                                    <p:anim calcmode="lin" valueType="num">
                                      <p:cBhvr>
                                        <p:cTn id="84"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4" name="CHIMES.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0"/>
                                        </p:tgtEl>
                                        <p:attrNameLst>
                                          <p:attrName>style.visibility</p:attrName>
                                        </p:attrNameLst>
                                      </p:cBhvr>
                                      <p:to>
                                        <p:strVal val="visible"/>
                                      </p:to>
                                    </p:set>
                                    <p:animEffect transition="in" filter="wipe(down)">
                                      <p:cBhvr>
                                        <p:cTn id="87" dur="5000"/>
                                        <p:tgtEl>
                                          <p:spTgt spid="160"/>
                                        </p:tgtEl>
                                      </p:cBhvr>
                                    </p:animEffect>
                                  </p:childTnLst>
                                </p:cTn>
                              </p:par>
                            </p:childTnLst>
                          </p:cTn>
                        </p:par>
                        <p:par>
                          <p:cTn id="88" fill="hold">
                            <p:stCondLst>
                              <p:cond delay="12500"/>
                            </p:stCondLst>
                            <p:childTnLst>
                              <p:par>
                                <p:cTn id="89" presetID="15" presetClass="entr" presetSubtype="0" fill="hold" grpId="0" nodeType="afterEffect">
                                  <p:stCondLst>
                                    <p:cond delay="0"/>
                                  </p:stCondLst>
                                  <p:childTnLst>
                                    <p:set>
                                      <p:cBhvr>
                                        <p:cTn id="90" dur="1" fill="hold">
                                          <p:stCondLst>
                                            <p:cond delay="0"/>
                                          </p:stCondLst>
                                        </p:cTn>
                                        <p:tgtEl>
                                          <p:spTgt spid="156"/>
                                        </p:tgtEl>
                                        <p:attrNameLst>
                                          <p:attrName>style.visibility</p:attrName>
                                        </p:attrNameLst>
                                      </p:cBhvr>
                                      <p:to>
                                        <p:strVal val="visible"/>
                                      </p:to>
                                    </p:set>
                                    <p:anim calcmode="lin" valueType="num">
                                      <p:cBhvr>
                                        <p:cTn id="91" dur="2000" fill="hold"/>
                                        <p:tgtEl>
                                          <p:spTgt spid="156"/>
                                        </p:tgtEl>
                                        <p:attrNameLst>
                                          <p:attrName>ppt_w</p:attrName>
                                        </p:attrNameLst>
                                      </p:cBhvr>
                                      <p:tavLst>
                                        <p:tav tm="0">
                                          <p:val>
                                            <p:fltVal val="0"/>
                                          </p:val>
                                        </p:tav>
                                        <p:tav tm="100000">
                                          <p:val>
                                            <p:strVal val="#ppt_w"/>
                                          </p:val>
                                        </p:tav>
                                      </p:tavLst>
                                    </p:anim>
                                    <p:anim calcmode="lin" valueType="num">
                                      <p:cBhvr>
                                        <p:cTn id="92" dur="2000" fill="hold"/>
                                        <p:tgtEl>
                                          <p:spTgt spid="156"/>
                                        </p:tgtEl>
                                        <p:attrNameLst>
                                          <p:attrName>ppt_h</p:attrName>
                                        </p:attrNameLst>
                                      </p:cBhvr>
                                      <p:tavLst>
                                        <p:tav tm="0">
                                          <p:val>
                                            <p:fltVal val="0"/>
                                          </p:val>
                                        </p:tav>
                                        <p:tav tm="100000">
                                          <p:val>
                                            <p:strVal val="#ppt_h"/>
                                          </p:val>
                                        </p:tav>
                                      </p:tavLst>
                                    </p:anim>
                                    <p:anim calcmode="lin" valueType="num">
                                      <p:cBhvr>
                                        <p:cTn id="93" dur="2000" fill="hold"/>
                                        <p:tgtEl>
                                          <p:spTgt spid="156"/>
                                        </p:tgtEl>
                                        <p:attrNameLst>
                                          <p:attrName>ppt_x</p:attrName>
                                        </p:attrNameLst>
                                      </p:cBhvr>
                                      <p:tavLst>
                                        <p:tav tm="0" fmla="#ppt_x+(cos(-2*pi*(1-$))*-#ppt_x-sin(-2*pi*(1-$))*(1-#ppt_y))*(1-$)">
                                          <p:val>
                                            <p:fltVal val="0"/>
                                          </p:val>
                                        </p:tav>
                                        <p:tav tm="100000">
                                          <p:val>
                                            <p:fltVal val="1"/>
                                          </p:val>
                                        </p:tav>
                                      </p:tavLst>
                                    </p:anim>
                                    <p:anim calcmode="lin" valueType="num">
                                      <p:cBhvr>
                                        <p:cTn id="94" dur="2000" fill="hold"/>
                                        <p:tgtEl>
                                          <p:spTgt spid="1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9"/>
                                            </p:cond>
                                          </p:stCondLst>
                                          <p:endCondLst>
                                            <p:cond evt="onStopAudio" delay="0">
                                              <p:tgtEl>
                                                <p:sldTgt/>
                                              </p:tgtEl>
                                            </p:cond>
                                          </p:endCondLst>
                                        </p:cTn>
                                        <p:tgtEl>
                                          <p:sndTgt r:embed="rId4" name="CHIMES.WAV"/>
                                        </p:tgtEl>
                                      </p:cMediaNode>
                                    </p:audio>
                                  </p:subTnLst>
                                </p:cTn>
                              </p:par>
                            </p:childTnLst>
                          </p:cTn>
                        </p:par>
                        <p:par>
                          <p:cTn id="95" fill="hold">
                            <p:stCondLst>
                              <p:cond delay="14500"/>
                            </p:stCondLst>
                            <p:childTnLst>
                              <p:par>
                                <p:cTn id="96" presetID="19" presetClass="entr" presetSubtype="10" fill="hold" grpId="0" nodeType="afterEffect">
                                  <p:stCondLst>
                                    <p:cond delay="0"/>
                                  </p:stCondLst>
                                  <p:childTnLst>
                                    <p:set>
                                      <p:cBhvr>
                                        <p:cTn id="97" dur="1" fill="hold">
                                          <p:stCondLst>
                                            <p:cond delay="0"/>
                                          </p:stCondLst>
                                        </p:cTn>
                                        <p:tgtEl>
                                          <p:spTgt spid="151"/>
                                        </p:tgtEl>
                                        <p:attrNameLst>
                                          <p:attrName>style.visibility</p:attrName>
                                        </p:attrNameLst>
                                      </p:cBhvr>
                                      <p:to>
                                        <p:strVal val="visible"/>
                                      </p:to>
                                    </p:set>
                                    <p:anim calcmode="lin" valueType="num">
                                      <p:cBhvr>
                                        <p:cTn id="98" dur="5000" fill="hold"/>
                                        <p:tgtEl>
                                          <p:spTgt spid="151"/>
                                        </p:tgtEl>
                                        <p:attrNameLst>
                                          <p:attrName>ppt_w</p:attrName>
                                        </p:attrNameLst>
                                      </p:cBhvr>
                                      <p:tavLst>
                                        <p:tav tm="0" fmla="#ppt_w*sin(2.5*pi*$)">
                                          <p:val>
                                            <p:fltVal val="0"/>
                                          </p:val>
                                        </p:tav>
                                        <p:tav tm="100000">
                                          <p:val>
                                            <p:fltVal val="1"/>
                                          </p:val>
                                        </p:tav>
                                      </p:tavLst>
                                    </p:anim>
                                    <p:anim calcmode="lin" valueType="num">
                                      <p:cBhvr>
                                        <p:cTn id="99"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4" name="CHIMES.WAV"/>
                                        </p:tgtEl>
                                      </p:cMediaNode>
                                    </p:audio>
                                  </p:subTnLst>
                                </p:cTn>
                              </p:par>
                              <p:par>
                                <p:cTn id="100" presetID="22" presetClass="entr" presetSubtype="1" fill="hold" grpId="0" nodeType="withEffect">
                                  <p:stCondLst>
                                    <p:cond delay="0"/>
                                  </p:stCondLst>
                                  <p:childTnLst>
                                    <p:set>
                                      <p:cBhvr>
                                        <p:cTn id="101" dur="1" fill="hold">
                                          <p:stCondLst>
                                            <p:cond delay="0"/>
                                          </p:stCondLst>
                                        </p:cTn>
                                        <p:tgtEl>
                                          <p:spTgt spid="150"/>
                                        </p:tgtEl>
                                        <p:attrNameLst>
                                          <p:attrName>style.visibility</p:attrName>
                                        </p:attrNameLst>
                                      </p:cBhvr>
                                      <p:to>
                                        <p:strVal val="visible"/>
                                      </p:to>
                                    </p:set>
                                    <p:animEffect transition="in" filter="wipe(up)">
                                      <p:cBhvr>
                                        <p:cTn id="102" dur="5000"/>
                                        <p:tgtEl>
                                          <p:spTgt spid="150"/>
                                        </p:tgtEl>
                                      </p:cBhvr>
                                    </p:animEffect>
                                  </p:childTnLst>
                                </p:cTn>
                              </p:par>
                            </p:childTnLst>
                          </p:cTn>
                        </p:par>
                        <p:par>
                          <p:cTn id="103" fill="hold">
                            <p:stCondLst>
                              <p:cond delay="19500"/>
                            </p:stCondLst>
                            <p:childTnLst>
                              <p:par>
                                <p:cTn id="104" presetID="18" presetClass="entr" presetSubtype="6" fill="hold" grpId="0" nodeType="afterEffect">
                                  <p:stCondLst>
                                    <p:cond delay="0"/>
                                  </p:stCondLst>
                                  <p:childTnLst>
                                    <p:set>
                                      <p:cBhvr>
                                        <p:cTn id="105" dur="1" fill="hold">
                                          <p:stCondLst>
                                            <p:cond delay="0"/>
                                          </p:stCondLst>
                                        </p:cTn>
                                        <p:tgtEl>
                                          <p:spTgt spid="155"/>
                                        </p:tgtEl>
                                        <p:attrNameLst>
                                          <p:attrName>style.visibility</p:attrName>
                                        </p:attrNameLst>
                                      </p:cBhvr>
                                      <p:to>
                                        <p:strVal val="visible"/>
                                      </p:to>
                                    </p:set>
                                    <p:animEffect transition="in" filter="strips(downRight)">
                                      <p:cBhvr>
                                        <p:cTn id="106" dur="5000"/>
                                        <p:tgtEl>
                                          <p:spTgt spid="155"/>
                                        </p:tgtEl>
                                      </p:cBhvr>
                                    </p:animEffect>
                                  </p:childTnLst>
                                </p:cTn>
                              </p:par>
                            </p:childTnLst>
                          </p:cTn>
                        </p:par>
                        <p:par>
                          <p:cTn id="107" fill="hold">
                            <p:stCondLst>
                              <p:cond delay="24500"/>
                            </p:stCondLst>
                            <p:childTnLst>
                              <p:par>
                                <p:cTn id="108" presetID="22" presetClass="entr" presetSubtype="8" fill="hold" grpId="0" nodeType="afterEffect">
                                  <p:stCondLst>
                                    <p:cond delay="0"/>
                                  </p:stCondLst>
                                  <p:childTnLst>
                                    <p:set>
                                      <p:cBhvr>
                                        <p:cTn id="109" dur="1" fill="hold">
                                          <p:stCondLst>
                                            <p:cond delay="0"/>
                                          </p:stCondLst>
                                        </p:cTn>
                                        <p:tgtEl>
                                          <p:spTgt spid="144"/>
                                        </p:tgtEl>
                                        <p:attrNameLst>
                                          <p:attrName>style.visibility</p:attrName>
                                        </p:attrNameLst>
                                      </p:cBhvr>
                                      <p:to>
                                        <p:strVal val="visible"/>
                                      </p:to>
                                    </p:set>
                                    <p:animEffect transition="in" filter="wipe(left)">
                                      <p:cBhvr>
                                        <p:cTn id="110" dur="5000"/>
                                        <p:tgtEl>
                                          <p:spTgt spid="144"/>
                                        </p:tgtEl>
                                      </p:cBhvr>
                                    </p:animEffect>
                                  </p:childTnLst>
                                </p:cTn>
                              </p:par>
                            </p:childTnLst>
                          </p:cTn>
                        </p:par>
                        <p:par>
                          <p:cTn id="111" fill="hold">
                            <p:stCondLst>
                              <p:cond delay="29500"/>
                            </p:stCondLst>
                            <p:childTnLst>
                              <p:par>
                                <p:cTn id="112" presetID="15" presetClass="entr" presetSubtype="0" fill="hold" nodeType="afterEffect">
                                  <p:stCondLst>
                                    <p:cond delay="0"/>
                                  </p:stCondLst>
                                  <p:childTnLst>
                                    <p:set>
                                      <p:cBhvr>
                                        <p:cTn id="113" dur="1" fill="hold">
                                          <p:stCondLst>
                                            <p:cond delay="0"/>
                                          </p:stCondLst>
                                        </p:cTn>
                                        <p:tgtEl>
                                          <p:spTgt spid="152"/>
                                        </p:tgtEl>
                                        <p:attrNameLst>
                                          <p:attrName>style.visibility</p:attrName>
                                        </p:attrNameLst>
                                      </p:cBhvr>
                                      <p:to>
                                        <p:strVal val="visible"/>
                                      </p:to>
                                    </p:set>
                                    <p:anim calcmode="lin" valueType="num">
                                      <p:cBhvr>
                                        <p:cTn id="114" dur="3000" fill="hold"/>
                                        <p:tgtEl>
                                          <p:spTgt spid="152"/>
                                        </p:tgtEl>
                                        <p:attrNameLst>
                                          <p:attrName>ppt_w</p:attrName>
                                        </p:attrNameLst>
                                      </p:cBhvr>
                                      <p:tavLst>
                                        <p:tav tm="0">
                                          <p:val>
                                            <p:fltVal val="0"/>
                                          </p:val>
                                        </p:tav>
                                        <p:tav tm="100000">
                                          <p:val>
                                            <p:strVal val="#ppt_w"/>
                                          </p:val>
                                        </p:tav>
                                      </p:tavLst>
                                    </p:anim>
                                    <p:anim calcmode="lin" valueType="num">
                                      <p:cBhvr>
                                        <p:cTn id="115" dur="3000" fill="hold"/>
                                        <p:tgtEl>
                                          <p:spTgt spid="152"/>
                                        </p:tgtEl>
                                        <p:attrNameLst>
                                          <p:attrName>ppt_h</p:attrName>
                                        </p:attrNameLst>
                                      </p:cBhvr>
                                      <p:tavLst>
                                        <p:tav tm="0">
                                          <p:val>
                                            <p:fltVal val="0"/>
                                          </p:val>
                                        </p:tav>
                                        <p:tav tm="100000">
                                          <p:val>
                                            <p:strVal val="#ppt_h"/>
                                          </p:val>
                                        </p:tav>
                                      </p:tavLst>
                                    </p:anim>
                                    <p:anim calcmode="lin" valueType="num">
                                      <p:cBhvr>
                                        <p:cTn id="116" dur="3000" fill="hold"/>
                                        <p:tgtEl>
                                          <p:spTgt spid="152"/>
                                        </p:tgtEl>
                                        <p:attrNameLst>
                                          <p:attrName>ppt_x</p:attrName>
                                        </p:attrNameLst>
                                      </p:cBhvr>
                                      <p:tavLst>
                                        <p:tav tm="0" fmla="#ppt_x+(cos(-2*pi*(1-$))*-#ppt_x-sin(-2*pi*(1-$))*(1-#ppt_y))*(1-$)">
                                          <p:val>
                                            <p:fltVal val="0"/>
                                          </p:val>
                                        </p:tav>
                                        <p:tav tm="100000">
                                          <p:val>
                                            <p:fltVal val="1"/>
                                          </p:val>
                                        </p:tav>
                                      </p:tavLst>
                                    </p:anim>
                                    <p:anim calcmode="lin" valueType="num">
                                      <p:cBhvr>
                                        <p:cTn id="117" dur="3000" fill="hold"/>
                                        <p:tgtEl>
                                          <p:spTgt spid="152"/>
                                        </p:tgtEl>
                                        <p:attrNameLst>
                                          <p:attrName>ppt_y</p:attrName>
                                        </p:attrNameLst>
                                      </p:cBhvr>
                                      <p:tavLst>
                                        <p:tav tm="0" fmla="#ppt_y+(sin(-2*pi*(1-$))*-#ppt_x+cos(-2*pi*(1-$))*(1-#ppt_y))*(1-$)">
                                          <p:val>
                                            <p:fltVal val="0"/>
                                          </p:val>
                                        </p:tav>
                                        <p:tav tm="100000">
                                          <p:val>
                                            <p:fltVal val="1"/>
                                          </p:val>
                                        </p:tav>
                                      </p:tavLst>
                                    </p:anim>
                                  </p:childTnLst>
                                </p:cTn>
                              </p:par>
                            </p:childTnLst>
                          </p:cTn>
                        </p:par>
                        <p:par>
                          <p:cTn id="118" fill="hold">
                            <p:stCondLst>
                              <p:cond delay="32500"/>
                            </p:stCondLst>
                            <p:childTnLst>
                              <p:par>
                                <p:cTn id="119" presetID="15" presetClass="entr" presetSubtype="0" fill="hold" nodeType="afterEffect">
                                  <p:stCondLst>
                                    <p:cond delay="0"/>
                                  </p:stCondLst>
                                  <p:childTnLst>
                                    <p:set>
                                      <p:cBhvr>
                                        <p:cTn id="120" dur="1" fill="hold">
                                          <p:stCondLst>
                                            <p:cond delay="0"/>
                                          </p:stCondLst>
                                        </p:cTn>
                                        <p:tgtEl>
                                          <p:spTgt spid="146"/>
                                        </p:tgtEl>
                                        <p:attrNameLst>
                                          <p:attrName>style.visibility</p:attrName>
                                        </p:attrNameLst>
                                      </p:cBhvr>
                                      <p:to>
                                        <p:strVal val="visible"/>
                                      </p:to>
                                    </p:set>
                                    <p:anim calcmode="lin" valueType="num">
                                      <p:cBhvr>
                                        <p:cTn id="121" dur="3000" fill="hold"/>
                                        <p:tgtEl>
                                          <p:spTgt spid="146"/>
                                        </p:tgtEl>
                                        <p:attrNameLst>
                                          <p:attrName>ppt_w</p:attrName>
                                        </p:attrNameLst>
                                      </p:cBhvr>
                                      <p:tavLst>
                                        <p:tav tm="0">
                                          <p:val>
                                            <p:fltVal val="0"/>
                                          </p:val>
                                        </p:tav>
                                        <p:tav tm="100000">
                                          <p:val>
                                            <p:strVal val="#ppt_w"/>
                                          </p:val>
                                        </p:tav>
                                      </p:tavLst>
                                    </p:anim>
                                    <p:anim calcmode="lin" valueType="num">
                                      <p:cBhvr>
                                        <p:cTn id="122" dur="3000" fill="hold"/>
                                        <p:tgtEl>
                                          <p:spTgt spid="146"/>
                                        </p:tgtEl>
                                        <p:attrNameLst>
                                          <p:attrName>ppt_h</p:attrName>
                                        </p:attrNameLst>
                                      </p:cBhvr>
                                      <p:tavLst>
                                        <p:tav tm="0">
                                          <p:val>
                                            <p:fltVal val="0"/>
                                          </p:val>
                                        </p:tav>
                                        <p:tav tm="100000">
                                          <p:val>
                                            <p:strVal val="#ppt_h"/>
                                          </p:val>
                                        </p:tav>
                                      </p:tavLst>
                                    </p:anim>
                                    <p:anim calcmode="lin" valueType="num">
                                      <p:cBhvr>
                                        <p:cTn id="123" dur="3000" fill="hold"/>
                                        <p:tgtEl>
                                          <p:spTgt spid="146"/>
                                        </p:tgtEl>
                                        <p:attrNameLst>
                                          <p:attrName>ppt_x</p:attrName>
                                        </p:attrNameLst>
                                      </p:cBhvr>
                                      <p:tavLst>
                                        <p:tav tm="0" fmla="#ppt_x+(cos(-2*pi*(1-$))*-#ppt_x-sin(-2*pi*(1-$))*(1-#ppt_y))*(1-$)">
                                          <p:val>
                                            <p:fltVal val="0"/>
                                          </p:val>
                                        </p:tav>
                                        <p:tav tm="100000">
                                          <p:val>
                                            <p:fltVal val="1"/>
                                          </p:val>
                                        </p:tav>
                                      </p:tavLst>
                                    </p:anim>
                                    <p:anim calcmode="lin" valueType="num">
                                      <p:cBhvr>
                                        <p:cTn id="124" dur="3000" fill="hold"/>
                                        <p:tgtEl>
                                          <p:spTgt spid="14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9"/>
                                            </p:cond>
                                          </p:stCondLst>
                                          <p:endCondLst>
                                            <p:cond evt="onStopAudio" delay="0">
                                              <p:tgtEl>
                                                <p:sldTgt/>
                                              </p:tgtEl>
                                            </p:cond>
                                          </p:endCondLst>
                                        </p:cTn>
                                        <p:tgtEl>
                                          <p:sndTgt r:embed="rId4" name="CHIMES.WAV"/>
                                        </p:tgtEl>
                                      </p:cMediaNode>
                                    </p:audio>
                                  </p:subTnLst>
                                </p:cTn>
                              </p:par>
                            </p:childTnLst>
                          </p:cTn>
                        </p:par>
                        <p:par>
                          <p:cTn id="125" fill="hold">
                            <p:stCondLst>
                              <p:cond delay="35500"/>
                            </p:stCondLst>
                            <p:childTnLst>
                              <p:par>
                                <p:cTn id="126" presetID="22" presetClass="entr" presetSubtype="8" fill="hold" grpId="0" nodeType="afterEffect">
                                  <p:stCondLst>
                                    <p:cond delay="0"/>
                                  </p:stCondLst>
                                  <p:childTnLst>
                                    <p:set>
                                      <p:cBhvr>
                                        <p:cTn id="127" dur="1" fill="hold">
                                          <p:stCondLst>
                                            <p:cond delay="0"/>
                                          </p:stCondLst>
                                        </p:cTn>
                                        <p:tgtEl>
                                          <p:spTgt spid="149"/>
                                        </p:tgtEl>
                                        <p:attrNameLst>
                                          <p:attrName>style.visibility</p:attrName>
                                        </p:attrNameLst>
                                      </p:cBhvr>
                                      <p:to>
                                        <p:strVal val="visible"/>
                                      </p:to>
                                    </p:set>
                                    <p:animEffect transition="in" filter="wipe(left)">
                                      <p:cBhvr>
                                        <p:cTn id="128" dur="5000"/>
                                        <p:tgtEl>
                                          <p:spTgt spid="149"/>
                                        </p:tgtEl>
                                      </p:cBhvr>
                                    </p:animEffect>
                                  </p:childTnLst>
                                  <p:subTnLst>
                                    <p:audio>
                                      <p:cMediaNode>
                                        <p:cTn display="0" masterRel="sameClick">
                                          <p:stCondLst>
                                            <p:cond evt="begin" delay="0">
                                              <p:tn val="126"/>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38" grpId="0"/>
      <p:bldP spid="141" grpId="0" animBg="1"/>
      <p:bldP spid="142" grpId="0" animBg="1"/>
      <p:bldP spid="143" grpId="0"/>
      <p:bldP spid="144" grpId="0" animBg="1"/>
      <p:bldP spid="145" grpId="0" autoUpdateAnimBg="0"/>
      <p:bldP spid="149" grpId="0" autoUpdateAnimBg="0"/>
      <p:bldP spid="150" grpId="0" animBg="1"/>
      <p:bldP spid="151" grpId="0" autoUpdateAnimBg="0"/>
      <p:bldP spid="155" grpId="0" animBg="1"/>
      <p:bldP spid="156" grpId="0" animBg="1"/>
      <p:bldP spid="157" grpId="0" animBg="1"/>
      <p:bldP spid="158" grpId="0"/>
      <p:bldP spid="159" grpId="0" animBg="1"/>
      <p:bldP spid="160" grpId="0" animBg="1"/>
      <p:bldP spid="161" grpId="0" animBg="1"/>
      <p:bldP spid="162" grpId="0" autoUpdateAnimBg="0"/>
      <p:bldP spid="164" grpId="0"/>
      <p:bldP spid="16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908720"/>
            <a:ext cx="4730549" cy="5325341"/>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1237439"/>
            <a:ext cx="6819709" cy="1000980"/>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        由</a:t>
            </a:r>
            <a:r>
              <a:rPr kumimoji="1" lang="en-US" altLang="zh-CN" b="0" dirty="0">
                <a:solidFill>
                  <a:schemeClr val="tx1"/>
                </a:solidFill>
                <a:ea typeface="黑体" panose="02010609060101010101" pitchFamily="49" charset="-122"/>
              </a:rPr>
              <a:t>q</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可知弯矩图为上凸抛物线，在</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i="0" dirty="0">
                <a:solidFill>
                  <a:schemeClr val="tx1"/>
                </a:solidFill>
                <a:ea typeface="黑体" panose="02010609060101010101" pitchFamily="49" charset="-122"/>
              </a:rPr>
              <a:t>=0</a:t>
            </a:r>
            <a:r>
              <a:rPr kumimoji="1" lang="zh-CN" altLang="en-US" i="0" dirty="0">
                <a:solidFill>
                  <a:schemeClr val="tx1"/>
                </a:solidFill>
                <a:ea typeface="黑体" panose="02010609060101010101" pitchFamily="49" charset="-122"/>
              </a:rPr>
              <a:t>处截面</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x</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/2</a:t>
            </a:r>
            <a:r>
              <a:rPr kumimoji="1" lang="zh-CN" altLang="en-US" b="0"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，有极值，则知     </a:t>
            </a:r>
            <a:endParaRPr kumimoji="1" lang="en-US" altLang="zh-CN" i="0" dirty="0">
              <a:solidFill>
                <a:schemeClr val="tx1"/>
              </a:solidFill>
              <a:latin typeface="+mn-lt"/>
              <a:ea typeface="黑体" panose="02010609060101010101" pitchFamily="49" charset="-122"/>
            </a:endParaRPr>
          </a:p>
        </p:txBody>
      </p:sp>
      <p:grpSp>
        <p:nvGrpSpPr>
          <p:cNvPr id="79" name="Group 9"/>
          <p:cNvGrpSpPr>
            <a:grpSpLocks/>
          </p:cNvGrpSpPr>
          <p:nvPr/>
        </p:nvGrpSpPr>
        <p:grpSpPr bwMode="auto">
          <a:xfrm>
            <a:off x="7638466" y="764401"/>
            <a:ext cx="3529013" cy="2073275"/>
            <a:chOff x="3505" y="-72"/>
            <a:chExt cx="2223" cy="1306"/>
          </a:xfrm>
        </p:grpSpPr>
        <p:sp>
          <p:nvSpPr>
            <p:cNvPr id="80" name="Text Box 10"/>
            <p:cNvSpPr txBox="1">
              <a:spLocks noChangeAspect="1" noChangeArrowheads="1"/>
            </p:cNvSpPr>
            <p:nvPr/>
          </p:nvSpPr>
          <p:spPr bwMode="auto">
            <a:xfrm flipH="1">
              <a:off x="4542" y="842"/>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sz="3200" b="0">
                  <a:solidFill>
                    <a:srgbClr val="000000"/>
                  </a:solidFill>
                  <a:ea typeface="宋体" panose="02010600030101010101" pitchFamily="2" charset="-122"/>
                </a:rPr>
                <a:t>l</a:t>
              </a:r>
            </a:p>
          </p:txBody>
        </p:sp>
        <p:sp>
          <p:nvSpPr>
            <p:cNvPr id="81" name="Text Box 11"/>
            <p:cNvSpPr txBox="1">
              <a:spLocks noChangeAspect="1" noChangeArrowheads="1"/>
            </p:cNvSpPr>
            <p:nvPr/>
          </p:nvSpPr>
          <p:spPr bwMode="auto">
            <a:xfrm>
              <a:off x="3505" y="369"/>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A</a:t>
              </a:r>
            </a:p>
          </p:txBody>
        </p:sp>
        <p:sp>
          <p:nvSpPr>
            <p:cNvPr id="82" name="Text Box 12"/>
            <p:cNvSpPr txBox="1">
              <a:spLocks noChangeAspect="1" noChangeArrowheads="1"/>
            </p:cNvSpPr>
            <p:nvPr/>
          </p:nvSpPr>
          <p:spPr bwMode="auto">
            <a:xfrm>
              <a:off x="5435" y="382"/>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B   </a:t>
              </a:r>
            </a:p>
          </p:txBody>
        </p:sp>
        <p:sp>
          <p:nvSpPr>
            <p:cNvPr id="83" name="Line 13"/>
            <p:cNvSpPr>
              <a:spLocks noChangeAspect="1" noChangeShapeType="1"/>
            </p:cNvSpPr>
            <p:nvPr/>
          </p:nvSpPr>
          <p:spPr bwMode="auto">
            <a:xfrm flipH="1">
              <a:off x="3785" y="8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4" name="Line 14"/>
            <p:cNvSpPr>
              <a:spLocks noChangeAspect="1" noChangeShapeType="1"/>
            </p:cNvSpPr>
            <p:nvPr/>
          </p:nvSpPr>
          <p:spPr bwMode="auto">
            <a:xfrm flipH="1">
              <a:off x="3785" y="1121"/>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5" name="Line 15"/>
            <p:cNvSpPr>
              <a:spLocks noChangeAspect="1" noChangeShapeType="1"/>
            </p:cNvSpPr>
            <p:nvPr/>
          </p:nvSpPr>
          <p:spPr bwMode="auto">
            <a:xfrm flipH="1">
              <a:off x="5450" y="863"/>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6" name="Line 16"/>
            <p:cNvSpPr>
              <a:spLocks noChangeAspect="1" noChangeShapeType="1"/>
            </p:cNvSpPr>
            <p:nvPr/>
          </p:nvSpPr>
          <p:spPr bwMode="auto">
            <a:xfrm flipH="1" flipV="1">
              <a:off x="3807" y="536"/>
              <a:ext cx="1649" cy="10"/>
            </a:xfrm>
            <a:prstGeom prst="line">
              <a:avLst/>
            </a:prstGeom>
            <a:noFill/>
            <a:ln w="7620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7" name="Text Box 17"/>
            <p:cNvSpPr txBox="1">
              <a:spLocks noChangeAspect="1" noChangeArrowheads="1"/>
            </p:cNvSpPr>
            <p:nvPr/>
          </p:nvSpPr>
          <p:spPr bwMode="auto">
            <a:xfrm>
              <a:off x="4538" y="-72"/>
              <a:ext cx="340"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FF0000"/>
                  </a:solidFill>
                  <a:ea typeface="宋体" panose="02010600030101010101" pitchFamily="2" charset="-122"/>
                </a:rPr>
                <a:t>q</a:t>
              </a:r>
              <a:endParaRPr lang="en-US" altLang="zh-CN" sz="2800" b="0" i="0">
                <a:solidFill>
                  <a:srgbClr val="FF0000"/>
                </a:solidFill>
                <a:ea typeface="宋体" panose="02010600030101010101" pitchFamily="2" charset="-122"/>
              </a:endParaRPr>
            </a:p>
          </p:txBody>
        </p:sp>
        <p:grpSp>
          <p:nvGrpSpPr>
            <p:cNvPr id="88" name="Group 18"/>
            <p:cNvGrpSpPr>
              <a:grpSpLocks/>
            </p:cNvGrpSpPr>
            <p:nvPr/>
          </p:nvGrpSpPr>
          <p:grpSpPr bwMode="auto">
            <a:xfrm>
              <a:off x="3785" y="286"/>
              <a:ext cx="1670" cy="230"/>
              <a:chOff x="2926" y="1514"/>
              <a:chExt cx="2403" cy="230"/>
            </a:xfrm>
          </p:grpSpPr>
          <p:sp>
            <p:nvSpPr>
              <p:cNvPr id="89" name="Line 19"/>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0" name="Line 20"/>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1" name="Line 21"/>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22"/>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Line 23"/>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4" name="Line 24"/>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Line 25"/>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6" name="Line 26"/>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7" name="Line 27"/>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8" name="Line 28"/>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9" name="Line 29"/>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30"/>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31"/>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32"/>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33"/>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34"/>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grpSp>
        <p:nvGrpSpPr>
          <p:cNvPr id="105" name="Group 35"/>
          <p:cNvGrpSpPr>
            <a:grpSpLocks/>
          </p:cNvGrpSpPr>
          <p:nvPr/>
        </p:nvGrpSpPr>
        <p:grpSpPr bwMode="auto">
          <a:xfrm>
            <a:off x="7835316" y="1681976"/>
            <a:ext cx="496888" cy="523875"/>
            <a:chOff x="1686" y="3521"/>
            <a:chExt cx="313" cy="330"/>
          </a:xfrm>
        </p:grpSpPr>
        <p:sp>
          <p:nvSpPr>
            <p:cNvPr id="106" name="AutoShape 3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Rectangle 3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Line 3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3" name="Oval 3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8" name="Group 40"/>
          <p:cNvGrpSpPr>
            <a:grpSpLocks/>
          </p:cNvGrpSpPr>
          <p:nvPr/>
        </p:nvGrpSpPr>
        <p:grpSpPr bwMode="auto">
          <a:xfrm>
            <a:off x="10478504" y="1680389"/>
            <a:ext cx="493712" cy="568325"/>
            <a:chOff x="3499" y="3511"/>
            <a:chExt cx="311" cy="358"/>
          </a:xfrm>
        </p:grpSpPr>
        <p:sp>
          <p:nvSpPr>
            <p:cNvPr id="119" name="Line 4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0" name="Rectangle 4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Line 4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Oval 4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5" name="Oval 4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38" name="Text Box 47"/>
          <p:cNvSpPr txBox="1">
            <a:spLocks noChangeAspect="1" noChangeArrowheads="1"/>
          </p:cNvSpPr>
          <p:nvPr/>
        </p:nvSpPr>
        <p:spPr bwMode="auto">
          <a:xfrm>
            <a:off x="10694404" y="231380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41" name="Line 49"/>
          <p:cNvSpPr>
            <a:spLocks noChangeAspect="1" noChangeShapeType="1"/>
          </p:cNvSpPr>
          <p:nvPr/>
        </p:nvSpPr>
        <p:spPr bwMode="auto">
          <a:xfrm flipV="1">
            <a:off x="8078204" y="1850251"/>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2" name="Line 50"/>
          <p:cNvSpPr>
            <a:spLocks noChangeAspect="1" noChangeShapeType="1"/>
          </p:cNvSpPr>
          <p:nvPr/>
        </p:nvSpPr>
        <p:spPr bwMode="auto">
          <a:xfrm flipV="1">
            <a:off x="10724566" y="1835964"/>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57"/>
          <p:cNvSpPr txBox="1">
            <a:spLocks noChangeAspect="1" noChangeArrowheads="1"/>
          </p:cNvSpPr>
          <p:nvPr/>
        </p:nvSpPr>
        <p:spPr bwMode="auto">
          <a:xfrm flipH="1">
            <a:off x="10832213" y="4086125"/>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44" name="Freeform 60" descr="浅色竖线"/>
          <p:cNvSpPr>
            <a:spLocks/>
          </p:cNvSpPr>
          <p:nvPr/>
        </p:nvSpPr>
        <p:spPr bwMode="auto">
          <a:xfrm>
            <a:off x="8027101" y="3624163"/>
            <a:ext cx="2686050" cy="1128712"/>
          </a:xfrm>
          <a:custGeom>
            <a:avLst/>
            <a:gdLst>
              <a:gd name="T0" fmla="*/ 0 w 1692"/>
              <a:gd name="T1" fmla="*/ 907255933 h 711"/>
              <a:gd name="T2" fmla="*/ 0 w 1692"/>
              <a:gd name="T3" fmla="*/ 0 h 711"/>
              <a:gd name="T4" fmla="*/ 2147483647 w 1692"/>
              <a:gd name="T5" fmla="*/ 1791829685 h 711"/>
              <a:gd name="T6" fmla="*/ 2147483647 w 1692"/>
              <a:gd name="T7" fmla="*/ 907255933 h 711"/>
              <a:gd name="T8" fmla="*/ 0 w 1692"/>
              <a:gd name="T9" fmla="*/ 907255933 h 711"/>
              <a:gd name="T10" fmla="*/ 0 60000 65536"/>
              <a:gd name="T11" fmla="*/ 0 60000 65536"/>
              <a:gd name="T12" fmla="*/ 0 60000 65536"/>
              <a:gd name="T13" fmla="*/ 0 60000 65536"/>
              <a:gd name="T14" fmla="*/ 0 60000 65536"/>
              <a:gd name="T15" fmla="*/ 0 w 1692"/>
              <a:gd name="T16" fmla="*/ 0 h 711"/>
              <a:gd name="T17" fmla="*/ 1692 w 1692"/>
              <a:gd name="T18" fmla="*/ 711 h 711"/>
            </a:gdLst>
            <a:ahLst/>
            <a:cxnLst>
              <a:cxn ang="T10">
                <a:pos x="T0" y="T1"/>
              </a:cxn>
              <a:cxn ang="T11">
                <a:pos x="T2" y="T3"/>
              </a:cxn>
              <a:cxn ang="T12">
                <a:pos x="T4" y="T5"/>
              </a:cxn>
              <a:cxn ang="T13">
                <a:pos x="T6" y="T7"/>
              </a:cxn>
              <a:cxn ang="T14">
                <a:pos x="T8" y="T9"/>
              </a:cxn>
            </a:cxnLst>
            <a:rect l="T15" t="T16" r="T17" b="T18"/>
            <a:pathLst>
              <a:path w="1692" h="711">
                <a:moveTo>
                  <a:pt x="0" y="360"/>
                </a:moveTo>
                <a:lnTo>
                  <a:pt x="0" y="0"/>
                </a:lnTo>
                <a:lnTo>
                  <a:pt x="1692" y="711"/>
                </a:lnTo>
                <a:lnTo>
                  <a:pt x="1692" y="360"/>
                </a:lnTo>
                <a:lnTo>
                  <a:pt x="0" y="360"/>
                </a:lnTo>
                <a:close/>
              </a:path>
            </a:pathLst>
          </a:custGeom>
          <a:pattFill prst="ltVert">
            <a:fgClr>
              <a:srgbClr val="000000"/>
            </a:fgClr>
            <a:bgClr>
              <a:srgbClr val="99FFCC"/>
            </a:bgClr>
          </a:pattFill>
          <a:ln w="9525" cap="flat" cmpd="sng">
            <a:solidFill>
              <a:srgbClr val="000000"/>
            </a:solidFill>
            <a:prstDash val="solid"/>
            <a:round/>
            <a:headEnd/>
            <a:tailEnd/>
          </a:ln>
        </p:spPr>
        <p:txBody>
          <a:bodyPr/>
          <a:lstStyle/>
          <a:p>
            <a:endParaRPr kumimoji="1" lang="zh-CN" altLang="en-US" b="0" i="0">
              <a:solidFill>
                <a:srgbClr val="FFFFFF"/>
              </a:solidFill>
              <a:ea typeface="黑体" panose="02010609060101010101" pitchFamily="49" charset="-122"/>
            </a:endParaRPr>
          </a:p>
        </p:txBody>
      </p:sp>
      <p:sp>
        <p:nvSpPr>
          <p:cNvPr id="145" name="Text Box 62"/>
          <p:cNvSpPr txBox="1">
            <a:spLocks noChangeAspect="1" noChangeArrowheads="1"/>
          </p:cNvSpPr>
          <p:nvPr/>
        </p:nvSpPr>
        <p:spPr bwMode="auto">
          <a:xfrm>
            <a:off x="7296851" y="3328888"/>
            <a:ext cx="779462"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46" name="Group 63"/>
          <p:cNvGrpSpPr>
            <a:grpSpLocks/>
          </p:cNvGrpSpPr>
          <p:nvPr/>
        </p:nvGrpSpPr>
        <p:grpSpPr bwMode="auto">
          <a:xfrm>
            <a:off x="10182926" y="4151213"/>
            <a:ext cx="569912" cy="495300"/>
            <a:chOff x="4503" y="2280"/>
            <a:chExt cx="269" cy="231"/>
          </a:xfrm>
        </p:grpSpPr>
        <p:sp>
          <p:nvSpPr>
            <p:cNvPr id="14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9" name="Text Box 66"/>
          <p:cNvSpPr txBox="1">
            <a:spLocks noChangeAspect="1" noChangeArrowheads="1"/>
          </p:cNvSpPr>
          <p:nvPr/>
        </p:nvSpPr>
        <p:spPr bwMode="auto">
          <a:xfrm>
            <a:off x="10430576" y="3435250"/>
            <a:ext cx="10414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50" name="Line 68"/>
          <p:cNvSpPr>
            <a:spLocks noChangeShapeType="1"/>
          </p:cNvSpPr>
          <p:nvPr/>
        </p:nvSpPr>
        <p:spPr bwMode="auto">
          <a:xfrm>
            <a:off x="10721088" y="4189313"/>
            <a:ext cx="0" cy="5572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1" name="Text Box 69"/>
          <p:cNvSpPr txBox="1">
            <a:spLocks noChangeAspect="1" noChangeArrowheads="1"/>
          </p:cNvSpPr>
          <p:nvPr/>
        </p:nvSpPr>
        <p:spPr bwMode="auto">
          <a:xfrm>
            <a:off x="10600438" y="4556025"/>
            <a:ext cx="7794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a:solidFill>
                  <a:srgbClr val="000000"/>
                </a:solidFill>
                <a:ea typeface="宋体" panose="02010600030101010101" pitchFamily="2" charset="-122"/>
              </a:rPr>
              <a:t>/2</a:t>
            </a:r>
            <a:endParaRPr lang="en-US" altLang="zh-CN" sz="2800" b="0">
              <a:solidFill>
                <a:srgbClr val="000000"/>
              </a:solidFill>
              <a:ea typeface="宋体" panose="02010600030101010101" pitchFamily="2" charset="-122"/>
            </a:endParaRPr>
          </a:p>
        </p:txBody>
      </p:sp>
      <p:grpSp>
        <p:nvGrpSpPr>
          <p:cNvPr id="152" name="Group 70"/>
          <p:cNvGrpSpPr>
            <a:grpSpLocks/>
          </p:cNvGrpSpPr>
          <p:nvPr/>
        </p:nvGrpSpPr>
        <p:grpSpPr bwMode="auto">
          <a:xfrm>
            <a:off x="8106476" y="3732113"/>
            <a:ext cx="592137" cy="523875"/>
            <a:chOff x="3767" y="1607"/>
            <a:chExt cx="373" cy="330"/>
          </a:xfrm>
        </p:grpSpPr>
        <p:sp>
          <p:nvSpPr>
            <p:cNvPr id="153" name="Oval 7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Text Box 7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55" name="Line 73"/>
          <p:cNvSpPr>
            <a:spLocks noChangeShapeType="1"/>
          </p:cNvSpPr>
          <p:nvPr/>
        </p:nvSpPr>
        <p:spPr bwMode="auto">
          <a:xfrm>
            <a:off x="8027101" y="3624163"/>
            <a:ext cx="2686050" cy="11287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6" name="Oval 75"/>
          <p:cNvSpPr>
            <a:spLocks noChangeArrowheads="1"/>
          </p:cNvSpPr>
          <p:nvPr/>
        </p:nvSpPr>
        <p:spPr bwMode="auto">
          <a:xfrm>
            <a:off x="10670288" y="4714775"/>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7" name="Line 81"/>
          <p:cNvSpPr>
            <a:spLocks noChangeShapeType="1"/>
          </p:cNvSpPr>
          <p:nvPr/>
        </p:nvSpPr>
        <p:spPr bwMode="auto">
          <a:xfrm rot="16200000">
            <a:off x="7435756" y="3640832"/>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Text Box 82"/>
          <p:cNvSpPr txBox="1">
            <a:spLocks noChangeAspect="1" noChangeArrowheads="1"/>
          </p:cNvSpPr>
          <p:nvPr/>
        </p:nvSpPr>
        <p:spPr bwMode="auto">
          <a:xfrm flipH="1">
            <a:off x="8008051" y="290343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59" name="Line 56"/>
          <p:cNvSpPr>
            <a:spLocks noChangeShapeType="1"/>
          </p:cNvSpPr>
          <p:nvPr/>
        </p:nvSpPr>
        <p:spPr bwMode="auto">
          <a:xfrm>
            <a:off x="8000113" y="4192488"/>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0" name="Line 67"/>
          <p:cNvSpPr>
            <a:spLocks noChangeShapeType="1"/>
          </p:cNvSpPr>
          <p:nvPr/>
        </p:nvSpPr>
        <p:spPr bwMode="auto">
          <a:xfrm>
            <a:off x="8027101" y="3638450"/>
            <a:ext cx="0" cy="5572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Oval 74"/>
          <p:cNvSpPr>
            <a:spLocks noChangeArrowheads="1"/>
          </p:cNvSpPr>
          <p:nvPr/>
        </p:nvSpPr>
        <p:spPr bwMode="auto">
          <a:xfrm>
            <a:off x="7990588" y="3594000"/>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2" name="Text Box 83"/>
          <p:cNvSpPr txBox="1">
            <a:spLocks noChangeAspect="1" noChangeArrowheads="1"/>
          </p:cNvSpPr>
          <p:nvPr/>
        </p:nvSpPr>
        <p:spPr bwMode="auto">
          <a:xfrm>
            <a:off x="7700076" y="4005163"/>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70" name="Text Box 76"/>
          <p:cNvSpPr txBox="1">
            <a:spLocks noChangeAspect="1" noChangeArrowheads="1"/>
          </p:cNvSpPr>
          <p:nvPr/>
        </p:nvSpPr>
        <p:spPr bwMode="auto">
          <a:xfrm flipH="1">
            <a:off x="10837176" y="5846778"/>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71" name="Line 77"/>
          <p:cNvSpPr>
            <a:spLocks noChangeShapeType="1"/>
          </p:cNvSpPr>
          <p:nvPr/>
        </p:nvSpPr>
        <p:spPr bwMode="auto">
          <a:xfrm rot="16200000">
            <a:off x="7453419" y="5376085"/>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72" name="Text Box 78"/>
          <p:cNvSpPr txBox="1">
            <a:spLocks noChangeAspect="1" noChangeArrowheads="1"/>
          </p:cNvSpPr>
          <p:nvPr/>
        </p:nvSpPr>
        <p:spPr bwMode="auto">
          <a:xfrm flipH="1">
            <a:off x="8013014" y="466409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73" name="Text Box 80"/>
          <p:cNvSpPr txBox="1">
            <a:spLocks noChangeAspect="1" noChangeArrowheads="1"/>
          </p:cNvSpPr>
          <p:nvPr/>
        </p:nvSpPr>
        <p:spPr bwMode="auto">
          <a:xfrm>
            <a:off x="7705039" y="5765816"/>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74" name="Freeform 84" descr="浅色竖线"/>
          <p:cNvSpPr>
            <a:spLocks/>
          </p:cNvSpPr>
          <p:nvPr/>
        </p:nvSpPr>
        <p:spPr bwMode="auto">
          <a:xfrm>
            <a:off x="8033651" y="5486416"/>
            <a:ext cx="2673350" cy="468312"/>
          </a:xfrm>
          <a:custGeom>
            <a:avLst/>
            <a:gdLst>
              <a:gd name="T0" fmla="*/ 0 w 1684"/>
              <a:gd name="T1" fmla="*/ 743444397 h 295"/>
              <a:gd name="T2" fmla="*/ 201612491 w 1684"/>
              <a:gd name="T3" fmla="*/ 582154636 h 295"/>
              <a:gd name="T4" fmla="*/ 569555346 w 1684"/>
              <a:gd name="T5" fmla="*/ 355340810 h 295"/>
              <a:gd name="T6" fmla="*/ 814011225 w 1684"/>
              <a:gd name="T7" fmla="*/ 241934741 h 295"/>
              <a:gd name="T8" fmla="*/ 1018143227 w 1684"/>
              <a:gd name="T9" fmla="*/ 166330116 h 295"/>
              <a:gd name="T10" fmla="*/ 1507053397 w 1684"/>
              <a:gd name="T11" fmla="*/ 57962739 h 295"/>
              <a:gd name="T12" fmla="*/ 2069049269 w 1684"/>
              <a:gd name="T13" fmla="*/ 0 h 295"/>
              <a:gd name="T14" fmla="*/ 2147483647 w 1684"/>
              <a:gd name="T15" fmla="*/ 30241843 h 295"/>
              <a:gd name="T16" fmla="*/ 2147483647 w 1684"/>
              <a:gd name="T17" fmla="*/ 98285179 h 295"/>
              <a:gd name="T18" fmla="*/ 2147483647 w 1684"/>
              <a:gd name="T19" fmla="*/ 269655625 h 295"/>
              <a:gd name="T20" fmla="*/ 2147483647 w 1684"/>
              <a:gd name="T21" fmla="*/ 438506736 h 295"/>
              <a:gd name="T22" fmla="*/ 2147483647 w 1684"/>
              <a:gd name="T23" fmla="*/ 567033721 h 295"/>
              <a:gd name="T24" fmla="*/ 2147483647 w 1684"/>
              <a:gd name="T25" fmla="*/ 738404092 h 295"/>
              <a:gd name="T26" fmla="*/ 0 w 1684"/>
              <a:gd name="T27" fmla="*/ 743444397 h 2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684"/>
              <a:gd name="T43" fmla="*/ 0 h 295"/>
              <a:gd name="T44" fmla="*/ 1684 w 1684"/>
              <a:gd name="T45" fmla="*/ 295 h 29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684" h="295">
                <a:moveTo>
                  <a:pt x="0" y="295"/>
                </a:moveTo>
                <a:cubicBezTo>
                  <a:pt x="46" y="261"/>
                  <a:pt x="44" y="267"/>
                  <a:pt x="80" y="231"/>
                </a:cubicBezTo>
                <a:cubicBezTo>
                  <a:pt x="137" y="189"/>
                  <a:pt x="182" y="167"/>
                  <a:pt x="226" y="141"/>
                </a:cubicBezTo>
                <a:cubicBezTo>
                  <a:pt x="242" y="130"/>
                  <a:pt x="317" y="98"/>
                  <a:pt x="323" y="96"/>
                </a:cubicBezTo>
                <a:cubicBezTo>
                  <a:pt x="386" y="66"/>
                  <a:pt x="353" y="84"/>
                  <a:pt x="404" y="66"/>
                </a:cubicBezTo>
                <a:cubicBezTo>
                  <a:pt x="464" y="42"/>
                  <a:pt x="534" y="36"/>
                  <a:pt x="598" y="23"/>
                </a:cubicBezTo>
                <a:cubicBezTo>
                  <a:pt x="667" y="17"/>
                  <a:pt x="754" y="4"/>
                  <a:pt x="821" y="0"/>
                </a:cubicBezTo>
                <a:cubicBezTo>
                  <a:pt x="900" y="5"/>
                  <a:pt x="966" y="1"/>
                  <a:pt x="1037" y="12"/>
                </a:cubicBezTo>
                <a:cubicBezTo>
                  <a:pt x="1080" y="18"/>
                  <a:pt x="1135" y="30"/>
                  <a:pt x="1178" y="39"/>
                </a:cubicBezTo>
                <a:cubicBezTo>
                  <a:pt x="1261" y="56"/>
                  <a:pt x="1332" y="80"/>
                  <a:pt x="1412" y="107"/>
                </a:cubicBezTo>
                <a:cubicBezTo>
                  <a:pt x="1472" y="130"/>
                  <a:pt x="1505" y="153"/>
                  <a:pt x="1538" y="174"/>
                </a:cubicBezTo>
                <a:cubicBezTo>
                  <a:pt x="1628" y="231"/>
                  <a:pt x="1568" y="189"/>
                  <a:pt x="1619" y="225"/>
                </a:cubicBezTo>
                <a:cubicBezTo>
                  <a:pt x="1643" y="258"/>
                  <a:pt x="1646" y="257"/>
                  <a:pt x="1684" y="293"/>
                </a:cubicBezTo>
                <a:cubicBezTo>
                  <a:pt x="837" y="294"/>
                  <a:pt x="0" y="295"/>
                  <a:pt x="0" y="295"/>
                </a:cubicBezTo>
                <a:close/>
              </a:path>
            </a:pathLst>
          </a:custGeom>
          <a:pattFill prst="ltVert">
            <a:fgClr>
              <a:srgbClr val="000000"/>
            </a:fgClr>
            <a:bgClr>
              <a:srgbClr val="99FFCC"/>
            </a:bgClr>
          </a:patt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kumimoji="1" lang="zh-CN" altLang="en-US" b="0" i="0">
              <a:solidFill>
                <a:srgbClr val="FFFFFF"/>
              </a:solidFill>
              <a:ea typeface="黑体" panose="02010609060101010101" pitchFamily="49" charset="-122"/>
            </a:endParaRPr>
          </a:p>
        </p:txBody>
      </p:sp>
      <p:sp>
        <p:nvSpPr>
          <p:cNvPr id="75" name="Text Box 85"/>
          <p:cNvSpPr txBox="1">
            <a:spLocks noChangeAspect="1" noChangeArrowheads="1"/>
          </p:cNvSpPr>
          <p:nvPr/>
        </p:nvSpPr>
        <p:spPr bwMode="auto">
          <a:xfrm>
            <a:off x="8870264" y="5005403"/>
            <a:ext cx="974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ql</a:t>
            </a:r>
            <a:r>
              <a:rPr lang="en-US" altLang="zh-CN" sz="2800" b="0" i="0" baseline="30000">
                <a:solidFill>
                  <a:srgbClr val="000000"/>
                </a:solidFill>
                <a:ea typeface="宋体" panose="02010600030101010101" pitchFamily="2" charset="-122"/>
              </a:rPr>
              <a:t>2</a:t>
            </a:r>
            <a:r>
              <a:rPr lang="en-US" altLang="zh-CN" sz="2800" b="0" i="0">
                <a:solidFill>
                  <a:srgbClr val="000000"/>
                </a:solidFill>
                <a:ea typeface="宋体" panose="02010600030101010101" pitchFamily="2" charset="-122"/>
              </a:rPr>
              <a:t>/8</a:t>
            </a:r>
            <a:endParaRPr lang="en-US" altLang="zh-CN" sz="2800" b="0">
              <a:solidFill>
                <a:srgbClr val="000000"/>
              </a:solidFill>
              <a:ea typeface="宋体" panose="02010600030101010101" pitchFamily="2" charset="-122"/>
            </a:endParaRPr>
          </a:p>
        </p:txBody>
      </p:sp>
      <p:sp>
        <p:nvSpPr>
          <p:cNvPr id="76" name="Text Box 86"/>
          <p:cNvSpPr txBox="1">
            <a:spLocks noChangeAspect="1" noChangeArrowheads="1"/>
          </p:cNvSpPr>
          <p:nvPr/>
        </p:nvSpPr>
        <p:spPr bwMode="auto">
          <a:xfrm>
            <a:off x="10360926" y="5295916"/>
            <a:ext cx="1089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77" name="Arc 88"/>
          <p:cNvSpPr>
            <a:spLocks/>
          </p:cNvSpPr>
          <p:nvPr/>
        </p:nvSpPr>
        <p:spPr bwMode="auto">
          <a:xfrm>
            <a:off x="8041589" y="5492766"/>
            <a:ext cx="2673350" cy="871537"/>
          </a:xfrm>
          <a:custGeom>
            <a:avLst/>
            <a:gdLst>
              <a:gd name="T0" fmla="*/ 0 w 38341"/>
              <a:gd name="T1" fmla="*/ 781245807 h 21600"/>
              <a:gd name="T2" fmla="*/ 2147483647 w 38341"/>
              <a:gd name="T3" fmla="*/ 749516707 h 21600"/>
              <a:gd name="T4" fmla="*/ 2147483647 w 38341"/>
              <a:gd name="T5" fmla="*/ 1418893356 h 21600"/>
              <a:gd name="T6" fmla="*/ 0 60000 65536"/>
              <a:gd name="T7" fmla="*/ 0 60000 65536"/>
              <a:gd name="T8" fmla="*/ 0 60000 65536"/>
              <a:gd name="T9" fmla="*/ 0 w 38341"/>
              <a:gd name="T10" fmla="*/ 0 h 21600"/>
              <a:gd name="T11" fmla="*/ 38341 w 38341"/>
              <a:gd name="T12" fmla="*/ 21600 h 21600"/>
            </a:gdLst>
            <a:ahLst/>
            <a:cxnLst>
              <a:cxn ang="T6">
                <a:pos x="T0" y="T1"/>
              </a:cxn>
              <a:cxn ang="T7">
                <a:pos x="T2" y="T3"/>
              </a:cxn>
              <a:cxn ang="T8">
                <a:pos x="T4" y="T5"/>
              </a:cxn>
            </a:cxnLst>
            <a:rect l="T9" t="T10" r="T11" b="T12"/>
            <a:pathLst>
              <a:path w="38341" h="21600" fill="none" extrusionOk="0">
                <a:moveTo>
                  <a:pt x="0" y="11893"/>
                </a:moveTo>
                <a:cubicBezTo>
                  <a:pt x="3668" y="4601"/>
                  <a:pt x="11133" y="-1"/>
                  <a:pt x="19296" y="0"/>
                </a:cubicBezTo>
                <a:cubicBezTo>
                  <a:pt x="27262" y="0"/>
                  <a:pt x="34582" y="4385"/>
                  <a:pt x="38341" y="11409"/>
                </a:cubicBezTo>
              </a:path>
              <a:path w="38341" h="21600" stroke="0" extrusionOk="0">
                <a:moveTo>
                  <a:pt x="0" y="11893"/>
                </a:moveTo>
                <a:cubicBezTo>
                  <a:pt x="3668" y="4601"/>
                  <a:pt x="11133" y="-1"/>
                  <a:pt x="19296" y="0"/>
                </a:cubicBezTo>
                <a:cubicBezTo>
                  <a:pt x="27262" y="0"/>
                  <a:pt x="34582" y="4385"/>
                  <a:pt x="38341" y="11409"/>
                </a:cubicBezTo>
                <a:lnTo>
                  <a:pt x="19296"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78" name="Oval 90"/>
          <p:cNvSpPr>
            <a:spLocks noChangeArrowheads="1"/>
          </p:cNvSpPr>
          <p:nvPr/>
        </p:nvSpPr>
        <p:spPr bwMode="auto">
          <a:xfrm>
            <a:off x="8014601" y="591027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7" name="Oval 91"/>
          <p:cNvSpPr>
            <a:spLocks noChangeArrowheads="1"/>
          </p:cNvSpPr>
          <p:nvPr/>
        </p:nvSpPr>
        <p:spPr bwMode="auto">
          <a:xfrm>
            <a:off x="9333814" y="5453078"/>
            <a:ext cx="74612"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08" name="Group 92"/>
          <p:cNvGrpSpPr>
            <a:grpSpLocks/>
          </p:cNvGrpSpPr>
          <p:nvPr/>
        </p:nvGrpSpPr>
        <p:grpSpPr bwMode="auto">
          <a:xfrm>
            <a:off x="9063939" y="5484828"/>
            <a:ext cx="592137" cy="523875"/>
            <a:chOff x="3767" y="1607"/>
            <a:chExt cx="373" cy="330"/>
          </a:xfrm>
        </p:grpSpPr>
        <p:sp>
          <p:nvSpPr>
            <p:cNvPr id="110" name="Oval 9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1" name="Text Box 9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14" name="Line 79"/>
          <p:cNvSpPr>
            <a:spLocks noChangeShapeType="1"/>
          </p:cNvSpPr>
          <p:nvPr/>
        </p:nvSpPr>
        <p:spPr bwMode="auto">
          <a:xfrm>
            <a:off x="8005076" y="5953141"/>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15" name="Oval 89"/>
          <p:cNvSpPr>
            <a:spLocks noChangeArrowheads="1"/>
          </p:cNvSpPr>
          <p:nvPr/>
        </p:nvSpPr>
        <p:spPr bwMode="auto">
          <a:xfrm>
            <a:off x="10683189" y="591186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aphicFrame>
        <p:nvGraphicFramePr>
          <p:cNvPr id="116" name="Object 52"/>
          <p:cNvGraphicFramePr>
            <a:graphicFrameLocks noChangeAspect="1"/>
          </p:cNvGraphicFramePr>
          <p:nvPr>
            <p:extLst>
              <p:ext uri="{D42A27DB-BD31-4B8C-83A1-F6EECF244321}">
                <p14:modId xmlns:p14="http://schemas.microsoft.com/office/powerpoint/2010/main" val="2592110669"/>
              </p:ext>
            </p:extLst>
          </p:nvPr>
        </p:nvGraphicFramePr>
        <p:xfrm>
          <a:off x="884146" y="2306638"/>
          <a:ext cx="4699000" cy="879475"/>
        </p:xfrm>
        <a:graphic>
          <a:graphicData uri="http://schemas.openxmlformats.org/presentationml/2006/ole">
            <mc:AlternateContent xmlns:mc="http://schemas.openxmlformats.org/markup-compatibility/2006">
              <mc:Choice xmlns:v="urn:schemas-microsoft-com:vml" Requires="v">
                <p:oleObj name="Equation" r:id="rId5" imgW="2209680" imgH="419040" progId="Equation.DSMT4">
                  <p:embed/>
                </p:oleObj>
              </mc:Choice>
              <mc:Fallback>
                <p:oleObj name="Equation" r:id="rId5" imgW="2209680" imgH="419040" progId="Equation.DSMT4">
                  <p:embed/>
                  <p:pic>
                    <p:nvPicPr>
                      <p:cNvPr id="0" name=""/>
                      <p:cNvPicPr>
                        <a:picLocks noChangeAspect="1" noChangeArrowheads="1"/>
                      </p:cNvPicPr>
                      <p:nvPr/>
                    </p:nvPicPr>
                    <p:blipFill>
                      <a:blip r:embed="rId6"/>
                      <a:srcRect/>
                      <a:stretch>
                        <a:fillRect/>
                      </a:stretch>
                    </p:blipFill>
                    <p:spPr bwMode="auto">
                      <a:xfrm>
                        <a:off x="884146" y="2306638"/>
                        <a:ext cx="4699000"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7" name="矩形 116">
            <a:extLst>
              <a:ext uri="{FF2B5EF4-FFF2-40B4-BE49-F238E27FC236}">
                <a16:creationId xmlns:a16="http://schemas.microsoft.com/office/drawing/2014/main" id="{54CF797A-3212-00F4-D82B-18FEE729BE7A}"/>
              </a:ext>
            </a:extLst>
          </p:cNvPr>
          <p:cNvSpPr/>
          <p:nvPr/>
        </p:nvSpPr>
        <p:spPr>
          <a:xfrm>
            <a:off x="211184" y="3211172"/>
            <a:ext cx="6819709" cy="2012859"/>
          </a:xfrm>
          <a:prstGeom prst="rect">
            <a:avLst/>
          </a:prstGeom>
        </p:spPr>
        <p:txBody>
          <a:bodyPr wrap="square">
            <a:spAutoFit/>
          </a:bodyPr>
          <a:lstStyle/>
          <a:p>
            <a:pPr>
              <a:lnSpc>
                <a:spcPct val="130000"/>
              </a:lnSpc>
            </a:pPr>
            <a:r>
              <a:rPr kumimoji="1" lang="zh-CN" altLang="en-US" i="0" dirty="0">
                <a:solidFill>
                  <a:schemeClr val="tx1"/>
                </a:solidFill>
                <a:ea typeface="黑体" panose="02010609060101010101" pitchFamily="49" charset="-122"/>
              </a:rPr>
              <a:t>工程上，在弯矩图中画抛物线仅需注意</a:t>
            </a:r>
            <a:r>
              <a:rPr kumimoji="1" lang="zh-CN" altLang="en-US" i="0" dirty="0">
                <a:ea typeface="黑体" panose="02010609060101010101" pitchFamily="49" charset="-122"/>
              </a:rPr>
              <a:t>极值</a:t>
            </a:r>
            <a:r>
              <a:rPr kumimoji="1" lang="zh-CN" altLang="en-US" i="0" dirty="0">
                <a:solidFill>
                  <a:schemeClr val="tx1"/>
                </a:solidFill>
                <a:ea typeface="黑体" panose="02010609060101010101" pitchFamily="49" charset="-122"/>
              </a:rPr>
              <a:t>和</a:t>
            </a:r>
            <a:r>
              <a:rPr kumimoji="1" lang="zh-CN" altLang="en-US" i="0" dirty="0">
                <a:ea typeface="黑体" panose="02010609060101010101" pitchFamily="49" charset="-122"/>
              </a:rPr>
              <a:t>凸凹方向</a:t>
            </a:r>
            <a:r>
              <a:rPr kumimoji="1" lang="zh-CN" altLang="en-US" i="0" dirty="0">
                <a:solidFill>
                  <a:schemeClr val="tx1"/>
                </a:solidFill>
                <a:ea typeface="黑体" panose="02010609060101010101" pitchFamily="49" charset="-122"/>
              </a:rPr>
              <a:t>，可化简画出弯矩图，并在图上标出极值的大小。 </a:t>
            </a:r>
          </a:p>
          <a:p>
            <a:pPr lvl="0">
              <a:lnSpc>
                <a:spcPct val="130000"/>
              </a:lnSpc>
            </a:pPr>
            <a:r>
              <a:rPr kumimoji="1" lang="zh-CN" altLang="en-US" i="0" dirty="0">
                <a:solidFill>
                  <a:schemeClr val="tx1"/>
                </a:solidFill>
                <a:ea typeface="黑体" panose="02010609060101010101" pitchFamily="49" charset="-122"/>
              </a:rPr>
              <a:t>  </a:t>
            </a:r>
            <a:endParaRPr kumimoji="1" lang="en-US" altLang="zh-CN" i="0" dirty="0">
              <a:solidFill>
                <a:schemeClr val="tx1"/>
              </a:solidFill>
              <a:ea typeface="黑体" panose="02010609060101010101" pitchFamily="49" charset="-122"/>
            </a:endParaRPr>
          </a:p>
        </p:txBody>
      </p:sp>
    </p:spTree>
    <p:extLst>
      <p:ext uri="{BB962C8B-B14F-4D97-AF65-F5344CB8AC3E}">
        <p14:creationId xmlns:p14="http://schemas.microsoft.com/office/powerpoint/2010/main" val="28607404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par>
                                <p:cTn id="11" presetID="8" presetClass="entr" presetSubtype="32" fill="hold" nodeType="withEffect">
                                  <p:stCondLst>
                                    <p:cond delay="0"/>
                                  </p:stCondLst>
                                  <p:childTnLst>
                                    <p:set>
                                      <p:cBhvr>
                                        <p:cTn id="12" dur="1" fill="hold">
                                          <p:stCondLst>
                                            <p:cond delay="0"/>
                                          </p:stCondLst>
                                        </p:cTn>
                                        <p:tgtEl>
                                          <p:spTgt spid="79"/>
                                        </p:tgtEl>
                                        <p:attrNameLst>
                                          <p:attrName>style.visibility</p:attrName>
                                        </p:attrNameLst>
                                      </p:cBhvr>
                                      <p:to>
                                        <p:strVal val="visible"/>
                                      </p:to>
                                    </p:set>
                                    <p:animEffect transition="in" filter="diamond(out)">
                                      <p:cBhvr>
                                        <p:cTn id="13" dur="5000"/>
                                        <p:tgtEl>
                                          <p:spTgt spid="79"/>
                                        </p:tgtEl>
                                      </p:cBhvr>
                                    </p:animEffect>
                                  </p:childTnLst>
                                </p:cTn>
                              </p:par>
                              <p:par>
                                <p:cTn id="14" presetID="8" presetClass="entr" presetSubtype="32" fill="hold" nodeType="withEffect">
                                  <p:stCondLst>
                                    <p:cond delay="500"/>
                                  </p:stCondLst>
                                  <p:childTnLst>
                                    <p:set>
                                      <p:cBhvr>
                                        <p:cTn id="15" dur="1" fill="hold">
                                          <p:stCondLst>
                                            <p:cond delay="0"/>
                                          </p:stCondLst>
                                        </p:cTn>
                                        <p:tgtEl>
                                          <p:spTgt spid="105"/>
                                        </p:tgtEl>
                                        <p:attrNameLst>
                                          <p:attrName>style.visibility</p:attrName>
                                        </p:attrNameLst>
                                      </p:cBhvr>
                                      <p:to>
                                        <p:strVal val="visible"/>
                                      </p:to>
                                    </p:set>
                                    <p:animEffect transition="in" filter="diamond(out)">
                                      <p:cBhvr>
                                        <p:cTn id="16" dur="5000"/>
                                        <p:tgtEl>
                                          <p:spTgt spid="105"/>
                                        </p:tgtEl>
                                      </p:cBhvr>
                                    </p:animEffect>
                                  </p:childTnLst>
                                </p:cTn>
                              </p:par>
                              <p:par>
                                <p:cTn id="17" presetID="8" presetClass="entr" presetSubtype="32" fill="hold" nodeType="withEffect">
                                  <p:stCondLst>
                                    <p:cond delay="500"/>
                                  </p:stCondLst>
                                  <p:childTnLst>
                                    <p:set>
                                      <p:cBhvr>
                                        <p:cTn id="18" dur="1" fill="hold">
                                          <p:stCondLst>
                                            <p:cond delay="0"/>
                                          </p:stCondLst>
                                        </p:cTn>
                                        <p:tgtEl>
                                          <p:spTgt spid="118"/>
                                        </p:tgtEl>
                                        <p:attrNameLst>
                                          <p:attrName>style.visibility</p:attrName>
                                        </p:attrNameLst>
                                      </p:cBhvr>
                                      <p:to>
                                        <p:strVal val="visible"/>
                                      </p:to>
                                    </p:set>
                                    <p:animEffect transition="in" filter="diamond(out)">
                                      <p:cBhvr>
                                        <p:cTn id="19" dur="5000"/>
                                        <p:tgtEl>
                                          <p:spTgt spid="11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41"/>
                                        </p:tgtEl>
                                        <p:attrNameLst>
                                          <p:attrName>style.visibility</p:attrName>
                                        </p:attrNameLst>
                                      </p:cBhvr>
                                      <p:to>
                                        <p:strVal val="visible"/>
                                      </p:to>
                                    </p:set>
                                    <p:animEffect transition="in" filter="slide(fromBottom)">
                                      <p:cBhvr>
                                        <p:cTn id="24" dur="5000"/>
                                        <p:tgtEl>
                                          <p:spTgt spid="141"/>
                                        </p:tgtEl>
                                      </p:cBhvr>
                                    </p:animEffect>
                                  </p:childTnLst>
                                </p:cTn>
                              </p:par>
                              <p:par>
                                <p:cTn id="25" presetID="12" presetClass="entr" presetSubtype="4" fill="hold" grpId="0" nodeType="withEffect">
                                  <p:stCondLst>
                                    <p:cond delay="0"/>
                                  </p:stCondLst>
                                  <p:childTnLst>
                                    <p:set>
                                      <p:cBhvr>
                                        <p:cTn id="26" dur="1" fill="hold">
                                          <p:stCondLst>
                                            <p:cond delay="0"/>
                                          </p:stCondLst>
                                        </p:cTn>
                                        <p:tgtEl>
                                          <p:spTgt spid="142"/>
                                        </p:tgtEl>
                                        <p:attrNameLst>
                                          <p:attrName>style.visibility</p:attrName>
                                        </p:attrNameLst>
                                      </p:cBhvr>
                                      <p:to>
                                        <p:strVal val="visible"/>
                                      </p:to>
                                    </p:set>
                                    <p:animEffect transition="in" filter="slide(fromBottom)">
                                      <p:cBhvr>
                                        <p:cTn id="27" dur="5000"/>
                                        <p:tgtEl>
                                          <p:spTgt spid="142"/>
                                        </p:tgtEl>
                                      </p:cBhvr>
                                    </p:animEffect>
                                  </p:childTnLst>
                                </p:cTn>
                              </p:par>
                            </p:childTnLst>
                          </p:cTn>
                        </p:par>
                        <p:par>
                          <p:cTn id="28" fill="hold">
                            <p:stCondLst>
                              <p:cond delay="5000"/>
                            </p:stCondLst>
                            <p:childTnLst>
                              <p:par>
                                <p:cTn id="29" presetID="9" presetClass="emph" presetSubtype="0" nodeType="afterEffect">
                                  <p:stCondLst>
                                    <p:cond delay="0"/>
                                  </p:stCondLst>
                                  <p:childTnLst>
                                    <p:set>
                                      <p:cBhvr rctx="PPT">
                                        <p:cTn id="30" dur="indefinite"/>
                                        <p:tgtEl>
                                          <p:spTgt spid="105"/>
                                        </p:tgtEl>
                                        <p:attrNameLst>
                                          <p:attrName>style.opacity</p:attrName>
                                        </p:attrNameLst>
                                      </p:cBhvr>
                                      <p:to>
                                        <p:strVal val="0.5"/>
                                      </p:to>
                                    </p:set>
                                    <p:animEffect filter="image" prLst="opacity: 0.5">
                                      <p:cBhvr rctx="IE">
                                        <p:cTn id="31" dur="indefinite"/>
                                        <p:tgtEl>
                                          <p:spTgt spid="105"/>
                                        </p:tgtEl>
                                      </p:cBhvr>
                                    </p:animEffect>
                                  </p:childTnLst>
                                </p:cTn>
                              </p:par>
                              <p:par>
                                <p:cTn id="32" presetID="9" presetClass="emph" presetSubtype="0" nodeType="withEffect">
                                  <p:stCondLst>
                                    <p:cond delay="0"/>
                                  </p:stCondLst>
                                  <p:childTnLst>
                                    <p:set>
                                      <p:cBhvr rctx="PPT">
                                        <p:cTn id="33" dur="indefinite"/>
                                        <p:tgtEl>
                                          <p:spTgt spid="118"/>
                                        </p:tgtEl>
                                        <p:attrNameLst>
                                          <p:attrName>style.opacity</p:attrName>
                                        </p:attrNameLst>
                                      </p:cBhvr>
                                      <p:to>
                                        <p:strVal val="0.5"/>
                                      </p:to>
                                    </p:set>
                                    <p:animEffect filter="image" prLst="opacity: 0.5">
                                      <p:cBhvr rctx="IE">
                                        <p:cTn id="34" dur="indefinite"/>
                                        <p:tgtEl>
                                          <p:spTgt spid="118"/>
                                        </p:tgtEl>
                                      </p:cBhvr>
                                    </p:animEffect>
                                  </p:childTnLst>
                                </p:cTn>
                              </p:par>
                            </p:childTnLst>
                          </p:cTn>
                        </p:par>
                        <p:par>
                          <p:cTn id="35" fill="hold">
                            <p:stCondLst>
                              <p:cond delay="5000"/>
                            </p:stCondLst>
                            <p:childTnLst>
                              <p:par>
                                <p:cTn id="36" presetID="19" presetClass="entr" presetSubtype="10" fill="hold" grpId="0" nodeType="afterEffect">
                                  <p:stCondLst>
                                    <p:cond delay="0"/>
                                  </p:stCondLst>
                                  <p:childTnLst>
                                    <p:set>
                                      <p:cBhvr>
                                        <p:cTn id="37" dur="1" fill="hold">
                                          <p:stCondLst>
                                            <p:cond delay="0"/>
                                          </p:stCondLst>
                                        </p:cTn>
                                        <p:tgtEl>
                                          <p:spTgt spid="138"/>
                                        </p:tgtEl>
                                        <p:attrNameLst>
                                          <p:attrName>style.visibility</p:attrName>
                                        </p:attrNameLst>
                                      </p:cBhvr>
                                      <p:to>
                                        <p:strVal val="visible"/>
                                      </p:to>
                                    </p:set>
                                    <p:anim calcmode="lin" valueType="num">
                                      <p:cBhvr>
                                        <p:cTn id="38" dur="5000" fill="hold"/>
                                        <p:tgtEl>
                                          <p:spTgt spid="138"/>
                                        </p:tgtEl>
                                        <p:attrNameLst>
                                          <p:attrName>ppt_w</p:attrName>
                                        </p:attrNameLst>
                                      </p:cBhvr>
                                      <p:tavLst>
                                        <p:tav tm="0" fmla="#ppt_w*sin(2.5*pi*$)">
                                          <p:val>
                                            <p:fltVal val="0"/>
                                          </p:val>
                                        </p:tav>
                                        <p:tav tm="100000">
                                          <p:val>
                                            <p:fltVal val="1"/>
                                          </p:val>
                                        </p:tav>
                                      </p:tavLst>
                                    </p:anim>
                                    <p:anim calcmode="lin" valueType="num">
                                      <p:cBhvr>
                                        <p:cTn id="39" dur="5000" fill="hold"/>
                                        <p:tgtEl>
                                          <p:spTgt spid="138"/>
                                        </p:tgtEl>
                                        <p:attrNameLst>
                                          <p:attrName>ppt_h</p:attrName>
                                        </p:attrNameLst>
                                      </p:cBhvr>
                                      <p:tavLst>
                                        <p:tav tm="0">
                                          <p:val>
                                            <p:strVal val="#ppt_h"/>
                                          </p:val>
                                        </p:tav>
                                        <p:tav tm="100000">
                                          <p:val>
                                            <p:strVal val="#ppt_h"/>
                                          </p:val>
                                        </p:tav>
                                      </p:tavLst>
                                    </p:anim>
                                  </p:childTnLst>
                                </p:cTn>
                              </p:par>
                              <p:par>
                                <p:cTn id="40" presetID="12" presetClass="entr" presetSubtype="8" fill="hold" grpId="0" nodeType="withEffect">
                                  <p:stCondLst>
                                    <p:cond delay="500"/>
                                  </p:stCondLst>
                                  <p:childTnLst>
                                    <p:set>
                                      <p:cBhvr>
                                        <p:cTn id="41" dur="1" fill="hold">
                                          <p:stCondLst>
                                            <p:cond delay="0"/>
                                          </p:stCondLst>
                                        </p:cTn>
                                        <p:tgtEl>
                                          <p:spTgt spid="159"/>
                                        </p:tgtEl>
                                        <p:attrNameLst>
                                          <p:attrName>style.visibility</p:attrName>
                                        </p:attrNameLst>
                                      </p:cBhvr>
                                      <p:to>
                                        <p:strVal val="visible"/>
                                      </p:to>
                                    </p:set>
                                    <p:animEffect transition="in" filter="slide(fromLeft)">
                                      <p:cBhvr>
                                        <p:cTn id="42" dur="5000"/>
                                        <p:tgtEl>
                                          <p:spTgt spid="159"/>
                                        </p:tgtEl>
                                      </p:cBhvr>
                                    </p:animEffect>
                                  </p:childTnLst>
                                </p:cTn>
                              </p:par>
                              <p:par>
                                <p:cTn id="43" presetID="19" presetClass="entr" presetSubtype="10" fill="hold" grpId="0" nodeType="withEffect">
                                  <p:stCondLst>
                                    <p:cond delay="500"/>
                                  </p:stCondLst>
                                  <p:childTnLst>
                                    <p:set>
                                      <p:cBhvr>
                                        <p:cTn id="44" dur="1" fill="hold">
                                          <p:stCondLst>
                                            <p:cond delay="0"/>
                                          </p:stCondLst>
                                        </p:cTn>
                                        <p:tgtEl>
                                          <p:spTgt spid="143"/>
                                        </p:tgtEl>
                                        <p:attrNameLst>
                                          <p:attrName>style.visibility</p:attrName>
                                        </p:attrNameLst>
                                      </p:cBhvr>
                                      <p:to>
                                        <p:strVal val="visible"/>
                                      </p:to>
                                    </p:set>
                                    <p:anim calcmode="lin" valueType="num">
                                      <p:cBhvr>
                                        <p:cTn id="45" dur="5000" fill="hold"/>
                                        <p:tgtEl>
                                          <p:spTgt spid="143"/>
                                        </p:tgtEl>
                                        <p:attrNameLst>
                                          <p:attrName>ppt_w</p:attrName>
                                        </p:attrNameLst>
                                      </p:cBhvr>
                                      <p:tavLst>
                                        <p:tav tm="0" fmla="#ppt_w*sin(2.5*pi*$)">
                                          <p:val>
                                            <p:fltVal val="0"/>
                                          </p:val>
                                        </p:tav>
                                        <p:tav tm="100000">
                                          <p:val>
                                            <p:fltVal val="1"/>
                                          </p:val>
                                        </p:tav>
                                      </p:tavLst>
                                    </p:anim>
                                    <p:anim calcmode="lin" valueType="num">
                                      <p:cBhvr>
                                        <p:cTn id="46" dur="5000" fill="hold"/>
                                        <p:tgtEl>
                                          <p:spTgt spid="143"/>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500"/>
                                  </p:stCondLst>
                                  <p:childTnLst>
                                    <p:set>
                                      <p:cBhvr>
                                        <p:cTn id="48" dur="1" fill="hold">
                                          <p:stCondLst>
                                            <p:cond delay="0"/>
                                          </p:stCondLst>
                                        </p:cTn>
                                        <p:tgtEl>
                                          <p:spTgt spid="157"/>
                                        </p:tgtEl>
                                        <p:attrNameLst>
                                          <p:attrName>style.visibility</p:attrName>
                                        </p:attrNameLst>
                                      </p:cBhvr>
                                      <p:to>
                                        <p:strVal val="visible"/>
                                      </p:to>
                                    </p:set>
                                    <p:animEffect transition="in" filter="slide(fromBottom)">
                                      <p:cBhvr>
                                        <p:cTn id="49" dur="5000"/>
                                        <p:tgtEl>
                                          <p:spTgt spid="157"/>
                                        </p:tgtEl>
                                      </p:cBhvr>
                                    </p:animEffect>
                                  </p:childTnLst>
                                </p:cTn>
                              </p:par>
                              <p:par>
                                <p:cTn id="50" presetID="19" presetClass="entr" presetSubtype="10" fill="hold" grpId="0" nodeType="withEffect">
                                  <p:stCondLst>
                                    <p:cond delay="500"/>
                                  </p:stCondLst>
                                  <p:childTnLst>
                                    <p:set>
                                      <p:cBhvr>
                                        <p:cTn id="51" dur="1" fill="hold">
                                          <p:stCondLst>
                                            <p:cond delay="0"/>
                                          </p:stCondLst>
                                        </p:cTn>
                                        <p:tgtEl>
                                          <p:spTgt spid="158"/>
                                        </p:tgtEl>
                                        <p:attrNameLst>
                                          <p:attrName>style.visibility</p:attrName>
                                        </p:attrNameLst>
                                      </p:cBhvr>
                                      <p:to>
                                        <p:strVal val="visible"/>
                                      </p:to>
                                    </p:set>
                                    <p:anim calcmode="lin" valueType="num">
                                      <p:cBhvr>
                                        <p:cTn id="52" dur="5000" fill="hold"/>
                                        <p:tgtEl>
                                          <p:spTgt spid="158"/>
                                        </p:tgtEl>
                                        <p:attrNameLst>
                                          <p:attrName>ppt_w</p:attrName>
                                        </p:attrNameLst>
                                      </p:cBhvr>
                                      <p:tavLst>
                                        <p:tav tm="0" fmla="#ppt_w*sin(2.5*pi*$)">
                                          <p:val>
                                            <p:fltVal val="0"/>
                                          </p:val>
                                        </p:tav>
                                        <p:tav tm="100000">
                                          <p:val>
                                            <p:fltVal val="1"/>
                                          </p:val>
                                        </p:tav>
                                      </p:tavLst>
                                    </p:anim>
                                    <p:anim calcmode="lin" valueType="num">
                                      <p:cBhvr>
                                        <p:cTn id="53" dur="5000" fill="hold"/>
                                        <p:tgtEl>
                                          <p:spTgt spid="158"/>
                                        </p:tgtEl>
                                        <p:attrNameLst>
                                          <p:attrName>ppt_h</p:attrName>
                                        </p:attrNameLst>
                                      </p:cBhvr>
                                      <p:tavLst>
                                        <p:tav tm="0">
                                          <p:val>
                                            <p:strVal val="#ppt_h"/>
                                          </p:val>
                                        </p:tav>
                                        <p:tav tm="100000">
                                          <p:val>
                                            <p:strVal val="#ppt_h"/>
                                          </p:val>
                                        </p:tav>
                                      </p:tavLst>
                                    </p:anim>
                                  </p:childTnLst>
                                </p:cTn>
                              </p:par>
                              <p:par>
                                <p:cTn id="54" presetID="19" presetClass="entr" presetSubtype="10" fill="hold" grpId="0" nodeType="withEffect">
                                  <p:stCondLst>
                                    <p:cond delay="500"/>
                                  </p:stCondLst>
                                  <p:childTnLst>
                                    <p:set>
                                      <p:cBhvr>
                                        <p:cTn id="55" dur="1" fill="hold">
                                          <p:stCondLst>
                                            <p:cond delay="0"/>
                                          </p:stCondLst>
                                        </p:cTn>
                                        <p:tgtEl>
                                          <p:spTgt spid="162"/>
                                        </p:tgtEl>
                                        <p:attrNameLst>
                                          <p:attrName>style.visibility</p:attrName>
                                        </p:attrNameLst>
                                      </p:cBhvr>
                                      <p:to>
                                        <p:strVal val="visible"/>
                                      </p:to>
                                    </p:set>
                                    <p:anim calcmode="lin" valueType="num">
                                      <p:cBhvr>
                                        <p:cTn id="56" dur="5000" fill="hold"/>
                                        <p:tgtEl>
                                          <p:spTgt spid="162"/>
                                        </p:tgtEl>
                                        <p:attrNameLst>
                                          <p:attrName>ppt_w</p:attrName>
                                        </p:attrNameLst>
                                      </p:cBhvr>
                                      <p:tavLst>
                                        <p:tav tm="0" fmla="#ppt_w*sin(2.5*pi*$)">
                                          <p:val>
                                            <p:fltVal val="0"/>
                                          </p:val>
                                        </p:tav>
                                        <p:tav tm="100000">
                                          <p:val>
                                            <p:fltVal val="1"/>
                                          </p:val>
                                        </p:tav>
                                      </p:tavLst>
                                    </p:anim>
                                    <p:anim calcmode="lin" valueType="num">
                                      <p:cBhvr>
                                        <p:cTn id="57"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par>
                          <p:cTn id="58" fill="hold">
                            <p:stCondLst>
                              <p:cond delay="10500"/>
                            </p:stCondLst>
                            <p:childTnLst>
                              <p:par>
                                <p:cTn id="59" presetID="15" presetClass="entr" presetSubtype="0" fill="hold" grpId="0" nodeType="afterEffect">
                                  <p:stCondLst>
                                    <p:cond delay="0"/>
                                  </p:stCondLst>
                                  <p:childTnLst>
                                    <p:set>
                                      <p:cBhvr>
                                        <p:cTn id="60" dur="1" fill="hold">
                                          <p:stCondLst>
                                            <p:cond delay="0"/>
                                          </p:stCondLst>
                                        </p:cTn>
                                        <p:tgtEl>
                                          <p:spTgt spid="161"/>
                                        </p:tgtEl>
                                        <p:attrNameLst>
                                          <p:attrName>style.visibility</p:attrName>
                                        </p:attrNameLst>
                                      </p:cBhvr>
                                      <p:to>
                                        <p:strVal val="visible"/>
                                      </p:to>
                                    </p:set>
                                    <p:anim calcmode="lin" valueType="num">
                                      <p:cBhvr>
                                        <p:cTn id="61" dur="2000" fill="hold"/>
                                        <p:tgtEl>
                                          <p:spTgt spid="161"/>
                                        </p:tgtEl>
                                        <p:attrNameLst>
                                          <p:attrName>ppt_w</p:attrName>
                                        </p:attrNameLst>
                                      </p:cBhvr>
                                      <p:tavLst>
                                        <p:tav tm="0">
                                          <p:val>
                                            <p:fltVal val="0"/>
                                          </p:val>
                                        </p:tav>
                                        <p:tav tm="100000">
                                          <p:val>
                                            <p:strVal val="#ppt_w"/>
                                          </p:val>
                                        </p:tav>
                                      </p:tavLst>
                                    </p:anim>
                                    <p:anim calcmode="lin" valueType="num">
                                      <p:cBhvr>
                                        <p:cTn id="62" dur="2000" fill="hold"/>
                                        <p:tgtEl>
                                          <p:spTgt spid="161"/>
                                        </p:tgtEl>
                                        <p:attrNameLst>
                                          <p:attrName>ppt_h</p:attrName>
                                        </p:attrNameLst>
                                      </p:cBhvr>
                                      <p:tavLst>
                                        <p:tav tm="0">
                                          <p:val>
                                            <p:fltVal val="0"/>
                                          </p:val>
                                        </p:tav>
                                        <p:tav tm="100000">
                                          <p:val>
                                            <p:strVal val="#ppt_h"/>
                                          </p:val>
                                        </p:tav>
                                      </p:tavLst>
                                    </p:anim>
                                    <p:anim calcmode="lin" valueType="num">
                                      <p:cBhvr>
                                        <p:cTn id="63" dur="2000" fill="hold"/>
                                        <p:tgtEl>
                                          <p:spTgt spid="161"/>
                                        </p:tgtEl>
                                        <p:attrNameLst>
                                          <p:attrName>ppt_x</p:attrName>
                                        </p:attrNameLst>
                                      </p:cBhvr>
                                      <p:tavLst>
                                        <p:tav tm="0" fmla="#ppt_x+(cos(-2*pi*(1-$))*-#ppt_x-sin(-2*pi*(1-$))*(1-#ppt_y))*(1-$)">
                                          <p:val>
                                            <p:fltVal val="0"/>
                                          </p:val>
                                        </p:tav>
                                        <p:tav tm="100000">
                                          <p:val>
                                            <p:fltVal val="1"/>
                                          </p:val>
                                        </p:tav>
                                      </p:tavLst>
                                    </p:anim>
                                    <p:anim calcmode="lin" valueType="num">
                                      <p:cBhvr>
                                        <p:cTn id="64" dur="2000" fill="hold"/>
                                        <p:tgtEl>
                                          <p:spTgt spid="16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9"/>
                                            </p:cond>
                                          </p:stCondLst>
                                          <p:endCondLst>
                                            <p:cond evt="onStopAudio" delay="0">
                                              <p:tgtEl>
                                                <p:sldTgt/>
                                              </p:tgtEl>
                                            </p:cond>
                                          </p:endCondLst>
                                        </p:cTn>
                                        <p:tgtEl>
                                          <p:sndTgt r:embed="rId4" name="CHIMES.WAV"/>
                                        </p:tgtEl>
                                      </p:cMediaNode>
                                    </p:audio>
                                  </p:subTnLst>
                                </p:cTn>
                              </p:par>
                            </p:childTnLst>
                          </p:cTn>
                        </p:par>
                        <p:par>
                          <p:cTn id="65" fill="hold">
                            <p:stCondLst>
                              <p:cond delay="12500"/>
                            </p:stCondLst>
                            <p:childTnLst>
                              <p:par>
                                <p:cTn id="66" presetID="19" presetClass="entr" presetSubtype="10" fill="hold" grpId="0" nodeType="afterEffect">
                                  <p:stCondLst>
                                    <p:cond delay="0"/>
                                  </p:stCondLst>
                                  <p:childTnLst>
                                    <p:set>
                                      <p:cBhvr>
                                        <p:cTn id="67" dur="1" fill="hold">
                                          <p:stCondLst>
                                            <p:cond delay="0"/>
                                          </p:stCondLst>
                                        </p:cTn>
                                        <p:tgtEl>
                                          <p:spTgt spid="145"/>
                                        </p:tgtEl>
                                        <p:attrNameLst>
                                          <p:attrName>style.visibility</p:attrName>
                                        </p:attrNameLst>
                                      </p:cBhvr>
                                      <p:to>
                                        <p:strVal val="visible"/>
                                      </p:to>
                                    </p:set>
                                    <p:anim calcmode="lin" valueType="num">
                                      <p:cBhvr>
                                        <p:cTn id="68" dur="5000" fill="hold"/>
                                        <p:tgtEl>
                                          <p:spTgt spid="145"/>
                                        </p:tgtEl>
                                        <p:attrNameLst>
                                          <p:attrName>ppt_w</p:attrName>
                                        </p:attrNameLst>
                                      </p:cBhvr>
                                      <p:tavLst>
                                        <p:tav tm="0" fmla="#ppt_w*sin(2.5*pi*$)">
                                          <p:val>
                                            <p:fltVal val="0"/>
                                          </p:val>
                                        </p:tav>
                                        <p:tav tm="100000">
                                          <p:val>
                                            <p:fltVal val="1"/>
                                          </p:val>
                                        </p:tav>
                                      </p:tavLst>
                                    </p:anim>
                                    <p:anim calcmode="lin" valueType="num">
                                      <p:cBhvr>
                                        <p:cTn id="69"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22" presetClass="entr" presetSubtype="4" fill="hold" grpId="0" nodeType="withEffect">
                                  <p:stCondLst>
                                    <p:cond delay="0"/>
                                  </p:stCondLst>
                                  <p:childTnLst>
                                    <p:set>
                                      <p:cBhvr>
                                        <p:cTn id="71" dur="1" fill="hold">
                                          <p:stCondLst>
                                            <p:cond delay="0"/>
                                          </p:stCondLst>
                                        </p:cTn>
                                        <p:tgtEl>
                                          <p:spTgt spid="160"/>
                                        </p:tgtEl>
                                        <p:attrNameLst>
                                          <p:attrName>style.visibility</p:attrName>
                                        </p:attrNameLst>
                                      </p:cBhvr>
                                      <p:to>
                                        <p:strVal val="visible"/>
                                      </p:to>
                                    </p:set>
                                    <p:animEffect transition="in" filter="wipe(down)">
                                      <p:cBhvr>
                                        <p:cTn id="72" dur="5000"/>
                                        <p:tgtEl>
                                          <p:spTgt spid="160"/>
                                        </p:tgtEl>
                                      </p:cBhvr>
                                    </p:animEffect>
                                  </p:childTnLst>
                                </p:cTn>
                              </p:par>
                            </p:childTnLst>
                          </p:cTn>
                        </p:par>
                        <p:par>
                          <p:cTn id="73" fill="hold">
                            <p:stCondLst>
                              <p:cond delay="17500"/>
                            </p:stCondLst>
                            <p:childTnLst>
                              <p:par>
                                <p:cTn id="74" presetID="15" presetClass="entr" presetSubtype="0" fill="hold" grpId="0" nodeType="afterEffect">
                                  <p:stCondLst>
                                    <p:cond delay="0"/>
                                  </p:stCondLst>
                                  <p:childTnLst>
                                    <p:set>
                                      <p:cBhvr>
                                        <p:cTn id="75" dur="1" fill="hold">
                                          <p:stCondLst>
                                            <p:cond delay="0"/>
                                          </p:stCondLst>
                                        </p:cTn>
                                        <p:tgtEl>
                                          <p:spTgt spid="156"/>
                                        </p:tgtEl>
                                        <p:attrNameLst>
                                          <p:attrName>style.visibility</p:attrName>
                                        </p:attrNameLst>
                                      </p:cBhvr>
                                      <p:to>
                                        <p:strVal val="visible"/>
                                      </p:to>
                                    </p:set>
                                    <p:anim calcmode="lin" valueType="num">
                                      <p:cBhvr>
                                        <p:cTn id="76" dur="2000" fill="hold"/>
                                        <p:tgtEl>
                                          <p:spTgt spid="156"/>
                                        </p:tgtEl>
                                        <p:attrNameLst>
                                          <p:attrName>ppt_w</p:attrName>
                                        </p:attrNameLst>
                                      </p:cBhvr>
                                      <p:tavLst>
                                        <p:tav tm="0">
                                          <p:val>
                                            <p:fltVal val="0"/>
                                          </p:val>
                                        </p:tav>
                                        <p:tav tm="100000">
                                          <p:val>
                                            <p:strVal val="#ppt_w"/>
                                          </p:val>
                                        </p:tav>
                                      </p:tavLst>
                                    </p:anim>
                                    <p:anim calcmode="lin" valueType="num">
                                      <p:cBhvr>
                                        <p:cTn id="77" dur="2000" fill="hold"/>
                                        <p:tgtEl>
                                          <p:spTgt spid="156"/>
                                        </p:tgtEl>
                                        <p:attrNameLst>
                                          <p:attrName>ppt_h</p:attrName>
                                        </p:attrNameLst>
                                      </p:cBhvr>
                                      <p:tavLst>
                                        <p:tav tm="0">
                                          <p:val>
                                            <p:fltVal val="0"/>
                                          </p:val>
                                        </p:tav>
                                        <p:tav tm="100000">
                                          <p:val>
                                            <p:strVal val="#ppt_h"/>
                                          </p:val>
                                        </p:tav>
                                      </p:tavLst>
                                    </p:anim>
                                    <p:anim calcmode="lin" valueType="num">
                                      <p:cBhvr>
                                        <p:cTn id="78" dur="2000" fill="hold"/>
                                        <p:tgtEl>
                                          <p:spTgt spid="156"/>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childTnLst>
                          </p:cTn>
                        </p:par>
                        <p:par>
                          <p:cTn id="80" fill="hold">
                            <p:stCondLst>
                              <p:cond delay="19500"/>
                            </p:stCondLst>
                            <p:childTnLst>
                              <p:par>
                                <p:cTn id="81" presetID="19" presetClass="entr" presetSubtype="10" fill="hold" grpId="0" nodeType="afterEffect">
                                  <p:stCondLst>
                                    <p:cond delay="0"/>
                                  </p:stCondLst>
                                  <p:childTnLst>
                                    <p:set>
                                      <p:cBhvr>
                                        <p:cTn id="82" dur="1" fill="hold">
                                          <p:stCondLst>
                                            <p:cond delay="0"/>
                                          </p:stCondLst>
                                        </p:cTn>
                                        <p:tgtEl>
                                          <p:spTgt spid="151"/>
                                        </p:tgtEl>
                                        <p:attrNameLst>
                                          <p:attrName>style.visibility</p:attrName>
                                        </p:attrNameLst>
                                      </p:cBhvr>
                                      <p:to>
                                        <p:strVal val="visible"/>
                                      </p:to>
                                    </p:set>
                                    <p:anim calcmode="lin" valueType="num">
                                      <p:cBhvr>
                                        <p:cTn id="83" dur="5000" fill="hold"/>
                                        <p:tgtEl>
                                          <p:spTgt spid="151"/>
                                        </p:tgtEl>
                                        <p:attrNameLst>
                                          <p:attrName>ppt_w</p:attrName>
                                        </p:attrNameLst>
                                      </p:cBhvr>
                                      <p:tavLst>
                                        <p:tav tm="0" fmla="#ppt_w*sin(2.5*pi*$)">
                                          <p:val>
                                            <p:fltVal val="0"/>
                                          </p:val>
                                        </p:tav>
                                        <p:tav tm="100000">
                                          <p:val>
                                            <p:fltVal val="1"/>
                                          </p:val>
                                        </p:tav>
                                      </p:tavLst>
                                    </p:anim>
                                    <p:anim calcmode="lin" valueType="num">
                                      <p:cBhvr>
                                        <p:cTn id="8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1"/>
                                            </p:cond>
                                          </p:stCondLst>
                                          <p:endCondLst>
                                            <p:cond evt="onStopAudio" delay="0">
                                              <p:tgtEl>
                                                <p:sldTgt/>
                                              </p:tgtEl>
                                            </p:cond>
                                          </p:endCondLst>
                                        </p:cTn>
                                        <p:tgtEl>
                                          <p:sndTgt r:embed="rId4" name="CHIMES.WAV"/>
                                        </p:tgtEl>
                                      </p:cMediaNode>
                                    </p:audio>
                                  </p:subTnLst>
                                </p:cTn>
                              </p:par>
                              <p:par>
                                <p:cTn id="85" presetID="22" presetClass="entr" presetSubtype="1" fill="hold" grpId="0" nodeType="withEffect">
                                  <p:stCondLst>
                                    <p:cond delay="0"/>
                                  </p:stCondLst>
                                  <p:childTnLst>
                                    <p:set>
                                      <p:cBhvr>
                                        <p:cTn id="86" dur="1" fill="hold">
                                          <p:stCondLst>
                                            <p:cond delay="0"/>
                                          </p:stCondLst>
                                        </p:cTn>
                                        <p:tgtEl>
                                          <p:spTgt spid="150"/>
                                        </p:tgtEl>
                                        <p:attrNameLst>
                                          <p:attrName>style.visibility</p:attrName>
                                        </p:attrNameLst>
                                      </p:cBhvr>
                                      <p:to>
                                        <p:strVal val="visible"/>
                                      </p:to>
                                    </p:set>
                                    <p:animEffect transition="in" filter="wipe(up)">
                                      <p:cBhvr>
                                        <p:cTn id="87" dur="5000"/>
                                        <p:tgtEl>
                                          <p:spTgt spid="150"/>
                                        </p:tgtEl>
                                      </p:cBhvr>
                                    </p:animEffect>
                                  </p:childTnLst>
                                </p:cTn>
                              </p:par>
                            </p:childTnLst>
                          </p:cTn>
                        </p:par>
                        <p:par>
                          <p:cTn id="88" fill="hold">
                            <p:stCondLst>
                              <p:cond delay="24500"/>
                            </p:stCondLst>
                            <p:childTnLst>
                              <p:par>
                                <p:cTn id="89" presetID="18" presetClass="entr" presetSubtype="6" fill="hold" grpId="0" nodeType="afterEffect">
                                  <p:stCondLst>
                                    <p:cond delay="0"/>
                                  </p:stCondLst>
                                  <p:childTnLst>
                                    <p:set>
                                      <p:cBhvr>
                                        <p:cTn id="90" dur="1" fill="hold">
                                          <p:stCondLst>
                                            <p:cond delay="0"/>
                                          </p:stCondLst>
                                        </p:cTn>
                                        <p:tgtEl>
                                          <p:spTgt spid="155"/>
                                        </p:tgtEl>
                                        <p:attrNameLst>
                                          <p:attrName>style.visibility</p:attrName>
                                        </p:attrNameLst>
                                      </p:cBhvr>
                                      <p:to>
                                        <p:strVal val="visible"/>
                                      </p:to>
                                    </p:set>
                                    <p:animEffect transition="in" filter="strips(downRight)">
                                      <p:cBhvr>
                                        <p:cTn id="91" dur="5000"/>
                                        <p:tgtEl>
                                          <p:spTgt spid="155"/>
                                        </p:tgtEl>
                                      </p:cBhvr>
                                    </p:animEffect>
                                  </p:childTnLst>
                                </p:cTn>
                              </p:par>
                            </p:childTnLst>
                          </p:cTn>
                        </p:par>
                        <p:par>
                          <p:cTn id="92" fill="hold">
                            <p:stCondLst>
                              <p:cond delay="29500"/>
                            </p:stCondLst>
                            <p:childTnLst>
                              <p:par>
                                <p:cTn id="93" presetID="22" presetClass="entr" presetSubtype="8" fill="hold" grpId="0" nodeType="afterEffect">
                                  <p:stCondLst>
                                    <p:cond delay="0"/>
                                  </p:stCondLst>
                                  <p:childTnLst>
                                    <p:set>
                                      <p:cBhvr>
                                        <p:cTn id="94" dur="1" fill="hold">
                                          <p:stCondLst>
                                            <p:cond delay="0"/>
                                          </p:stCondLst>
                                        </p:cTn>
                                        <p:tgtEl>
                                          <p:spTgt spid="144"/>
                                        </p:tgtEl>
                                        <p:attrNameLst>
                                          <p:attrName>style.visibility</p:attrName>
                                        </p:attrNameLst>
                                      </p:cBhvr>
                                      <p:to>
                                        <p:strVal val="visible"/>
                                      </p:to>
                                    </p:set>
                                    <p:animEffect transition="in" filter="wipe(left)">
                                      <p:cBhvr>
                                        <p:cTn id="95" dur="5000"/>
                                        <p:tgtEl>
                                          <p:spTgt spid="144"/>
                                        </p:tgtEl>
                                      </p:cBhvr>
                                    </p:animEffect>
                                  </p:childTnLst>
                                </p:cTn>
                              </p:par>
                            </p:childTnLst>
                          </p:cTn>
                        </p:par>
                        <p:par>
                          <p:cTn id="96" fill="hold">
                            <p:stCondLst>
                              <p:cond delay="34500"/>
                            </p:stCondLst>
                            <p:childTnLst>
                              <p:par>
                                <p:cTn id="97" presetID="15" presetClass="entr" presetSubtype="0" fill="hold" nodeType="afterEffect">
                                  <p:stCondLst>
                                    <p:cond delay="0"/>
                                  </p:stCondLst>
                                  <p:childTnLst>
                                    <p:set>
                                      <p:cBhvr>
                                        <p:cTn id="98" dur="1" fill="hold">
                                          <p:stCondLst>
                                            <p:cond delay="0"/>
                                          </p:stCondLst>
                                        </p:cTn>
                                        <p:tgtEl>
                                          <p:spTgt spid="152"/>
                                        </p:tgtEl>
                                        <p:attrNameLst>
                                          <p:attrName>style.visibility</p:attrName>
                                        </p:attrNameLst>
                                      </p:cBhvr>
                                      <p:to>
                                        <p:strVal val="visible"/>
                                      </p:to>
                                    </p:set>
                                    <p:anim calcmode="lin" valueType="num">
                                      <p:cBhvr>
                                        <p:cTn id="99" dur="3000" fill="hold"/>
                                        <p:tgtEl>
                                          <p:spTgt spid="152"/>
                                        </p:tgtEl>
                                        <p:attrNameLst>
                                          <p:attrName>ppt_w</p:attrName>
                                        </p:attrNameLst>
                                      </p:cBhvr>
                                      <p:tavLst>
                                        <p:tav tm="0">
                                          <p:val>
                                            <p:fltVal val="0"/>
                                          </p:val>
                                        </p:tav>
                                        <p:tav tm="100000">
                                          <p:val>
                                            <p:strVal val="#ppt_w"/>
                                          </p:val>
                                        </p:tav>
                                      </p:tavLst>
                                    </p:anim>
                                    <p:anim calcmode="lin" valueType="num">
                                      <p:cBhvr>
                                        <p:cTn id="100" dur="3000" fill="hold"/>
                                        <p:tgtEl>
                                          <p:spTgt spid="152"/>
                                        </p:tgtEl>
                                        <p:attrNameLst>
                                          <p:attrName>ppt_h</p:attrName>
                                        </p:attrNameLst>
                                      </p:cBhvr>
                                      <p:tavLst>
                                        <p:tav tm="0">
                                          <p:val>
                                            <p:fltVal val="0"/>
                                          </p:val>
                                        </p:tav>
                                        <p:tav tm="100000">
                                          <p:val>
                                            <p:strVal val="#ppt_h"/>
                                          </p:val>
                                        </p:tav>
                                      </p:tavLst>
                                    </p:anim>
                                    <p:anim calcmode="lin" valueType="num">
                                      <p:cBhvr>
                                        <p:cTn id="101" dur="3000" fill="hold"/>
                                        <p:tgtEl>
                                          <p:spTgt spid="152"/>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152"/>
                                        </p:tgtEl>
                                        <p:attrNameLst>
                                          <p:attrName>ppt_y</p:attrName>
                                        </p:attrNameLst>
                                      </p:cBhvr>
                                      <p:tavLst>
                                        <p:tav tm="0" fmla="#ppt_y+(sin(-2*pi*(1-$))*-#ppt_x+cos(-2*pi*(1-$))*(1-#ppt_y))*(1-$)">
                                          <p:val>
                                            <p:fltVal val="0"/>
                                          </p:val>
                                        </p:tav>
                                        <p:tav tm="100000">
                                          <p:val>
                                            <p:fltVal val="1"/>
                                          </p:val>
                                        </p:tav>
                                      </p:tavLst>
                                    </p:anim>
                                  </p:childTnLst>
                                </p:cTn>
                              </p:par>
                            </p:childTnLst>
                          </p:cTn>
                        </p:par>
                        <p:par>
                          <p:cTn id="103" fill="hold">
                            <p:stCondLst>
                              <p:cond delay="37500"/>
                            </p:stCondLst>
                            <p:childTnLst>
                              <p:par>
                                <p:cTn id="104" presetID="15" presetClass="entr" presetSubtype="0" fill="hold" nodeType="afterEffect">
                                  <p:stCondLst>
                                    <p:cond delay="0"/>
                                  </p:stCondLst>
                                  <p:childTnLst>
                                    <p:set>
                                      <p:cBhvr>
                                        <p:cTn id="105" dur="1" fill="hold">
                                          <p:stCondLst>
                                            <p:cond delay="0"/>
                                          </p:stCondLst>
                                        </p:cTn>
                                        <p:tgtEl>
                                          <p:spTgt spid="146"/>
                                        </p:tgtEl>
                                        <p:attrNameLst>
                                          <p:attrName>style.visibility</p:attrName>
                                        </p:attrNameLst>
                                      </p:cBhvr>
                                      <p:to>
                                        <p:strVal val="visible"/>
                                      </p:to>
                                    </p:set>
                                    <p:anim calcmode="lin" valueType="num">
                                      <p:cBhvr>
                                        <p:cTn id="106" dur="3000" fill="hold"/>
                                        <p:tgtEl>
                                          <p:spTgt spid="146"/>
                                        </p:tgtEl>
                                        <p:attrNameLst>
                                          <p:attrName>ppt_w</p:attrName>
                                        </p:attrNameLst>
                                      </p:cBhvr>
                                      <p:tavLst>
                                        <p:tav tm="0">
                                          <p:val>
                                            <p:fltVal val="0"/>
                                          </p:val>
                                        </p:tav>
                                        <p:tav tm="100000">
                                          <p:val>
                                            <p:strVal val="#ppt_w"/>
                                          </p:val>
                                        </p:tav>
                                      </p:tavLst>
                                    </p:anim>
                                    <p:anim calcmode="lin" valueType="num">
                                      <p:cBhvr>
                                        <p:cTn id="107" dur="3000" fill="hold"/>
                                        <p:tgtEl>
                                          <p:spTgt spid="146"/>
                                        </p:tgtEl>
                                        <p:attrNameLst>
                                          <p:attrName>ppt_h</p:attrName>
                                        </p:attrNameLst>
                                      </p:cBhvr>
                                      <p:tavLst>
                                        <p:tav tm="0">
                                          <p:val>
                                            <p:fltVal val="0"/>
                                          </p:val>
                                        </p:tav>
                                        <p:tav tm="100000">
                                          <p:val>
                                            <p:strVal val="#ppt_h"/>
                                          </p:val>
                                        </p:tav>
                                      </p:tavLst>
                                    </p:anim>
                                    <p:anim calcmode="lin" valueType="num">
                                      <p:cBhvr>
                                        <p:cTn id="108" dur="3000" fill="hold"/>
                                        <p:tgtEl>
                                          <p:spTgt spid="146"/>
                                        </p:tgtEl>
                                        <p:attrNameLst>
                                          <p:attrName>ppt_x</p:attrName>
                                        </p:attrNameLst>
                                      </p:cBhvr>
                                      <p:tavLst>
                                        <p:tav tm="0" fmla="#ppt_x+(cos(-2*pi*(1-$))*-#ppt_x-sin(-2*pi*(1-$))*(1-#ppt_y))*(1-$)">
                                          <p:val>
                                            <p:fltVal val="0"/>
                                          </p:val>
                                        </p:tav>
                                        <p:tav tm="100000">
                                          <p:val>
                                            <p:fltVal val="1"/>
                                          </p:val>
                                        </p:tav>
                                      </p:tavLst>
                                    </p:anim>
                                    <p:anim calcmode="lin" valueType="num">
                                      <p:cBhvr>
                                        <p:cTn id="109" dur="3000" fill="hold"/>
                                        <p:tgtEl>
                                          <p:spTgt spid="14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10" fill="hold">
                            <p:stCondLst>
                              <p:cond delay="40500"/>
                            </p:stCondLst>
                            <p:childTnLst>
                              <p:par>
                                <p:cTn id="111" presetID="22" presetClass="entr" presetSubtype="8" fill="hold" grpId="0" nodeType="afterEffect">
                                  <p:stCondLst>
                                    <p:cond delay="0"/>
                                  </p:stCondLst>
                                  <p:childTnLst>
                                    <p:set>
                                      <p:cBhvr>
                                        <p:cTn id="112" dur="1" fill="hold">
                                          <p:stCondLst>
                                            <p:cond delay="0"/>
                                          </p:stCondLst>
                                        </p:cTn>
                                        <p:tgtEl>
                                          <p:spTgt spid="149"/>
                                        </p:tgtEl>
                                        <p:attrNameLst>
                                          <p:attrName>style.visibility</p:attrName>
                                        </p:attrNameLst>
                                      </p:cBhvr>
                                      <p:to>
                                        <p:strVal val="visible"/>
                                      </p:to>
                                    </p:set>
                                    <p:animEffect transition="in" filter="wipe(left)">
                                      <p:cBhvr>
                                        <p:cTn id="113" dur="5000"/>
                                        <p:tgtEl>
                                          <p:spTgt spid="149"/>
                                        </p:tgtEl>
                                      </p:cBhvr>
                                    </p:animEffect>
                                  </p:childTnLst>
                                  <p:subTnLst>
                                    <p:audio>
                                      <p:cMediaNode>
                                        <p:cTn display="0" masterRel="sameClick">
                                          <p:stCondLst>
                                            <p:cond evt="begin" delay="0">
                                              <p:tn val="111"/>
                                            </p:cond>
                                          </p:stCondLst>
                                          <p:endCondLst>
                                            <p:cond evt="onStopAudio" delay="0">
                                              <p:tgtEl>
                                                <p:sldTgt/>
                                              </p:tgtEl>
                                            </p:cond>
                                          </p:endCondLst>
                                        </p:cTn>
                                        <p:tgtEl>
                                          <p:sndTgt r:embed="rId4" name="CHIMES.WAV"/>
                                        </p:tgtEl>
                                      </p:cMediaNode>
                                    </p:audio>
                                  </p:sub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116"/>
                                        </p:tgtEl>
                                        <p:attrNameLst>
                                          <p:attrName>style.visibility</p:attrName>
                                        </p:attrNameLst>
                                      </p:cBhvr>
                                      <p:to>
                                        <p:strVal val="visible"/>
                                      </p:to>
                                    </p:set>
                                    <p:animEffect transition="in" filter="wipe(left)">
                                      <p:cBhvr>
                                        <p:cTn id="118" dur="5000"/>
                                        <p:tgtEl>
                                          <p:spTgt spid="116"/>
                                        </p:tgtEl>
                                      </p:cBhvr>
                                    </p:animEffect>
                                  </p:childTnLst>
                                </p:cTn>
                              </p:par>
                            </p:childTnLst>
                          </p:cTn>
                        </p:par>
                        <p:par>
                          <p:cTn id="119" fill="hold">
                            <p:stCondLst>
                              <p:cond delay="5000"/>
                            </p:stCondLst>
                            <p:childTnLst>
                              <p:par>
                                <p:cTn id="120" presetID="12" presetClass="entr" presetSubtype="8" fill="hold" grpId="0" nodeType="afterEffect">
                                  <p:stCondLst>
                                    <p:cond delay="0"/>
                                  </p:stCondLst>
                                  <p:childTnLst>
                                    <p:set>
                                      <p:cBhvr>
                                        <p:cTn id="121" dur="1" fill="hold">
                                          <p:stCondLst>
                                            <p:cond delay="0"/>
                                          </p:stCondLst>
                                        </p:cTn>
                                        <p:tgtEl>
                                          <p:spTgt spid="114"/>
                                        </p:tgtEl>
                                        <p:attrNameLst>
                                          <p:attrName>style.visibility</p:attrName>
                                        </p:attrNameLst>
                                      </p:cBhvr>
                                      <p:to>
                                        <p:strVal val="visible"/>
                                      </p:to>
                                    </p:set>
                                    <p:animEffect transition="in" filter="slide(fromLeft)">
                                      <p:cBhvr>
                                        <p:cTn id="122" dur="5000"/>
                                        <p:tgtEl>
                                          <p:spTgt spid="114"/>
                                        </p:tgtEl>
                                      </p:cBhvr>
                                    </p:animEffect>
                                  </p:childTnLst>
                                </p:cTn>
                              </p:par>
                              <p:par>
                                <p:cTn id="123" presetID="19" presetClass="entr" presetSubtype="10" fill="hold" grpId="0" nodeType="withEffect">
                                  <p:stCondLst>
                                    <p:cond delay="500"/>
                                  </p:stCondLst>
                                  <p:childTnLst>
                                    <p:set>
                                      <p:cBhvr>
                                        <p:cTn id="124" dur="1" fill="hold">
                                          <p:stCondLst>
                                            <p:cond delay="0"/>
                                          </p:stCondLst>
                                        </p:cTn>
                                        <p:tgtEl>
                                          <p:spTgt spid="70"/>
                                        </p:tgtEl>
                                        <p:attrNameLst>
                                          <p:attrName>style.visibility</p:attrName>
                                        </p:attrNameLst>
                                      </p:cBhvr>
                                      <p:to>
                                        <p:strVal val="visible"/>
                                      </p:to>
                                    </p:set>
                                    <p:anim calcmode="lin" valueType="num">
                                      <p:cBhvr>
                                        <p:cTn id="125" dur="5000" fill="hold"/>
                                        <p:tgtEl>
                                          <p:spTgt spid="70"/>
                                        </p:tgtEl>
                                        <p:attrNameLst>
                                          <p:attrName>ppt_w</p:attrName>
                                        </p:attrNameLst>
                                      </p:cBhvr>
                                      <p:tavLst>
                                        <p:tav tm="0" fmla="#ppt_w*sin(2.5*pi*$)">
                                          <p:val>
                                            <p:fltVal val="0"/>
                                          </p:val>
                                        </p:tav>
                                        <p:tav tm="100000">
                                          <p:val>
                                            <p:fltVal val="1"/>
                                          </p:val>
                                        </p:tav>
                                      </p:tavLst>
                                    </p:anim>
                                    <p:anim calcmode="lin" valueType="num">
                                      <p:cBhvr>
                                        <p:cTn id="126" dur="5000" fill="hold"/>
                                        <p:tgtEl>
                                          <p:spTgt spid="70"/>
                                        </p:tgtEl>
                                        <p:attrNameLst>
                                          <p:attrName>ppt_h</p:attrName>
                                        </p:attrNameLst>
                                      </p:cBhvr>
                                      <p:tavLst>
                                        <p:tav tm="0">
                                          <p:val>
                                            <p:strVal val="#ppt_h"/>
                                          </p:val>
                                        </p:tav>
                                        <p:tav tm="100000">
                                          <p:val>
                                            <p:strVal val="#ppt_h"/>
                                          </p:val>
                                        </p:tav>
                                      </p:tavLst>
                                    </p:anim>
                                  </p:childTnLst>
                                </p:cTn>
                              </p:par>
                              <p:par>
                                <p:cTn id="127" presetID="12" presetClass="entr" presetSubtype="4" fill="hold" grpId="0" nodeType="withEffect">
                                  <p:stCondLst>
                                    <p:cond delay="500"/>
                                  </p:stCondLst>
                                  <p:childTnLst>
                                    <p:set>
                                      <p:cBhvr>
                                        <p:cTn id="128" dur="1" fill="hold">
                                          <p:stCondLst>
                                            <p:cond delay="0"/>
                                          </p:stCondLst>
                                        </p:cTn>
                                        <p:tgtEl>
                                          <p:spTgt spid="71"/>
                                        </p:tgtEl>
                                        <p:attrNameLst>
                                          <p:attrName>style.visibility</p:attrName>
                                        </p:attrNameLst>
                                      </p:cBhvr>
                                      <p:to>
                                        <p:strVal val="visible"/>
                                      </p:to>
                                    </p:set>
                                    <p:animEffect transition="in" filter="slide(fromBottom)">
                                      <p:cBhvr>
                                        <p:cTn id="129" dur="5000"/>
                                        <p:tgtEl>
                                          <p:spTgt spid="71"/>
                                        </p:tgtEl>
                                      </p:cBhvr>
                                    </p:animEffect>
                                  </p:childTnLst>
                                </p:cTn>
                              </p:par>
                              <p:par>
                                <p:cTn id="130" presetID="19" presetClass="entr" presetSubtype="10" fill="hold" grpId="0" nodeType="withEffect">
                                  <p:stCondLst>
                                    <p:cond delay="500"/>
                                  </p:stCondLst>
                                  <p:childTnLst>
                                    <p:set>
                                      <p:cBhvr>
                                        <p:cTn id="131" dur="1" fill="hold">
                                          <p:stCondLst>
                                            <p:cond delay="0"/>
                                          </p:stCondLst>
                                        </p:cTn>
                                        <p:tgtEl>
                                          <p:spTgt spid="72"/>
                                        </p:tgtEl>
                                        <p:attrNameLst>
                                          <p:attrName>style.visibility</p:attrName>
                                        </p:attrNameLst>
                                      </p:cBhvr>
                                      <p:to>
                                        <p:strVal val="visible"/>
                                      </p:to>
                                    </p:set>
                                    <p:anim calcmode="lin" valueType="num">
                                      <p:cBhvr>
                                        <p:cTn id="132" dur="5000" fill="hold"/>
                                        <p:tgtEl>
                                          <p:spTgt spid="72"/>
                                        </p:tgtEl>
                                        <p:attrNameLst>
                                          <p:attrName>ppt_w</p:attrName>
                                        </p:attrNameLst>
                                      </p:cBhvr>
                                      <p:tavLst>
                                        <p:tav tm="0" fmla="#ppt_w*sin(2.5*pi*$)">
                                          <p:val>
                                            <p:fltVal val="0"/>
                                          </p:val>
                                        </p:tav>
                                        <p:tav tm="100000">
                                          <p:val>
                                            <p:fltVal val="1"/>
                                          </p:val>
                                        </p:tav>
                                      </p:tavLst>
                                    </p:anim>
                                    <p:anim calcmode="lin" valueType="num">
                                      <p:cBhvr>
                                        <p:cTn id="133" dur="5000" fill="hold"/>
                                        <p:tgtEl>
                                          <p:spTgt spid="72"/>
                                        </p:tgtEl>
                                        <p:attrNameLst>
                                          <p:attrName>ppt_h</p:attrName>
                                        </p:attrNameLst>
                                      </p:cBhvr>
                                      <p:tavLst>
                                        <p:tav tm="0">
                                          <p:val>
                                            <p:strVal val="#ppt_h"/>
                                          </p:val>
                                        </p:tav>
                                        <p:tav tm="100000">
                                          <p:val>
                                            <p:strVal val="#ppt_h"/>
                                          </p:val>
                                        </p:tav>
                                      </p:tavLst>
                                    </p:anim>
                                  </p:childTnLst>
                                </p:cTn>
                              </p:par>
                              <p:par>
                                <p:cTn id="134" presetID="19" presetClass="entr" presetSubtype="10" fill="hold" grpId="0" nodeType="withEffect">
                                  <p:stCondLst>
                                    <p:cond delay="500"/>
                                  </p:stCondLst>
                                  <p:childTnLst>
                                    <p:set>
                                      <p:cBhvr>
                                        <p:cTn id="135" dur="1" fill="hold">
                                          <p:stCondLst>
                                            <p:cond delay="0"/>
                                          </p:stCondLst>
                                        </p:cTn>
                                        <p:tgtEl>
                                          <p:spTgt spid="73"/>
                                        </p:tgtEl>
                                        <p:attrNameLst>
                                          <p:attrName>style.visibility</p:attrName>
                                        </p:attrNameLst>
                                      </p:cBhvr>
                                      <p:to>
                                        <p:strVal val="visible"/>
                                      </p:to>
                                    </p:set>
                                    <p:anim calcmode="lin" valueType="num">
                                      <p:cBhvr>
                                        <p:cTn id="136" dur="5000" fill="hold"/>
                                        <p:tgtEl>
                                          <p:spTgt spid="73"/>
                                        </p:tgtEl>
                                        <p:attrNameLst>
                                          <p:attrName>ppt_w</p:attrName>
                                        </p:attrNameLst>
                                      </p:cBhvr>
                                      <p:tavLst>
                                        <p:tav tm="0" fmla="#ppt_w*sin(2.5*pi*$)">
                                          <p:val>
                                            <p:fltVal val="0"/>
                                          </p:val>
                                        </p:tav>
                                        <p:tav tm="100000">
                                          <p:val>
                                            <p:fltVal val="1"/>
                                          </p:val>
                                        </p:tav>
                                      </p:tavLst>
                                    </p:anim>
                                    <p:anim calcmode="lin" valueType="num">
                                      <p:cBhvr>
                                        <p:cTn id="137" dur="5000" fill="hold"/>
                                        <p:tgtEl>
                                          <p:spTgt spid="7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4"/>
                                            </p:cond>
                                          </p:stCondLst>
                                          <p:endCondLst>
                                            <p:cond evt="onStopAudio" delay="0">
                                              <p:tgtEl>
                                                <p:sldTgt/>
                                              </p:tgtEl>
                                            </p:cond>
                                          </p:endCondLst>
                                        </p:cTn>
                                        <p:tgtEl>
                                          <p:sndTgt r:embed="rId3" name="CAMERA.WAV"/>
                                        </p:tgtEl>
                                      </p:cMediaNode>
                                    </p:audio>
                                  </p:subTnLst>
                                </p:cTn>
                              </p:par>
                            </p:childTnLst>
                          </p:cTn>
                        </p:par>
                        <p:par>
                          <p:cTn id="138" fill="hold">
                            <p:stCondLst>
                              <p:cond delay="10500"/>
                            </p:stCondLst>
                            <p:childTnLst>
                              <p:par>
                                <p:cTn id="139" presetID="15" presetClass="entr" presetSubtype="0" fill="hold" grpId="0" nodeType="afterEffect">
                                  <p:stCondLst>
                                    <p:cond delay="0"/>
                                  </p:stCondLst>
                                  <p:childTnLst>
                                    <p:set>
                                      <p:cBhvr>
                                        <p:cTn id="140" dur="1" fill="hold">
                                          <p:stCondLst>
                                            <p:cond delay="0"/>
                                          </p:stCondLst>
                                        </p:cTn>
                                        <p:tgtEl>
                                          <p:spTgt spid="78"/>
                                        </p:tgtEl>
                                        <p:attrNameLst>
                                          <p:attrName>style.visibility</p:attrName>
                                        </p:attrNameLst>
                                      </p:cBhvr>
                                      <p:to>
                                        <p:strVal val="visible"/>
                                      </p:to>
                                    </p:set>
                                    <p:anim calcmode="lin" valueType="num">
                                      <p:cBhvr>
                                        <p:cTn id="141" dur="3000" fill="hold"/>
                                        <p:tgtEl>
                                          <p:spTgt spid="78"/>
                                        </p:tgtEl>
                                        <p:attrNameLst>
                                          <p:attrName>ppt_w</p:attrName>
                                        </p:attrNameLst>
                                      </p:cBhvr>
                                      <p:tavLst>
                                        <p:tav tm="0">
                                          <p:val>
                                            <p:fltVal val="0"/>
                                          </p:val>
                                        </p:tav>
                                        <p:tav tm="100000">
                                          <p:val>
                                            <p:strVal val="#ppt_w"/>
                                          </p:val>
                                        </p:tav>
                                      </p:tavLst>
                                    </p:anim>
                                    <p:anim calcmode="lin" valueType="num">
                                      <p:cBhvr>
                                        <p:cTn id="142" dur="3000" fill="hold"/>
                                        <p:tgtEl>
                                          <p:spTgt spid="78"/>
                                        </p:tgtEl>
                                        <p:attrNameLst>
                                          <p:attrName>ppt_h</p:attrName>
                                        </p:attrNameLst>
                                      </p:cBhvr>
                                      <p:tavLst>
                                        <p:tav tm="0">
                                          <p:val>
                                            <p:fltVal val="0"/>
                                          </p:val>
                                        </p:tav>
                                        <p:tav tm="100000">
                                          <p:val>
                                            <p:strVal val="#ppt_h"/>
                                          </p:val>
                                        </p:tav>
                                      </p:tavLst>
                                    </p:anim>
                                    <p:anim calcmode="lin" valueType="num">
                                      <p:cBhvr>
                                        <p:cTn id="143" dur="3000" fill="hold"/>
                                        <p:tgtEl>
                                          <p:spTgt spid="78"/>
                                        </p:tgtEl>
                                        <p:attrNameLst>
                                          <p:attrName>ppt_x</p:attrName>
                                        </p:attrNameLst>
                                      </p:cBhvr>
                                      <p:tavLst>
                                        <p:tav tm="0" fmla="#ppt_x+(cos(-2*pi*(1-$))*-#ppt_x-sin(-2*pi*(1-$))*(1-#ppt_y))*(1-$)">
                                          <p:val>
                                            <p:fltVal val="0"/>
                                          </p:val>
                                        </p:tav>
                                        <p:tav tm="100000">
                                          <p:val>
                                            <p:fltVal val="1"/>
                                          </p:val>
                                        </p:tav>
                                      </p:tavLst>
                                    </p:anim>
                                    <p:anim calcmode="lin" valueType="num">
                                      <p:cBhvr>
                                        <p:cTn id="144" dur="3000" fill="hold"/>
                                        <p:tgtEl>
                                          <p:spTgt spid="7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9"/>
                                            </p:cond>
                                          </p:stCondLst>
                                          <p:endCondLst>
                                            <p:cond evt="onStopAudio" delay="0">
                                              <p:tgtEl>
                                                <p:sldTgt/>
                                              </p:tgtEl>
                                            </p:cond>
                                          </p:endCondLst>
                                        </p:cTn>
                                        <p:tgtEl>
                                          <p:sndTgt r:embed="rId4" name="CHIMES.WAV"/>
                                        </p:tgtEl>
                                      </p:cMediaNode>
                                    </p:audio>
                                  </p:subTnLst>
                                </p:cTn>
                              </p:par>
                            </p:childTnLst>
                          </p:cTn>
                        </p:par>
                        <p:par>
                          <p:cTn id="145" fill="hold">
                            <p:stCondLst>
                              <p:cond delay="13500"/>
                            </p:stCondLst>
                            <p:childTnLst>
                              <p:par>
                                <p:cTn id="146" presetID="15" presetClass="entr" presetSubtype="0" fill="hold" grpId="0" nodeType="afterEffect">
                                  <p:stCondLst>
                                    <p:cond delay="0"/>
                                  </p:stCondLst>
                                  <p:childTnLst>
                                    <p:set>
                                      <p:cBhvr>
                                        <p:cTn id="147" dur="1" fill="hold">
                                          <p:stCondLst>
                                            <p:cond delay="0"/>
                                          </p:stCondLst>
                                        </p:cTn>
                                        <p:tgtEl>
                                          <p:spTgt spid="115"/>
                                        </p:tgtEl>
                                        <p:attrNameLst>
                                          <p:attrName>style.visibility</p:attrName>
                                        </p:attrNameLst>
                                      </p:cBhvr>
                                      <p:to>
                                        <p:strVal val="visible"/>
                                      </p:to>
                                    </p:set>
                                    <p:anim calcmode="lin" valueType="num">
                                      <p:cBhvr>
                                        <p:cTn id="148" dur="3000" fill="hold"/>
                                        <p:tgtEl>
                                          <p:spTgt spid="115"/>
                                        </p:tgtEl>
                                        <p:attrNameLst>
                                          <p:attrName>ppt_w</p:attrName>
                                        </p:attrNameLst>
                                      </p:cBhvr>
                                      <p:tavLst>
                                        <p:tav tm="0">
                                          <p:val>
                                            <p:fltVal val="0"/>
                                          </p:val>
                                        </p:tav>
                                        <p:tav tm="100000">
                                          <p:val>
                                            <p:strVal val="#ppt_w"/>
                                          </p:val>
                                        </p:tav>
                                      </p:tavLst>
                                    </p:anim>
                                    <p:anim calcmode="lin" valueType="num">
                                      <p:cBhvr>
                                        <p:cTn id="149" dur="3000" fill="hold"/>
                                        <p:tgtEl>
                                          <p:spTgt spid="115"/>
                                        </p:tgtEl>
                                        <p:attrNameLst>
                                          <p:attrName>ppt_h</p:attrName>
                                        </p:attrNameLst>
                                      </p:cBhvr>
                                      <p:tavLst>
                                        <p:tav tm="0">
                                          <p:val>
                                            <p:fltVal val="0"/>
                                          </p:val>
                                        </p:tav>
                                        <p:tav tm="100000">
                                          <p:val>
                                            <p:strVal val="#ppt_h"/>
                                          </p:val>
                                        </p:tav>
                                      </p:tavLst>
                                    </p:anim>
                                    <p:anim calcmode="lin" valueType="num">
                                      <p:cBhvr>
                                        <p:cTn id="150" dur="3000" fill="hold"/>
                                        <p:tgtEl>
                                          <p:spTgt spid="115"/>
                                        </p:tgtEl>
                                        <p:attrNameLst>
                                          <p:attrName>ppt_x</p:attrName>
                                        </p:attrNameLst>
                                      </p:cBhvr>
                                      <p:tavLst>
                                        <p:tav tm="0" fmla="#ppt_x+(cos(-2*pi*(1-$))*-#ppt_x-sin(-2*pi*(1-$))*(1-#ppt_y))*(1-$)">
                                          <p:val>
                                            <p:fltVal val="0"/>
                                          </p:val>
                                        </p:tav>
                                        <p:tav tm="100000">
                                          <p:val>
                                            <p:fltVal val="1"/>
                                          </p:val>
                                        </p:tav>
                                      </p:tavLst>
                                    </p:anim>
                                    <p:anim calcmode="lin" valueType="num">
                                      <p:cBhvr>
                                        <p:cTn id="151" dur="3000" fill="hold"/>
                                        <p:tgtEl>
                                          <p:spTgt spid="11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46"/>
                                            </p:cond>
                                          </p:stCondLst>
                                          <p:endCondLst>
                                            <p:cond evt="onStopAudio" delay="0">
                                              <p:tgtEl>
                                                <p:sldTgt/>
                                              </p:tgtEl>
                                            </p:cond>
                                          </p:endCondLst>
                                        </p:cTn>
                                        <p:tgtEl>
                                          <p:sndTgt r:embed="rId4" name="CHIMES.WAV"/>
                                        </p:tgtEl>
                                      </p:cMediaNode>
                                    </p:audio>
                                  </p:subTnLst>
                                </p:cTn>
                              </p:par>
                            </p:childTnLst>
                          </p:cTn>
                        </p:par>
                        <p:par>
                          <p:cTn id="152" fill="hold">
                            <p:stCondLst>
                              <p:cond delay="16500"/>
                            </p:stCondLst>
                            <p:childTnLst>
                              <p:par>
                                <p:cTn id="153" presetID="15" presetClass="entr" presetSubtype="0" fill="hold" grpId="0" nodeType="afterEffect">
                                  <p:stCondLst>
                                    <p:cond delay="0"/>
                                  </p:stCondLst>
                                  <p:childTnLst>
                                    <p:set>
                                      <p:cBhvr>
                                        <p:cTn id="154" dur="1" fill="hold">
                                          <p:stCondLst>
                                            <p:cond delay="0"/>
                                          </p:stCondLst>
                                        </p:cTn>
                                        <p:tgtEl>
                                          <p:spTgt spid="107"/>
                                        </p:tgtEl>
                                        <p:attrNameLst>
                                          <p:attrName>style.visibility</p:attrName>
                                        </p:attrNameLst>
                                      </p:cBhvr>
                                      <p:to>
                                        <p:strVal val="visible"/>
                                      </p:to>
                                    </p:set>
                                    <p:anim calcmode="lin" valueType="num">
                                      <p:cBhvr>
                                        <p:cTn id="155" dur="3000" fill="hold"/>
                                        <p:tgtEl>
                                          <p:spTgt spid="107"/>
                                        </p:tgtEl>
                                        <p:attrNameLst>
                                          <p:attrName>ppt_w</p:attrName>
                                        </p:attrNameLst>
                                      </p:cBhvr>
                                      <p:tavLst>
                                        <p:tav tm="0">
                                          <p:val>
                                            <p:fltVal val="0"/>
                                          </p:val>
                                        </p:tav>
                                        <p:tav tm="100000">
                                          <p:val>
                                            <p:strVal val="#ppt_w"/>
                                          </p:val>
                                        </p:tav>
                                      </p:tavLst>
                                    </p:anim>
                                    <p:anim calcmode="lin" valueType="num">
                                      <p:cBhvr>
                                        <p:cTn id="156" dur="3000" fill="hold"/>
                                        <p:tgtEl>
                                          <p:spTgt spid="107"/>
                                        </p:tgtEl>
                                        <p:attrNameLst>
                                          <p:attrName>ppt_h</p:attrName>
                                        </p:attrNameLst>
                                      </p:cBhvr>
                                      <p:tavLst>
                                        <p:tav tm="0">
                                          <p:val>
                                            <p:fltVal val="0"/>
                                          </p:val>
                                        </p:tav>
                                        <p:tav tm="100000">
                                          <p:val>
                                            <p:strVal val="#ppt_h"/>
                                          </p:val>
                                        </p:tav>
                                      </p:tavLst>
                                    </p:anim>
                                    <p:anim calcmode="lin" valueType="num">
                                      <p:cBhvr>
                                        <p:cTn id="157" dur="3000" fill="hold"/>
                                        <p:tgtEl>
                                          <p:spTgt spid="107"/>
                                        </p:tgtEl>
                                        <p:attrNameLst>
                                          <p:attrName>ppt_x</p:attrName>
                                        </p:attrNameLst>
                                      </p:cBhvr>
                                      <p:tavLst>
                                        <p:tav tm="0" fmla="#ppt_x+(cos(-2*pi*(1-$))*-#ppt_x-sin(-2*pi*(1-$))*(1-#ppt_y))*(1-$)">
                                          <p:val>
                                            <p:fltVal val="0"/>
                                          </p:val>
                                        </p:tav>
                                        <p:tav tm="100000">
                                          <p:val>
                                            <p:fltVal val="1"/>
                                          </p:val>
                                        </p:tav>
                                      </p:tavLst>
                                    </p:anim>
                                    <p:anim calcmode="lin" valueType="num">
                                      <p:cBhvr>
                                        <p:cTn id="158" dur="3000" fill="hold"/>
                                        <p:tgtEl>
                                          <p:spTgt spid="10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childTnLst>
                          </p:cTn>
                        </p:par>
                        <p:par>
                          <p:cTn id="159" fill="hold">
                            <p:stCondLst>
                              <p:cond delay="19500"/>
                            </p:stCondLst>
                            <p:childTnLst>
                              <p:par>
                                <p:cTn id="160" presetID="19" presetClass="entr" presetSubtype="10" fill="hold" grpId="0" nodeType="afterEffect">
                                  <p:stCondLst>
                                    <p:cond delay="0"/>
                                  </p:stCondLst>
                                  <p:childTnLst>
                                    <p:set>
                                      <p:cBhvr>
                                        <p:cTn id="161" dur="1" fill="hold">
                                          <p:stCondLst>
                                            <p:cond delay="0"/>
                                          </p:stCondLst>
                                        </p:cTn>
                                        <p:tgtEl>
                                          <p:spTgt spid="75"/>
                                        </p:tgtEl>
                                        <p:attrNameLst>
                                          <p:attrName>style.visibility</p:attrName>
                                        </p:attrNameLst>
                                      </p:cBhvr>
                                      <p:to>
                                        <p:strVal val="visible"/>
                                      </p:to>
                                    </p:set>
                                    <p:anim calcmode="lin" valueType="num">
                                      <p:cBhvr>
                                        <p:cTn id="162" dur="5000" fill="hold"/>
                                        <p:tgtEl>
                                          <p:spTgt spid="75"/>
                                        </p:tgtEl>
                                        <p:attrNameLst>
                                          <p:attrName>ppt_w</p:attrName>
                                        </p:attrNameLst>
                                      </p:cBhvr>
                                      <p:tavLst>
                                        <p:tav tm="0" fmla="#ppt_w*sin(2.5*pi*$)">
                                          <p:val>
                                            <p:fltVal val="0"/>
                                          </p:val>
                                        </p:tav>
                                        <p:tav tm="100000">
                                          <p:val>
                                            <p:fltVal val="1"/>
                                          </p:val>
                                        </p:tav>
                                      </p:tavLst>
                                    </p:anim>
                                    <p:anim calcmode="lin" valueType="num">
                                      <p:cBhvr>
                                        <p:cTn id="163" dur="5000" fill="hold"/>
                                        <p:tgtEl>
                                          <p:spTgt spid="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childTnLst>
                          </p:cTn>
                        </p:par>
                        <p:par>
                          <p:cTn id="164" fill="hold">
                            <p:stCondLst>
                              <p:cond delay="24500"/>
                            </p:stCondLst>
                            <p:childTnLst>
                              <p:par>
                                <p:cTn id="165" presetID="22" presetClass="entr" presetSubtype="8" fill="hold" grpId="0" nodeType="afterEffect">
                                  <p:stCondLst>
                                    <p:cond delay="0"/>
                                  </p:stCondLst>
                                  <p:childTnLst>
                                    <p:set>
                                      <p:cBhvr>
                                        <p:cTn id="166" dur="1" fill="hold">
                                          <p:stCondLst>
                                            <p:cond delay="0"/>
                                          </p:stCondLst>
                                        </p:cTn>
                                        <p:tgtEl>
                                          <p:spTgt spid="77"/>
                                        </p:tgtEl>
                                        <p:attrNameLst>
                                          <p:attrName>style.visibility</p:attrName>
                                        </p:attrNameLst>
                                      </p:cBhvr>
                                      <p:to>
                                        <p:strVal val="visible"/>
                                      </p:to>
                                    </p:set>
                                    <p:animEffect transition="in" filter="wipe(left)">
                                      <p:cBhvr>
                                        <p:cTn id="167" dur="5000"/>
                                        <p:tgtEl>
                                          <p:spTgt spid="77"/>
                                        </p:tgtEl>
                                      </p:cBhvr>
                                    </p:animEffect>
                                  </p:childTnLst>
                                </p:cTn>
                              </p:par>
                            </p:childTnLst>
                          </p:cTn>
                        </p:par>
                        <p:par>
                          <p:cTn id="168" fill="hold">
                            <p:stCondLst>
                              <p:cond delay="29500"/>
                            </p:stCondLst>
                            <p:childTnLst>
                              <p:par>
                                <p:cTn id="169" presetID="22" presetClass="entr" presetSubtype="8" fill="hold" grpId="0" nodeType="afterEffect">
                                  <p:stCondLst>
                                    <p:cond delay="0"/>
                                  </p:stCondLst>
                                  <p:childTnLst>
                                    <p:set>
                                      <p:cBhvr>
                                        <p:cTn id="170" dur="1" fill="hold">
                                          <p:stCondLst>
                                            <p:cond delay="0"/>
                                          </p:stCondLst>
                                        </p:cTn>
                                        <p:tgtEl>
                                          <p:spTgt spid="74"/>
                                        </p:tgtEl>
                                        <p:attrNameLst>
                                          <p:attrName>style.visibility</p:attrName>
                                        </p:attrNameLst>
                                      </p:cBhvr>
                                      <p:to>
                                        <p:strVal val="visible"/>
                                      </p:to>
                                    </p:set>
                                    <p:animEffect transition="in" filter="wipe(left)">
                                      <p:cBhvr>
                                        <p:cTn id="171" dur="5000"/>
                                        <p:tgtEl>
                                          <p:spTgt spid="74"/>
                                        </p:tgtEl>
                                      </p:cBhvr>
                                    </p:animEffect>
                                  </p:childTnLst>
                                </p:cTn>
                              </p:par>
                            </p:childTnLst>
                          </p:cTn>
                        </p:par>
                        <p:par>
                          <p:cTn id="172" fill="hold">
                            <p:stCondLst>
                              <p:cond delay="34500"/>
                            </p:stCondLst>
                            <p:childTnLst>
                              <p:par>
                                <p:cTn id="173" presetID="15" presetClass="entr" presetSubtype="0" fill="hold" nodeType="afterEffect">
                                  <p:stCondLst>
                                    <p:cond delay="0"/>
                                  </p:stCondLst>
                                  <p:childTnLst>
                                    <p:set>
                                      <p:cBhvr>
                                        <p:cTn id="174" dur="1" fill="hold">
                                          <p:stCondLst>
                                            <p:cond delay="0"/>
                                          </p:stCondLst>
                                        </p:cTn>
                                        <p:tgtEl>
                                          <p:spTgt spid="108"/>
                                        </p:tgtEl>
                                        <p:attrNameLst>
                                          <p:attrName>style.visibility</p:attrName>
                                        </p:attrNameLst>
                                      </p:cBhvr>
                                      <p:to>
                                        <p:strVal val="visible"/>
                                      </p:to>
                                    </p:set>
                                    <p:anim calcmode="lin" valueType="num">
                                      <p:cBhvr>
                                        <p:cTn id="175" dur="3000" fill="hold"/>
                                        <p:tgtEl>
                                          <p:spTgt spid="108"/>
                                        </p:tgtEl>
                                        <p:attrNameLst>
                                          <p:attrName>ppt_w</p:attrName>
                                        </p:attrNameLst>
                                      </p:cBhvr>
                                      <p:tavLst>
                                        <p:tav tm="0">
                                          <p:val>
                                            <p:fltVal val="0"/>
                                          </p:val>
                                        </p:tav>
                                        <p:tav tm="100000">
                                          <p:val>
                                            <p:strVal val="#ppt_w"/>
                                          </p:val>
                                        </p:tav>
                                      </p:tavLst>
                                    </p:anim>
                                    <p:anim calcmode="lin" valueType="num">
                                      <p:cBhvr>
                                        <p:cTn id="176" dur="3000" fill="hold"/>
                                        <p:tgtEl>
                                          <p:spTgt spid="108"/>
                                        </p:tgtEl>
                                        <p:attrNameLst>
                                          <p:attrName>ppt_h</p:attrName>
                                        </p:attrNameLst>
                                      </p:cBhvr>
                                      <p:tavLst>
                                        <p:tav tm="0">
                                          <p:val>
                                            <p:fltVal val="0"/>
                                          </p:val>
                                        </p:tav>
                                        <p:tav tm="100000">
                                          <p:val>
                                            <p:strVal val="#ppt_h"/>
                                          </p:val>
                                        </p:tav>
                                      </p:tavLst>
                                    </p:anim>
                                    <p:anim calcmode="lin" valueType="num">
                                      <p:cBhvr>
                                        <p:cTn id="177" dur="3000" fill="hold"/>
                                        <p:tgtEl>
                                          <p:spTgt spid="108"/>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08"/>
                                        </p:tgtEl>
                                        <p:attrNameLst>
                                          <p:attrName>ppt_y</p:attrName>
                                        </p:attrNameLst>
                                      </p:cBhvr>
                                      <p:tavLst>
                                        <p:tav tm="0" fmla="#ppt_y+(sin(-2*pi*(1-$))*-#ppt_x+cos(-2*pi*(1-$))*(1-#ppt_y))*(1-$)">
                                          <p:val>
                                            <p:fltVal val="0"/>
                                          </p:val>
                                        </p:tav>
                                        <p:tav tm="100000">
                                          <p:val>
                                            <p:fltVal val="1"/>
                                          </p:val>
                                        </p:tav>
                                      </p:tavLst>
                                    </p:anim>
                                  </p:childTnLst>
                                </p:cTn>
                              </p:par>
                            </p:childTnLst>
                          </p:cTn>
                        </p:par>
                        <p:par>
                          <p:cTn id="179" fill="hold">
                            <p:stCondLst>
                              <p:cond delay="37500"/>
                            </p:stCondLst>
                            <p:childTnLst>
                              <p:par>
                                <p:cTn id="180" presetID="19" presetClass="entr" presetSubtype="10" fill="hold" grpId="0" nodeType="afterEffect">
                                  <p:stCondLst>
                                    <p:cond delay="0"/>
                                  </p:stCondLst>
                                  <p:childTnLst>
                                    <p:set>
                                      <p:cBhvr>
                                        <p:cTn id="181" dur="1" fill="hold">
                                          <p:stCondLst>
                                            <p:cond delay="0"/>
                                          </p:stCondLst>
                                        </p:cTn>
                                        <p:tgtEl>
                                          <p:spTgt spid="76"/>
                                        </p:tgtEl>
                                        <p:attrNameLst>
                                          <p:attrName>style.visibility</p:attrName>
                                        </p:attrNameLst>
                                      </p:cBhvr>
                                      <p:to>
                                        <p:strVal val="visible"/>
                                      </p:to>
                                    </p:set>
                                    <p:anim calcmode="lin" valueType="num">
                                      <p:cBhvr>
                                        <p:cTn id="182" dur="5000" fill="hold"/>
                                        <p:tgtEl>
                                          <p:spTgt spid="76"/>
                                        </p:tgtEl>
                                        <p:attrNameLst>
                                          <p:attrName>ppt_w</p:attrName>
                                        </p:attrNameLst>
                                      </p:cBhvr>
                                      <p:tavLst>
                                        <p:tav tm="0" fmla="#ppt_w*sin(2.5*pi*$)">
                                          <p:val>
                                            <p:fltVal val="0"/>
                                          </p:val>
                                        </p:tav>
                                        <p:tav tm="100000">
                                          <p:val>
                                            <p:fltVal val="1"/>
                                          </p:val>
                                        </p:tav>
                                      </p:tavLst>
                                    </p:anim>
                                    <p:anim calcmode="lin" valueType="num">
                                      <p:cBhvr>
                                        <p:cTn id="183" dur="5000" fill="hold"/>
                                        <p:tgtEl>
                                          <p:spTgt spid="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0"/>
                                            </p:cond>
                                          </p:stCondLst>
                                          <p:endCondLst>
                                            <p:cond evt="onStopAudio" delay="0">
                                              <p:tgtEl>
                                                <p:sldTgt/>
                                              </p:tgtEl>
                                            </p:cond>
                                          </p:endCondLst>
                                        </p:cTn>
                                        <p:tgtEl>
                                          <p:sndTgt r:embed="rId4" name="CHIMES.WAV"/>
                                        </p:tgtEl>
                                      </p:cMediaNode>
                                    </p:audio>
                                  </p:subTnLst>
                                </p:cTn>
                              </p:par>
                            </p:childTnLst>
                          </p:cTn>
                        </p:par>
                      </p:childTnLst>
                    </p:cTn>
                  </p:par>
                  <p:par>
                    <p:cTn id="184" fill="hold">
                      <p:stCondLst>
                        <p:cond delay="indefinite"/>
                      </p:stCondLst>
                      <p:childTnLst>
                        <p:par>
                          <p:cTn id="185" fill="hold">
                            <p:stCondLst>
                              <p:cond delay="0"/>
                            </p:stCondLst>
                            <p:childTnLst>
                              <p:par>
                                <p:cTn id="186" presetID="1" presetClass="entr" presetSubtype="0" fill="hold" grpId="0" nodeType="clickEffect">
                                  <p:stCondLst>
                                    <p:cond delay="0"/>
                                  </p:stCondLst>
                                  <p:childTnLst>
                                    <p:set>
                                      <p:cBhvr>
                                        <p:cTn id="187"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6" grpId="0"/>
      <p:bldP spid="138" grpId="0"/>
      <p:bldP spid="141" grpId="0" animBg="1"/>
      <p:bldP spid="142" grpId="0" animBg="1"/>
      <p:bldP spid="143" grpId="0"/>
      <p:bldP spid="144" grpId="0" animBg="1"/>
      <p:bldP spid="145" grpId="0" autoUpdateAnimBg="0"/>
      <p:bldP spid="149" grpId="0" autoUpdateAnimBg="0"/>
      <p:bldP spid="150" grpId="0" animBg="1"/>
      <p:bldP spid="151" grpId="0" autoUpdateAnimBg="0"/>
      <p:bldP spid="155" grpId="0" animBg="1"/>
      <p:bldP spid="156" grpId="0" animBg="1"/>
      <p:bldP spid="157" grpId="0" animBg="1"/>
      <p:bldP spid="158" grpId="0"/>
      <p:bldP spid="159" grpId="0" animBg="1"/>
      <p:bldP spid="160" grpId="0" animBg="1"/>
      <p:bldP spid="161" grpId="0" animBg="1"/>
      <p:bldP spid="162" grpId="0" autoUpdateAnimBg="0"/>
      <p:bldP spid="70" grpId="0"/>
      <p:bldP spid="71" grpId="0" animBg="1"/>
      <p:bldP spid="72" grpId="0"/>
      <p:bldP spid="73" grpId="0" autoUpdateAnimBg="0"/>
      <p:bldP spid="74" grpId="0" animBg="1"/>
      <p:bldP spid="75" grpId="0" autoUpdateAnimBg="0"/>
      <p:bldP spid="76" grpId="0" autoUpdateAnimBg="0"/>
      <p:bldP spid="77" grpId="0" animBg="1"/>
      <p:bldP spid="78" grpId="0" animBg="1"/>
      <p:bldP spid="107" grpId="0" animBg="1"/>
      <p:bldP spid="114" grpId="0" animBg="1"/>
      <p:bldP spid="115" grpId="0" animBg="1"/>
      <p:bldP spid="1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11233248" cy="465448"/>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简支梁受载如图所示。若已知</a:t>
            </a:r>
            <a:r>
              <a:rPr lang="en-US" altLang="zh-CN" b="0" dirty="0">
                <a:solidFill>
                  <a:schemeClr val="tx1"/>
                </a:solidFill>
                <a:latin typeface="+mn-lt"/>
                <a:ea typeface="黑体" panose="02010609060101010101" pitchFamily="49" charset="-122"/>
              </a:rPr>
              <a:t>F</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a</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，试作梁的剪力图和弯矩图。 </a:t>
            </a:r>
          </a:p>
        </p:txBody>
      </p:sp>
      <p:sp>
        <p:nvSpPr>
          <p:cNvPr id="3" name="矩形 2">
            <a:extLst>
              <a:ext uri="{FF2B5EF4-FFF2-40B4-BE49-F238E27FC236}">
                <a16:creationId xmlns:a16="http://schemas.microsoft.com/office/drawing/2014/main" id="{E8DB0D0A-8BE9-6ADA-6C58-96049487BA32}"/>
              </a:ext>
            </a:extLst>
          </p:cNvPr>
          <p:cNvSpPr/>
          <p:nvPr/>
        </p:nvSpPr>
        <p:spPr>
          <a:xfrm>
            <a:off x="211184" y="1479778"/>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求支座反力。以整体为研究对象，由平衡方程可得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3470" y="1374549"/>
            <a:ext cx="4730549" cy="2774532"/>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98315" cy="2492990"/>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j-lt"/>
                <a:ea typeface="黑体" panose="02010609060101010101" pitchFamily="49" charset="-122"/>
              </a:rPr>
              <a:t>由于集中力会引起剪力图突变，集中力偶会产生弯矩图的突变，所以在由集中力或集中力偶作用处，就应将梁分段计算，本题梁中</a:t>
            </a:r>
            <a:r>
              <a:rPr lang="en-US" altLang="zh-CN" b="0" dirty="0">
                <a:solidFill>
                  <a:schemeClr val="tx1"/>
                </a:solidFill>
                <a:latin typeface="+mj-lt"/>
                <a:ea typeface="黑体" panose="02010609060101010101" pitchFamily="49" charset="-122"/>
              </a:rPr>
              <a:t>C</a:t>
            </a:r>
            <a:r>
              <a:rPr lang="zh-CN" altLang="en-US" i="0" dirty="0">
                <a:solidFill>
                  <a:schemeClr val="tx1"/>
                </a:solidFill>
                <a:latin typeface="+mj-lt"/>
                <a:ea typeface="黑体" panose="02010609060101010101" pitchFamily="49" charset="-122"/>
              </a:rPr>
              <a:t>处有集中力</a:t>
            </a:r>
            <a:r>
              <a:rPr lang="en-US" altLang="zh-CN" b="0" dirty="0">
                <a:solidFill>
                  <a:schemeClr val="tx1"/>
                </a:solidFill>
                <a:latin typeface="+mj-lt"/>
                <a:ea typeface="黑体" panose="02010609060101010101" pitchFamily="49" charset="-122"/>
              </a:rPr>
              <a:t>F</a:t>
            </a:r>
            <a:r>
              <a:rPr lang="zh-CN" altLang="en-US" i="0" dirty="0">
                <a:solidFill>
                  <a:schemeClr val="tx1"/>
                </a:solidFill>
                <a:latin typeface="+mj-lt"/>
                <a:ea typeface="黑体" panose="02010609060101010101" pitchFamily="49" charset="-122"/>
              </a:rPr>
              <a:t>作用，故应将梁分为</a:t>
            </a:r>
            <a:r>
              <a:rPr lang="en-US" altLang="zh-CN" b="0" dirty="0">
                <a:solidFill>
                  <a:schemeClr val="tx1"/>
                </a:solidFill>
                <a:latin typeface="+mj-lt"/>
                <a:ea typeface="黑体" panose="02010609060101010101" pitchFamily="49" charset="-122"/>
              </a:rPr>
              <a:t>AC</a:t>
            </a:r>
            <a:r>
              <a:rPr lang="zh-CN" altLang="en-US" i="0" dirty="0">
                <a:solidFill>
                  <a:schemeClr val="tx1"/>
                </a:solidFill>
                <a:latin typeface="+mj-lt"/>
                <a:ea typeface="黑体" panose="02010609060101010101" pitchFamily="49" charset="-122"/>
              </a:rPr>
              <a:t>与</a:t>
            </a:r>
            <a:r>
              <a:rPr lang="en-US" altLang="zh-CN" b="0" dirty="0">
                <a:solidFill>
                  <a:schemeClr val="tx1"/>
                </a:solidFill>
                <a:latin typeface="+mj-lt"/>
                <a:ea typeface="黑体" panose="02010609060101010101" pitchFamily="49" charset="-122"/>
              </a:rPr>
              <a:t>CB</a:t>
            </a:r>
            <a:r>
              <a:rPr lang="zh-CN" altLang="en-US" i="0" dirty="0">
                <a:solidFill>
                  <a:schemeClr val="tx1"/>
                </a:solidFill>
                <a:latin typeface="+mj-lt"/>
                <a:ea typeface="黑体" panose="02010609060101010101" pitchFamily="49" charset="-122"/>
              </a:rPr>
              <a:t>两段研究。</a:t>
            </a:r>
          </a:p>
        </p:txBody>
      </p:sp>
      <p:graphicFrame>
        <p:nvGraphicFramePr>
          <p:cNvPr id="70" name="Object 52"/>
          <p:cNvGraphicFramePr>
            <a:graphicFrameLocks noChangeAspect="1"/>
          </p:cNvGraphicFramePr>
          <p:nvPr>
            <p:extLst>
              <p:ext uri="{D42A27DB-BD31-4B8C-83A1-F6EECF244321}">
                <p14:modId xmlns:p14="http://schemas.microsoft.com/office/powerpoint/2010/main" val="1762028268"/>
              </p:ext>
            </p:extLst>
          </p:nvPr>
        </p:nvGraphicFramePr>
        <p:xfrm>
          <a:off x="2314575" y="2089150"/>
          <a:ext cx="1624013" cy="823913"/>
        </p:xfrm>
        <a:graphic>
          <a:graphicData uri="http://schemas.openxmlformats.org/presentationml/2006/ole">
            <mc:AlternateContent xmlns:mc="http://schemas.openxmlformats.org/markup-compatibility/2006">
              <mc:Choice xmlns:v="urn:schemas-microsoft-com:vml" Requires="v">
                <p:oleObj name="Equation" r:id="rId3" imgW="774360" imgH="393480" progId="Equation.DSMT4">
                  <p:embed/>
                </p:oleObj>
              </mc:Choice>
              <mc:Fallback>
                <p:oleObj name="Equation" r:id="rId3" imgW="774360" imgH="393480" progId="Equation.DSMT4">
                  <p:embed/>
                  <p:pic>
                    <p:nvPicPr>
                      <p:cNvPr id="0" name=""/>
                      <p:cNvPicPr>
                        <a:picLocks noChangeAspect="1" noChangeArrowheads="1"/>
                      </p:cNvPicPr>
                      <p:nvPr/>
                    </p:nvPicPr>
                    <p:blipFill>
                      <a:blip r:embed="rId4"/>
                      <a:srcRect/>
                      <a:stretch>
                        <a:fillRect/>
                      </a:stretch>
                    </p:blipFill>
                    <p:spPr bwMode="auto">
                      <a:xfrm>
                        <a:off x="2314575" y="2089150"/>
                        <a:ext cx="1624013"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2151004447"/>
              </p:ext>
            </p:extLst>
          </p:nvPr>
        </p:nvGraphicFramePr>
        <p:xfrm>
          <a:off x="4364038" y="2105025"/>
          <a:ext cx="1627187" cy="823913"/>
        </p:xfrm>
        <a:graphic>
          <a:graphicData uri="http://schemas.openxmlformats.org/presentationml/2006/ole">
            <mc:AlternateContent xmlns:mc="http://schemas.openxmlformats.org/markup-compatibility/2006">
              <mc:Choice xmlns:v="urn:schemas-microsoft-com:vml" Requires="v">
                <p:oleObj name="Equation" r:id="rId5" imgW="774360" imgH="393480" progId="Equation.DSMT4">
                  <p:embed/>
                </p:oleObj>
              </mc:Choice>
              <mc:Fallback>
                <p:oleObj name="Equation" r:id="rId5" imgW="774360" imgH="393480" progId="Equation.DSMT4">
                  <p:embed/>
                  <p:pic>
                    <p:nvPicPr>
                      <p:cNvPr id="0" name=""/>
                      <p:cNvPicPr>
                        <a:picLocks noChangeAspect="1" noChangeArrowheads="1"/>
                      </p:cNvPicPr>
                      <p:nvPr/>
                    </p:nvPicPr>
                    <p:blipFill>
                      <a:blip r:embed="rId6"/>
                      <a:srcRect/>
                      <a:stretch>
                        <a:fillRect/>
                      </a:stretch>
                    </p:blipFill>
                    <p:spPr bwMode="auto">
                      <a:xfrm>
                        <a:off x="4364038" y="2105025"/>
                        <a:ext cx="1627187"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 name="Group 3"/>
          <p:cNvGrpSpPr>
            <a:grpSpLocks/>
          </p:cNvGrpSpPr>
          <p:nvPr/>
        </p:nvGrpSpPr>
        <p:grpSpPr bwMode="auto">
          <a:xfrm>
            <a:off x="7634962" y="1318990"/>
            <a:ext cx="3529012" cy="2608263"/>
            <a:chOff x="3415" y="58"/>
            <a:chExt cx="2223" cy="1643"/>
          </a:xfrm>
        </p:grpSpPr>
        <p:grpSp>
          <p:nvGrpSpPr>
            <p:cNvPr id="73" name="Group 4"/>
            <p:cNvGrpSpPr>
              <a:grpSpLocks/>
            </p:cNvGrpSpPr>
            <p:nvPr/>
          </p:nvGrpSpPr>
          <p:grpSpPr bwMode="auto">
            <a:xfrm>
              <a:off x="3415" y="58"/>
              <a:ext cx="2223" cy="1643"/>
              <a:chOff x="3415" y="58"/>
              <a:chExt cx="2223" cy="1643"/>
            </a:xfrm>
          </p:grpSpPr>
          <p:grpSp>
            <p:nvGrpSpPr>
              <p:cNvPr id="75" name="Group 5"/>
              <p:cNvGrpSpPr>
                <a:grpSpLocks/>
              </p:cNvGrpSpPr>
              <p:nvPr/>
            </p:nvGrpSpPr>
            <p:grpSpPr bwMode="auto">
              <a:xfrm>
                <a:off x="3415" y="836"/>
                <a:ext cx="2223" cy="865"/>
                <a:chOff x="3415" y="836"/>
                <a:chExt cx="2223" cy="865"/>
              </a:xfrm>
            </p:grpSpPr>
            <p:sp>
              <p:nvSpPr>
                <p:cNvPr id="116" name="Text Box 6"/>
                <p:cNvSpPr txBox="1">
                  <a:spLocks noChangeAspect="1" noChangeArrowheads="1"/>
                </p:cNvSpPr>
                <p:nvPr/>
              </p:nvSpPr>
              <p:spPr bwMode="auto">
                <a:xfrm flipH="1">
                  <a:off x="4452" y="12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117" name="Text Box 7"/>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22" name="Text Box 8"/>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23" name="Line 9"/>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6" name="Line 10"/>
                <p:cNvSpPr>
                  <a:spLocks noChangeAspect="1" noChangeShapeType="1"/>
                </p:cNvSpPr>
                <p:nvPr/>
              </p:nvSpPr>
              <p:spPr bwMode="auto">
                <a:xfrm flipH="1">
                  <a:off x="3695" y="158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7" name="Line 11"/>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Freeform 12"/>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76" name="Text Box 13"/>
              <p:cNvSpPr txBox="1">
                <a:spLocks noChangeAspect="1" noChangeArrowheads="1"/>
              </p:cNvSpPr>
              <p:nvPr/>
            </p:nvSpPr>
            <p:spPr bwMode="auto">
              <a:xfrm>
                <a:off x="4782" y="367"/>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F</a:t>
                </a:r>
                <a:endParaRPr kumimoji="1" lang="en-US" altLang="zh-CN" sz="32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77" name="Text Box 14"/>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78" name="Line 15"/>
              <p:cNvSpPr>
                <a:spLocks noChangeAspect="1" noChangeShapeType="1"/>
              </p:cNvSpPr>
              <p:nvPr/>
            </p:nvSpPr>
            <p:spPr bwMode="auto">
              <a:xfrm flipH="1">
                <a:off x="3703" y="29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Line 16"/>
              <p:cNvSpPr>
                <a:spLocks noChangeAspect="1" noChangeShapeType="1"/>
              </p:cNvSpPr>
              <p:nvPr/>
            </p:nvSpPr>
            <p:spPr bwMode="auto">
              <a:xfrm flipH="1">
                <a:off x="3697" y="373"/>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8" name="Line 17"/>
              <p:cNvSpPr>
                <a:spLocks noChangeAspect="1" noChangeShapeType="1"/>
              </p:cNvSpPr>
              <p:nvPr/>
            </p:nvSpPr>
            <p:spPr bwMode="auto">
              <a:xfrm flipH="1">
                <a:off x="5345" y="3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8"/>
              <p:cNvSpPr>
                <a:spLocks noChangeAspect="1" noChangeShapeType="1"/>
              </p:cNvSpPr>
              <p:nvPr/>
            </p:nvSpPr>
            <p:spPr bwMode="auto">
              <a:xfrm flipH="1">
                <a:off x="4789" y="374"/>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9"/>
              <p:cNvSpPr txBox="1">
                <a:spLocks noChangeAspect="1" noChangeArrowheads="1"/>
              </p:cNvSpPr>
              <p:nvPr/>
            </p:nvSpPr>
            <p:spPr bwMode="auto">
              <a:xfrm flipH="1">
                <a:off x="4904" y="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14" name="Line 20"/>
              <p:cNvSpPr>
                <a:spLocks noChangeAspect="1" noChangeShapeType="1"/>
              </p:cNvSpPr>
              <p:nvPr/>
            </p:nvSpPr>
            <p:spPr bwMode="auto">
              <a:xfrm flipH="1">
                <a:off x="4795" y="294"/>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1"/>
              <p:cNvSpPr txBox="1">
                <a:spLocks noChangeAspect="1" noChangeArrowheads="1"/>
              </p:cNvSpPr>
              <p:nvPr/>
            </p:nvSpPr>
            <p:spPr bwMode="auto">
              <a:xfrm flipH="1">
                <a:off x="4052" y="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sp>
          <p:nvSpPr>
            <p:cNvPr id="74" name="Line 22"/>
            <p:cNvSpPr>
              <a:spLocks noChangeAspect="1" noChangeShapeType="1"/>
            </p:cNvSpPr>
            <p:nvPr/>
          </p:nvSpPr>
          <p:spPr bwMode="auto">
            <a:xfrm>
              <a:off x="4803" y="440"/>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29" name="Group 29"/>
          <p:cNvGrpSpPr>
            <a:grpSpLocks/>
          </p:cNvGrpSpPr>
          <p:nvPr/>
        </p:nvGrpSpPr>
        <p:grpSpPr bwMode="auto">
          <a:xfrm>
            <a:off x="7831812" y="2771553"/>
            <a:ext cx="496887" cy="523875"/>
            <a:chOff x="1686" y="3521"/>
            <a:chExt cx="313" cy="330"/>
          </a:xfrm>
        </p:grpSpPr>
        <p:sp>
          <p:nvSpPr>
            <p:cNvPr id="130" name="AutoShape 30"/>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1" name="Rectangle 31"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Line 32"/>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Oval 33"/>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34" name="Group 34"/>
          <p:cNvGrpSpPr>
            <a:grpSpLocks/>
          </p:cNvGrpSpPr>
          <p:nvPr/>
        </p:nvGrpSpPr>
        <p:grpSpPr bwMode="auto">
          <a:xfrm>
            <a:off x="10474999" y="2769965"/>
            <a:ext cx="493713" cy="568325"/>
            <a:chOff x="3499" y="3511"/>
            <a:chExt cx="311" cy="358"/>
          </a:xfrm>
        </p:grpSpPr>
        <p:sp>
          <p:nvSpPr>
            <p:cNvPr id="135" name="Line 35"/>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7" name="Rectangle 36"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9" name="Line 37"/>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Oval 38"/>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Oval 39"/>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7" name="Text Box 41"/>
          <p:cNvSpPr txBox="1">
            <a:spLocks noChangeAspect="1" noChangeArrowheads="1"/>
          </p:cNvSpPr>
          <p:nvPr/>
        </p:nvSpPr>
        <p:spPr bwMode="auto">
          <a:xfrm>
            <a:off x="10690899" y="3403378"/>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68" name="Text Box 42"/>
          <p:cNvSpPr txBox="1">
            <a:spLocks noChangeAspect="1" noChangeArrowheads="1"/>
          </p:cNvSpPr>
          <p:nvPr/>
        </p:nvSpPr>
        <p:spPr bwMode="auto">
          <a:xfrm>
            <a:off x="7560349" y="3382740"/>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169" name="Line 43"/>
          <p:cNvSpPr>
            <a:spLocks noChangeAspect="1" noChangeShapeType="1"/>
          </p:cNvSpPr>
          <p:nvPr/>
        </p:nvSpPr>
        <p:spPr bwMode="auto">
          <a:xfrm flipV="1">
            <a:off x="8074699" y="2939828"/>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0" name="Line 44"/>
          <p:cNvSpPr>
            <a:spLocks noChangeAspect="1" noChangeShapeType="1"/>
          </p:cNvSpPr>
          <p:nvPr/>
        </p:nvSpPr>
        <p:spPr bwMode="auto">
          <a:xfrm flipV="1">
            <a:off x="10721062" y="2925540"/>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1" name="矩形 170">
            <a:extLst>
              <a:ext uri="{FF2B5EF4-FFF2-40B4-BE49-F238E27FC236}">
                <a16:creationId xmlns:a16="http://schemas.microsoft.com/office/drawing/2014/main" id="{54CF797A-3212-00F4-D82B-18FEE729BE7A}"/>
              </a:ext>
            </a:extLst>
          </p:cNvPr>
          <p:cNvSpPr/>
          <p:nvPr/>
        </p:nvSpPr>
        <p:spPr>
          <a:xfrm>
            <a:off x="211184" y="5221880"/>
            <a:ext cx="10952790" cy="1052596"/>
          </a:xfrm>
          <a:prstGeom prst="rect">
            <a:avLst/>
          </a:prstGeom>
        </p:spPr>
        <p:txBody>
          <a:bodyPr wrap="square">
            <a:spAutoFit/>
          </a:bodyPr>
          <a:lstStyle/>
          <a:p>
            <a:pPr eaLnBrk="1" hangingPunct="1">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标值。计算各区段边界各截面之剪力与弯矩值，将结果标注在剪力图与弯矩图上的相应位置上。截面上的剪力和弯矩值可按下述进行简化计算：</a:t>
            </a:r>
          </a:p>
        </p:txBody>
      </p:sp>
    </p:spTree>
    <p:extLst>
      <p:ext uri="{BB962C8B-B14F-4D97-AF65-F5344CB8AC3E}">
        <p14:creationId xmlns:p14="http://schemas.microsoft.com/office/powerpoint/2010/main" val="92652844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72"/>
                                        </p:tgtEl>
                                        <p:attrNameLst>
                                          <p:attrName>style.visibility</p:attrName>
                                        </p:attrNameLst>
                                      </p:cBhvr>
                                      <p:to>
                                        <p:strVal val="visible"/>
                                      </p:to>
                                    </p:set>
                                    <p:animEffect transition="in" filter="box(in)">
                                      <p:cBhvr>
                                        <p:cTn id="9" dur="5000"/>
                                        <p:tgtEl>
                                          <p:spTgt spid="72"/>
                                        </p:tgtEl>
                                      </p:cBhvr>
                                    </p:animEffect>
                                  </p:childTnLst>
                                </p:cTn>
                              </p:par>
                              <p:par>
                                <p:cTn id="10" presetID="8" presetClass="entr" presetSubtype="32" fill="hold" nodeType="withEffect">
                                  <p:stCondLst>
                                    <p:cond delay="2500"/>
                                  </p:stCondLst>
                                  <p:childTnLst>
                                    <p:set>
                                      <p:cBhvr>
                                        <p:cTn id="11" dur="1" fill="hold">
                                          <p:stCondLst>
                                            <p:cond delay="0"/>
                                          </p:stCondLst>
                                        </p:cTn>
                                        <p:tgtEl>
                                          <p:spTgt spid="129"/>
                                        </p:tgtEl>
                                        <p:attrNameLst>
                                          <p:attrName>style.visibility</p:attrName>
                                        </p:attrNameLst>
                                      </p:cBhvr>
                                      <p:to>
                                        <p:strVal val="visible"/>
                                      </p:to>
                                    </p:set>
                                    <p:animEffect transition="in" filter="diamond(out)">
                                      <p:cBhvr>
                                        <p:cTn id="12" dur="5000"/>
                                        <p:tgtEl>
                                          <p:spTgt spid="129"/>
                                        </p:tgtEl>
                                      </p:cBhvr>
                                    </p:animEffect>
                                  </p:childTnLst>
                                </p:cTn>
                              </p:par>
                              <p:par>
                                <p:cTn id="13" presetID="8" presetClass="entr" presetSubtype="32" fill="hold" nodeType="withEffect">
                                  <p:stCondLst>
                                    <p:cond delay="2500"/>
                                  </p:stCondLst>
                                  <p:childTnLst>
                                    <p:set>
                                      <p:cBhvr>
                                        <p:cTn id="14" dur="1" fill="hold">
                                          <p:stCondLst>
                                            <p:cond delay="0"/>
                                          </p:stCondLst>
                                        </p:cTn>
                                        <p:tgtEl>
                                          <p:spTgt spid="134"/>
                                        </p:tgtEl>
                                        <p:attrNameLst>
                                          <p:attrName>style.visibility</p:attrName>
                                        </p:attrNameLst>
                                      </p:cBhvr>
                                      <p:to>
                                        <p:strVal val="visible"/>
                                      </p:to>
                                    </p:set>
                                    <p:animEffect transition="in" filter="diamond(out)">
                                      <p:cBhvr>
                                        <p:cTn id="15" dur="5000"/>
                                        <p:tgtEl>
                                          <p:spTgt spid="134"/>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69"/>
                                        </p:tgtEl>
                                        <p:attrNameLst>
                                          <p:attrName>style.visibility</p:attrName>
                                        </p:attrNameLst>
                                      </p:cBhvr>
                                      <p:to>
                                        <p:strVal val="visible"/>
                                      </p:to>
                                    </p:set>
                                    <p:animEffect transition="in" filter="slide(fromBottom)">
                                      <p:cBhvr>
                                        <p:cTn id="20" dur="5000"/>
                                        <p:tgtEl>
                                          <p:spTgt spid="169"/>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70"/>
                                        </p:tgtEl>
                                        <p:attrNameLst>
                                          <p:attrName>style.visibility</p:attrName>
                                        </p:attrNameLst>
                                      </p:cBhvr>
                                      <p:to>
                                        <p:strVal val="visible"/>
                                      </p:to>
                                    </p:set>
                                    <p:animEffect transition="in" filter="slide(fromBottom)">
                                      <p:cBhvr>
                                        <p:cTn id="23" dur="5000"/>
                                        <p:tgtEl>
                                          <p:spTgt spid="170"/>
                                        </p:tgtEl>
                                      </p:cBhvr>
                                    </p:animEffect>
                                  </p:childTnLst>
                                </p:cTn>
                              </p:par>
                            </p:childTnLst>
                          </p:cTn>
                        </p:par>
                        <p:par>
                          <p:cTn id="24" fill="hold">
                            <p:stCondLst>
                              <p:cond delay="5000"/>
                            </p:stCondLst>
                            <p:childTnLst>
                              <p:par>
                                <p:cTn id="25" presetID="9" presetClass="emph" presetSubtype="0" nodeType="afterEffect">
                                  <p:stCondLst>
                                    <p:cond delay="0"/>
                                  </p:stCondLst>
                                  <p:childTnLst>
                                    <p:set>
                                      <p:cBhvr rctx="PPT">
                                        <p:cTn id="26" dur="indefinite"/>
                                        <p:tgtEl>
                                          <p:spTgt spid="129"/>
                                        </p:tgtEl>
                                        <p:attrNameLst>
                                          <p:attrName>style.opacity</p:attrName>
                                        </p:attrNameLst>
                                      </p:cBhvr>
                                      <p:to>
                                        <p:strVal val="0.5"/>
                                      </p:to>
                                    </p:set>
                                    <p:animEffect filter="image" prLst="opacity: 0.5">
                                      <p:cBhvr rctx="IE">
                                        <p:cTn id="27" dur="indefinite"/>
                                        <p:tgtEl>
                                          <p:spTgt spid="129"/>
                                        </p:tgtEl>
                                      </p:cBhvr>
                                    </p:animEffect>
                                  </p:childTnLst>
                                </p:cTn>
                              </p:par>
                              <p:par>
                                <p:cTn id="28" presetID="9" presetClass="emph" presetSubtype="0" nodeType="withEffect">
                                  <p:stCondLst>
                                    <p:cond delay="0"/>
                                  </p:stCondLst>
                                  <p:childTnLst>
                                    <p:set>
                                      <p:cBhvr rctx="PPT">
                                        <p:cTn id="29" dur="indefinite"/>
                                        <p:tgtEl>
                                          <p:spTgt spid="134"/>
                                        </p:tgtEl>
                                        <p:attrNameLst>
                                          <p:attrName>style.opacity</p:attrName>
                                        </p:attrNameLst>
                                      </p:cBhvr>
                                      <p:to>
                                        <p:strVal val="0.5"/>
                                      </p:to>
                                    </p:set>
                                    <p:animEffect filter="image" prLst="opacity: 0.5">
                                      <p:cBhvr rctx="IE">
                                        <p:cTn id="30" dur="indefinite"/>
                                        <p:tgtEl>
                                          <p:spTgt spid="134"/>
                                        </p:tgtEl>
                                      </p:cBhvr>
                                    </p:animEffect>
                                  </p:childTnLst>
                                </p:cTn>
                              </p:par>
                            </p:childTnLst>
                          </p:cTn>
                        </p:par>
                        <p:par>
                          <p:cTn id="31" fill="hold">
                            <p:stCondLst>
                              <p:cond delay="5000"/>
                            </p:stCondLst>
                            <p:childTnLst>
                              <p:par>
                                <p:cTn id="32" presetID="19" presetClass="entr" presetSubtype="10" fill="hold" grpId="0" nodeType="afterEffect">
                                  <p:stCondLst>
                                    <p:cond delay="0"/>
                                  </p:stCondLst>
                                  <p:childTnLst>
                                    <p:set>
                                      <p:cBhvr>
                                        <p:cTn id="33" dur="1" fill="hold">
                                          <p:stCondLst>
                                            <p:cond delay="0"/>
                                          </p:stCondLst>
                                        </p:cTn>
                                        <p:tgtEl>
                                          <p:spTgt spid="167"/>
                                        </p:tgtEl>
                                        <p:attrNameLst>
                                          <p:attrName>style.visibility</p:attrName>
                                        </p:attrNameLst>
                                      </p:cBhvr>
                                      <p:to>
                                        <p:strVal val="visible"/>
                                      </p:to>
                                    </p:set>
                                    <p:anim calcmode="lin" valueType="num">
                                      <p:cBhvr>
                                        <p:cTn id="34" dur="5000" fill="hold"/>
                                        <p:tgtEl>
                                          <p:spTgt spid="167"/>
                                        </p:tgtEl>
                                        <p:attrNameLst>
                                          <p:attrName>ppt_w</p:attrName>
                                        </p:attrNameLst>
                                      </p:cBhvr>
                                      <p:tavLst>
                                        <p:tav tm="0" fmla="#ppt_w*sin(2.5*pi*$)">
                                          <p:val>
                                            <p:fltVal val="0"/>
                                          </p:val>
                                        </p:tav>
                                        <p:tav tm="100000">
                                          <p:val>
                                            <p:fltVal val="1"/>
                                          </p:val>
                                        </p:tav>
                                      </p:tavLst>
                                    </p:anim>
                                    <p:anim calcmode="lin" valueType="num">
                                      <p:cBhvr>
                                        <p:cTn id="35" dur="5000" fill="hold"/>
                                        <p:tgtEl>
                                          <p:spTgt spid="167"/>
                                        </p:tgtEl>
                                        <p:attrNameLst>
                                          <p:attrName>ppt_h</p:attrName>
                                        </p:attrNameLst>
                                      </p:cBhvr>
                                      <p:tavLst>
                                        <p:tav tm="0">
                                          <p:val>
                                            <p:strVal val="#ppt_h"/>
                                          </p:val>
                                        </p:tav>
                                        <p:tav tm="100000">
                                          <p:val>
                                            <p:strVal val="#ppt_h"/>
                                          </p:val>
                                        </p:tav>
                                      </p:tavLst>
                                    </p:anim>
                                  </p:childTnLst>
                                </p:cTn>
                              </p:par>
                              <p:par>
                                <p:cTn id="36" presetID="19" presetClass="entr" presetSubtype="10" fill="hold" grpId="0" nodeType="withEffect">
                                  <p:stCondLst>
                                    <p:cond delay="0"/>
                                  </p:stCondLst>
                                  <p:childTnLst>
                                    <p:set>
                                      <p:cBhvr>
                                        <p:cTn id="37" dur="1" fill="hold">
                                          <p:stCondLst>
                                            <p:cond delay="0"/>
                                          </p:stCondLst>
                                        </p:cTn>
                                        <p:tgtEl>
                                          <p:spTgt spid="168"/>
                                        </p:tgtEl>
                                        <p:attrNameLst>
                                          <p:attrName>style.visibility</p:attrName>
                                        </p:attrNameLst>
                                      </p:cBhvr>
                                      <p:to>
                                        <p:strVal val="visible"/>
                                      </p:to>
                                    </p:set>
                                    <p:anim calcmode="lin" valueType="num">
                                      <p:cBhvr>
                                        <p:cTn id="38" dur="5000" fill="hold"/>
                                        <p:tgtEl>
                                          <p:spTgt spid="168"/>
                                        </p:tgtEl>
                                        <p:attrNameLst>
                                          <p:attrName>ppt_w</p:attrName>
                                        </p:attrNameLst>
                                      </p:cBhvr>
                                      <p:tavLst>
                                        <p:tav tm="0" fmla="#ppt_w*sin(2.5*pi*$)">
                                          <p:val>
                                            <p:fltVal val="0"/>
                                          </p:val>
                                        </p:tav>
                                        <p:tav tm="100000">
                                          <p:val>
                                            <p:fltVal val="1"/>
                                          </p:val>
                                        </p:tav>
                                      </p:tavLst>
                                    </p:anim>
                                    <p:anim calcmode="lin" valueType="num">
                                      <p:cBhvr>
                                        <p:cTn id="39" dur="5000" fill="hold"/>
                                        <p:tgtEl>
                                          <p:spTgt spid="168"/>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wipe(left)">
                                      <p:cBhvr>
                                        <p:cTn id="48" dur="30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animEffect transition="in" filter="wipe(left)">
                                      <p:cBhvr>
                                        <p:cTn id="53" dur="3000"/>
                                        <p:tgtEl>
                                          <p:spTgt spid="7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67" grpId="0"/>
      <p:bldP spid="168" grpId="0"/>
      <p:bldP spid="169" grpId="0" animBg="1"/>
      <p:bldP spid="170" grpId="0" animBg="1"/>
      <p:bldP spid="17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420850" y="901744"/>
            <a:ext cx="4730549" cy="5363197"/>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779791"/>
            <a:ext cx="6898315" cy="278845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2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 </a:t>
            </a:r>
            <a:r>
              <a:rPr lang="zh-CN" altLang="en-US" i="0" dirty="0">
                <a:solidFill>
                  <a:schemeClr val="tx1"/>
                </a:solidFill>
              </a:rPr>
              <a:t>②</a:t>
            </a:r>
            <a:r>
              <a:rPr lang="zh-CN" altLang="en-US" i="0" dirty="0">
                <a:solidFill>
                  <a:schemeClr val="tx1"/>
                </a:solidFill>
                <a:latin typeface="黑体" panose="02010609060101010101" pitchFamily="49" charset="-122"/>
                <a:ea typeface="黑体" panose="02010609060101010101" pitchFamily="49" charset="-122"/>
              </a:rPr>
              <a:t>标值。</a:t>
            </a:r>
            <a:endParaRPr lang="en-US" altLang="zh-CN" i="0" dirty="0">
              <a:solidFill>
                <a:schemeClr val="tx1"/>
              </a:solidFill>
              <a:latin typeface="黑体" panose="02010609060101010101" pitchFamily="49" charset="-122"/>
              <a:ea typeface="黑体" panose="02010609060101010101" pitchFamily="49" charset="-122"/>
            </a:endParaRPr>
          </a:p>
          <a:p>
            <a:pPr eaLnBrk="1" hangingPunct="1">
              <a:lnSpc>
                <a:spcPct val="120000"/>
              </a:lnSpc>
            </a:pPr>
            <a:r>
              <a:rPr lang="en-US" altLang="zh-CN" dirty="0"/>
              <a:t>       </a:t>
            </a:r>
            <a:r>
              <a:rPr kumimoji="1" lang="en-US" altLang="zh-CN" i="0" dirty="0">
                <a:solidFill>
                  <a:schemeClr val="tx1"/>
                </a:solidFill>
                <a:latin typeface="+mn-lt"/>
                <a:ea typeface="黑体" panose="02010609060101010101" pitchFamily="49" charset="-122"/>
              </a:rPr>
              <a:t>a)</a:t>
            </a:r>
            <a:r>
              <a:rPr kumimoji="1" lang="zh-CN" altLang="en-US" i="0" dirty="0">
                <a:solidFill>
                  <a:schemeClr val="tx1"/>
                </a:solidFill>
                <a:latin typeface="+mn-lt"/>
                <a:ea typeface="黑体" panose="02010609060101010101" pitchFamily="49" charset="-122"/>
              </a:rPr>
              <a:t>截面上的剪力等于截面任一侧外力的总和。</a:t>
            </a:r>
          </a:p>
          <a:p>
            <a:pPr eaLnBrk="1" hangingPunct="1">
              <a:lnSpc>
                <a:spcPct val="120000"/>
              </a:lnSpc>
            </a:pPr>
            <a:r>
              <a:rPr kumimoji="1" lang="zh-CN" altLang="en-US" i="0" dirty="0">
                <a:solidFill>
                  <a:schemeClr val="tx1"/>
                </a:solidFill>
                <a:latin typeface="+mn-lt"/>
                <a:ea typeface="黑体" panose="02010609060101010101" pitchFamily="49" charset="-122"/>
              </a:rPr>
              <a:t>       </a:t>
            </a:r>
            <a:r>
              <a:rPr kumimoji="1" lang="en-US" altLang="zh-CN" i="0" dirty="0">
                <a:solidFill>
                  <a:schemeClr val="tx1"/>
                </a:solidFill>
                <a:latin typeface="+mn-lt"/>
                <a:ea typeface="黑体" panose="02010609060101010101" pitchFamily="49" charset="-122"/>
              </a:rPr>
              <a:t>b)</a:t>
            </a:r>
            <a:r>
              <a:rPr kumimoji="1" lang="zh-CN" altLang="en-US" i="0" dirty="0">
                <a:solidFill>
                  <a:schemeClr val="tx1"/>
                </a:solidFill>
                <a:latin typeface="+mn-lt"/>
                <a:ea typeface="黑体" panose="02010609060101010101" pitchFamily="49" charset="-122"/>
              </a:rPr>
              <a:t>截面上的弯矩等于截面任一侧外力对截面形心力矩的总和。</a:t>
            </a:r>
          </a:p>
          <a:p>
            <a:pPr eaLnBrk="1" hangingPunct="1">
              <a:lnSpc>
                <a:spcPct val="120000"/>
              </a:lnSpc>
            </a:pPr>
            <a:r>
              <a:rPr kumimoji="1" lang="zh-CN" altLang="en-US" i="0" dirty="0">
                <a:solidFill>
                  <a:schemeClr val="tx1"/>
                </a:solidFill>
                <a:latin typeface="+mn-lt"/>
                <a:ea typeface="黑体" panose="02010609060101010101" pitchFamily="49" charset="-122"/>
              </a:rPr>
              <a:t>      本题算得结果如下：  </a:t>
            </a:r>
          </a:p>
        </p:txBody>
      </p:sp>
      <p:sp>
        <p:nvSpPr>
          <p:cNvPr id="171" name="矩形 170">
            <a:extLst>
              <a:ext uri="{FF2B5EF4-FFF2-40B4-BE49-F238E27FC236}">
                <a16:creationId xmlns:a16="http://schemas.microsoft.com/office/drawing/2014/main" id="{54CF797A-3212-00F4-D82B-18FEE729BE7A}"/>
              </a:ext>
            </a:extLst>
          </p:cNvPr>
          <p:cNvSpPr/>
          <p:nvPr/>
        </p:nvSpPr>
        <p:spPr>
          <a:xfrm>
            <a:off x="211184" y="3430014"/>
            <a:ext cx="7044366" cy="1052596"/>
          </a:xfrm>
          <a:prstGeom prst="rect">
            <a:avLst/>
          </a:prstGeom>
        </p:spPr>
        <p:txBody>
          <a:bodyPr wrap="square">
            <a:spAutoFit/>
          </a:bodyPr>
          <a:lstStyle/>
          <a:p>
            <a:pPr lvl="0">
              <a:lnSpc>
                <a:spcPct val="130000"/>
              </a:lnSpc>
            </a:pPr>
            <a:r>
              <a:rPr kumimoji="1" lang="en-US" altLang="zh-CN" b="0" i="0" dirty="0">
                <a:solidFill>
                  <a:srgbClr val="FFFFFF"/>
                </a:solidFill>
                <a:ea typeface="黑体" panose="02010609060101010101" pitchFamily="49" charset="-122"/>
              </a:rPr>
              <a:t> ③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zh-CN" altLang="en-US"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err="1">
                <a:solidFill>
                  <a:schemeClr val="tx1"/>
                </a:solidFill>
                <a:ea typeface="黑体" panose="02010609060101010101" pitchFamily="49" charset="-122"/>
              </a:rPr>
              <a:t>Fa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 </a:t>
            </a:r>
          </a:p>
          <a:p>
            <a:pPr lvl="0">
              <a:lnSpc>
                <a:spcPct val="13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Fb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C</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 </a:t>
            </a:r>
          </a:p>
        </p:txBody>
      </p:sp>
      <p:sp>
        <p:nvSpPr>
          <p:cNvPr id="45" name="矩形 44">
            <a:extLst>
              <a:ext uri="{FF2B5EF4-FFF2-40B4-BE49-F238E27FC236}">
                <a16:creationId xmlns:a16="http://schemas.microsoft.com/office/drawing/2014/main" id="{54CF797A-3212-00F4-D82B-18FEE729BE7A}"/>
              </a:ext>
            </a:extLst>
          </p:cNvPr>
          <p:cNvSpPr/>
          <p:nvPr/>
        </p:nvSpPr>
        <p:spPr>
          <a:xfrm>
            <a:off x="211184" y="4473755"/>
            <a:ext cx="6898315" cy="1421928"/>
          </a:xfrm>
          <a:prstGeom prst="rect">
            <a:avLst/>
          </a:prstGeom>
        </p:spPr>
        <p:txBody>
          <a:bodyPr wrap="square">
            <a:spAutoFit/>
          </a:bodyPr>
          <a:lstStyle/>
          <a:p>
            <a:pPr algn="just">
              <a:lnSpc>
                <a:spcPct val="120000"/>
              </a:lnSpc>
            </a:pPr>
            <a:r>
              <a:rPr lang="en-US" altLang="zh-CN" i="0" dirty="0">
                <a:solidFill>
                  <a:schemeClr val="tx1"/>
                </a:solidFill>
                <a:latin typeface="黑体" panose="02010609060101010101" pitchFamily="49" charset="-122"/>
                <a:ea typeface="黑体" panose="02010609060101010101" pitchFamily="49" charset="-122"/>
              </a:rPr>
              <a:t>    </a:t>
            </a:r>
            <a:r>
              <a:rPr lang="en-US" altLang="zh-CN" i="0" dirty="0">
                <a:solidFill>
                  <a:schemeClr val="tx1"/>
                </a:solidFill>
                <a:latin typeface="+mj-lt"/>
                <a:ea typeface="黑体" panose="02010609060101010101" pitchFamily="49" charset="-122"/>
              </a:rPr>
              <a:t>③</a:t>
            </a:r>
            <a:r>
              <a:rPr lang="zh-CN" altLang="en-US" i="0" dirty="0">
                <a:solidFill>
                  <a:schemeClr val="tx1"/>
                </a:solidFill>
                <a:latin typeface="+mj-lt"/>
                <a:ea typeface="黑体" panose="02010609060101010101" pitchFamily="49" charset="-122"/>
              </a:rPr>
              <a:t>连线。按各区段有无分布载荷，连接相邻两点，即得剪力图和弯矩图。本题无分布载荷，故</a:t>
            </a:r>
            <a:r>
              <a:rPr lang="en-US" altLang="zh-CN" b="0" dirty="0">
                <a:solidFill>
                  <a:schemeClr val="tx1"/>
                </a:solidFill>
                <a:latin typeface="+mj-lt"/>
                <a:ea typeface="黑体" panose="02010609060101010101" pitchFamily="49" charset="-122"/>
              </a:rPr>
              <a:t>F</a:t>
            </a:r>
            <a:r>
              <a:rPr lang="en-US" altLang="zh-CN" b="0" i="0" baseline="-25000" dirty="0">
                <a:solidFill>
                  <a:schemeClr val="tx1"/>
                </a:solidFill>
                <a:latin typeface="+mj-lt"/>
                <a:ea typeface="黑体" panose="02010609060101010101" pitchFamily="49" charset="-122"/>
              </a:rPr>
              <a:t>Q</a:t>
            </a:r>
            <a:r>
              <a:rPr lang="zh-CN" altLang="en-US" i="0" dirty="0">
                <a:solidFill>
                  <a:schemeClr val="tx1"/>
                </a:solidFill>
                <a:latin typeface="+mj-lt"/>
                <a:ea typeface="黑体" panose="02010609060101010101" pitchFamily="49" charset="-122"/>
              </a:rPr>
              <a:t>图与</a:t>
            </a:r>
            <a:r>
              <a:rPr lang="en-US" altLang="zh-CN" b="0" dirty="0">
                <a:solidFill>
                  <a:schemeClr val="tx1"/>
                </a:solidFill>
                <a:latin typeface="+mj-lt"/>
                <a:ea typeface="黑体" panose="02010609060101010101" pitchFamily="49" charset="-122"/>
              </a:rPr>
              <a:t>M</a:t>
            </a:r>
            <a:r>
              <a:rPr lang="zh-CN" altLang="en-US" i="0" dirty="0">
                <a:solidFill>
                  <a:schemeClr val="tx1"/>
                </a:solidFill>
                <a:latin typeface="+mj-lt"/>
                <a:ea typeface="黑体" panose="02010609060101010101" pitchFamily="49" charset="-122"/>
              </a:rPr>
              <a:t>图皆连直线。 </a:t>
            </a:r>
            <a:r>
              <a:rPr kumimoji="1" lang="zh-CN" altLang="en-US" i="0" dirty="0">
                <a:solidFill>
                  <a:schemeClr val="tx1"/>
                </a:solidFill>
                <a:latin typeface="+mj-lt"/>
                <a:ea typeface="黑体" panose="02010609060101010101" pitchFamily="49" charset="-122"/>
              </a:rPr>
              <a:t>  </a:t>
            </a:r>
          </a:p>
        </p:txBody>
      </p:sp>
      <p:grpSp>
        <p:nvGrpSpPr>
          <p:cNvPr id="146" name="Group 3"/>
          <p:cNvGrpSpPr>
            <a:grpSpLocks/>
          </p:cNvGrpSpPr>
          <p:nvPr/>
        </p:nvGrpSpPr>
        <p:grpSpPr bwMode="auto">
          <a:xfrm>
            <a:off x="7827463" y="906080"/>
            <a:ext cx="3529012" cy="1793875"/>
            <a:chOff x="3415" y="571"/>
            <a:chExt cx="2223" cy="1130"/>
          </a:xfrm>
        </p:grpSpPr>
        <p:grpSp>
          <p:nvGrpSpPr>
            <p:cNvPr id="147" name="Group 4"/>
            <p:cNvGrpSpPr>
              <a:grpSpLocks/>
            </p:cNvGrpSpPr>
            <p:nvPr/>
          </p:nvGrpSpPr>
          <p:grpSpPr bwMode="auto">
            <a:xfrm>
              <a:off x="3415" y="571"/>
              <a:ext cx="2223" cy="1130"/>
              <a:chOff x="3415" y="571"/>
              <a:chExt cx="2223" cy="1130"/>
            </a:xfrm>
          </p:grpSpPr>
          <p:grpSp>
            <p:nvGrpSpPr>
              <p:cNvPr id="149" name="Group 5"/>
              <p:cNvGrpSpPr>
                <a:grpSpLocks/>
              </p:cNvGrpSpPr>
              <p:nvPr/>
            </p:nvGrpSpPr>
            <p:grpSpPr bwMode="auto">
              <a:xfrm>
                <a:off x="3415" y="836"/>
                <a:ext cx="2223" cy="865"/>
                <a:chOff x="3415" y="836"/>
                <a:chExt cx="2223" cy="865"/>
              </a:xfrm>
            </p:grpSpPr>
            <p:sp>
              <p:nvSpPr>
                <p:cNvPr id="159" name="Text Box 6"/>
                <p:cNvSpPr txBox="1">
                  <a:spLocks noChangeAspect="1" noChangeArrowheads="1"/>
                </p:cNvSpPr>
                <p:nvPr/>
              </p:nvSpPr>
              <p:spPr bwMode="auto">
                <a:xfrm flipH="1">
                  <a:off x="4452" y="13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160" name="Text Box 7"/>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161" name="Text Box 8"/>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62" name="Line 9"/>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3" name="Line 10"/>
                <p:cNvSpPr>
                  <a:spLocks noChangeAspect="1" noChangeShapeType="1"/>
                </p:cNvSpPr>
                <p:nvPr/>
              </p:nvSpPr>
              <p:spPr bwMode="auto">
                <a:xfrm flipH="1">
                  <a:off x="3695" y="1666"/>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4" name="Line 11"/>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5" name="Freeform 12"/>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50" name="Text Box 13"/>
              <p:cNvSpPr txBox="1">
                <a:spLocks noChangeAspect="1" noChangeArrowheads="1"/>
              </p:cNvSpPr>
              <p:nvPr/>
            </p:nvSpPr>
            <p:spPr bwMode="auto">
              <a:xfrm>
                <a:off x="4782" y="571"/>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endParaRPr kumimoji="1" lang="en-US" altLang="zh-CN" sz="3200" b="0" u="none" strike="noStrike" kern="0" cap="none" spc="0" normalizeH="0" baseline="-25000" noProof="0" dirty="0">
                  <a:ln>
                    <a:noFill/>
                  </a:ln>
                  <a:solidFill>
                    <a:srgbClr val="FF0000"/>
                  </a:solidFill>
                  <a:effectLst/>
                  <a:uLnTx/>
                  <a:uFillTx/>
                  <a:latin typeface="Times New Roman" panose="02020603050405020304" pitchFamily="18" charset="0"/>
                </a:endParaRPr>
              </a:p>
            </p:txBody>
          </p:sp>
          <p:sp>
            <p:nvSpPr>
              <p:cNvPr id="151" name="Text Box 14"/>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152" name="Line 15"/>
              <p:cNvSpPr>
                <a:spLocks noChangeAspect="1" noChangeShapeType="1"/>
              </p:cNvSpPr>
              <p:nvPr/>
            </p:nvSpPr>
            <p:spPr bwMode="auto">
              <a:xfrm flipH="1">
                <a:off x="3703" y="133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Line 16"/>
              <p:cNvSpPr>
                <a:spLocks noChangeAspect="1" noChangeShapeType="1"/>
              </p:cNvSpPr>
              <p:nvPr/>
            </p:nvSpPr>
            <p:spPr bwMode="auto">
              <a:xfrm flipH="1">
                <a:off x="3697" y="1405"/>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4" name="Line 17"/>
              <p:cNvSpPr>
                <a:spLocks noChangeAspect="1" noChangeShapeType="1"/>
              </p:cNvSpPr>
              <p:nvPr/>
            </p:nvSpPr>
            <p:spPr bwMode="auto">
              <a:xfrm flipH="1">
                <a:off x="5345" y="1333"/>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18"/>
              <p:cNvSpPr>
                <a:spLocks noChangeAspect="1" noChangeShapeType="1"/>
              </p:cNvSpPr>
              <p:nvPr/>
            </p:nvSpPr>
            <p:spPr bwMode="auto">
              <a:xfrm flipH="1">
                <a:off x="4789" y="1405"/>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Text Box 19"/>
              <p:cNvSpPr txBox="1">
                <a:spLocks noChangeAspect="1" noChangeArrowheads="1"/>
              </p:cNvSpPr>
              <p:nvPr/>
            </p:nvSpPr>
            <p:spPr bwMode="auto">
              <a:xfrm flipH="1">
                <a:off x="4904" y="1095"/>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157" name="Line 20"/>
              <p:cNvSpPr>
                <a:spLocks noChangeAspect="1" noChangeShapeType="1"/>
              </p:cNvSpPr>
              <p:nvPr/>
            </p:nvSpPr>
            <p:spPr bwMode="auto">
              <a:xfrm flipH="1">
                <a:off x="4795" y="1326"/>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Text Box 21"/>
              <p:cNvSpPr txBox="1">
                <a:spLocks noChangeAspect="1" noChangeArrowheads="1"/>
              </p:cNvSpPr>
              <p:nvPr/>
            </p:nvSpPr>
            <p:spPr bwMode="auto">
              <a:xfrm flipH="1">
                <a:off x="4052" y="1090"/>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sp>
          <p:nvSpPr>
            <p:cNvPr id="148" name="Line 22"/>
            <p:cNvSpPr>
              <a:spLocks noChangeAspect="1" noChangeShapeType="1"/>
            </p:cNvSpPr>
            <p:nvPr/>
          </p:nvSpPr>
          <p:spPr bwMode="auto">
            <a:xfrm>
              <a:off x="4803" y="618"/>
              <a:ext cx="0" cy="35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72" name="Group 26"/>
          <p:cNvGrpSpPr>
            <a:grpSpLocks/>
          </p:cNvGrpSpPr>
          <p:nvPr/>
        </p:nvGrpSpPr>
        <p:grpSpPr bwMode="auto">
          <a:xfrm>
            <a:off x="8024313" y="1544256"/>
            <a:ext cx="496887" cy="523875"/>
            <a:chOff x="1686" y="3521"/>
            <a:chExt cx="313" cy="330"/>
          </a:xfrm>
        </p:grpSpPr>
        <p:sp>
          <p:nvSpPr>
            <p:cNvPr id="173"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4"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6"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77" name="Group 31"/>
          <p:cNvGrpSpPr>
            <a:grpSpLocks/>
          </p:cNvGrpSpPr>
          <p:nvPr/>
        </p:nvGrpSpPr>
        <p:grpSpPr bwMode="auto">
          <a:xfrm>
            <a:off x="10667500" y="1542668"/>
            <a:ext cx="493713" cy="568325"/>
            <a:chOff x="3499" y="3511"/>
            <a:chExt cx="311" cy="358"/>
          </a:xfrm>
        </p:grpSpPr>
        <p:sp>
          <p:nvSpPr>
            <p:cNvPr id="178"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9"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0"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1"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2"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83" name="Text Box 38"/>
          <p:cNvSpPr txBox="1">
            <a:spLocks noChangeAspect="1" noChangeArrowheads="1"/>
          </p:cNvSpPr>
          <p:nvPr/>
        </p:nvSpPr>
        <p:spPr bwMode="auto">
          <a:xfrm>
            <a:off x="10883400" y="2176081"/>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184" name="Text Box 39"/>
          <p:cNvSpPr txBox="1">
            <a:spLocks noChangeAspect="1" noChangeArrowheads="1"/>
          </p:cNvSpPr>
          <p:nvPr/>
        </p:nvSpPr>
        <p:spPr bwMode="auto">
          <a:xfrm>
            <a:off x="7752850" y="2155443"/>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185" name="Line 40"/>
          <p:cNvSpPr>
            <a:spLocks noChangeAspect="1" noChangeShapeType="1"/>
          </p:cNvSpPr>
          <p:nvPr/>
        </p:nvSpPr>
        <p:spPr bwMode="auto">
          <a:xfrm flipV="1">
            <a:off x="8267200" y="1712531"/>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6" name="Line 41"/>
          <p:cNvSpPr>
            <a:spLocks noChangeAspect="1" noChangeShapeType="1"/>
          </p:cNvSpPr>
          <p:nvPr/>
        </p:nvSpPr>
        <p:spPr bwMode="auto">
          <a:xfrm flipV="1">
            <a:off x="10913563" y="1698243"/>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7" name="Line 51"/>
          <p:cNvSpPr>
            <a:spLocks noChangeShapeType="1"/>
          </p:cNvSpPr>
          <p:nvPr/>
        </p:nvSpPr>
        <p:spPr bwMode="auto">
          <a:xfrm rot="16200000">
            <a:off x="7675856" y="5504210"/>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8" name="Text Box 52"/>
          <p:cNvSpPr txBox="1">
            <a:spLocks noChangeAspect="1" noChangeArrowheads="1"/>
          </p:cNvSpPr>
          <p:nvPr/>
        </p:nvSpPr>
        <p:spPr bwMode="auto">
          <a:xfrm flipH="1">
            <a:off x="8235450" y="479221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9" name="Line 55"/>
          <p:cNvSpPr>
            <a:spLocks noChangeShapeType="1"/>
          </p:cNvSpPr>
          <p:nvPr/>
        </p:nvSpPr>
        <p:spPr bwMode="auto">
          <a:xfrm rot="16200000">
            <a:off x="7680618" y="3399250"/>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0" name="Text Box 56"/>
          <p:cNvSpPr txBox="1">
            <a:spLocks noChangeAspect="1" noChangeArrowheads="1"/>
          </p:cNvSpPr>
          <p:nvPr/>
        </p:nvSpPr>
        <p:spPr bwMode="auto">
          <a:xfrm flipH="1">
            <a:off x="8252913" y="266185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91" name="Text Box 58"/>
          <p:cNvSpPr txBox="1">
            <a:spLocks noChangeAspect="1" noChangeArrowheads="1"/>
          </p:cNvSpPr>
          <p:nvPr/>
        </p:nvSpPr>
        <p:spPr bwMode="auto">
          <a:xfrm>
            <a:off x="7944938" y="3763581"/>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92" name="Text Box 59"/>
          <p:cNvSpPr txBox="1">
            <a:spLocks noChangeAspect="1" noChangeArrowheads="1"/>
          </p:cNvSpPr>
          <p:nvPr/>
        </p:nvSpPr>
        <p:spPr bwMode="auto">
          <a:xfrm>
            <a:off x="7856038" y="5790753"/>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93" name="AutoShape 63" descr="浅色竖线"/>
          <p:cNvSpPr>
            <a:spLocks noChangeArrowheads="1"/>
          </p:cNvSpPr>
          <p:nvPr/>
        </p:nvSpPr>
        <p:spPr bwMode="auto">
          <a:xfrm>
            <a:off x="8265613" y="5584378"/>
            <a:ext cx="2703512" cy="496888"/>
          </a:xfrm>
          <a:prstGeom prst="triangle">
            <a:avLst>
              <a:gd name="adj" fmla="val 65296"/>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4" name="Rectangle 64" descr="浅色竖线"/>
          <p:cNvSpPr>
            <a:spLocks noChangeArrowheads="1"/>
          </p:cNvSpPr>
          <p:nvPr/>
        </p:nvSpPr>
        <p:spPr bwMode="auto">
          <a:xfrm>
            <a:off x="10035675" y="3947731"/>
            <a:ext cx="906463" cy="698500"/>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Rectangle 65" descr="浅色竖线"/>
          <p:cNvSpPr>
            <a:spLocks noChangeArrowheads="1"/>
          </p:cNvSpPr>
          <p:nvPr/>
        </p:nvSpPr>
        <p:spPr bwMode="auto">
          <a:xfrm>
            <a:off x="8289425" y="3561968"/>
            <a:ext cx="1747838" cy="382588"/>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6" name="Text Box 67"/>
          <p:cNvSpPr txBox="1">
            <a:spLocks noChangeAspect="1" noChangeArrowheads="1"/>
          </p:cNvSpPr>
          <p:nvPr/>
        </p:nvSpPr>
        <p:spPr bwMode="auto">
          <a:xfrm>
            <a:off x="10051550" y="4608131"/>
            <a:ext cx="974725"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Fa</a:t>
            </a:r>
            <a:r>
              <a:rPr lang="en-US" altLang="zh-CN" sz="2800" b="0" i="0">
                <a:solidFill>
                  <a:srgbClr val="000000"/>
                </a:solidFill>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197" name="Group 68"/>
          <p:cNvGrpSpPr>
            <a:grpSpLocks/>
          </p:cNvGrpSpPr>
          <p:nvPr/>
        </p:nvGrpSpPr>
        <p:grpSpPr bwMode="auto">
          <a:xfrm>
            <a:off x="10200775" y="4038218"/>
            <a:ext cx="569913" cy="468313"/>
            <a:chOff x="4503" y="2280"/>
            <a:chExt cx="269" cy="231"/>
          </a:xfrm>
        </p:grpSpPr>
        <p:sp>
          <p:nvSpPr>
            <p:cNvPr id="198" name="Oval 69"/>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9" name="Text Box 70"/>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00" name="Text Box 71"/>
          <p:cNvSpPr txBox="1">
            <a:spLocks noChangeAspect="1" noChangeArrowheads="1"/>
          </p:cNvSpPr>
          <p:nvPr/>
        </p:nvSpPr>
        <p:spPr bwMode="auto">
          <a:xfrm>
            <a:off x="10461125" y="5358953"/>
            <a:ext cx="1089025"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01" name="Text Box 72"/>
          <p:cNvSpPr txBox="1">
            <a:spLocks noChangeAspect="1" noChangeArrowheads="1"/>
          </p:cNvSpPr>
          <p:nvPr/>
        </p:nvSpPr>
        <p:spPr bwMode="auto">
          <a:xfrm>
            <a:off x="10508750" y="3360356"/>
            <a:ext cx="10414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02" name="Text Box 73"/>
          <p:cNvSpPr txBox="1">
            <a:spLocks noChangeAspect="1" noChangeArrowheads="1"/>
          </p:cNvSpPr>
          <p:nvPr/>
        </p:nvSpPr>
        <p:spPr bwMode="auto">
          <a:xfrm>
            <a:off x="8586288" y="3079368"/>
            <a:ext cx="1147762"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203" name="Oval 74"/>
          <p:cNvSpPr>
            <a:spLocks noChangeArrowheads="1"/>
          </p:cNvSpPr>
          <p:nvPr/>
        </p:nvSpPr>
        <p:spPr bwMode="auto">
          <a:xfrm>
            <a:off x="8254500" y="351434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4" name="Oval 75"/>
          <p:cNvSpPr>
            <a:spLocks noChangeArrowheads="1"/>
          </p:cNvSpPr>
          <p:nvPr/>
        </p:nvSpPr>
        <p:spPr bwMode="auto">
          <a:xfrm>
            <a:off x="9995988" y="352545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5" name="Oval 77"/>
          <p:cNvSpPr>
            <a:spLocks noChangeArrowheads="1"/>
          </p:cNvSpPr>
          <p:nvPr/>
        </p:nvSpPr>
        <p:spPr bwMode="auto">
          <a:xfrm>
            <a:off x="10889750" y="461289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6" name="Oval 78"/>
          <p:cNvSpPr>
            <a:spLocks noChangeArrowheads="1"/>
          </p:cNvSpPr>
          <p:nvPr/>
        </p:nvSpPr>
        <p:spPr bwMode="auto">
          <a:xfrm>
            <a:off x="10002338" y="4601781"/>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07" name="Oval 79"/>
          <p:cNvSpPr>
            <a:spLocks noChangeArrowheads="1"/>
          </p:cNvSpPr>
          <p:nvPr/>
        </p:nvSpPr>
        <p:spPr bwMode="auto">
          <a:xfrm>
            <a:off x="9989638" y="554151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208" name="Group 80"/>
          <p:cNvGrpSpPr>
            <a:grpSpLocks/>
          </p:cNvGrpSpPr>
          <p:nvPr/>
        </p:nvGrpSpPr>
        <p:grpSpPr bwMode="auto">
          <a:xfrm>
            <a:off x="9540375" y="5605016"/>
            <a:ext cx="592138" cy="523875"/>
            <a:chOff x="3767" y="1607"/>
            <a:chExt cx="373" cy="330"/>
          </a:xfrm>
        </p:grpSpPr>
        <p:sp>
          <p:nvSpPr>
            <p:cNvPr id="209" name="Oval 81"/>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0" name="Text Box 82"/>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11" name="Oval 83"/>
          <p:cNvSpPr>
            <a:spLocks noChangeArrowheads="1"/>
          </p:cNvSpPr>
          <p:nvPr/>
        </p:nvSpPr>
        <p:spPr bwMode="auto">
          <a:xfrm>
            <a:off x="10911975" y="601617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2" name="Text Box 84"/>
          <p:cNvSpPr txBox="1">
            <a:spLocks noChangeAspect="1" noChangeArrowheads="1"/>
          </p:cNvSpPr>
          <p:nvPr/>
        </p:nvSpPr>
        <p:spPr bwMode="auto">
          <a:xfrm>
            <a:off x="9145088" y="5100191"/>
            <a:ext cx="1168400" cy="592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Fab</a:t>
            </a:r>
            <a:r>
              <a:rPr lang="en-US" altLang="zh-CN" sz="2800" b="0" i="0">
                <a:solidFill>
                  <a:srgbClr val="000000"/>
                </a:solidFill>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213" name="Group 85"/>
          <p:cNvGrpSpPr>
            <a:grpSpLocks/>
          </p:cNvGrpSpPr>
          <p:nvPr/>
        </p:nvGrpSpPr>
        <p:grpSpPr bwMode="auto">
          <a:xfrm>
            <a:off x="8914900" y="3474656"/>
            <a:ext cx="592138" cy="523875"/>
            <a:chOff x="3767" y="1607"/>
            <a:chExt cx="373" cy="330"/>
          </a:xfrm>
        </p:grpSpPr>
        <p:sp>
          <p:nvSpPr>
            <p:cNvPr id="214" name="Oval 86"/>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5" name="Text Box 87"/>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216" name="Oval 88"/>
          <p:cNvSpPr>
            <a:spLocks noChangeArrowheads="1"/>
          </p:cNvSpPr>
          <p:nvPr/>
        </p:nvSpPr>
        <p:spPr bwMode="auto">
          <a:xfrm>
            <a:off x="8237038" y="6041578"/>
            <a:ext cx="74612"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7" name="Line 57"/>
          <p:cNvSpPr>
            <a:spLocks noChangeShapeType="1"/>
          </p:cNvSpPr>
          <p:nvPr/>
        </p:nvSpPr>
        <p:spPr bwMode="auto">
          <a:xfrm>
            <a:off x="8244975" y="395090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18" name="Line 53"/>
          <p:cNvSpPr>
            <a:spLocks noChangeShapeType="1"/>
          </p:cNvSpPr>
          <p:nvPr/>
        </p:nvSpPr>
        <p:spPr bwMode="auto">
          <a:xfrm>
            <a:off x="8227513" y="608126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19" name="矩形 218">
            <a:extLst>
              <a:ext uri="{FF2B5EF4-FFF2-40B4-BE49-F238E27FC236}">
                <a16:creationId xmlns:a16="http://schemas.microsoft.com/office/drawing/2014/main" id="{54CF797A-3212-00F4-D82B-18FEE729BE7A}"/>
              </a:ext>
            </a:extLst>
          </p:cNvPr>
          <p:cNvSpPr/>
          <p:nvPr/>
        </p:nvSpPr>
        <p:spPr>
          <a:xfrm>
            <a:off x="701305" y="5767252"/>
            <a:ext cx="6898315" cy="572464"/>
          </a:xfrm>
          <a:prstGeom prst="rect">
            <a:avLst/>
          </a:prstGeom>
        </p:spPr>
        <p:txBody>
          <a:bodyPr wrap="square">
            <a:spAutoFit/>
          </a:bodyPr>
          <a:lstStyle/>
          <a:p>
            <a:pPr algn="just">
              <a:lnSpc>
                <a:spcPct val="130000"/>
              </a:lnSpc>
            </a:pPr>
            <a:r>
              <a:rPr lang="en-US" altLang="zh-CN" i="0" dirty="0">
                <a:solidFill>
                  <a:schemeClr val="tx1"/>
                </a:solidFill>
                <a:latin typeface="+mj-lt"/>
                <a:ea typeface="黑体" panose="02010609060101010101" pitchFamily="49" charset="-122"/>
              </a:rPr>
              <a:t> ④</a:t>
            </a:r>
            <a:r>
              <a:rPr lang="zh-CN" altLang="en-US" i="0" dirty="0">
                <a:solidFill>
                  <a:schemeClr val="tx1"/>
                </a:solidFill>
                <a:latin typeface="+mj-lt"/>
                <a:ea typeface="黑体" panose="02010609060101010101" pitchFamily="49" charset="-122"/>
              </a:rPr>
              <a:t>复查。按本节所列</a:t>
            </a:r>
            <a:r>
              <a:rPr lang="en-US" altLang="zh-CN" b="0" dirty="0">
                <a:solidFill>
                  <a:schemeClr val="tx1"/>
                </a:solidFill>
                <a:latin typeface="+mj-lt"/>
                <a:ea typeface="黑体" panose="02010609060101010101" pitchFamily="49" charset="-122"/>
              </a:rPr>
              <a:t>F</a:t>
            </a:r>
            <a:r>
              <a:rPr lang="en-US" altLang="zh-CN" b="0" i="0" baseline="-25000" dirty="0">
                <a:solidFill>
                  <a:schemeClr val="tx1"/>
                </a:solidFill>
                <a:latin typeface="+mj-lt"/>
                <a:ea typeface="黑体" panose="02010609060101010101" pitchFamily="49" charset="-122"/>
              </a:rPr>
              <a:t>Q</a:t>
            </a:r>
            <a:r>
              <a:rPr lang="zh-CN" altLang="en-US" i="0" dirty="0">
                <a:solidFill>
                  <a:schemeClr val="tx1"/>
                </a:solidFill>
                <a:latin typeface="+mj-lt"/>
                <a:ea typeface="黑体" panose="02010609060101010101" pitchFamily="49" charset="-122"/>
              </a:rPr>
              <a:t>、</a:t>
            </a:r>
            <a:r>
              <a:rPr lang="en-US" altLang="zh-CN" b="0" dirty="0">
                <a:solidFill>
                  <a:schemeClr val="tx1"/>
                </a:solidFill>
                <a:latin typeface="+mj-lt"/>
                <a:ea typeface="黑体" panose="02010609060101010101" pitchFamily="49" charset="-122"/>
              </a:rPr>
              <a:t>M</a:t>
            </a:r>
            <a:r>
              <a:rPr lang="zh-CN" altLang="en-US" i="0" dirty="0">
                <a:solidFill>
                  <a:schemeClr val="tx1"/>
                </a:solidFill>
                <a:latin typeface="+mj-lt"/>
                <a:ea typeface="黑体" panose="02010609060101010101" pitchFamily="49" charset="-122"/>
              </a:rPr>
              <a:t>图特征表进行复核</a:t>
            </a:r>
            <a:r>
              <a:rPr lang="zh-CN" altLang="en-US" i="0" dirty="0">
                <a:solidFill>
                  <a:schemeClr val="tx1"/>
                </a:solidFill>
                <a:ea typeface="黑体" panose="02010609060101010101" pitchFamily="49" charset="-122"/>
              </a:rPr>
              <a:t>。</a:t>
            </a:r>
            <a:endParaRPr kumimoji="1" lang="zh-CN" altLang="en-US" i="0" dirty="0">
              <a:solidFill>
                <a:schemeClr val="tx1"/>
              </a:solidFill>
              <a:latin typeface="+mj-lt"/>
              <a:ea typeface="黑体" panose="02010609060101010101" pitchFamily="49" charset="-122"/>
            </a:endParaRPr>
          </a:p>
        </p:txBody>
      </p:sp>
    </p:spTree>
    <p:extLst>
      <p:ext uri="{BB962C8B-B14F-4D97-AF65-F5344CB8AC3E}">
        <p14:creationId xmlns:p14="http://schemas.microsoft.com/office/powerpoint/2010/main" val="21980042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par>
                          <p:cTn id="19" fill="hold">
                            <p:stCondLst>
                              <p:cond delay="0"/>
                            </p:stCondLst>
                            <p:childTnLst>
                              <p:par>
                                <p:cTn id="20" presetID="9" presetClass="emph" presetSubtype="0" nodeType="afterEffect">
                                  <p:stCondLst>
                                    <p:cond delay="0"/>
                                  </p:stCondLst>
                                  <p:childTnLst>
                                    <p:set>
                                      <p:cBhvr rctx="PPT">
                                        <p:cTn id="21" dur="indefinite"/>
                                        <p:tgtEl>
                                          <p:spTgt spid="172"/>
                                        </p:tgtEl>
                                        <p:attrNameLst>
                                          <p:attrName>style.opacity</p:attrName>
                                        </p:attrNameLst>
                                      </p:cBhvr>
                                      <p:to>
                                        <p:strVal val="0.5"/>
                                      </p:to>
                                    </p:set>
                                    <p:animEffect filter="image" prLst="opacity: 0.5">
                                      <p:cBhvr rctx="IE">
                                        <p:cTn id="22" dur="indefinite"/>
                                        <p:tgtEl>
                                          <p:spTgt spid="172"/>
                                        </p:tgtEl>
                                      </p:cBhvr>
                                    </p:animEffect>
                                  </p:childTnLst>
                                </p:cTn>
                              </p:par>
                              <p:par>
                                <p:cTn id="23" presetID="9" presetClass="emph" presetSubtype="0" nodeType="withEffect">
                                  <p:stCondLst>
                                    <p:cond delay="0"/>
                                  </p:stCondLst>
                                  <p:childTnLst>
                                    <p:set>
                                      <p:cBhvr rctx="PPT">
                                        <p:cTn id="24" dur="indefinite"/>
                                        <p:tgtEl>
                                          <p:spTgt spid="177"/>
                                        </p:tgtEl>
                                        <p:attrNameLst>
                                          <p:attrName>style.opacity</p:attrName>
                                        </p:attrNameLst>
                                      </p:cBhvr>
                                      <p:to>
                                        <p:strVal val="0.5"/>
                                      </p:to>
                                    </p:set>
                                    <p:animEffect filter="image" prLst="opacity: 0.5">
                                      <p:cBhvr rctx="IE">
                                        <p:cTn id="25" dur="indefinite"/>
                                        <p:tgtEl>
                                          <p:spTgt spid="177"/>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grpId="0" nodeType="clickEffect">
                                  <p:stCondLst>
                                    <p:cond delay="0"/>
                                  </p:stCondLst>
                                  <p:childTnLst>
                                    <p:set>
                                      <p:cBhvr>
                                        <p:cTn id="29" dur="1" fill="hold">
                                          <p:stCondLst>
                                            <p:cond delay="0"/>
                                          </p:stCondLst>
                                        </p:cTn>
                                        <p:tgtEl>
                                          <p:spTgt spid="218"/>
                                        </p:tgtEl>
                                        <p:attrNameLst>
                                          <p:attrName>style.visibility</p:attrName>
                                        </p:attrNameLst>
                                      </p:cBhvr>
                                      <p:to>
                                        <p:strVal val="visible"/>
                                      </p:to>
                                    </p:set>
                                    <p:animEffect transition="in" filter="slide(fromLeft)">
                                      <p:cBhvr>
                                        <p:cTn id="30" dur="5000"/>
                                        <p:tgtEl>
                                          <p:spTgt spid="218"/>
                                        </p:tgtEl>
                                      </p:cBhvr>
                                    </p:animEffect>
                                  </p:childTnLst>
                                </p:cTn>
                              </p:par>
                              <p:par>
                                <p:cTn id="31" presetID="12" presetClass="entr" presetSubtype="4" fill="hold" grpId="0" nodeType="withEffect">
                                  <p:stCondLst>
                                    <p:cond delay="500"/>
                                  </p:stCondLst>
                                  <p:childTnLst>
                                    <p:set>
                                      <p:cBhvr>
                                        <p:cTn id="32" dur="1" fill="hold">
                                          <p:stCondLst>
                                            <p:cond delay="0"/>
                                          </p:stCondLst>
                                        </p:cTn>
                                        <p:tgtEl>
                                          <p:spTgt spid="187"/>
                                        </p:tgtEl>
                                        <p:attrNameLst>
                                          <p:attrName>style.visibility</p:attrName>
                                        </p:attrNameLst>
                                      </p:cBhvr>
                                      <p:to>
                                        <p:strVal val="visible"/>
                                      </p:to>
                                    </p:set>
                                    <p:animEffect transition="in" filter="slide(fromBottom)">
                                      <p:cBhvr>
                                        <p:cTn id="33" dur="5000"/>
                                        <p:tgtEl>
                                          <p:spTgt spid="187"/>
                                        </p:tgtEl>
                                      </p:cBhvr>
                                    </p:animEffect>
                                  </p:childTnLst>
                                </p:cTn>
                              </p:par>
                              <p:par>
                                <p:cTn id="34" presetID="19" presetClass="entr" presetSubtype="10" fill="hold" nodeType="withEffect">
                                  <p:stCondLst>
                                    <p:cond delay="500"/>
                                  </p:stCondLst>
                                  <p:childTnLst>
                                    <p:set>
                                      <p:cBhvr>
                                        <p:cTn id="35" dur="1" fill="hold">
                                          <p:stCondLst>
                                            <p:cond delay="0"/>
                                          </p:stCondLst>
                                        </p:cTn>
                                        <p:tgtEl>
                                          <p:spTgt spid="188"/>
                                        </p:tgtEl>
                                        <p:attrNameLst>
                                          <p:attrName>style.visibility</p:attrName>
                                        </p:attrNameLst>
                                      </p:cBhvr>
                                      <p:to>
                                        <p:strVal val="visible"/>
                                      </p:to>
                                    </p:set>
                                    <p:anim calcmode="lin" valueType="num">
                                      <p:cBhvr>
                                        <p:cTn id="36" dur="5000" fill="hold"/>
                                        <p:tgtEl>
                                          <p:spTgt spid="188"/>
                                        </p:tgtEl>
                                        <p:attrNameLst>
                                          <p:attrName>ppt_w</p:attrName>
                                        </p:attrNameLst>
                                      </p:cBhvr>
                                      <p:tavLst>
                                        <p:tav tm="0" fmla="#ppt_w*sin(2.5*pi*$)">
                                          <p:val>
                                            <p:fltVal val="0"/>
                                          </p:val>
                                        </p:tav>
                                        <p:tav tm="100000">
                                          <p:val>
                                            <p:fltVal val="1"/>
                                          </p:val>
                                        </p:tav>
                                      </p:tavLst>
                                    </p:anim>
                                    <p:anim calcmode="lin" valueType="num">
                                      <p:cBhvr>
                                        <p:cTn id="37" dur="5000" fill="hold"/>
                                        <p:tgtEl>
                                          <p:spTgt spid="188"/>
                                        </p:tgtEl>
                                        <p:attrNameLst>
                                          <p:attrName>ppt_h</p:attrName>
                                        </p:attrNameLst>
                                      </p:cBhvr>
                                      <p:tavLst>
                                        <p:tav tm="0">
                                          <p:val>
                                            <p:strVal val="#ppt_h"/>
                                          </p:val>
                                        </p:tav>
                                        <p:tav tm="100000">
                                          <p:val>
                                            <p:strVal val="#ppt_h"/>
                                          </p:val>
                                        </p:tav>
                                      </p:tavLst>
                                    </p:anim>
                                  </p:childTnLst>
                                </p:cTn>
                              </p:par>
                              <p:par>
                                <p:cTn id="38" presetID="12" presetClass="entr" presetSubtype="8" fill="hold" grpId="0" nodeType="withEffect">
                                  <p:stCondLst>
                                    <p:cond delay="500"/>
                                  </p:stCondLst>
                                  <p:childTnLst>
                                    <p:set>
                                      <p:cBhvr>
                                        <p:cTn id="39" dur="1" fill="hold">
                                          <p:stCondLst>
                                            <p:cond delay="0"/>
                                          </p:stCondLst>
                                        </p:cTn>
                                        <p:tgtEl>
                                          <p:spTgt spid="217"/>
                                        </p:tgtEl>
                                        <p:attrNameLst>
                                          <p:attrName>style.visibility</p:attrName>
                                        </p:attrNameLst>
                                      </p:cBhvr>
                                      <p:to>
                                        <p:strVal val="visible"/>
                                      </p:to>
                                    </p:set>
                                    <p:animEffect transition="in" filter="slide(fromLeft)">
                                      <p:cBhvr>
                                        <p:cTn id="40" dur="5000"/>
                                        <p:tgtEl>
                                          <p:spTgt spid="217"/>
                                        </p:tgtEl>
                                      </p:cBhvr>
                                    </p:animEffect>
                                  </p:childTnLst>
                                </p:cTn>
                              </p:par>
                              <p:par>
                                <p:cTn id="41" presetID="12" presetClass="entr" presetSubtype="4" fill="hold" grpId="0" nodeType="withEffect">
                                  <p:stCondLst>
                                    <p:cond delay="500"/>
                                  </p:stCondLst>
                                  <p:childTnLst>
                                    <p:set>
                                      <p:cBhvr>
                                        <p:cTn id="42" dur="1" fill="hold">
                                          <p:stCondLst>
                                            <p:cond delay="0"/>
                                          </p:stCondLst>
                                        </p:cTn>
                                        <p:tgtEl>
                                          <p:spTgt spid="189"/>
                                        </p:tgtEl>
                                        <p:attrNameLst>
                                          <p:attrName>style.visibility</p:attrName>
                                        </p:attrNameLst>
                                      </p:cBhvr>
                                      <p:to>
                                        <p:strVal val="visible"/>
                                      </p:to>
                                    </p:set>
                                    <p:animEffect transition="in" filter="slide(fromBottom)">
                                      <p:cBhvr>
                                        <p:cTn id="43" dur="5000"/>
                                        <p:tgtEl>
                                          <p:spTgt spid="189"/>
                                        </p:tgtEl>
                                      </p:cBhvr>
                                    </p:animEffect>
                                  </p:childTnLst>
                                </p:cTn>
                              </p:par>
                              <p:par>
                                <p:cTn id="44" presetID="19" presetClass="entr" presetSubtype="10" fill="hold" grpId="0" nodeType="withEffect">
                                  <p:stCondLst>
                                    <p:cond delay="500"/>
                                  </p:stCondLst>
                                  <p:childTnLst>
                                    <p:set>
                                      <p:cBhvr>
                                        <p:cTn id="45" dur="1" fill="hold">
                                          <p:stCondLst>
                                            <p:cond delay="0"/>
                                          </p:stCondLst>
                                        </p:cTn>
                                        <p:tgtEl>
                                          <p:spTgt spid="190"/>
                                        </p:tgtEl>
                                        <p:attrNameLst>
                                          <p:attrName>style.visibility</p:attrName>
                                        </p:attrNameLst>
                                      </p:cBhvr>
                                      <p:to>
                                        <p:strVal val="visible"/>
                                      </p:to>
                                    </p:set>
                                    <p:anim calcmode="lin" valueType="num">
                                      <p:cBhvr>
                                        <p:cTn id="46" dur="5000" fill="hold"/>
                                        <p:tgtEl>
                                          <p:spTgt spid="190"/>
                                        </p:tgtEl>
                                        <p:attrNameLst>
                                          <p:attrName>ppt_w</p:attrName>
                                        </p:attrNameLst>
                                      </p:cBhvr>
                                      <p:tavLst>
                                        <p:tav tm="0" fmla="#ppt_w*sin(2.5*pi*$)">
                                          <p:val>
                                            <p:fltVal val="0"/>
                                          </p:val>
                                        </p:tav>
                                        <p:tav tm="100000">
                                          <p:val>
                                            <p:fltVal val="1"/>
                                          </p:val>
                                        </p:tav>
                                      </p:tavLst>
                                    </p:anim>
                                    <p:anim calcmode="lin" valueType="num">
                                      <p:cBhvr>
                                        <p:cTn id="47" dur="5000" fill="hold"/>
                                        <p:tgtEl>
                                          <p:spTgt spid="190"/>
                                        </p:tgtEl>
                                        <p:attrNameLst>
                                          <p:attrName>ppt_h</p:attrName>
                                        </p:attrNameLst>
                                      </p:cBhvr>
                                      <p:tavLst>
                                        <p:tav tm="0">
                                          <p:val>
                                            <p:strVal val="#ppt_h"/>
                                          </p:val>
                                        </p:tav>
                                        <p:tav tm="100000">
                                          <p:val>
                                            <p:strVal val="#ppt_h"/>
                                          </p:val>
                                        </p:tav>
                                      </p:tavLst>
                                    </p:anim>
                                  </p:childTnLst>
                                </p:cTn>
                              </p:par>
                              <p:par>
                                <p:cTn id="48" presetID="19" presetClass="entr" presetSubtype="10" fill="hold" grpId="0" nodeType="withEffect">
                                  <p:stCondLst>
                                    <p:cond delay="500"/>
                                  </p:stCondLst>
                                  <p:childTnLst>
                                    <p:set>
                                      <p:cBhvr>
                                        <p:cTn id="49" dur="1" fill="hold">
                                          <p:stCondLst>
                                            <p:cond delay="0"/>
                                          </p:stCondLst>
                                        </p:cTn>
                                        <p:tgtEl>
                                          <p:spTgt spid="191"/>
                                        </p:tgtEl>
                                        <p:attrNameLst>
                                          <p:attrName>style.visibility</p:attrName>
                                        </p:attrNameLst>
                                      </p:cBhvr>
                                      <p:to>
                                        <p:strVal val="visible"/>
                                      </p:to>
                                    </p:set>
                                    <p:anim calcmode="lin" valueType="num">
                                      <p:cBhvr>
                                        <p:cTn id="50" dur="5000" fill="hold"/>
                                        <p:tgtEl>
                                          <p:spTgt spid="191"/>
                                        </p:tgtEl>
                                        <p:attrNameLst>
                                          <p:attrName>ppt_w</p:attrName>
                                        </p:attrNameLst>
                                      </p:cBhvr>
                                      <p:tavLst>
                                        <p:tav tm="0" fmla="#ppt_w*sin(2.5*pi*$)">
                                          <p:val>
                                            <p:fltVal val="0"/>
                                          </p:val>
                                        </p:tav>
                                        <p:tav tm="100000">
                                          <p:val>
                                            <p:fltVal val="1"/>
                                          </p:val>
                                        </p:tav>
                                      </p:tavLst>
                                    </p:anim>
                                    <p:anim calcmode="lin" valueType="num">
                                      <p:cBhvr>
                                        <p:cTn id="51" dur="5000" fill="hold"/>
                                        <p:tgtEl>
                                          <p:spTgt spid="19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3" name="CAMERA.WAV"/>
                                        </p:tgtEl>
                                      </p:cMediaNode>
                                    </p:audio>
                                  </p:subTnLst>
                                </p:cTn>
                              </p:par>
                              <p:par>
                                <p:cTn id="52" presetID="19" presetClass="entr" presetSubtype="10" fill="hold" grpId="0" nodeType="withEffect">
                                  <p:stCondLst>
                                    <p:cond delay="500"/>
                                  </p:stCondLst>
                                  <p:childTnLst>
                                    <p:set>
                                      <p:cBhvr>
                                        <p:cTn id="53" dur="1" fill="hold">
                                          <p:stCondLst>
                                            <p:cond delay="0"/>
                                          </p:stCondLst>
                                        </p:cTn>
                                        <p:tgtEl>
                                          <p:spTgt spid="192"/>
                                        </p:tgtEl>
                                        <p:attrNameLst>
                                          <p:attrName>style.visibility</p:attrName>
                                        </p:attrNameLst>
                                      </p:cBhvr>
                                      <p:to>
                                        <p:strVal val="visible"/>
                                      </p:to>
                                    </p:set>
                                    <p:anim calcmode="lin" valueType="num">
                                      <p:cBhvr>
                                        <p:cTn id="54" dur="5000" fill="hold"/>
                                        <p:tgtEl>
                                          <p:spTgt spid="192"/>
                                        </p:tgtEl>
                                        <p:attrNameLst>
                                          <p:attrName>ppt_w</p:attrName>
                                        </p:attrNameLst>
                                      </p:cBhvr>
                                      <p:tavLst>
                                        <p:tav tm="0" fmla="#ppt_w*sin(2.5*pi*$)">
                                          <p:val>
                                            <p:fltVal val="0"/>
                                          </p:val>
                                        </p:tav>
                                        <p:tav tm="100000">
                                          <p:val>
                                            <p:fltVal val="1"/>
                                          </p:val>
                                        </p:tav>
                                      </p:tavLst>
                                    </p:anim>
                                    <p:anim calcmode="lin" valueType="num">
                                      <p:cBhvr>
                                        <p:cTn id="55" dur="5000" fill="hold"/>
                                        <p:tgtEl>
                                          <p:spTgt spid="19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2"/>
                                            </p:cond>
                                          </p:stCondLst>
                                          <p:endCondLst>
                                            <p:cond evt="onStopAudio" delay="0">
                                              <p:tgtEl>
                                                <p:sldTgt/>
                                              </p:tgtEl>
                                            </p:cond>
                                          </p:endCondLst>
                                        </p:cTn>
                                        <p:tgtEl>
                                          <p:sndTgt r:embed="rId3" name="CAMERA.WAV"/>
                                        </p:tgtEl>
                                      </p:cMediaNode>
                                    </p:audio>
                                  </p:subTnLst>
                                </p:cTn>
                              </p:par>
                              <p:par>
                                <p:cTn id="56" presetID="15" presetClass="entr" presetSubtype="0" fill="hold" grpId="0" nodeType="withEffect">
                                  <p:stCondLst>
                                    <p:cond delay="0"/>
                                  </p:stCondLst>
                                  <p:childTnLst>
                                    <p:set>
                                      <p:cBhvr>
                                        <p:cTn id="57" dur="1" fill="hold">
                                          <p:stCondLst>
                                            <p:cond delay="0"/>
                                          </p:stCondLst>
                                        </p:cTn>
                                        <p:tgtEl>
                                          <p:spTgt spid="203"/>
                                        </p:tgtEl>
                                        <p:attrNameLst>
                                          <p:attrName>style.visibility</p:attrName>
                                        </p:attrNameLst>
                                      </p:cBhvr>
                                      <p:to>
                                        <p:strVal val="visible"/>
                                      </p:to>
                                    </p:set>
                                    <p:anim calcmode="lin" valueType="num">
                                      <p:cBhvr>
                                        <p:cTn id="58" dur="2000" fill="hold"/>
                                        <p:tgtEl>
                                          <p:spTgt spid="203"/>
                                        </p:tgtEl>
                                        <p:attrNameLst>
                                          <p:attrName>ppt_w</p:attrName>
                                        </p:attrNameLst>
                                      </p:cBhvr>
                                      <p:tavLst>
                                        <p:tav tm="0">
                                          <p:val>
                                            <p:fltVal val="0"/>
                                          </p:val>
                                        </p:tav>
                                        <p:tav tm="100000">
                                          <p:val>
                                            <p:strVal val="#ppt_w"/>
                                          </p:val>
                                        </p:tav>
                                      </p:tavLst>
                                    </p:anim>
                                    <p:anim calcmode="lin" valueType="num">
                                      <p:cBhvr>
                                        <p:cTn id="59" dur="2000" fill="hold"/>
                                        <p:tgtEl>
                                          <p:spTgt spid="203"/>
                                        </p:tgtEl>
                                        <p:attrNameLst>
                                          <p:attrName>ppt_h</p:attrName>
                                        </p:attrNameLst>
                                      </p:cBhvr>
                                      <p:tavLst>
                                        <p:tav tm="0">
                                          <p:val>
                                            <p:fltVal val="0"/>
                                          </p:val>
                                        </p:tav>
                                        <p:tav tm="100000">
                                          <p:val>
                                            <p:strVal val="#ppt_h"/>
                                          </p:val>
                                        </p:tav>
                                      </p:tavLst>
                                    </p:anim>
                                    <p:anim calcmode="lin" valueType="num">
                                      <p:cBhvr>
                                        <p:cTn id="60" dur="2000" fill="hold"/>
                                        <p:tgtEl>
                                          <p:spTgt spid="203"/>
                                        </p:tgtEl>
                                        <p:attrNameLst>
                                          <p:attrName>ppt_x</p:attrName>
                                        </p:attrNameLst>
                                      </p:cBhvr>
                                      <p:tavLst>
                                        <p:tav tm="0" fmla="#ppt_x+(cos(-2*pi*(1-$))*-#ppt_x-sin(-2*pi*(1-$))*(1-#ppt_y))*(1-$)">
                                          <p:val>
                                            <p:fltVal val="0"/>
                                          </p:val>
                                        </p:tav>
                                        <p:tav tm="100000">
                                          <p:val>
                                            <p:fltVal val="1"/>
                                          </p:val>
                                        </p:tav>
                                      </p:tavLst>
                                    </p:anim>
                                    <p:anim calcmode="lin" valueType="num">
                                      <p:cBhvr>
                                        <p:cTn id="61" dur="2000" fill="hold"/>
                                        <p:tgtEl>
                                          <p:spTgt spid="20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par>
                                <p:cTn id="62" presetID="19" presetClass="entr" presetSubtype="10" fill="hold" grpId="0" nodeType="withEffect">
                                  <p:stCondLst>
                                    <p:cond delay="0"/>
                                  </p:stCondLst>
                                  <p:childTnLst>
                                    <p:set>
                                      <p:cBhvr>
                                        <p:cTn id="63" dur="1" fill="hold">
                                          <p:stCondLst>
                                            <p:cond delay="0"/>
                                          </p:stCondLst>
                                        </p:cTn>
                                        <p:tgtEl>
                                          <p:spTgt spid="202"/>
                                        </p:tgtEl>
                                        <p:attrNameLst>
                                          <p:attrName>style.visibility</p:attrName>
                                        </p:attrNameLst>
                                      </p:cBhvr>
                                      <p:to>
                                        <p:strVal val="visible"/>
                                      </p:to>
                                    </p:set>
                                    <p:anim calcmode="lin" valueType="num">
                                      <p:cBhvr>
                                        <p:cTn id="64" dur="5000" fill="hold"/>
                                        <p:tgtEl>
                                          <p:spTgt spid="202"/>
                                        </p:tgtEl>
                                        <p:attrNameLst>
                                          <p:attrName>ppt_w</p:attrName>
                                        </p:attrNameLst>
                                      </p:cBhvr>
                                      <p:tavLst>
                                        <p:tav tm="0" fmla="#ppt_w*sin(2.5*pi*$)">
                                          <p:val>
                                            <p:fltVal val="0"/>
                                          </p:val>
                                        </p:tav>
                                        <p:tav tm="100000">
                                          <p:val>
                                            <p:fltVal val="1"/>
                                          </p:val>
                                        </p:tav>
                                      </p:tavLst>
                                    </p:anim>
                                    <p:anim calcmode="lin" valueType="num">
                                      <p:cBhvr>
                                        <p:cTn id="65"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6" fill="hold">
                            <p:stCondLst>
                              <p:cond delay="5500"/>
                            </p:stCondLst>
                            <p:childTnLst>
                              <p:par>
                                <p:cTn id="67" presetID="15" presetClass="entr" presetSubtype="0" fill="hold" grpId="0" nodeType="afterEffect">
                                  <p:stCondLst>
                                    <p:cond delay="0"/>
                                  </p:stCondLst>
                                  <p:childTnLst>
                                    <p:set>
                                      <p:cBhvr>
                                        <p:cTn id="68" dur="1" fill="hold">
                                          <p:stCondLst>
                                            <p:cond delay="0"/>
                                          </p:stCondLst>
                                        </p:cTn>
                                        <p:tgtEl>
                                          <p:spTgt spid="205"/>
                                        </p:tgtEl>
                                        <p:attrNameLst>
                                          <p:attrName>style.visibility</p:attrName>
                                        </p:attrNameLst>
                                      </p:cBhvr>
                                      <p:to>
                                        <p:strVal val="visible"/>
                                      </p:to>
                                    </p:set>
                                    <p:anim calcmode="lin" valueType="num">
                                      <p:cBhvr>
                                        <p:cTn id="69" dur="3000" fill="hold"/>
                                        <p:tgtEl>
                                          <p:spTgt spid="205"/>
                                        </p:tgtEl>
                                        <p:attrNameLst>
                                          <p:attrName>ppt_w</p:attrName>
                                        </p:attrNameLst>
                                      </p:cBhvr>
                                      <p:tavLst>
                                        <p:tav tm="0">
                                          <p:val>
                                            <p:fltVal val="0"/>
                                          </p:val>
                                        </p:tav>
                                        <p:tav tm="100000">
                                          <p:val>
                                            <p:strVal val="#ppt_w"/>
                                          </p:val>
                                        </p:tav>
                                      </p:tavLst>
                                    </p:anim>
                                    <p:anim calcmode="lin" valueType="num">
                                      <p:cBhvr>
                                        <p:cTn id="70" dur="3000" fill="hold"/>
                                        <p:tgtEl>
                                          <p:spTgt spid="205"/>
                                        </p:tgtEl>
                                        <p:attrNameLst>
                                          <p:attrName>ppt_h</p:attrName>
                                        </p:attrNameLst>
                                      </p:cBhvr>
                                      <p:tavLst>
                                        <p:tav tm="0">
                                          <p:val>
                                            <p:fltVal val="0"/>
                                          </p:val>
                                        </p:tav>
                                        <p:tav tm="100000">
                                          <p:val>
                                            <p:strVal val="#ppt_h"/>
                                          </p:val>
                                        </p:tav>
                                      </p:tavLst>
                                    </p:anim>
                                    <p:anim calcmode="lin" valueType="num">
                                      <p:cBhvr>
                                        <p:cTn id="71" dur="3000" fill="hold"/>
                                        <p:tgtEl>
                                          <p:spTgt spid="205"/>
                                        </p:tgtEl>
                                        <p:attrNameLst>
                                          <p:attrName>ppt_x</p:attrName>
                                        </p:attrNameLst>
                                      </p:cBhvr>
                                      <p:tavLst>
                                        <p:tav tm="0" fmla="#ppt_x+(cos(-2*pi*(1-$))*-#ppt_x-sin(-2*pi*(1-$))*(1-#ppt_y))*(1-$)">
                                          <p:val>
                                            <p:fltVal val="0"/>
                                          </p:val>
                                        </p:tav>
                                        <p:tav tm="100000">
                                          <p:val>
                                            <p:fltVal val="1"/>
                                          </p:val>
                                        </p:tav>
                                      </p:tavLst>
                                    </p:anim>
                                    <p:anim calcmode="lin" valueType="num">
                                      <p:cBhvr>
                                        <p:cTn id="72" dur="3000" fill="hold"/>
                                        <p:tgtEl>
                                          <p:spTgt spid="20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7"/>
                                            </p:cond>
                                          </p:stCondLst>
                                          <p:endCondLst>
                                            <p:cond evt="onStopAudio" delay="0">
                                              <p:tgtEl>
                                                <p:sldTgt/>
                                              </p:tgtEl>
                                            </p:cond>
                                          </p:endCondLst>
                                        </p:cTn>
                                        <p:tgtEl>
                                          <p:sndTgt r:embed="rId4" name="CHIMES.WAV"/>
                                        </p:tgtEl>
                                      </p:cMediaNode>
                                    </p:audio>
                                  </p:subTnLst>
                                </p:cTn>
                              </p:par>
                              <p:par>
                                <p:cTn id="73" presetID="19" presetClass="entr" presetSubtype="10" fill="hold" grpId="0" nodeType="withEffect">
                                  <p:stCondLst>
                                    <p:cond delay="0"/>
                                  </p:stCondLst>
                                  <p:childTnLst>
                                    <p:set>
                                      <p:cBhvr>
                                        <p:cTn id="74" dur="1" fill="hold">
                                          <p:stCondLst>
                                            <p:cond delay="0"/>
                                          </p:stCondLst>
                                        </p:cTn>
                                        <p:tgtEl>
                                          <p:spTgt spid="196"/>
                                        </p:tgtEl>
                                        <p:attrNameLst>
                                          <p:attrName>style.visibility</p:attrName>
                                        </p:attrNameLst>
                                      </p:cBhvr>
                                      <p:to>
                                        <p:strVal val="visible"/>
                                      </p:to>
                                    </p:set>
                                    <p:anim calcmode="lin" valueType="num">
                                      <p:cBhvr>
                                        <p:cTn id="75" dur="5000" fill="hold"/>
                                        <p:tgtEl>
                                          <p:spTgt spid="196"/>
                                        </p:tgtEl>
                                        <p:attrNameLst>
                                          <p:attrName>ppt_w</p:attrName>
                                        </p:attrNameLst>
                                      </p:cBhvr>
                                      <p:tavLst>
                                        <p:tav tm="0" fmla="#ppt_w*sin(2.5*pi*$)">
                                          <p:val>
                                            <p:fltVal val="0"/>
                                          </p:val>
                                        </p:tav>
                                        <p:tav tm="100000">
                                          <p:val>
                                            <p:fltVal val="1"/>
                                          </p:val>
                                        </p:tav>
                                      </p:tavLst>
                                    </p:anim>
                                    <p:anim calcmode="lin" valueType="num">
                                      <p:cBhvr>
                                        <p:cTn id="76" dur="5000" fill="hold"/>
                                        <p:tgtEl>
                                          <p:spTgt spid="19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3"/>
                                            </p:cond>
                                          </p:stCondLst>
                                          <p:endCondLst>
                                            <p:cond evt="onStopAudio" delay="0">
                                              <p:tgtEl>
                                                <p:sldTgt/>
                                              </p:tgtEl>
                                            </p:cond>
                                          </p:endCondLst>
                                        </p:cTn>
                                        <p:tgtEl>
                                          <p:sndTgt r:embed="rId4" name="CHIMES.WAV"/>
                                        </p:tgtEl>
                                      </p:cMediaNode>
                                    </p:audio>
                                  </p:subTnLst>
                                </p:cTn>
                              </p:par>
                              <p:par>
                                <p:cTn id="77" presetID="15" presetClass="entr" presetSubtype="0" fill="hold" grpId="0" nodeType="withEffect">
                                  <p:stCondLst>
                                    <p:cond delay="0"/>
                                  </p:stCondLst>
                                  <p:childTnLst>
                                    <p:set>
                                      <p:cBhvr>
                                        <p:cTn id="78" dur="1" fill="hold">
                                          <p:stCondLst>
                                            <p:cond delay="0"/>
                                          </p:stCondLst>
                                        </p:cTn>
                                        <p:tgtEl>
                                          <p:spTgt spid="216"/>
                                        </p:tgtEl>
                                        <p:attrNameLst>
                                          <p:attrName>style.visibility</p:attrName>
                                        </p:attrNameLst>
                                      </p:cBhvr>
                                      <p:to>
                                        <p:strVal val="visible"/>
                                      </p:to>
                                    </p:set>
                                    <p:anim calcmode="lin" valueType="num">
                                      <p:cBhvr>
                                        <p:cTn id="79" dur="3000" fill="hold"/>
                                        <p:tgtEl>
                                          <p:spTgt spid="216"/>
                                        </p:tgtEl>
                                        <p:attrNameLst>
                                          <p:attrName>ppt_w</p:attrName>
                                        </p:attrNameLst>
                                      </p:cBhvr>
                                      <p:tavLst>
                                        <p:tav tm="0">
                                          <p:val>
                                            <p:fltVal val="0"/>
                                          </p:val>
                                        </p:tav>
                                        <p:tav tm="100000">
                                          <p:val>
                                            <p:strVal val="#ppt_w"/>
                                          </p:val>
                                        </p:tav>
                                      </p:tavLst>
                                    </p:anim>
                                    <p:anim calcmode="lin" valueType="num">
                                      <p:cBhvr>
                                        <p:cTn id="80" dur="3000" fill="hold"/>
                                        <p:tgtEl>
                                          <p:spTgt spid="216"/>
                                        </p:tgtEl>
                                        <p:attrNameLst>
                                          <p:attrName>ppt_h</p:attrName>
                                        </p:attrNameLst>
                                      </p:cBhvr>
                                      <p:tavLst>
                                        <p:tav tm="0">
                                          <p:val>
                                            <p:fltVal val="0"/>
                                          </p:val>
                                        </p:tav>
                                        <p:tav tm="100000">
                                          <p:val>
                                            <p:strVal val="#ppt_h"/>
                                          </p:val>
                                        </p:tav>
                                      </p:tavLst>
                                    </p:anim>
                                    <p:anim calcmode="lin" valueType="num">
                                      <p:cBhvr>
                                        <p:cTn id="81" dur="3000" fill="hold"/>
                                        <p:tgtEl>
                                          <p:spTgt spid="216"/>
                                        </p:tgtEl>
                                        <p:attrNameLst>
                                          <p:attrName>ppt_x</p:attrName>
                                        </p:attrNameLst>
                                      </p:cBhvr>
                                      <p:tavLst>
                                        <p:tav tm="0" fmla="#ppt_x+(cos(-2*pi*(1-$))*-#ppt_x-sin(-2*pi*(1-$))*(1-#ppt_y))*(1-$)">
                                          <p:val>
                                            <p:fltVal val="0"/>
                                          </p:val>
                                        </p:tav>
                                        <p:tav tm="100000">
                                          <p:val>
                                            <p:fltVal val="1"/>
                                          </p:val>
                                        </p:tav>
                                      </p:tavLst>
                                    </p:anim>
                                    <p:anim calcmode="lin" valueType="num">
                                      <p:cBhvr>
                                        <p:cTn id="82" dur="3000" fill="hold"/>
                                        <p:tgtEl>
                                          <p:spTgt spid="21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7"/>
                                            </p:cond>
                                          </p:stCondLst>
                                          <p:endCondLst>
                                            <p:cond evt="onStopAudio" delay="0">
                                              <p:tgtEl>
                                                <p:sldTgt/>
                                              </p:tgtEl>
                                            </p:cond>
                                          </p:endCondLst>
                                        </p:cTn>
                                        <p:tgtEl>
                                          <p:sndTgt r:embed="rId4" name="CHIMES.WAV"/>
                                        </p:tgtEl>
                                      </p:cMediaNode>
                                    </p:audio>
                                  </p:subTnLst>
                                </p:cTn>
                              </p:par>
                            </p:childTnLst>
                          </p:cTn>
                        </p:par>
                        <p:par>
                          <p:cTn id="83" fill="hold">
                            <p:stCondLst>
                              <p:cond delay="10500"/>
                            </p:stCondLst>
                            <p:childTnLst>
                              <p:par>
                                <p:cTn id="84" presetID="15" presetClass="entr" presetSubtype="0" fill="hold" grpId="0" nodeType="afterEffect">
                                  <p:stCondLst>
                                    <p:cond delay="0"/>
                                  </p:stCondLst>
                                  <p:childTnLst>
                                    <p:set>
                                      <p:cBhvr>
                                        <p:cTn id="85" dur="1" fill="hold">
                                          <p:stCondLst>
                                            <p:cond delay="0"/>
                                          </p:stCondLst>
                                        </p:cTn>
                                        <p:tgtEl>
                                          <p:spTgt spid="211"/>
                                        </p:tgtEl>
                                        <p:attrNameLst>
                                          <p:attrName>style.visibility</p:attrName>
                                        </p:attrNameLst>
                                      </p:cBhvr>
                                      <p:to>
                                        <p:strVal val="visible"/>
                                      </p:to>
                                    </p:set>
                                    <p:anim calcmode="lin" valueType="num">
                                      <p:cBhvr>
                                        <p:cTn id="86" dur="3000" fill="hold"/>
                                        <p:tgtEl>
                                          <p:spTgt spid="211"/>
                                        </p:tgtEl>
                                        <p:attrNameLst>
                                          <p:attrName>ppt_w</p:attrName>
                                        </p:attrNameLst>
                                      </p:cBhvr>
                                      <p:tavLst>
                                        <p:tav tm="0">
                                          <p:val>
                                            <p:fltVal val="0"/>
                                          </p:val>
                                        </p:tav>
                                        <p:tav tm="100000">
                                          <p:val>
                                            <p:strVal val="#ppt_w"/>
                                          </p:val>
                                        </p:tav>
                                      </p:tavLst>
                                    </p:anim>
                                    <p:anim calcmode="lin" valueType="num">
                                      <p:cBhvr>
                                        <p:cTn id="87" dur="3000" fill="hold"/>
                                        <p:tgtEl>
                                          <p:spTgt spid="211"/>
                                        </p:tgtEl>
                                        <p:attrNameLst>
                                          <p:attrName>ppt_h</p:attrName>
                                        </p:attrNameLst>
                                      </p:cBhvr>
                                      <p:tavLst>
                                        <p:tav tm="0">
                                          <p:val>
                                            <p:fltVal val="0"/>
                                          </p:val>
                                        </p:tav>
                                        <p:tav tm="100000">
                                          <p:val>
                                            <p:strVal val="#ppt_h"/>
                                          </p:val>
                                        </p:tav>
                                      </p:tavLst>
                                    </p:anim>
                                    <p:anim calcmode="lin" valueType="num">
                                      <p:cBhvr>
                                        <p:cTn id="88" dur="3000" fill="hold"/>
                                        <p:tgtEl>
                                          <p:spTgt spid="211"/>
                                        </p:tgtEl>
                                        <p:attrNameLst>
                                          <p:attrName>ppt_x</p:attrName>
                                        </p:attrNameLst>
                                      </p:cBhvr>
                                      <p:tavLst>
                                        <p:tav tm="0" fmla="#ppt_x+(cos(-2*pi*(1-$))*-#ppt_x-sin(-2*pi*(1-$))*(1-#ppt_y))*(1-$)">
                                          <p:val>
                                            <p:fltVal val="0"/>
                                          </p:val>
                                        </p:tav>
                                        <p:tav tm="100000">
                                          <p:val>
                                            <p:fltVal val="1"/>
                                          </p:val>
                                        </p:tav>
                                      </p:tavLst>
                                    </p:anim>
                                    <p:anim calcmode="lin" valueType="num">
                                      <p:cBhvr>
                                        <p:cTn id="89" dur="3000" fill="hold"/>
                                        <p:tgtEl>
                                          <p:spTgt spid="21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par>
                                <p:cTn id="90" presetID="15" presetClass="entr" presetSubtype="0" fill="hold" grpId="0" nodeType="withEffect">
                                  <p:stCondLst>
                                    <p:cond delay="0"/>
                                  </p:stCondLst>
                                  <p:childTnLst>
                                    <p:set>
                                      <p:cBhvr>
                                        <p:cTn id="91" dur="1" fill="hold">
                                          <p:stCondLst>
                                            <p:cond delay="0"/>
                                          </p:stCondLst>
                                        </p:cTn>
                                        <p:tgtEl>
                                          <p:spTgt spid="204"/>
                                        </p:tgtEl>
                                        <p:attrNameLst>
                                          <p:attrName>style.visibility</p:attrName>
                                        </p:attrNameLst>
                                      </p:cBhvr>
                                      <p:to>
                                        <p:strVal val="visible"/>
                                      </p:to>
                                    </p:set>
                                    <p:anim calcmode="lin" valueType="num">
                                      <p:cBhvr>
                                        <p:cTn id="92" dur="2000" fill="hold"/>
                                        <p:tgtEl>
                                          <p:spTgt spid="204"/>
                                        </p:tgtEl>
                                        <p:attrNameLst>
                                          <p:attrName>ppt_w</p:attrName>
                                        </p:attrNameLst>
                                      </p:cBhvr>
                                      <p:tavLst>
                                        <p:tav tm="0">
                                          <p:val>
                                            <p:fltVal val="0"/>
                                          </p:val>
                                        </p:tav>
                                        <p:tav tm="100000">
                                          <p:val>
                                            <p:strVal val="#ppt_w"/>
                                          </p:val>
                                        </p:tav>
                                      </p:tavLst>
                                    </p:anim>
                                    <p:anim calcmode="lin" valueType="num">
                                      <p:cBhvr>
                                        <p:cTn id="93" dur="2000" fill="hold"/>
                                        <p:tgtEl>
                                          <p:spTgt spid="204"/>
                                        </p:tgtEl>
                                        <p:attrNameLst>
                                          <p:attrName>ppt_h</p:attrName>
                                        </p:attrNameLst>
                                      </p:cBhvr>
                                      <p:tavLst>
                                        <p:tav tm="0">
                                          <p:val>
                                            <p:fltVal val="0"/>
                                          </p:val>
                                        </p:tav>
                                        <p:tav tm="100000">
                                          <p:val>
                                            <p:strVal val="#ppt_h"/>
                                          </p:val>
                                        </p:tav>
                                      </p:tavLst>
                                    </p:anim>
                                    <p:anim calcmode="lin" valueType="num">
                                      <p:cBhvr>
                                        <p:cTn id="94" dur="2000" fill="hold"/>
                                        <p:tgtEl>
                                          <p:spTgt spid="204"/>
                                        </p:tgtEl>
                                        <p:attrNameLst>
                                          <p:attrName>ppt_x</p:attrName>
                                        </p:attrNameLst>
                                      </p:cBhvr>
                                      <p:tavLst>
                                        <p:tav tm="0" fmla="#ppt_x+(cos(-2*pi*(1-$))*-#ppt_x-sin(-2*pi*(1-$))*(1-#ppt_y))*(1-$)">
                                          <p:val>
                                            <p:fltVal val="0"/>
                                          </p:val>
                                        </p:tav>
                                        <p:tav tm="100000">
                                          <p:val>
                                            <p:fltVal val="1"/>
                                          </p:val>
                                        </p:tav>
                                      </p:tavLst>
                                    </p:anim>
                                    <p:anim calcmode="lin" valueType="num">
                                      <p:cBhvr>
                                        <p:cTn id="95" dur="2000" fill="hold"/>
                                        <p:tgtEl>
                                          <p:spTgt spid="20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childTnLst>
                          </p:cTn>
                        </p:par>
                        <p:par>
                          <p:cTn id="96" fill="hold">
                            <p:stCondLst>
                              <p:cond delay="13500"/>
                            </p:stCondLst>
                            <p:childTnLst>
                              <p:par>
                                <p:cTn id="97" presetID="15" presetClass="entr" presetSubtype="0" fill="hold" grpId="0" nodeType="afterEffect">
                                  <p:stCondLst>
                                    <p:cond delay="0"/>
                                  </p:stCondLst>
                                  <p:childTnLst>
                                    <p:set>
                                      <p:cBhvr>
                                        <p:cTn id="98" dur="1" fill="hold">
                                          <p:stCondLst>
                                            <p:cond delay="0"/>
                                          </p:stCondLst>
                                        </p:cTn>
                                        <p:tgtEl>
                                          <p:spTgt spid="206"/>
                                        </p:tgtEl>
                                        <p:attrNameLst>
                                          <p:attrName>style.visibility</p:attrName>
                                        </p:attrNameLst>
                                      </p:cBhvr>
                                      <p:to>
                                        <p:strVal val="visible"/>
                                      </p:to>
                                    </p:set>
                                    <p:anim calcmode="lin" valueType="num">
                                      <p:cBhvr>
                                        <p:cTn id="99" dur="3000" fill="hold"/>
                                        <p:tgtEl>
                                          <p:spTgt spid="206"/>
                                        </p:tgtEl>
                                        <p:attrNameLst>
                                          <p:attrName>ppt_w</p:attrName>
                                        </p:attrNameLst>
                                      </p:cBhvr>
                                      <p:tavLst>
                                        <p:tav tm="0">
                                          <p:val>
                                            <p:fltVal val="0"/>
                                          </p:val>
                                        </p:tav>
                                        <p:tav tm="100000">
                                          <p:val>
                                            <p:strVal val="#ppt_w"/>
                                          </p:val>
                                        </p:tav>
                                      </p:tavLst>
                                    </p:anim>
                                    <p:anim calcmode="lin" valueType="num">
                                      <p:cBhvr>
                                        <p:cTn id="100" dur="3000" fill="hold"/>
                                        <p:tgtEl>
                                          <p:spTgt spid="206"/>
                                        </p:tgtEl>
                                        <p:attrNameLst>
                                          <p:attrName>ppt_h</p:attrName>
                                        </p:attrNameLst>
                                      </p:cBhvr>
                                      <p:tavLst>
                                        <p:tav tm="0">
                                          <p:val>
                                            <p:fltVal val="0"/>
                                          </p:val>
                                        </p:tav>
                                        <p:tav tm="100000">
                                          <p:val>
                                            <p:strVal val="#ppt_h"/>
                                          </p:val>
                                        </p:tav>
                                      </p:tavLst>
                                    </p:anim>
                                    <p:anim calcmode="lin" valueType="num">
                                      <p:cBhvr>
                                        <p:cTn id="101" dur="3000" fill="hold"/>
                                        <p:tgtEl>
                                          <p:spTgt spid="206"/>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20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7"/>
                                            </p:cond>
                                          </p:stCondLst>
                                          <p:endCondLst>
                                            <p:cond evt="onStopAudio" delay="0">
                                              <p:tgtEl>
                                                <p:sldTgt/>
                                              </p:tgtEl>
                                            </p:cond>
                                          </p:endCondLst>
                                        </p:cTn>
                                        <p:tgtEl>
                                          <p:sndTgt r:embed="rId4" name="CHIMES.WAV"/>
                                        </p:tgtEl>
                                      </p:cMediaNode>
                                    </p:audio>
                                  </p:subTnLst>
                                </p:cTn>
                              </p:par>
                            </p:childTnLst>
                          </p:cTn>
                        </p:par>
                        <p:par>
                          <p:cTn id="103" fill="hold">
                            <p:stCondLst>
                              <p:cond delay="16500"/>
                            </p:stCondLst>
                            <p:childTnLst>
                              <p:par>
                                <p:cTn id="104" presetID="15" presetClass="entr" presetSubtype="0" fill="hold" grpId="0" nodeType="afterEffect">
                                  <p:stCondLst>
                                    <p:cond delay="0"/>
                                  </p:stCondLst>
                                  <p:childTnLst>
                                    <p:set>
                                      <p:cBhvr>
                                        <p:cTn id="105" dur="1" fill="hold">
                                          <p:stCondLst>
                                            <p:cond delay="0"/>
                                          </p:stCondLst>
                                        </p:cTn>
                                        <p:tgtEl>
                                          <p:spTgt spid="207"/>
                                        </p:tgtEl>
                                        <p:attrNameLst>
                                          <p:attrName>style.visibility</p:attrName>
                                        </p:attrNameLst>
                                      </p:cBhvr>
                                      <p:to>
                                        <p:strVal val="visible"/>
                                      </p:to>
                                    </p:set>
                                    <p:anim calcmode="lin" valueType="num">
                                      <p:cBhvr>
                                        <p:cTn id="106" dur="3000" fill="hold"/>
                                        <p:tgtEl>
                                          <p:spTgt spid="207"/>
                                        </p:tgtEl>
                                        <p:attrNameLst>
                                          <p:attrName>ppt_w</p:attrName>
                                        </p:attrNameLst>
                                      </p:cBhvr>
                                      <p:tavLst>
                                        <p:tav tm="0">
                                          <p:val>
                                            <p:fltVal val="0"/>
                                          </p:val>
                                        </p:tav>
                                        <p:tav tm="100000">
                                          <p:val>
                                            <p:strVal val="#ppt_w"/>
                                          </p:val>
                                        </p:tav>
                                      </p:tavLst>
                                    </p:anim>
                                    <p:anim calcmode="lin" valueType="num">
                                      <p:cBhvr>
                                        <p:cTn id="107" dur="3000" fill="hold"/>
                                        <p:tgtEl>
                                          <p:spTgt spid="207"/>
                                        </p:tgtEl>
                                        <p:attrNameLst>
                                          <p:attrName>ppt_h</p:attrName>
                                        </p:attrNameLst>
                                      </p:cBhvr>
                                      <p:tavLst>
                                        <p:tav tm="0">
                                          <p:val>
                                            <p:fltVal val="0"/>
                                          </p:val>
                                        </p:tav>
                                        <p:tav tm="100000">
                                          <p:val>
                                            <p:strVal val="#ppt_h"/>
                                          </p:val>
                                        </p:tav>
                                      </p:tavLst>
                                    </p:anim>
                                    <p:anim calcmode="lin" valueType="num">
                                      <p:cBhvr>
                                        <p:cTn id="108" dur="3000" fill="hold"/>
                                        <p:tgtEl>
                                          <p:spTgt spid="207"/>
                                        </p:tgtEl>
                                        <p:attrNameLst>
                                          <p:attrName>ppt_x</p:attrName>
                                        </p:attrNameLst>
                                      </p:cBhvr>
                                      <p:tavLst>
                                        <p:tav tm="0" fmla="#ppt_x+(cos(-2*pi*(1-$))*-#ppt_x-sin(-2*pi*(1-$))*(1-#ppt_y))*(1-$)">
                                          <p:val>
                                            <p:fltVal val="0"/>
                                          </p:val>
                                        </p:tav>
                                        <p:tav tm="100000">
                                          <p:val>
                                            <p:fltVal val="1"/>
                                          </p:val>
                                        </p:tav>
                                      </p:tavLst>
                                    </p:anim>
                                    <p:anim calcmode="lin" valueType="num">
                                      <p:cBhvr>
                                        <p:cTn id="109" dur="3000" fill="hold"/>
                                        <p:tgtEl>
                                          <p:spTgt spid="20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10" fill="hold">
                            <p:stCondLst>
                              <p:cond delay="19500"/>
                            </p:stCondLst>
                            <p:childTnLst>
                              <p:par>
                                <p:cTn id="111" presetID="19" presetClass="entr" presetSubtype="10" fill="hold" grpId="0" nodeType="afterEffect">
                                  <p:stCondLst>
                                    <p:cond delay="0"/>
                                  </p:stCondLst>
                                  <p:childTnLst>
                                    <p:set>
                                      <p:cBhvr>
                                        <p:cTn id="112" dur="1" fill="hold">
                                          <p:stCondLst>
                                            <p:cond delay="0"/>
                                          </p:stCondLst>
                                        </p:cTn>
                                        <p:tgtEl>
                                          <p:spTgt spid="212"/>
                                        </p:tgtEl>
                                        <p:attrNameLst>
                                          <p:attrName>style.visibility</p:attrName>
                                        </p:attrNameLst>
                                      </p:cBhvr>
                                      <p:to>
                                        <p:strVal val="visible"/>
                                      </p:to>
                                    </p:set>
                                    <p:anim calcmode="lin" valueType="num">
                                      <p:cBhvr>
                                        <p:cTn id="113" dur="5000" fill="hold"/>
                                        <p:tgtEl>
                                          <p:spTgt spid="212"/>
                                        </p:tgtEl>
                                        <p:attrNameLst>
                                          <p:attrName>ppt_w</p:attrName>
                                        </p:attrNameLst>
                                      </p:cBhvr>
                                      <p:tavLst>
                                        <p:tav tm="0" fmla="#ppt_w*sin(2.5*pi*$)">
                                          <p:val>
                                            <p:fltVal val="0"/>
                                          </p:val>
                                        </p:tav>
                                        <p:tav tm="100000">
                                          <p:val>
                                            <p:fltVal val="1"/>
                                          </p:val>
                                        </p:tav>
                                      </p:tavLst>
                                    </p:anim>
                                    <p:anim calcmode="lin" valueType="num">
                                      <p:cBhvr>
                                        <p:cTn id="114" dur="5000" fill="hold"/>
                                        <p:tgtEl>
                                          <p:spTgt spid="21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1"/>
                                            </p:cond>
                                          </p:stCondLst>
                                          <p:endCondLst>
                                            <p:cond evt="onStopAudio" delay="0">
                                              <p:tgtEl>
                                                <p:sldTgt/>
                                              </p:tgtEl>
                                            </p:cond>
                                          </p:endCondLst>
                                        </p:cTn>
                                        <p:tgtEl>
                                          <p:sndTgt r:embed="rId4" name="CHIMES.WAV"/>
                                        </p:tgtEl>
                                      </p:cMediaNode>
                                    </p:audio>
                                  </p:subTnLst>
                                </p:cTn>
                              </p:par>
                            </p:childTnLst>
                          </p:cTn>
                        </p:par>
                        <p:par>
                          <p:cTn id="115" fill="hold">
                            <p:stCondLst>
                              <p:cond delay="24500"/>
                            </p:stCondLst>
                            <p:childTnLst>
                              <p:par>
                                <p:cTn id="116" presetID="22" presetClass="entr" presetSubtype="8" fill="hold" grpId="0" nodeType="afterEffect">
                                  <p:stCondLst>
                                    <p:cond delay="0"/>
                                  </p:stCondLst>
                                  <p:childTnLst>
                                    <p:set>
                                      <p:cBhvr>
                                        <p:cTn id="117" dur="1" fill="hold">
                                          <p:stCondLst>
                                            <p:cond delay="0"/>
                                          </p:stCondLst>
                                        </p:cTn>
                                        <p:tgtEl>
                                          <p:spTgt spid="195"/>
                                        </p:tgtEl>
                                        <p:attrNameLst>
                                          <p:attrName>style.visibility</p:attrName>
                                        </p:attrNameLst>
                                      </p:cBhvr>
                                      <p:to>
                                        <p:strVal val="visible"/>
                                      </p:to>
                                    </p:set>
                                    <p:animEffect transition="in" filter="wipe(left)">
                                      <p:cBhvr>
                                        <p:cTn id="118" dur="5000"/>
                                        <p:tgtEl>
                                          <p:spTgt spid="195"/>
                                        </p:tgtEl>
                                      </p:cBhvr>
                                    </p:animEffect>
                                  </p:childTnLst>
                                </p:cTn>
                              </p:par>
                            </p:childTnLst>
                          </p:cTn>
                        </p:par>
                        <p:par>
                          <p:cTn id="119" fill="hold">
                            <p:stCondLst>
                              <p:cond delay="29500"/>
                            </p:stCondLst>
                            <p:childTnLst>
                              <p:par>
                                <p:cTn id="120" presetID="22" presetClass="entr" presetSubtype="8" fill="hold" grpId="0" nodeType="afterEffect">
                                  <p:stCondLst>
                                    <p:cond delay="0"/>
                                  </p:stCondLst>
                                  <p:childTnLst>
                                    <p:set>
                                      <p:cBhvr>
                                        <p:cTn id="121" dur="1" fill="hold">
                                          <p:stCondLst>
                                            <p:cond delay="0"/>
                                          </p:stCondLst>
                                        </p:cTn>
                                        <p:tgtEl>
                                          <p:spTgt spid="194"/>
                                        </p:tgtEl>
                                        <p:attrNameLst>
                                          <p:attrName>style.visibility</p:attrName>
                                        </p:attrNameLst>
                                      </p:cBhvr>
                                      <p:to>
                                        <p:strVal val="visible"/>
                                      </p:to>
                                    </p:set>
                                    <p:animEffect transition="in" filter="wipe(left)">
                                      <p:cBhvr>
                                        <p:cTn id="122" dur="5000"/>
                                        <p:tgtEl>
                                          <p:spTgt spid="194"/>
                                        </p:tgtEl>
                                      </p:cBhvr>
                                    </p:animEffect>
                                  </p:childTnLst>
                                </p:cTn>
                              </p:par>
                            </p:childTnLst>
                          </p:cTn>
                        </p:par>
                        <p:par>
                          <p:cTn id="123" fill="hold">
                            <p:stCondLst>
                              <p:cond delay="34500"/>
                            </p:stCondLst>
                            <p:childTnLst>
                              <p:par>
                                <p:cTn id="124" presetID="15" presetClass="entr" presetSubtype="0" fill="hold" nodeType="afterEffect">
                                  <p:stCondLst>
                                    <p:cond delay="0"/>
                                  </p:stCondLst>
                                  <p:childTnLst>
                                    <p:set>
                                      <p:cBhvr>
                                        <p:cTn id="125" dur="1" fill="hold">
                                          <p:stCondLst>
                                            <p:cond delay="0"/>
                                          </p:stCondLst>
                                        </p:cTn>
                                        <p:tgtEl>
                                          <p:spTgt spid="213"/>
                                        </p:tgtEl>
                                        <p:attrNameLst>
                                          <p:attrName>style.visibility</p:attrName>
                                        </p:attrNameLst>
                                      </p:cBhvr>
                                      <p:to>
                                        <p:strVal val="visible"/>
                                      </p:to>
                                    </p:set>
                                    <p:anim calcmode="lin" valueType="num">
                                      <p:cBhvr>
                                        <p:cTn id="126" dur="3000" fill="hold"/>
                                        <p:tgtEl>
                                          <p:spTgt spid="213"/>
                                        </p:tgtEl>
                                        <p:attrNameLst>
                                          <p:attrName>ppt_w</p:attrName>
                                        </p:attrNameLst>
                                      </p:cBhvr>
                                      <p:tavLst>
                                        <p:tav tm="0">
                                          <p:val>
                                            <p:fltVal val="0"/>
                                          </p:val>
                                        </p:tav>
                                        <p:tav tm="100000">
                                          <p:val>
                                            <p:strVal val="#ppt_w"/>
                                          </p:val>
                                        </p:tav>
                                      </p:tavLst>
                                    </p:anim>
                                    <p:anim calcmode="lin" valueType="num">
                                      <p:cBhvr>
                                        <p:cTn id="127" dur="3000" fill="hold"/>
                                        <p:tgtEl>
                                          <p:spTgt spid="213"/>
                                        </p:tgtEl>
                                        <p:attrNameLst>
                                          <p:attrName>ppt_h</p:attrName>
                                        </p:attrNameLst>
                                      </p:cBhvr>
                                      <p:tavLst>
                                        <p:tav tm="0">
                                          <p:val>
                                            <p:fltVal val="0"/>
                                          </p:val>
                                        </p:tav>
                                        <p:tav tm="100000">
                                          <p:val>
                                            <p:strVal val="#ppt_h"/>
                                          </p:val>
                                        </p:tav>
                                      </p:tavLst>
                                    </p:anim>
                                    <p:anim calcmode="lin" valueType="num">
                                      <p:cBhvr>
                                        <p:cTn id="128" dur="3000" fill="hold"/>
                                        <p:tgtEl>
                                          <p:spTgt spid="213"/>
                                        </p:tgtEl>
                                        <p:attrNameLst>
                                          <p:attrName>ppt_x</p:attrName>
                                        </p:attrNameLst>
                                      </p:cBhvr>
                                      <p:tavLst>
                                        <p:tav tm="0" fmla="#ppt_x+(cos(-2*pi*(1-$))*-#ppt_x-sin(-2*pi*(1-$))*(1-#ppt_y))*(1-$)">
                                          <p:val>
                                            <p:fltVal val="0"/>
                                          </p:val>
                                        </p:tav>
                                        <p:tav tm="100000">
                                          <p:val>
                                            <p:fltVal val="1"/>
                                          </p:val>
                                        </p:tav>
                                      </p:tavLst>
                                    </p:anim>
                                    <p:anim calcmode="lin" valueType="num">
                                      <p:cBhvr>
                                        <p:cTn id="129" dur="3000" fill="hold"/>
                                        <p:tgtEl>
                                          <p:spTgt spid="213"/>
                                        </p:tgtEl>
                                        <p:attrNameLst>
                                          <p:attrName>ppt_y</p:attrName>
                                        </p:attrNameLst>
                                      </p:cBhvr>
                                      <p:tavLst>
                                        <p:tav tm="0" fmla="#ppt_y+(sin(-2*pi*(1-$))*-#ppt_x+cos(-2*pi*(1-$))*(1-#ppt_y))*(1-$)">
                                          <p:val>
                                            <p:fltVal val="0"/>
                                          </p:val>
                                        </p:tav>
                                        <p:tav tm="100000">
                                          <p:val>
                                            <p:fltVal val="1"/>
                                          </p:val>
                                        </p:tav>
                                      </p:tavLst>
                                    </p:anim>
                                  </p:childTnLst>
                                </p:cTn>
                              </p:par>
                            </p:childTnLst>
                          </p:cTn>
                        </p:par>
                        <p:par>
                          <p:cTn id="130" fill="hold">
                            <p:stCondLst>
                              <p:cond delay="37500"/>
                            </p:stCondLst>
                            <p:childTnLst>
                              <p:par>
                                <p:cTn id="131" presetID="15" presetClass="entr" presetSubtype="0" fill="hold" nodeType="afterEffect">
                                  <p:stCondLst>
                                    <p:cond delay="0"/>
                                  </p:stCondLst>
                                  <p:childTnLst>
                                    <p:set>
                                      <p:cBhvr>
                                        <p:cTn id="132" dur="1" fill="hold">
                                          <p:stCondLst>
                                            <p:cond delay="0"/>
                                          </p:stCondLst>
                                        </p:cTn>
                                        <p:tgtEl>
                                          <p:spTgt spid="197"/>
                                        </p:tgtEl>
                                        <p:attrNameLst>
                                          <p:attrName>style.visibility</p:attrName>
                                        </p:attrNameLst>
                                      </p:cBhvr>
                                      <p:to>
                                        <p:strVal val="visible"/>
                                      </p:to>
                                    </p:set>
                                    <p:anim calcmode="lin" valueType="num">
                                      <p:cBhvr>
                                        <p:cTn id="133" dur="3000" fill="hold"/>
                                        <p:tgtEl>
                                          <p:spTgt spid="197"/>
                                        </p:tgtEl>
                                        <p:attrNameLst>
                                          <p:attrName>ppt_w</p:attrName>
                                        </p:attrNameLst>
                                      </p:cBhvr>
                                      <p:tavLst>
                                        <p:tav tm="0">
                                          <p:val>
                                            <p:fltVal val="0"/>
                                          </p:val>
                                        </p:tav>
                                        <p:tav tm="100000">
                                          <p:val>
                                            <p:strVal val="#ppt_w"/>
                                          </p:val>
                                        </p:tav>
                                      </p:tavLst>
                                    </p:anim>
                                    <p:anim calcmode="lin" valueType="num">
                                      <p:cBhvr>
                                        <p:cTn id="134" dur="3000" fill="hold"/>
                                        <p:tgtEl>
                                          <p:spTgt spid="197"/>
                                        </p:tgtEl>
                                        <p:attrNameLst>
                                          <p:attrName>ppt_h</p:attrName>
                                        </p:attrNameLst>
                                      </p:cBhvr>
                                      <p:tavLst>
                                        <p:tav tm="0">
                                          <p:val>
                                            <p:fltVal val="0"/>
                                          </p:val>
                                        </p:tav>
                                        <p:tav tm="100000">
                                          <p:val>
                                            <p:strVal val="#ppt_h"/>
                                          </p:val>
                                        </p:tav>
                                      </p:tavLst>
                                    </p:anim>
                                    <p:anim calcmode="lin" valueType="num">
                                      <p:cBhvr>
                                        <p:cTn id="135" dur="3000" fill="hold"/>
                                        <p:tgtEl>
                                          <p:spTgt spid="197"/>
                                        </p:tgtEl>
                                        <p:attrNameLst>
                                          <p:attrName>ppt_x</p:attrName>
                                        </p:attrNameLst>
                                      </p:cBhvr>
                                      <p:tavLst>
                                        <p:tav tm="0" fmla="#ppt_x+(cos(-2*pi*(1-$))*-#ppt_x-sin(-2*pi*(1-$))*(1-#ppt_y))*(1-$)">
                                          <p:val>
                                            <p:fltVal val="0"/>
                                          </p:val>
                                        </p:tav>
                                        <p:tav tm="100000">
                                          <p:val>
                                            <p:fltVal val="1"/>
                                          </p:val>
                                        </p:tav>
                                      </p:tavLst>
                                    </p:anim>
                                    <p:anim calcmode="lin" valueType="num">
                                      <p:cBhvr>
                                        <p:cTn id="136" dur="3000" fill="hold"/>
                                        <p:tgtEl>
                                          <p:spTgt spid="19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1"/>
                                            </p:cond>
                                          </p:stCondLst>
                                          <p:endCondLst>
                                            <p:cond evt="onStopAudio" delay="0">
                                              <p:tgtEl>
                                                <p:sldTgt/>
                                              </p:tgtEl>
                                            </p:cond>
                                          </p:endCondLst>
                                        </p:cTn>
                                        <p:tgtEl>
                                          <p:sndTgt r:embed="rId4" name="CHIMES.WAV"/>
                                        </p:tgtEl>
                                      </p:cMediaNode>
                                    </p:audio>
                                  </p:subTnLst>
                                </p:cTn>
                              </p:par>
                            </p:childTnLst>
                          </p:cTn>
                        </p:par>
                        <p:par>
                          <p:cTn id="137" fill="hold">
                            <p:stCondLst>
                              <p:cond delay="40500"/>
                            </p:stCondLst>
                            <p:childTnLst>
                              <p:par>
                                <p:cTn id="138" presetID="22" presetClass="entr" presetSubtype="8" fill="hold" grpId="0" nodeType="afterEffect">
                                  <p:stCondLst>
                                    <p:cond delay="0"/>
                                  </p:stCondLst>
                                  <p:childTnLst>
                                    <p:set>
                                      <p:cBhvr>
                                        <p:cTn id="139" dur="1" fill="hold">
                                          <p:stCondLst>
                                            <p:cond delay="0"/>
                                          </p:stCondLst>
                                        </p:cTn>
                                        <p:tgtEl>
                                          <p:spTgt spid="193"/>
                                        </p:tgtEl>
                                        <p:attrNameLst>
                                          <p:attrName>style.visibility</p:attrName>
                                        </p:attrNameLst>
                                      </p:cBhvr>
                                      <p:to>
                                        <p:strVal val="visible"/>
                                      </p:to>
                                    </p:set>
                                    <p:animEffect transition="in" filter="wipe(left)">
                                      <p:cBhvr>
                                        <p:cTn id="140" dur="5000"/>
                                        <p:tgtEl>
                                          <p:spTgt spid="193"/>
                                        </p:tgtEl>
                                      </p:cBhvr>
                                    </p:animEffect>
                                  </p:childTnLst>
                                </p:cTn>
                              </p:par>
                            </p:childTnLst>
                          </p:cTn>
                        </p:par>
                        <p:par>
                          <p:cTn id="141" fill="hold">
                            <p:stCondLst>
                              <p:cond delay="45500"/>
                            </p:stCondLst>
                            <p:childTnLst>
                              <p:par>
                                <p:cTn id="142" presetID="15" presetClass="entr" presetSubtype="0" fill="hold" nodeType="afterEffect">
                                  <p:stCondLst>
                                    <p:cond delay="0"/>
                                  </p:stCondLst>
                                  <p:childTnLst>
                                    <p:set>
                                      <p:cBhvr>
                                        <p:cTn id="143" dur="1" fill="hold">
                                          <p:stCondLst>
                                            <p:cond delay="0"/>
                                          </p:stCondLst>
                                        </p:cTn>
                                        <p:tgtEl>
                                          <p:spTgt spid="208"/>
                                        </p:tgtEl>
                                        <p:attrNameLst>
                                          <p:attrName>style.visibility</p:attrName>
                                        </p:attrNameLst>
                                      </p:cBhvr>
                                      <p:to>
                                        <p:strVal val="visible"/>
                                      </p:to>
                                    </p:set>
                                    <p:anim calcmode="lin" valueType="num">
                                      <p:cBhvr>
                                        <p:cTn id="144" dur="3000" fill="hold"/>
                                        <p:tgtEl>
                                          <p:spTgt spid="208"/>
                                        </p:tgtEl>
                                        <p:attrNameLst>
                                          <p:attrName>ppt_w</p:attrName>
                                        </p:attrNameLst>
                                      </p:cBhvr>
                                      <p:tavLst>
                                        <p:tav tm="0">
                                          <p:val>
                                            <p:fltVal val="0"/>
                                          </p:val>
                                        </p:tav>
                                        <p:tav tm="100000">
                                          <p:val>
                                            <p:strVal val="#ppt_w"/>
                                          </p:val>
                                        </p:tav>
                                      </p:tavLst>
                                    </p:anim>
                                    <p:anim calcmode="lin" valueType="num">
                                      <p:cBhvr>
                                        <p:cTn id="145" dur="3000" fill="hold"/>
                                        <p:tgtEl>
                                          <p:spTgt spid="208"/>
                                        </p:tgtEl>
                                        <p:attrNameLst>
                                          <p:attrName>ppt_h</p:attrName>
                                        </p:attrNameLst>
                                      </p:cBhvr>
                                      <p:tavLst>
                                        <p:tav tm="0">
                                          <p:val>
                                            <p:fltVal val="0"/>
                                          </p:val>
                                        </p:tav>
                                        <p:tav tm="100000">
                                          <p:val>
                                            <p:strVal val="#ppt_h"/>
                                          </p:val>
                                        </p:tav>
                                      </p:tavLst>
                                    </p:anim>
                                    <p:anim calcmode="lin" valueType="num">
                                      <p:cBhvr>
                                        <p:cTn id="146" dur="3000" fill="hold"/>
                                        <p:tgtEl>
                                          <p:spTgt spid="208"/>
                                        </p:tgtEl>
                                        <p:attrNameLst>
                                          <p:attrName>ppt_x</p:attrName>
                                        </p:attrNameLst>
                                      </p:cBhvr>
                                      <p:tavLst>
                                        <p:tav tm="0" fmla="#ppt_x+(cos(-2*pi*(1-$))*-#ppt_x-sin(-2*pi*(1-$))*(1-#ppt_y))*(1-$)">
                                          <p:val>
                                            <p:fltVal val="0"/>
                                          </p:val>
                                        </p:tav>
                                        <p:tav tm="100000">
                                          <p:val>
                                            <p:fltVal val="1"/>
                                          </p:val>
                                        </p:tav>
                                      </p:tavLst>
                                    </p:anim>
                                    <p:anim calcmode="lin" valueType="num">
                                      <p:cBhvr>
                                        <p:cTn id="147" dur="3000" fill="hold"/>
                                        <p:tgtEl>
                                          <p:spTgt spid="208"/>
                                        </p:tgtEl>
                                        <p:attrNameLst>
                                          <p:attrName>ppt_y</p:attrName>
                                        </p:attrNameLst>
                                      </p:cBhvr>
                                      <p:tavLst>
                                        <p:tav tm="0" fmla="#ppt_y+(sin(-2*pi*(1-$))*-#ppt_x+cos(-2*pi*(1-$))*(1-#ppt_y))*(1-$)">
                                          <p:val>
                                            <p:fltVal val="0"/>
                                          </p:val>
                                        </p:tav>
                                        <p:tav tm="100000">
                                          <p:val>
                                            <p:fltVal val="1"/>
                                          </p:val>
                                        </p:tav>
                                      </p:tavLst>
                                    </p:anim>
                                  </p:childTnLst>
                                </p:cTn>
                              </p:par>
                            </p:childTnLst>
                          </p:cTn>
                        </p:par>
                        <p:par>
                          <p:cTn id="148" fill="hold">
                            <p:stCondLst>
                              <p:cond delay="48500"/>
                            </p:stCondLst>
                            <p:childTnLst>
                              <p:par>
                                <p:cTn id="149" presetID="19" presetClass="entr" presetSubtype="10" fill="hold" grpId="0" nodeType="afterEffect">
                                  <p:stCondLst>
                                    <p:cond delay="0"/>
                                  </p:stCondLst>
                                  <p:childTnLst>
                                    <p:set>
                                      <p:cBhvr>
                                        <p:cTn id="150" dur="1" fill="hold">
                                          <p:stCondLst>
                                            <p:cond delay="0"/>
                                          </p:stCondLst>
                                        </p:cTn>
                                        <p:tgtEl>
                                          <p:spTgt spid="200"/>
                                        </p:tgtEl>
                                        <p:attrNameLst>
                                          <p:attrName>style.visibility</p:attrName>
                                        </p:attrNameLst>
                                      </p:cBhvr>
                                      <p:to>
                                        <p:strVal val="visible"/>
                                      </p:to>
                                    </p:set>
                                    <p:anim calcmode="lin" valueType="num">
                                      <p:cBhvr>
                                        <p:cTn id="151" dur="5000" fill="hold"/>
                                        <p:tgtEl>
                                          <p:spTgt spid="200"/>
                                        </p:tgtEl>
                                        <p:attrNameLst>
                                          <p:attrName>ppt_w</p:attrName>
                                        </p:attrNameLst>
                                      </p:cBhvr>
                                      <p:tavLst>
                                        <p:tav tm="0" fmla="#ppt_w*sin(2.5*pi*$)">
                                          <p:val>
                                            <p:fltVal val="0"/>
                                          </p:val>
                                        </p:tav>
                                        <p:tav tm="100000">
                                          <p:val>
                                            <p:fltVal val="1"/>
                                          </p:val>
                                        </p:tav>
                                      </p:tavLst>
                                    </p:anim>
                                    <p:anim calcmode="lin" valueType="num">
                                      <p:cBhvr>
                                        <p:cTn id="152"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9"/>
                                            </p:cond>
                                          </p:stCondLst>
                                          <p:endCondLst>
                                            <p:cond evt="onStopAudio" delay="0">
                                              <p:tgtEl>
                                                <p:sldTgt/>
                                              </p:tgtEl>
                                            </p:cond>
                                          </p:endCondLst>
                                        </p:cTn>
                                        <p:tgtEl>
                                          <p:sndTgt r:embed="rId4" name="CHIMES.WAV"/>
                                        </p:tgtEl>
                                      </p:cMediaNode>
                                    </p:audio>
                                  </p:subTnLst>
                                </p:cTn>
                              </p:par>
                            </p:childTnLst>
                          </p:cTn>
                        </p:par>
                        <p:par>
                          <p:cTn id="153" fill="hold">
                            <p:stCondLst>
                              <p:cond delay="53500"/>
                            </p:stCondLst>
                            <p:childTnLst>
                              <p:par>
                                <p:cTn id="154" presetID="22" presetClass="entr" presetSubtype="8" fill="hold" grpId="0" nodeType="afterEffect">
                                  <p:stCondLst>
                                    <p:cond delay="0"/>
                                  </p:stCondLst>
                                  <p:childTnLst>
                                    <p:set>
                                      <p:cBhvr>
                                        <p:cTn id="155" dur="1" fill="hold">
                                          <p:stCondLst>
                                            <p:cond delay="0"/>
                                          </p:stCondLst>
                                        </p:cTn>
                                        <p:tgtEl>
                                          <p:spTgt spid="201"/>
                                        </p:tgtEl>
                                        <p:attrNameLst>
                                          <p:attrName>style.visibility</p:attrName>
                                        </p:attrNameLst>
                                      </p:cBhvr>
                                      <p:to>
                                        <p:strVal val="visible"/>
                                      </p:to>
                                    </p:set>
                                    <p:animEffect transition="in" filter="wipe(left)">
                                      <p:cBhvr>
                                        <p:cTn id="156" dur="5000"/>
                                        <p:tgtEl>
                                          <p:spTgt spid="201"/>
                                        </p:tgtEl>
                                      </p:cBhvr>
                                    </p:animEffect>
                                  </p:childTnLst>
                                  <p:subTnLst>
                                    <p:audio>
                                      <p:cMediaNode>
                                        <p:cTn display="0" masterRel="sameClick">
                                          <p:stCondLst>
                                            <p:cond evt="begin" delay="0">
                                              <p:tn val="154"/>
                                            </p:cond>
                                          </p:stCondLst>
                                          <p:endCondLst>
                                            <p:cond evt="onStopAudio" delay="0">
                                              <p:tgtEl>
                                                <p:sldTgt/>
                                              </p:tgtEl>
                                            </p:cond>
                                          </p:endCondLst>
                                        </p:cTn>
                                        <p:tgtEl>
                                          <p:sndTgt r:embed="rId4" name="CHIMES.WAV"/>
                                        </p:tgtEl>
                                      </p:cMediaNode>
                                    </p:audio>
                                  </p:sub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6" grpId="0"/>
      <p:bldP spid="171" grpId="0"/>
      <p:bldP spid="45" grpId="0"/>
      <p:bldP spid="187" grpId="0" animBg="1"/>
      <p:bldP spid="189" grpId="0" animBg="1"/>
      <p:bldP spid="190" grpId="0"/>
      <p:bldP spid="191" grpId="0" autoUpdateAnimBg="0"/>
      <p:bldP spid="192" grpId="0" autoUpdateAnimBg="0"/>
      <p:bldP spid="193" grpId="0" animBg="1"/>
      <p:bldP spid="194" grpId="0" animBg="1"/>
      <p:bldP spid="195" grpId="0" animBg="1"/>
      <p:bldP spid="196" grpId="0" autoUpdateAnimBg="0"/>
      <p:bldP spid="200" grpId="0" autoUpdateAnimBg="0"/>
      <p:bldP spid="201" grpId="0" autoUpdateAnimBg="0"/>
      <p:bldP spid="202" grpId="0" autoUpdateAnimBg="0"/>
      <p:bldP spid="203" grpId="0" animBg="1"/>
      <p:bldP spid="204" grpId="0" animBg="1"/>
      <p:bldP spid="205" grpId="0" animBg="1"/>
      <p:bldP spid="206" grpId="0" animBg="1"/>
      <p:bldP spid="207" grpId="0" animBg="1"/>
      <p:bldP spid="211" grpId="0" animBg="1"/>
      <p:bldP spid="212" grpId="0" autoUpdateAnimBg="0"/>
      <p:bldP spid="216" grpId="0" animBg="1"/>
      <p:bldP spid="217" grpId="0" animBg="1"/>
      <p:bldP spid="218" grpId="0" animBg="1"/>
      <p:bldP spid="2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6889596"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简支梁受载如图所示。若已知</a:t>
            </a:r>
            <a:r>
              <a:rPr lang="en-US" altLang="zh-CN" b="0" dirty="0">
                <a:solidFill>
                  <a:schemeClr val="tx1"/>
                </a:solidFill>
                <a:latin typeface="+mn-lt"/>
                <a:ea typeface="黑体" panose="02010609060101010101" pitchFamily="49" charset="-122"/>
              </a:rPr>
              <a:t>M</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a</a:t>
            </a:r>
            <a:r>
              <a:rPr lang="zh-CN" altLang="en-US"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，试作梁的剪力图与弯矩图 。 </a:t>
            </a: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978729"/>
          </a:xfrm>
          <a:prstGeom prst="rect">
            <a:avLst/>
          </a:prstGeom>
        </p:spPr>
        <p:txBody>
          <a:bodyPr wrap="square">
            <a:spAutoFit/>
          </a:bodyPr>
          <a:lstStyle/>
          <a:p>
            <a:pPr lvl="0">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latin typeface="+mn-lt"/>
                <a:ea typeface="黑体" panose="02010609060101010101" pitchFamily="49" charset="-122"/>
              </a:rPr>
              <a:t>求支座反力。以整体为研究对象，由平衡方程可得</a:t>
            </a:r>
            <a:endParaRPr kumimoji="1" lang="en-US" altLang="zh-CN"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080940" y="820392"/>
            <a:ext cx="4991724" cy="5440836"/>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6898315" cy="105259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j-lt"/>
                <a:ea typeface="黑体" panose="02010609060101010101" pitchFamily="49" charset="-122"/>
              </a:rPr>
              <a:t>分为</a:t>
            </a:r>
            <a:r>
              <a:rPr lang="en-US" altLang="zh-CN" b="0" dirty="0">
                <a:solidFill>
                  <a:schemeClr val="tx1"/>
                </a:solidFill>
                <a:latin typeface="+mj-lt"/>
                <a:ea typeface="黑体" panose="02010609060101010101" pitchFamily="49" charset="-122"/>
              </a:rPr>
              <a:t>AC</a:t>
            </a:r>
            <a:r>
              <a:rPr lang="zh-CN" altLang="en-US" i="0" dirty="0">
                <a:solidFill>
                  <a:schemeClr val="tx1"/>
                </a:solidFill>
                <a:latin typeface="+mj-lt"/>
                <a:ea typeface="黑体" panose="02010609060101010101" pitchFamily="49" charset="-122"/>
              </a:rPr>
              <a:t>与</a:t>
            </a:r>
            <a:r>
              <a:rPr lang="en-US" altLang="zh-CN" b="0" dirty="0">
                <a:solidFill>
                  <a:schemeClr val="tx1"/>
                </a:solidFill>
                <a:latin typeface="+mj-lt"/>
                <a:ea typeface="黑体" panose="02010609060101010101" pitchFamily="49" charset="-122"/>
              </a:rPr>
              <a:t>CB</a:t>
            </a:r>
            <a:r>
              <a:rPr lang="zh-CN" altLang="en-US" i="0" dirty="0">
                <a:solidFill>
                  <a:schemeClr val="tx1"/>
                </a:solidFill>
                <a:latin typeface="+mj-lt"/>
                <a:ea typeface="黑体" panose="02010609060101010101" pitchFamily="49" charset="-122"/>
              </a:rPr>
              <a:t>两段研究。</a:t>
            </a:r>
          </a:p>
        </p:txBody>
      </p:sp>
      <p:graphicFrame>
        <p:nvGraphicFramePr>
          <p:cNvPr id="70" name="Object 52"/>
          <p:cNvGraphicFramePr>
            <a:graphicFrameLocks noChangeAspect="1"/>
          </p:cNvGraphicFramePr>
          <p:nvPr>
            <p:extLst>
              <p:ext uri="{D42A27DB-BD31-4B8C-83A1-F6EECF244321}">
                <p14:modId xmlns:p14="http://schemas.microsoft.com/office/powerpoint/2010/main" val="103755176"/>
              </p:ext>
            </p:extLst>
          </p:nvPr>
        </p:nvGraphicFramePr>
        <p:xfrm>
          <a:off x="2235200" y="2089150"/>
          <a:ext cx="1784350" cy="823913"/>
        </p:xfrm>
        <a:graphic>
          <a:graphicData uri="http://schemas.openxmlformats.org/presentationml/2006/ole">
            <mc:AlternateContent xmlns:mc="http://schemas.openxmlformats.org/markup-compatibility/2006">
              <mc:Choice xmlns:v="urn:schemas-microsoft-com:vml" Requires="v">
                <p:oleObj name="Equation" r:id="rId5" imgW="850680" imgH="393480" progId="Equation.DSMT4">
                  <p:embed/>
                </p:oleObj>
              </mc:Choice>
              <mc:Fallback>
                <p:oleObj name="Equation" r:id="rId5" imgW="850680" imgH="393480" progId="Equation.DSMT4">
                  <p:embed/>
                  <p:pic>
                    <p:nvPicPr>
                      <p:cNvPr id="0" name=""/>
                      <p:cNvPicPr>
                        <a:picLocks noChangeAspect="1" noChangeArrowheads="1"/>
                      </p:cNvPicPr>
                      <p:nvPr/>
                    </p:nvPicPr>
                    <p:blipFill>
                      <a:blip r:embed="rId6"/>
                      <a:srcRect/>
                      <a:stretch>
                        <a:fillRect/>
                      </a:stretch>
                    </p:blipFill>
                    <p:spPr bwMode="auto">
                      <a:xfrm>
                        <a:off x="2235200" y="2089150"/>
                        <a:ext cx="1784350"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2398850935"/>
              </p:ext>
            </p:extLst>
          </p:nvPr>
        </p:nvGraphicFramePr>
        <p:xfrm>
          <a:off x="4391025" y="2105025"/>
          <a:ext cx="1573213" cy="823913"/>
        </p:xfrm>
        <a:graphic>
          <a:graphicData uri="http://schemas.openxmlformats.org/presentationml/2006/ole">
            <mc:AlternateContent xmlns:mc="http://schemas.openxmlformats.org/markup-compatibility/2006">
              <mc:Choice xmlns:v="urn:schemas-microsoft-com:vml" Requires="v">
                <p:oleObj name="Equation" r:id="rId7" imgW="749160" imgH="393480" progId="Equation.DSMT4">
                  <p:embed/>
                </p:oleObj>
              </mc:Choice>
              <mc:Fallback>
                <p:oleObj name="Equation" r:id="rId7" imgW="749160" imgH="393480" progId="Equation.DSMT4">
                  <p:embed/>
                  <p:pic>
                    <p:nvPicPr>
                      <p:cNvPr id="0" name=""/>
                      <p:cNvPicPr>
                        <a:picLocks noChangeAspect="1" noChangeArrowheads="1"/>
                      </p:cNvPicPr>
                      <p:nvPr/>
                    </p:nvPicPr>
                    <p:blipFill>
                      <a:blip r:embed="rId8"/>
                      <a:srcRect/>
                      <a:stretch>
                        <a:fillRect/>
                      </a:stretch>
                    </p:blipFill>
                    <p:spPr bwMode="auto">
                      <a:xfrm>
                        <a:off x="4391025" y="2105025"/>
                        <a:ext cx="1573213" cy="823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1" name="矩形 170">
            <a:extLst>
              <a:ext uri="{FF2B5EF4-FFF2-40B4-BE49-F238E27FC236}">
                <a16:creationId xmlns:a16="http://schemas.microsoft.com/office/drawing/2014/main" id="{54CF797A-3212-00F4-D82B-18FEE729BE7A}"/>
              </a:ext>
            </a:extLst>
          </p:cNvPr>
          <p:cNvSpPr/>
          <p:nvPr/>
        </p:nvSpPr>
        <p:spPr>
          <a:xfrm>
            <a:off x="211184" y="5221880"/>
            <a:ext cx="10952790" cy="520848"/>
          </a:xfrm>
          <a:prstGeom prst="rect">
            <a:avLst/>
          </a:prstGeom>
        </p:spPr>
        <p:txBody>
          <a:bodyPr wrap="square">
            <a:spAutoFit/>
          </a:bodyPr>
          <a:lstStyle/>
          <a:p>
            <a:pPr>
              <a:lnSpc>
                <a:spcPct val="130000"/>
              </a:lnSpc>
            </a:pPr>
            <a:r>
              <a:rPr lang="en-US" altLang="zh-CN" i="0" dirty="0">
                <a:solidFill>
                  <a:schemeClr val="tx1"/>
                </a:solidFill>
                <a:ea typeface="黑体" panose="02010609060101010101" pitchFamily="49" charset="-122"/>
              </a:rPr>
              <a:t>      ③</a:t>
            </a:r>
            <a:r>
              <a:rPr lang="zh-CN" altLang="en-US" i="0" dirty="0">
                <a:solidFill>
                  <a:schemeClr val="tx1"/>
                </a:solidFill>
                <a:ea typeface="黑体" panose="02010609060101010101" pitchFamily="49" charset="-122"/>
              </a:rPr>
              <a:t>连线。故</a:t>
            </a:r>
            <a:r>
              <a:rPr lang="en-US" altLang="zh-CN" b="0" dirty="0">
                <a:solidFill>
                  <a:schemeClr val="tx1"/>
                </a:solidFill>
                <a:ea typeface="黑体" panose="02010609060101010101" pitchFamily="49" charset="-122"/>
              </a:rPr>
              <a:t>F</a:t>
            </a:r>
            <a:r>
              <a:rPr lang="en-US" altLang="zh-CN" b="0" i="0" baseline="-25000" dirty="0">
                <a:solidFill>
                  <a:schemeClr val="tx1"/>
                </a:solidFill>
                <a:ea typeface="黑体" panose="02010609060101010101" pitchFamily="49" charset="-122"/>
              </a:rPr>
              <a:t>Q</a:t>
            </a:r>
            <a:r>
              <a:rPr lang="zh-CN" altLang="en-US" i="0" dirty="0">
                <a:solidFill>
                  <a:schemeClr val="tx1"/>
                </a:solidFill>
                <a:ea typeface="黑体" panose="02010609060101010101" pitchFamily="49" charset="-122"/>
              </a:rPr>
              <a:t>图与</a:t>
            </a:r>
            <a:r>
              <a:rPr lang="en-US" altLang="zh-CN" b="0" dirty="0">
                <a:solidFill>
                  <a:schemeClr val="tx1"/>
                </a:solidFill>
                <a:ea typeface="黑体" panose="02010609060101010101" pitchFamily="49" charset="-122"/>
              </a:rPr>
              <a:t>M</a:t>
            </a:r>
            <a:r>
              <a:rPr lang="zh-CN" altLang="en-US" i="0" dirty="0">
                <a:solidFill>
                  <a:schemeClr val="tx1"/>
                </a:solidFill>
                <a:ea typeface="黑体" panose="02010609060101010101" pitchFamily="49" charset="-122"/>
              </a:rPr>
              <a:t>图相邻两点皆连直线。</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45" name="矩形 44">
            <a:extLst>
              <a:ext uri="{FF2B5EF4-FFF2-40B4-BE49-F238E27FC236}">
                <a16:creationId xmlns:a16="http://schemas.microsoft.com/office/drawing/2014/main" id="{54CF797A-3212-00F4-D82B-18FEE729BE7A}"/>
              </a:ext>
            </a:extLst>
          </p:cNvPr>
          <p:cNvSpPr/>
          <p:nvPr/>
        </p:nvSpPr>
        <p:spPr>
          <a:xfrm>
            <a:off x="211184" y="3762289"/>
            <a:ext cx="10952790" cy="1532727"/>
          </a:xfrm>
          <a:prstGeom prst="rect">
            <a:avLst/>
          </a:prstGeom>
        </p:spPr>
        <p:txBody>
          <a:bodyPr wrap="square">
            <a:spAutoFit/>
          </a:bodyPr>
          <a:lstStyle/>
          <a:p>
            <a:pPr lvl="0">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a:t>
            </a:r>
            <a:r>
              <a:rPr kumimoji="1" lang="zh-CN" altLang="en-US" b="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baseline="-2500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 </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  </a:t>
            </a:r>
          </a:p>
          <a:p>
            <a:pPr lvl="0">
              <a:lnSpc>
                <a:spcPct val="130000"/>
              </a:lnSpc>
            </a:pPr>
            <a:r>
              <a:rPr kumimoji="1" lang="en-US" altLang="zh-CN" b="0" dirty="0">
                <a:solidFill>
                  <a:schemeClr val="tx1"/>
                </a:solidFill>
                <a:ea typeface="黑体" panose="02010609060101010101" pitchFamily="49" charset="-122"/>
              </a:rPr>
              <a:t>                        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 </a:t>
            </a:r>
            <a:r>
              <a:rPr kumimoji="1" lang="en-US" altLang="zh-CN" b="0" i="0" dirty="0">
                <a:solidFill>
                  <a:schemeClr val="tx1"/>
                </a:solidFill>
                <a:ea typeface="黑体" panose="02010609060101010101" pitchFamily="49" charset="-122"/>
              </a:rPr>
              <a:t>                                  </a:t>
            </a:r>
            <a:endParaRPr kumimoji="1" lang="en-US" altLang="zh-CN" b="0" dirty="0">
              <a:solidFill>
                <a:schemeClr val="tx1"/>
              </a:solidFill>
              <a:ea typeface="黑体" panose="02010609060101010101" pitchFamily="49" charset="-122"/>
            </a:endParaRPr>
          </a:p>
          <a:p>
            <a:pPr lvl="0">
              <a:lnSpc>
                <a:spcPct val="130000"/>
              </a:lnSpc>
            </a:pPr>
            <a:r>
              <a:rPr kumimoji="1" lang="en-US" altLang="zh-CN" b="0" dirty="0">
                <a:solidFill>
                  <a:schemeClr val="tx1"/>
                </a:solidFill>
                <a:ea typeface="黑体" panose="02010609060101010101" pitchFamily="49" charset="-122"/>
              </a:rPr>
              <a:t>                       M</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C</a:t>
            </a:r>
            <a:r>
              <a:rPr kumimoji="1" lang="en-US" altLang="zh-CN" b="0" i="0" baseline="-2500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a:t>
            </a:r>
            <a:r>
              <a:rPr kumimoji="1" lang="en-US" altLang="zh-CN" b="0" i="0" dirty="0">
                <a:solidFill>
                  <a:schemeClr val="tx1"/>
                </a:solidFill>
                <a:latin typeface="宋体" panose="02010600030101010101" pitchFamily="2" charset="-122"/>
              </a:rPr>
              <a:t>-</a:t>
            </a:r>
            <a:r>
              <a:rPr kumimoji="1" lang="en-US" altLang="zh-CN" b="0" dirty="0">
                <a:solidFill>
                  <a:schemeClr val="tx1"/>
                </a:solidFill>
                <a:ea typeface="黑体" panose="02010609060101010101" pitchFamily="49" charset="-122"/>
              </a:rPr>
              <a:t>Ma</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C+</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Mb</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l</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M</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=0</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46" name="矩形 45">
            <a:extLst>
              <a:ext uri="{FF2B5EF4-FFF2-40B4-BE49-F238E27FC236}">
                <a16:creationId xmlns:a16="http://schemas.microsoft.com/office/drawing/2014/main" id="{54CF797A-3212-00F4-D82B-18FEE729BE7A}"/>
              </a:ext>
            </a:extLst>
          </p:cNvPr>
          <p:cNvSpPr/>
          <p:nvPr/>
        </p:nvSpPr>
        <p:spPr>
          <a:xfrm>
            <a:off x="211184" y="5688764"/>
            <a:ext cx="6676904" cy="572464"/>
          </a:xfrm>
          <a:prstGeom prst="rect">
            <a:avLst/>
          </a:prstGeom>
        </p:spPr>
        <p:txBody>
          <a:bodyPr wrap="square">
            <a:spAutoFit/>
          </a:bodyPr>
          <a:lstStyle/>
          <a:p>
            <a:pPr>
              <a:lnSpc>
                <a:spcPct val="130000"/>
              </a:lnSpc>
            </a:pPr>
            <a:r>
              <a:rPr lang="en-US" altLang="zh-CN" i="0" dirty="0">
                <a:solidFill>
                  <a:schemeClr val="tx1"/>
                </a:solidFill>
                <a:ea typeface="黑体" panose="02010609060101010101" pitchFamily="49" charset="-122"/>
              </a:rPr>
              <a:t>      ④</a:t>
            </a:r>
            <a:r>
              <a:rPr lang="zh-CN" altLang="en-US" i="0" dirty="0">
                <a:solidFill>
                  <a:schemeClr val="tx1"/>
                </a:solidFill>
                <a:ea typeface="黑体" panose="02010609060101010101" pitchFamily="49" charset="-122"/>
              </a:rPr>
              <a:t>复查。检查</a:t>
            </a:r>
            <a:r>
              <a:rPr lang="en-US" altLang="zh-CN" b="0" dirty="0">
                <a:solidFill>
                  <a:schemeClr val="tx1"/>
                </a:solidFill>
                <a:ea typeface="黑体" panose="02010609060101010101" pitchFamily="49" charset="-122"/>
              </a:rPr>
              <a:t>C</a:t>
            </a:r>
            <a:r>
              <a:rPr lang="zh-CN" altLang="en-US" i="0" dirty="0">
                <a:solidFill>
                  <a:schemeClr val="tx1"/>
                </a:solidFill>
                <a:ea typeface="黑体" panose="02010609060101010101" pitchFamily="49" charset="-122"/>
              </a:rPr>
              <a:t>点弯矩图的变化。 </a:t>
            </a:r>
          </a:p>
        </p:txBody>
      </p:sp>
      <p:grpSp>
        <p:nvGrpSpPr>
          <p:cNvPr id="47" name="Group 71"/>
          <p:cNvGrpSpPr>
            <a:grpSpLocks/>
          </p:cNvGrpSpPr>
          <p:nvPr/>
        </p:nvGrpSpPr>
        <p:grpSpPr bwMode="auto">
          <a:xfrm>
            <a:off x="7782659" y="676468"/>
            <a:ext cx="3529012" cy="2608263"/>
            <a:chOff x="3415" y="58"/>
            <a:chExt cx="2223" cy="1643"/>
          </a:xfrm>
        </p:grpSpPr>
        <p:grpSp>
          <p:nvGrpSpPr>
            <p:cNvPr id="48" name="Group 4"/>
            <p:cNvGrpSpPr>
              <a:grpSpLocks/>
            </p:cNvGrpSpPr>
            <p:nvPr/>
          </p:nvGrpSpPr>
          <p:grpSpPr bwMode="auto">
            <a:xfrm>
              <a:off x="3415" y="836"/>
              <a:ext cx="2223" cy="865"/>
              <a:chOff x="3415" y="836"/>
              <a:chExt cx="2223" cy="865"/>
            </a:xfrm>
          </p:grpSpPr>
          <p:sp>
            <p:nvSpPr>
              <p:cNvPr id="62" name="Text Box 5"/>
              <p:cNvSpPr txBox="1">
                <a:spLocks noChangeAspect="1" noChangeArrowheads="1"/>
              </p:cNvSpPr>
              <p:nvPr/>
            </p:nvSpPr>
            <p:spPr bwMode="auto">
              <a:xfrm flipH="1">
                <a:off x="4452" y="130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l</a:t>
                </a:r>
              </a:p>
            </p:txBody>
          </p:sp>
          <p:sp>
            <p:nvSpPr>
              <p:cNvPr id="63" name="Text Box 6"/>
              <p:cNvSpPr txBox="1">
                <a:spLocks noChangeAspect="1" noChangeArrowheads="1"/>
              </p:cNvSpPr>
              <p:nvPr/>
            </p:nvSpPr>
            <p:spPr bwMode="auto">
              <a:xfrm>
                <a:off x="3415" y="83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64" name="Text Box 7"/>
              <p:cNvSpPr txBox="1">
                <a:spLocks noChangeAspect="1" noChangeArrowheads="1"/>
              </p:cNvSpPr>
              <p:nvPr/>
            </p:nvSpPr>
            <p:spPr bwMode="auto">
              <a:xfrm>
                <a:off x="5345" y="84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65" name="Line 8"/>
              <p:cNvSpPr>
                <a:spLocks noChangeAspect="1" noChangeShapeType="1"/>
              </p:cNvSpPr>
              <p:nvPr/>
            </p:nvSpPr>
            <p:spPr bwMode="auto">
              <a:xfrm flipH="1">
                <a:off x="3695" y="1297"/>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6" name="Line 9"/>
              <p:cNvSpPr>
                <a:spLocks noChangeAspect="1" noChangeShapeType="1"/>
              </p:cNvSpPr>
              <p:nvPr/>
            </p:nvSpPr>
            <p:spPr bwMode="auto">
              <a:xfrm flipH="1">
                <a:off x="3695" y="158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7" name="Line 10"/>
              <p:cNvSpPr>
                <a:spLocks noChangeAspect="1" noChangeShapeType="1"/>
              </p:cNvSpPr>
              <p:nvPr/>
            </p:nvSpPr>
            <p:spPr bwMode="auto">
              <a:xfrm flipH="1">
                <a:off x="5360" y="133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8" name="Freeform 11"/>
              <p:cNvSpPr>
                <a:spLocks noChangeAspect="1"/>
              </p:cNvSpPr>
              <p:nvPr/>
            </p:nvSpPr>
            <p:spPr bwMode="auto">
              <a:xfrm>
                <a:off x="3718" y="100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49" name="Group 12"/>
            <p:cNvGrpSpPr>
              <a:grpSpLocks/>
            </p:cNvGrpSpPr>
            <p:nvPr/>
          </p:nvGrpSpPr>
          <p:grpSpPr bwMode="auto">
            <a:xfrm>
              <a:off x="4644" y="713"/>
              <a:ext cx="360" cy="554"/>
              <a:chOff x="4644" y="713"/>
              <a:chExt cx="360" cy="554"/>
            </a:xfrm>
          </p:grpSpPr>
          <p:sp>
            <p:nvSpPr>
              <p:cNvPr id="59" name="Line 13"/>
              <p:cNvSpPr>
                <a:spLocks noChangeAspect="1" noChangeShapeType="1"/>
              </p:cNvSpPr>
              <p:nvPr/>
            </p:nvSpPr>
            <p:spPr bwMode="auto">
              <a:xfrm>
                <a:off x="4817" y="713"/>
                <a:ext cx="0" cy="554"/>
              </a:xfrm>
              <a:prstGeom prst="line">
                <a:avLst/>
              </a:prstGeom>
              <a:noFill/>
              <a:ln w="22225">
                <a:solidFill>
                  <a:srgbClr val="FF0000"/>
                </a:solidFill>
                <a:round/>
                <a:headEnd/>
                <a:tailEnd type="none" w="sm"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Line 14"/>
              <p:cNvSpPr>
                <a:spLocks noChangeAspect="1" noChangeShapeType="1"/>
              </p:cNvSpPr>
              <p:nvPr/>
            </p:nvSpPr>
            <p:spPr bwMode="auto">
              <a:xfrm>
                <a:off x="4805" y="713"/>
                <a:ext cx="199"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1" name="Line 15"/>
              <p:cNvSpPr>
                <a:spLocks noChangeAspect="1" noChangeShapeType="1"/>
              </p:cNvSpPr>
              <p:nvPr/>
            </p:nvSpPr>
            <p:spPr bwMode="auto">
              <a:xfrm flipH="1">
                <a:off x="4644" y="1267"/>
                <a:ext cx="173" cy="0"/>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0" name="Text Box 16"/>
            <p:cNvSpPr txBox="1">
              <a:spLocks noChangeAspect="1" noChangeArrowheads="1"/>
            </p:cNvSpPr>
            <p:nvPr/>
          </p:nvSpPr>
          <p:spPr bwMode="auto">
            <a:xfrm>
              <a:off x="4756" y="384"/>
              <a:ext cx="445"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M</a:t>
              </a:r>
              <a:endParaRPr kumimoji="1" lang="en-US" altLang="zh-CN" sz="3200" b="0" u="none" strike="noStrike" kern="0" cap="none" spc="0" normalizeH="0" baseline="-25000" noProof="0" dirty="0">
                <a:ln>
                  <a:noFill/>
                </a:ln>
                <a:solidFill>
                  <a:srgbClr val="FF0000"/>
                </a:solidFill>
                <a:effectLst/>
                <a:uLnTx/>
                <a:uFillTx/>
                <a:latin typeface="Times New Roman" panose="02020603050405020304" pitchFamily="18" charset="0"/>
              </a:endParaRPr>
            </a:p>
          </p:txBody>
        </p:sp>
        <p:sp>
          <p:nvSpPr>
            <p:cNvPr id="51" name="Text Box 17"/>
            <p:cNvSpPr txBox="1">
              <a:spLocks noChangeAspect="1" noChangeArrowheads="1"/>
            </p:cNvSpPr>
            <p:nvPr/>
          </p:nvSpPr>
          <p:spPr bwMode="auto">
            <a:xfrm>
              <a:off x="4547" y="946"/>
              <a:ext cx="390"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8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52" name="Line 18"/>
            <p:cNvSpPr>
              <a:spLocks noChangeAspect="1" noChangeShapeType="1"/>
            </p:cNvSpPr>
            <p:nvPr/>
          </p:nvSpPr>
          <p:spPr bwMode="auto">
            <a:xfrm flipH="1">
              <a:off x="3703" y="29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3" name="Line 19"/>
            <p:cNvSpPr>
              <a:spLocks noChangeAspect="1" noChangeShapeType="1"/>
            </p:cNvSpPr>
            <p:nvPr/>
          </p:nvSpPr>
          <p:spPr bwMode="auto">
            <a:xfrm flipH="1">
              <a:off x="3697" y="373"/>
              <a:ext cx="1090"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Line 20"/>
            <p:cNvSpPr>
              <a:spLocks noChangeAspect="1" noChangeShapeType="1"/>
            </p:cNvSpPr>
            <p:nvPr/>
          </p:nvSpPr>
          <p:spPr bwMode="auto">
            <a:xfrm flipH="1">
              <a:off x="5345" y="301"/>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5" name="Line 21"/>
            <p:cNvSpPr>
              <a:spLocks noChangeAspect="1" noChangeShapeType="1"/>
            </p:cNvSpPr>
            <p:nvPr/>
          </p:nvSpPr>
          <p:spPr bwMode="auto">
            <a:xfrm flipH="1">
              <a:off x="4789" y="374"/>
              <a:ext cx="556"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6" name="Text Box 22"/>
            <p:cNvSpPr txBox="1">
              <a:spLocks noChangeAspect="1" noChangeArrowheads="1"/>
            </p:cNvSpPr>
            <p:nvPr/>
          </p:nvSpPr>
          <p:spPr bwMode="auto">
            <a:xfrm flipH="1">
              <a:off x="4904" y="63"/>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57" name="Line 23"/>
            <p:cNvSpPr>
              <a:spLocks noChangeAspect="1" noChangeShapeType="1"/>
            </p:cNvSpPr>
            <p:nvPr/>
          </p:nvSpPr>
          <p:spPr bwMode="auto">
            <a:xfrm flipH="1">
              <a:off x="4795" y="294"/>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8" name="Text Box 24"/>
            <p:cNvSpPr txBox="1">
              <a:spLocks noChangeAspect="1" noChangeArrowheads="1"/>
            </p:cNvSpPr>
            <p:nvPr/>
          </p:nvSpPr>
          <p:spPr bwMode="auto">
            <a:xfrm flipH="1">
              <a:off x="4052" y="58"/>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grpSp>
        <p:nvGrpSpPr>
          <p:cNvPr id="69" name="Group 31"/>
          <p:cNvGrpSpPr>
            <a:grpSpLocks/>
          </p:cNvGrpSpPr>
          <p:nvPr/>
        </p:nvGrpSpPr>
        <p:grpSpPr bwMode="auto">
          <a:xfrm>
            <a:off x="7979509" y="2129031"/>
            <a:ext cx="496887" cy="523875"/>
            <a:chOff x="1686" y="3521"/>
            <a:chExt cx="313" cy="330"/>
          </a:xfrm>
        </p:grpSpPr>
        <p:sp>
          <p:nvSpPr>
            <p:cNvPr id="79" name="AutoShape 32"/>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0"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1"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2" name="Oval 35"/>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83" name="Group 36"/>
          <p:cNvGrpSpPr>
            <a:grpSpLocks/>
          </p:cNvGrpSpPr>
          <p:nvPr/>
        </p:nvGrpSpPr>
        <p:grpSpPr bwMode="auto">
          <a:xfrm>
            <a:off x="10622696" y="2127443"/>
            <a:ext cx="493713" cy="568325"/>
            <a:chOff x="3499" y="3511"/>
            <a:chExt cx="311" cy="358"/>
          </a:xfrm>
        </p:grpSpPr>
        <p:sp>
          <p:nvSpPr>
            <p:cNvPr id="84"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6"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Oval 40"/>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8" name="Oval 41"/>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89" name="Text Box 43"/>
          <p:cNvSpPr txBox="1">
            <a:spLocks noChangeAspect="1" noChangeArrowheads="1"/>
          </p:cNvSpPr>
          <p:nvPr/>
        </p:nvSpPr>
        <p:spPr bwMode="auto">
          <a:xfrm>
            <a:off x="10838596" y="2760856"/>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B</a:t>
            </a:r>
          </a:p>
        </p:txBody>
      </p:sp>
      <p:sp>
        <p:nvSpPr>
          <p:cNvPr id="90" name="Text Box 44"/>
          <p:cNvSpPr txBox="1">
            <a:spLocks noChangeAspect="1" noChangeArrowheads="1"/>
          </p:cNvSpPr>
          <p:nvPr/>
        </p:nvSpPr>
        <p:spPr bwMode="auto">
          <a:xfrm>
            <a:off x="7708046" y="2740218"/>
            <a:ext cx="82391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FF"/>
                </a:solidFill>
                <a:ea typeface="宋体" panose="02010600030101010101" pitchFamily="2" charset="-122"/>
              </a:rPr>
              <a:t>F</a:t>
            </a:r>
            <a:r>
              <a:rPr lang="en-US" altLang="zh-CN" sz="3200" b="0" baseline="-25000">
                <a:solidFill>
                  <a:srgbClr val="FF00FF"/>
                </a:solidFill>
                <a:ea typeface="宋体" panose="02010600030101010101" pitchFamily="2" charset="-122"/>
              </a:rPr>
              <a:t>A</a:t>
            </a:r>
          </a:p>
        </p:txBody>
      </p:sp>
      <p:sp>
        <p:nvSpPr>
          <p:cNvPr id="91" name="Line 45"/>
          <p:cNvSpPr>
            <a:spLocks noChangeAspect="1" noChangeShapeType="1"/>
          </p:cNvSpPr>
          <p:nvPr/>
        </p:nvSpPr>
        <p:spPr bwMode="auto">
          <a:xfrm flipV="1">
            <a:off x="8222396" y="2297306"/>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2" name="Line 46"/>
          <p:cNvSpPr>
            <a:spLocks noChangeAspect="1" noChangeShapeType="1"/>
          </p:cNvSpPr>
          <p:nvPr/>
        </p:nvSpPr>
        <p:spPr bwMode="auto">
          <a:xfrm flipV="1">
            <a:off x="10868759" y="2283018"/>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3" name="Text Box 72"/>
          <p:cNvSpPr txBox="1">
            <a:spLocks noChangeAspect="1" noChangeArrowheads="1"/>
          </p:cNvSpPr>
          <p:nvPr/>
        </p:nvSpPr>
        <p:spPr bwMode="auto">
          <a:xfrm flipH="1">
            <a:off x="10914796" y="548183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94" name="Line 73"/>
          <p:cNvSpPr>
            <a:spLocks noChangeShapeType="1"/>
          </p:cNvSpPr>
          <p:nvPr/>
        </p:nvSpPr>
        <p:spPr bwMode="auto">
          <a:xfrm rot="16200000">
            <a:off x="7631053" y="5163537"/>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95" name="Text Box 75"/>
          <p:cNvSpPr txBox="1">
            <a:spLocks noChangeAspect="1" noChangeArrowheads="1"/>
          </p:cNvSpPr>
          <p:nvPr/>
        </p:nvSpPr>
        <p:spPr bwMode="auto">
          <a:xfrm flipH="1">
            <a:off x="10914796" y="3905443"/>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96" name="Text Box 77"/>
          <p:cNvSpPr txBox="1">
            <a:spLocks noChangeAspect="1" noChangeArrowheads="1"/>
          </p:cNvSpPr>
          <p:nvPr/>
        </p:nvSpPr>
        <p:spPr bwMode="auto">
          <a:xfrm flipH="1">
            <a:off x="8208109" y="3246631"/>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97" name="Text Box 78"/>
          <p:cNvSpPr txBox="1">
            <a:spLocks noChangeAspect="1" noChangeArrowheads="1"/>
          </p:cNvSpPr>
          <p:nvPr/>
        </p:nvSpPr>
        <p:spPr bwMode="auto">
          <a:xfrm>
            <a:off x="7900134" y="3811781"/>
            <a:ext cx="398462"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98" name="AutoShape 82" descr="浅色竖线"/>
          <p:cNvSpPr>
            <a:spLocks noChangeArrowheads="1"/>
          </p:cNvSpPr>
          <p:nvPr/>
        </p:nvSpPr>
        <p:spPr bwMode="auto">
          <a:xfrm flipH="1" flipV="1">
            <a:off x="8203346" y="5605656"/>
            <a:ext cx="1733550" cy="628650"/>
          </a:xfrm>
          <a:prstGeom prst="rtTriangle">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9" name="AutoShape 83" descr="浅色竖线"/>
          <p:cNvSpPr>
            <a:spLocks noChangeArrowheads="1"/>
          </p:cNvSpPr>
          <p:nvPr/>
        </p:nvSpPr>
        <p:spPr bwMode="auto">
          <a:xfrm rot="10800000" flipH="1" flipV="1">
            <a:off x="9936896" y="5256406"/>
            <a:ext cx="942975" cy="342900"/>
          </a:xfrm>
          <a:prstGeom prst="rtTriangle">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0" name="Rectangle 84" descr="浅色竖线"/>
          <p:cNvSpPr>
            <a:spLocks noChangeArrowheads="1"/>
          </p:cNvSpPr>
          <p:nvPr/>
        </p:nvSpPr>
        <p:spPr bwMode="auto">
          <a:xfrm>
            <a:off x="8231921" y="3991168"/>
            <a:ext cx="2660650" cy="368300"/>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01" name="Group 87"/>
          <p:cNvGrpSpPr>
            <a:grpSpLocks/>
          </p:cNvGrpSpPr>
          <p:nvPr/>
        </p:nvGrpSpPr>
        <p:grpSpPr bwMode="auto">
          <a:xfrm>
            <a:off x="9368571" y="3919731"/>
            <a:ext cx="569913" cy="468312"/>
            <a:chOff x="4503" y="2280"/>
            <a:chExt cx="269" cy="231"/>
          </a:xfrm>
        </p:grpSpPr>
        <p:sp>
          <p:nvSpPr>
            <p:cNvPr id="102" name="Oval 88"/>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3" name="Text Box 89"/>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04" name="Text Box 90"/>
          <p:cNvSpPr txBox="1">
            <a:spLocks noChangeAspect="1" noChangeArrowheads="1"/>
          </p:cNvSpPr>
          <p:nvPr/>
        </p:nvSpPr>
        <p:spPr bwMode="auto">
          <a:xfrm>
            <a:off x="10544909" y="4865881"/>
            <a:ext cx="960437"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05" name="Text Box 92"/>
          <p:cNvSpPr txBox="1">
            <a:spLocks noChangeAspect="1" noChangeArrowheads="1"/>
          </p:cNvSpPr>
          <p:nvPr/>
        </p:nvSpPr>
        <p:spPr bwMode="auto">
          <a:xfrm>
            <a:off x="8958996" y="4332481"/>
            <a:ext cx="1147763"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M</a:t>
            </a:r>
            <a:r>
              <a:rPr lang="en-US" altLang="zh-CN" sz="2800" b="0" i="0">
                <a:solidFill>
                  <a:srgbClr val="000000"/>
                </a:solidFill>
                <a:latin typeface="黑体" panose="02010609060101010101" pitchFamily="49"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sp>
        <p:nvSpPr>
          <p:cNvPr id="106" name="Oval 96"/>
          <p:cNvSpPr>
            <a:spLocks noChangeArrowheads="1"/>
          </p:cNvSpPr>
          <p:nvPr/>
        </p:nvSpPr>
        <p:spPr bwMode="auto">
          <a:xfrm>
            <a:off x="9900384" y="6199381"/>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9" name="Oval 97"/>
          <p:cNvSpPr>
            <a:spLocks noChangeArrowheads="1"/>
          </p:cNvSpPr>
          <p:nvPr/>
        </p:nvSpPr>
        <p:spPr bwMode="auto">
          <a:xfrm>
            <a:off x="8177946" y="5567556"/>
            <a:ext cx="74613"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2" name="Oval 98"/>
          <p:cNvSpPr>
            <a:spLocks noChangeArrowheads="1"/>
          </p:cNvSpPr>
          <p:nvPr/>
        </p:nvSpPr>
        <p:spPr bwMode="auto">
          <a:xfrm>
            <a:off x="9900384" y="5211956"/>
            <a:ext cx="74612"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13" name="Group 99"/>
          <p:cNvGrpSpPr>
            <a:grpSpLocks/>
          </p:cNvGrpSpPr>
          <p:nvPr/>
        </p:nvGrpSpPr>
        <p:grpSpPr bwMode="auto">
          <a:xfrm>
            <a:off x="9303484" y="5592956"/>
            <a:ext cx="592137" cy="523875"/>
            <a:chOff x="3767" y="1607"/>
            <a:chExt cx="373" cy="330"/>
          </a:xfrm>
        </p:grpSpPr>
        <p:sp>
          <p:nvSpPr>
            <p:cNvPr id="118" name="Oval 100"/>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9" name="Text Box 101"/>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20" name="Oval 102"/>
          <p:cNvSpPr>
            <a:spLocks noChangeArrowheads="1"/>
          </p:cNvSpPr>
          <p:nvPr/>
        </p:nvSpPr>
        <p:spPr bwMode="auto">
          <a:xfrm>
            <a:off x="10854471" y="5550093"/>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Text Box 103"/>
          <p:cNvSpPr txBox="1">
            <a:spLocks noChangeAspect="1" noChangeArrowheads="1"/>
          </p:cNvSpPr>
          <p:nvPr/>
        </p:nvSpPr>
        <p:spPr bwMode="auto">
          <a:xfrm>
            <a:off x="9538434" y="4784918"/>
            <a:ext cx="974725" cy="59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a:solidFill>
                  <a:srgbClr val="000000"/>
                </a:solidFill>
                <a:ea typeface="宋体" panose="02010600030101010101" pitchFamily="2" charset="-122"/>
              </a:rPr>
              <a:t>Mb</a:t>
            </a:r>
            <a:r>
              <a:rPr lang="en-US" altLang="zh-CN" sz="2800" b="0" i="0">
                <a:solidFill>
                  <a:srgbClr val="000000"/>
                </a:solidFill>
                <a:latin typeface="宋体" panose="02010600030101010101" pitchFamily="2" charset="-122"/>
                <a:ea typeface="宋体" panose="02010600030101010101" pitchFamily="2" charset="-122"/>
              </a:rPr>
              <a:t>/</a:t>
            </a:r>
            <a:r>
              <a:rPr lang="en-US" altLang="zh-CN" sz="2800" b="0">
                <a:solidFill>
                  <a:srgbClr val="000000"/>
                </a:solidFill>
                <a:ea typeface="宋体" panose="02010600030101010101" pitchFamily="2" charset="-122"/>
              </a:rPr>
              <a:t>l</a:t>
            </a:r>
            <a:endParaRPr lang="en-US" altLang="zh-CN" sz="2800" b="0" i="0">
              <a:solidFill>
                <a:srgbClr val="000000"/>
              </a:solidFill>
              <a:ea typeface="宋体" panose="02010600030101010101" pitchFamily="2" charset="-122"/>
            </a:endParaRPr>
          </a:p>
        </p:txBody>
      </p:sp>
      <p:grpSp>
        <p:nvGrpSpPr>
          <p:cNvPr id="124" name="Group 104"/>
          <p:cNvGrpSpPr>
            <a:grpSpLocks/>
          </p:cNvGrpSpPr>
          <p:nvPr/>
        </p:nvGrpSpPr>
        <p:grpSpPr bwMode="auto">
          <a:xfrm>
            <a:off x="9859109" y="5208781"/>
            <a:ext cx="569912" cy="441325"/>
            <a:chOff x="4503" y="2280"/>
            <a:chExt cx="269" cy="231"/>
          </a:xfrm>
        </p:grpSpPr>
        <p:sp>
          <p:nvSpPr>
            <p:cNvPr id="125" name="Oval 105"/>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8" name="Text Box 106"/>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41" name="Text Box 74"/>
          <p:cNvSpPr txBox="1">
            <a:spLocks noChangeAspect="1" noChangeArrowheads="1"/>
          </p:cNvSpPr>
          <p:nvPr/>
        </p:nvSpPr>
        <p:spPr bwMode="auto">
          <a:xfrm flipH="1">
            <a:off x="8190646" y="4451543"/>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42" name="Line 76"/>
          <p:cNvSpPr>
            <a:spLocks noChangeShapeType="1"/>
          </p:cNvSpPr>
          <p:nvPr/>
        </p:nvSpPr>
        <p:spPr bwMode="auto">
          <a:xfrm rot="16200000">
            <a:off x="7635814" y="3984025"/>
            <a:ext cx="11795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3" name="Text Box 79"/>
          <p:cNvSpPr txBox="1">
            <a:spLocks noChangeAspect="1" noChangeArrowheads="1"/>
          </p:cNvSpPr>
          <p:nvPr/>
        </p:nvSpPr>
        <p:spPr bwMode="auto">
          <a:xfrm>
            <a:off x="7811234" y="5277043"/>
            <a:ext cx="398462"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44" name="Line 80"/>
          <p:cNvSpPr>
            <a:spLocks noChangeShapeType="1"/>
          </p:cNvSpPr>
          <p:nvPr/>
        </p:nvSpPr>
        <p:spPr bwMode="auto">
          <a:xfrm>
            <a:off x="8200171" y="3999106"/>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5" name="Line 81"/>
          <p:cNvSpPr>
            <a:spLocks noChangeShapeType="1"/>
          </p:cNvSpPr>
          <p:nvPr/>
        </p:nvSpPr>
        <p:spPr bwMode="auto">
          <a:xfrm>
            <a:off x="8182709" y="5591368"/>
            <a:ext cx="327660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46" name="Text Box 91"/>
          <p:cNvSpPr txBox="1">
            <a:spLocks noChangeAspect="1" noChangeArrowheads="1"/>
          </p:cNvSpPr>
          <p:nvPr/>
        </p:nvSpPr>
        <p:spPr bwMode="auto">
          <a:xfrm>
            <a:off x="10463946" y="3392681"/>
            <a:ext cx="10414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Q</a:t>
            </a:r>
            <a:r>
              <a:rPr kumimoji="1" lang="zh-CN" altLang="en-US" sz="28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147" name="Oval 93"/>
          <p:cNvSpPr>
            <a:spLocks noChangeArrowheads="1"/>
          </p:cNvSpPr>
          <p:nvPr/>
        </p:nvSpPr>
        <p:spPr bwMode="auto">
          <a:xfrm>
            <a:off x="8212871" y="4302318"/>
            <a:ext cx="74613" cy="74613"/>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Oval 94"/>
          <p:cNvSpPr>
            <a:spLocks noChangeArrowheads="1"/>
          </p:cNvSpPr>
          <p:nvPr/>
        </p:nvSpPr>
        <p:spPr bwMode="auto">
          <a:xfrm>
            <a:off x="10851296" y="4303906"/>
            <a:ext cx="74613" cy="74612"/>
          </a:xfrm>
          <a:prstGeom prst="ellipse">
            <a:avLst/>
          </a:prstGeom>
          <a:solidFill>
            <a:srgbClr val="FF33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Tree>
    <p:extLst>
      <p:ext uri="{BB962C8B-B14F-4D97-AF65-F5344CB8AC3E}">
        <p14:creationId xmlns:p14="http://schemas.microsoft.com/office/powerpoint/2010/main" val="576455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47"/>
                                        </p:tgtEl>
                                        <p:attrNameLst>
                                          <p:attrName>style.visibility</p:attrName>
                                        </p:attrNameLst>
                                      </p:cBhvr>
                                      <p:to>
                                        <p:strVal val="visible"/>
                                      </p:to>
                                    </p:set>
                                    <p:animEffect transition="in" filter="box(in)">
                                      <p:cBhvr>
                                        <p:cTn id="9" dur="5000"/>
                                        <p:tgtEl>
                                          <p:spTgt spid="47"/>
                                        </p:tgtEl>
                                      </p:cBhvr>
                                    </p:animEffect>
                                  </p:childTnLst>
                                </p:cTn>
                              </p:par>
                              <p:par>
                                <p:cTn id="10" presetID="8" presetClass="entr" presetSubtype="32" fill="hold" nodeType="withEffect">
                                  <p:stCondLst>
                                    <p:cond delay="2500"/>
                                  </p:stCondLst>
                                  <p:childTnLst>
                                    <p:set>
                                      <p:cBhvr>
                                        <p:cTn id="11" dur="1" fill="hold">
                                          <p:stCondLst>
                                            <p:cond delay="0"/>
                                          </p:stCondLst>
                                        </p:cTn>
                                        <p:tgtEl>
                                          <p:spTgt spid="69"/>
                                        </p:tgtEl>
                                        <p:attrNameLst>
                                          <p:attrName>style.visibility</p:attrName>
                                        </p:attrNameLst>
                                      </p:cBhvr>
                                      <p:to>
                                        <p:strVal val="visible"/>
                                      </p:to>
                                    </p:set>
                                    <p:animEffect transition="in" filter="diamond(out)">
                                      <p:cBhvr>
                                        <p:cTn id="12" dur="5000"/>
                                        <p:tgtEl>
                                          <p:spTgt spid="69"/>
                                        </p:tgtEl>
                                      </p:cBhvr>
                                    </p:animEffect>
                                  </p:childTnLst>
                                </p:cTn>
                              </p:par>
                              <p:par>
                                <p:cTn id="13" presetID="8" presetClass="entr" presetSubtype="32" fill="hold" nodeType="withEffect">
                                  <p:stCondLst>
                                    <p:cond delay="2500"/>
                                  </p:stCondLst>
                                  <p:childTnLst>
                                    <p:set>
                                      <p:cBhvr>
                                        <p:cTn id="14" dur="1" fill="hold">
                                          <p:stCondLst>
                                            <p:cond delay="0"/>
                                          </p:stCondLst>
                                        </p:cTn>
                                        <p:tgtEl>
                                          <p:spTgt spid="83"/>
                                        </p:tgtEl>
                                        <p:attrNameLst>
                                          <p:attrName>style.visibility</p:attrName>
                                        </p:attrNameLst>
                                      </p:cBhvr>
                                      <p:to>
                                        <p:strVal val="visible"/>
                                      </p:to>
                                    </p:set>
                                    <p:animEffect transition="in" filter="diamond(out)">
                                      <p:cBhvr>
                                        <p:cTn id="15" dur="5000"/>
                                        <p:tgtEl>
                                          <p:spTgt spid="83"/>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91"/>
                                        </p:tgtEl>
                                        <p:attrNameLst>
                                          <p:attrName>style.visibility</p:attrName>
                                        </p:attrNameLst>
                                      </p:cBhvr>
                                      <p:to>
                                        <p:strVal val="visible"/>
                                      </p:to>
                                    </p:set>
                                    <p:animEffect transition="in" filter="slide(fromBottom)">
                                      <p:cBhvr>
                                        <p:cTn id="20" dur="5000"/>
                                        <p:tgtEl>
                                          <p:spTgt spid="91"/>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slide(fromBottom)">
                                      <p:cBhvr>
                                        <p:cTn id="23" dur="5000"/>
                                        <p:tgtEl>
                                          <p:spTgt spid="92"/>
                                        </p:tgtEl>
                                      </p:cBhvr>
                                    </p:animEffect>
                                  </p:childTnLst>
                                </p:cTn>
                              </p:par>
                            </p:childTnLst>
                          </p:cTn>
                        </p:par>
                        <p:par>
                          <p:cTn id="24" fill="hold">
                            <p:stCondLst>
                              <p:cond delay="5000"/>
                            </p:stCondLst>
                            <p:childTnLst>
                              <p:par>
                                <p:cTn id="25" presetID="9" presetClass="emph" presetSubtype="0" nodeType="afterEffect">
                                  <p:stCondLst>
                                    <p:cond delay="0"/>
                                  </p:stCondLst>
                                  <p:childTnLst>
                                    <p:set>
                                      <p:cBhvr rctx="PPT">
                                        <p:cTn id="26" dur="indefinite"/>
                                        <p:tgtEl>
                                          <p:spTgt spid="69"/>
                                        </p:tgtEl>
                                        <p:attrNameLst>
                                          <p:attrName>style.opacity</p:attrName>
                                        </p:attrNameLst>
                                      </p:cBhvr>
                                      <p:to>
                                        <p:strVal val="0.5"/>
                                      </p:to>
                                    </p:set>
                                    <p:animEffect filter="image" prLst="opacity: 0.5">
                                      <p:cBhvr rctx="IE">
                                        <p:cTn id="27" dur="indefinite"/>
                                        <p:tgtEl>
                                          <p:spTgt spid="69"/>
                                        </p:tgtEl>
                                      </p:cBhvr>
                                    </p:animEffect>
                                  </p:childTnLst>
                                </p:cTn>
                              </p:par>
                              <p:par>
                                <p:cTn id="28" presetID="9" presetClass="emph" presetSubtype="0" nodeType="withEffect">
                                  <p:stCondLst>
                                    <p:cond delay="0"/>
                                  </p:stCondLst>
                                  <p:childTnLst>
                                    <p:set>
                                      <p:cBhvr rctx="PPT">
                                        <p:cTn id="29" dur="indefinite"/>
                                        <p:tgtEl>
                                          <p:spTgt spid="83"/>
                                        </p:tgtEl>
                                        <p:attrNameLst>
                                          <p:attrName>style.opacity</p:attrName>
                                        </p:attrNameLst>
                                      </p:cBhvr>
                                      <p:to>
                                        <p:strVal val="0.5"/>
                                      </p:to>
                                    </p:set>
                                    <p:animEffect filter="image" prLst="opacity: 0.5">
                                      <p:cBhvr rctx="IE">
                                        <p:cTn id="30" dur="indefinite"/>
                                        <p:tgtEl>
                                          <p:spTgt spid="83"/>
                                        </p:tgtEl>
                                      </p:cBhvr>
                                    </p:animEffect>
                                  </p:childTnLst>
                                </p:cTn>
                              </p:par>
                            </p:childTnLst>
                          </p:cTn>
                        </p:par>
                        <p:par>
                          <p:cTn id="31" fill="hold">
                            <p:stCondLst>
                              <p:cond delay="5000"/>
                            </p:stCondLst>
                            <p:childTnLst>
                              <p:par>
                                <p:cTn id="32" presetID="19" presetClass="entr" presetSubtype="10" fill="hold" grpId="0" nodeType="afterEffect">
                                  <p:stCondLst>
                                    <p:cond delay="0"/>
                                  </p:stCondLst>
                                  <p:childTnLst>
                                    <p:set>
                                      <p:cBhvr>
                                        <p:cTn id="33" dur="1" fill="hold">
                                          <p:stCondLst>
                                            <p:cond delay="0"/>
                                          </p:stCondLst>
                                        </p:cTn>
                                        <p:tgtEl>
                                          <p:spTgt spid="89"/>
                                        </p:tgtEl>
                                        <p:attrNameLst>
                                          <p:attrName>style.visibility</p:attrName>
                                        </p:attrNameLst>
                                      </p:cBhvr>
                                      <p:to>
                                        <p:strVal val="visible"/>
                                      </p:to>
                                    </p:set>
                                    <p:anim calcmode="lin" valueType="num">
                                      <p:cBhvr>
                                        <p:cTn id="34" dur="5000" fill="hold"/>
                                        <p:tgtEl>
                                          <p:spTgt spid="89"/>
                                        </p:tgtEl>
                                        <p:attrNameLst>
                                          <p:attrName>ppt_w</p:attrName>
                                        </p:attrNameLst>
                                      </p:cBhvr>
                                      <p:tavLst>
                                        <p:tav tm="0" fmla="#ppt_w*sin(2.5*pi*$)">
                                          <p:val>
                                            <p:fltVal val="0"/>
                                          </p:val>
                                        </p:tav>
                                        <p:tav tm="100000">
                                          <p:val>
                                            <p:fltVal val="1"/>
                                          </p:val>
                                        </p:tav>
                                      </p:tavLst>
                                    </p:anim>
                                    <p:anim calcmode="lin" valueType="num">
                                      <p:cBhvr>
                                        <p:cTn id="35" dur="5000" fill="hold"/>
                                        <p:tgtEl>
                                          <p:spTgt spid="89"/>
                                        </p:tgtEl>
                                        <p:attrNameLst>
                                          <p:attrName>ppt_h</p:attrName>
                                        </p:attrNameLst>
                                      </p:cBhvr>
                                      <p:tavLst>
                                        <p:tav tm="0">
                                          <p:val>
                                            <p:strVal val="#ppt_h"/>
                                          </p:val>
                                        </p:tav>
                                        <p:tav tm="100000">
                                          <p:val>
                                            <p:strVal val="#ppt_h"/>
                                          </p:val>
                                        </p:tav>
                                      </p:tavLst>
                                    </p:anim>
                                  </p:childTnLst>
                                </p:cTn>
                              </p:par>
                              <p:par>
                                <p:cTn id="36" presetID="19" presetClass="entr" presetSubtype="1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 calcmode="lin" valueType="num">
                                      <p:cBhvr>
                                        <p:cTn id="38" dur="5000" fill="hold"/>
                                        <p:tgtEl>
                                          <p:spTgt spid="90"/>
                                        </p:tgtEl>
                                        <p:attrNameLst>
                                          <p:attrName>ppt_w</p:attrName>
                                        </p:attrNameLst>
                                      </p:cBhvr>
                                      <p:tavLst>
                                        <p:tav tm="0" fmla="#ppt_w*sin(2.5*pi*$)">
                                          <p:val>
                                            <p:fltVal val="0"/>
                                          </p:val>
                                        </p:tav>
                                        <p:tav tm="100000">
                                          <p:val>
                                            <p:fltVal val="1"/>
                                          </p:val>
                                        </p:tav>
                                      </p:tavLst>
                                    </p:anim>
                                    <p:anim calcmode="lin" valueType="num">
                                      <p:cBhvr>
                                        <p:cTn id="39" dur="5000" fill="hold"/>
                                        <p:tgtEl>
                                          <p:spTgt spid="90"/>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animEffect transition="in" filter="wipe(left)">
                                      <p:cBhvr>
                                        <p:cTn id="48" dur="3000"/>
                                        <p:tgtEl>
                                          <p:spTgt spid="70"/>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1"/>
                                        </p:tgtEl>
                                        <p:attrNameLst>
                                          <p:attrName>style.visibility</p:attrName>
                                        </p:attrNameLst>
                                      </p:cBhvr>
                                      <p:to>
                                        <p:strVal val="visible"/>
                                      </p:to>
                                    </p:set>
                                    <p:animEffect transition="in" filter="wipe(left)">
                                      <p:cBhvr>
                                        <p:cTn id="53" dur="3000"/>
                                        <p:tgtEl>
                                          <p:spTgt spid="71"/>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3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grpId="0" nodeType="clickEffect">
                                  <p:stCondLst>
                                    <p:cond delay="0"/>
                                  </p:stCondLst>
                                  <p:childTnLst>
                                    <p:set>
                                      <p:cBhvr>
                                        <p:cTn id="65" dur="1" fill="hold">
                                          <p:stCondLst>
                                            <p:cond delay="0"/>
                                          </p:stCondLst>
                                        </p:cTn>
                                        <p:tgtEl>
                                          <p:spTgt spid="145"/>
                                        </p:tgtEl>
                                        <p:attrNameLst>
                                          <p:attrName>style.visibility</p:attrName>
                                        </p:attrNameLst>
                                      </p:cBhvr>
                                      <p:to>
                                        <p:strVal val="visible"/>
                                      </p:to>
                                    </p:set>
                                    <p:animEffect transition="in" filter="slide(fromLeft)">
                                      <p:cBhvr>
                                        <p:cTn id="66" dur="5000"/>
                                        <p:tgtEl>
                                          <p:spTgt spid="145"/>
                                        </p:tgtEl>
                                      </p:cBhvr>
                                    </p:animEffect>
                                  </p:childTnLst>
                                </p:cTn>
                              </p:par>
                              <p:par>
                                <p:cTn id="67" presetID="19" presetClass="entr" presetSubtype="10" fill="hold" nodeType="withEffect">
                                  <p:stCondLst>
                                    <p:cond delay="500"/>
                                  </p:stCondLst>
                                  <p:childTnLst>
                                    <p:set>
                                      <p:cBhvr>
                                        <p:cTn id="68" dur="1" fill="hold">
                                          <p:stCondLst>
                                            <p:cond delay="0"/>
                                          </p:stCondLst>
                                        </p:cTn>
                                        <p:tgtEl>
                                          <p:spTgt spid="93"/>
                                        </p:tgtEl>
                                        <p:attrNameLst>
                                          <p:attrName>style.visibility</p:attrName>
                                        </p:attrNameLst>
                                      </p:cBhvr>
                                      <p:to>
                                        <p:strVal val="visible"/>
                                      </p:to>
                                    </p:set>
                                    <p:anim calcmode="lin" valueType="num">
                                      <p:cBhvr>
                                        <p:cTn id="69" dur="5000" fill="hold"/>
                                        <p:tgtEl>
                                          <p:spTgt spid="93"/>
                                        </p:tgtEl>
                                        <p:attrNameLst>
                                          <p:attrName>ppt_w</p:attrName>
                                        </p:attrNameLst>
                                      </p:cBhvr>
                                      <p:tavLst>
                                        <p:tav tm="0" fmla="#ppt_w*sin(2.5*pi*$)">
                                          <p:val>
                                            <p:fltVal val="0"/>
                                          </p:val>
                                        </p:tav>
                                        <p:tav tm="100000">
                                          <p:val>
                                            <p:fltVal val="1"/>
                                          </p:val>
                                        </p:tav>
                                      </p:tavLst>
                                    </p:anim>
                                    <p:anim calcmode="lin" valueType="num">
                                      <p:cBhvr>
                                        <p:cTn id="70" dur="5000" fill="hold"/>
                                        <p:tgtEl>
                                          <p:spTgt spid="93"/>
                                        </p:tgtEl>
                                        <p:attrNameLst>
                                          <p:attrName>ppt_h</p:attrName>
                                        </p:attrNameLst>
                                      </p:cBhvr>
                                      <p:tavLst>
                                        <p:tav tm="0">
                                          <p:val>
                                            <p:strVal val="#ppt_h"/>
                                          </p:val>
                                        </p:tav>
                                        <p:tav tm="100000">
                                          <p:val>
                                            <p:strVal val="#ppt_h"/>
                                          </p:val>
                                        </p:tav>
                                      </p:tavLst>
                                    </p:anim>
                                  </p:childTnLst>
                                </p:cTn>
                              </p:par>
                              <p:par>
                                <p:cTn id="71" presetID="12" presetClass="entr" presetSubtype="4" fill="hold" grpId="0" nodeType="withEffect">
                                  <p:stCondLst>
                                    <p:cond delay="500"/>
                                  </p:stCondLst>
                                  <p:childTnLst>
                                    <p:set>
                                      <p:cBhvr>
                                        <p:cTn id="72" dur="1" fill="hold">
                                          <p:stCondLst>
                                            <p:cond delay="0"/>
                                          </p:stCondLst>
                                        </p:cTn>
                                        <p:tgtEl>
                                          <p:spTgt spid="94"/>
                                        </p:tgtEl>
                                        <p:attrNameLst>
                                          <p:attrName>style.visibility</p:attrName>
                                        </p:attrNameLst>
                                      </p:cBhvr>
                                      <p:to>
                                        <p:strVal val="visible"/>
                                      </p:to>
                                    </p:set>
                                    <p:animEffect transition="in" filter="slide(fromBottom)">
                                      <p:cBhvr>
                                        <p:cTn id="73" dur="5000"/>
                                        <p:tgtEl>
                                          <p:spTgt spid="94"/>
                                        </p:tgtEl>
                                      </p:cBhvr>
                                    </p:animEffect>
                                  </p:childTnLst>
                                </p:cTn>
                              </p:par>
                              <p:par>
                                <p:cTn id="74" presetID="19" presetClass="entr" presetSubtype="10" fill="hold" nodeType="withEffect">
                                  <p:stCondLst>
                                    <p:cond delay="500"/>
                                  </p:stCondLst>
                                  <p:childTnLst>
                                    <p:set>
                                      <p:cBhvr>
                                        <p:cTn id="75" dur="1" fill="hold">
                                          <p:stCondLst>
                                            <p:cond delay="0"/>
                                          </p:stCondLst>
                                        </p:cTn>
                                        <p:tgtEl>
                                          <p:spTgt spid="141"/>
                                        </p:tgtEl>
                                        <p:attrNameLst>
                                          <p:attrName>style.visibility</p:attrName>
                                        </p:attrNameLst>
                                      </p:cBhvr>
                                      <p:to>
                                        <p:strVal val="visible"/>
                                      </p:to>
                                    </p:set>
                                    <p:anim calcmode="lin" valueType="num">
                                      <p:cBhvr>
                                        <p:cTn id="76" dur="5000" fill="hold"/>
                                        <p:tgtEl>
                                          <p:spTgt spid="141"/>
                                        </p:tgtEl>
                                        <p:attrNameLst>
                                          <p:attrName>ppt_w</p:attrName>
                                        </p:attrNameLst>
                                      </p:cBhvr>
                                      <p:tavLst>
                                        <p:tav tm="0" fmla="#ppt_w*sin(2.5*pi*$)">
                                          <p:val>
                                            <p:fltVal val="0"/>
                                          </p:val>
                                        </p:tav>
                                        <p:tav tm="100000">
                                          <p:val>
                                            <p:fltVal val="1"/>
                                          </p:val>
                                        </p:tav>
                                      </p:tavLst>
                                    </p:anim>
                                    <p:anim calcmode="lin" valueType="num">
                                      <p:cBhvr>
                                        <p:cTn id="77" dur="5000" fill="hold"/>
                                        <p:tgtEl>
                                          <p:spTgt spid="141"/>
                                        </p:tgtEl>
                                        <p:attrNameLst>
                                          <p:attrName>ppt_h</p:attrName>
                                        </p:attrNameLst>
                                      </p:cBhvr>
                                      <p:tavLst>
                                        <p:tav tm="0">
                                          <p:val>
                                            <p:strVal val="#ppt_h"/>
                                          </p:val>
                                        </p:tav>
                                        <p:tav tm="100000">
                                          <p:val>
                                            <p:strVal val="#ppt_h"/>
                                          </p:val>
                                        </p:tav>
                                      </p:tavLst>
                                    </p:anim>
                                  </p:childTnLst>
                                </p:cTn>
                              </p:par>
                              <p:par>
                                <p:cTn id="78" presetID="12" presetClass="entr" presetSubtype="8" fill="hold" grpId="0" nodeType="withEffect">
                                  <p:stCondLst>
                                    <p:cond delay="500"/>
                                  </p:stCondLst>
                                  <p:childTnLst>
                                    <p:set>
                                      <p:cBhvr>
                                        <p:cTn id="79" dur="1" fill="hold">
                                          <p:stCondLst>
                                            <p:cond delay="0"/>
                                          </p:stCondLst>
                                        </p:cTn>
                                        <p:tgtEl>
                                          <p:spTgt spid="144"/>
                                        </p:tgtEl>
                                        <p:attrNameLst>
                                          <p:attrName>style.visibility</p:attrName>
                                        </p:attrNameLst>
                                      </p:cBhvr>
                                      <p:to>
                                        <p:strVal val="visible"/>
                                      </p:to>
                                    </p:set>
                                    <p:animEffect transition="in" filter="slide(fromLeft)">
                                      <p:cBhvr>
                                        <p:cTn id="80" dur="5000"/>
                                        <p:tgtEl>
                                          <p:spTgt spid="144"/>
                                        </p:tgtEl>
                                      </p:cBhvr>
                                    </p:animEffect>
                                  </p:childTnLst>
                                </p:cTn>
                              </p:par>
                              <p:par>
                                <p:cTn id="81" presetID="19" presetClass="entr" presetSubtype="10" fill="hold" grpId="0" nodeType="withEffect">
                                  <p:stCondLst>
                                    <p:cond delay="500"/>
                                  </p:stCondLst>
                                  <p:childTnLst>
                                    <p:set>
                                      <p:cBhvr>
                                        <p:cTn id="82" dur="1" fill="hold">
                                          <p:stCondLst>
                                            <p:cond delay="0"/>
                                          </p:stCondLst>
                                        </p:cTn>
                                        <p:tgtEl>
                                          <p:spTgt spid="95"/>
                                        </p:tgtEl>
                                        <p:attrNameLst>
                                          <p:attrName>style.visibility</p:attrName>
                                        </p:attrNameLst>
                                      </p:cBhvr>
                                      <p:to>
                                        <p:strVal val="visible"/>
                                      </p:to>
                                    </p:set>
                                    <p:anim calcmode="lin" valueType="num">
                                      <p:cBhvr>
                                        <p:cTn id="83" dur="5000" fill="hold"/>
                                        <p:tgtEl>
                                          <p:spTgt spid="95"/>
                                        </p:tgtEl>
                                        <p:attrNameLst>
                                          <p:attrName>ppt_w</p:attrName>
                                        </p:attrNameLst>
                                      </p:cBhvr>
                                      <p:tavLst>
                                        <p:tav tm="0" fmla="#ppt_w*sin(2.5*pi*$)">
                                          <p:val>
                                            <p:fltVal val="0"/>
                                          </p:val>
                                        </p:tav>
                                        <p:tav tm="100000">
                                          <p:val>
                                            <p:fltVal val="1"/>
                                          </p:val>
                                        </p:tav>
                                      </p:tavLst>
                                    </p:anim>
                                    <p:anim calcmode="lin" valueType="num">
                                      <p:cBhvr>
                                        <p:cTn id="84" dur="5000" fill="hold"/>
                                        <p:tgtEl>
                                          <p:spTgt spid="95"/>
                                        </p:tgtEl>
                                        <p:attrNameLst>
                                          <p:attrName>ppt_h</p:attrName>
                                        </p:attrNameLst>
                                      </p:cBhvr>
                                      <p:tavLst>
                                        <p:tav tm="0">
                                          <p:val>
                                            <p:strVal val="#ppt_h"/>
                                          </p:val>
                                        </p:tav>
                                        <p:tav tm="100000">
                                          <p:val>
                                            <p:strVal val="#ppt_h"/>
                                          </p:val>
                                        </p:tav>
                                      </p:tavLst>
                                    </p:anim>
                                  </p:childTnLst>
                                </p:cTn>
                              </p:par>
                              <p:par>
                                <p:cTn id="85" presetID="12" presetClass="entr" presetSubtype="4" fill="hold" grpId="0" nodeType="withEffect">
                                  <p:stCondLst>
                                    <p:cond delay="500"/>
                                  </p:stCondLst>
                                  <p:childTnLst>
                                    <p:set>
                                      <p:cBhvr>
                                        <p:cTn id="86" dur="1" fill="hold">
                                          <p:stCondLst>
                                            <p:cond delay="0"/>
                                          </p:stCondLst>
                                        </p:cTn>
                                        <p:tgtEl>
                                          <p:spTgt spid="142"/>
                                        </p:tgtEl>
                                        <p:attrNameLst>
                                          <p:attrName>style.visibility</p:attrName>
                                        </p:attrNameLst>
                                      </p:cBhvr>
                                      <p:to>
                                        <p:strVal val="visible"/>
                                      </p:to>
                                    </p:set>
                                    <p:animEffect transition="in" filter="slide(fromBottom)">
                                      <p:cBhvr>
                                        <p:cTn id="87" dur="5000"/>
                                        <p:tgtEl>
                                          <p:spTgt spid="142"/>
                                        </p:tgtEl>
                                      </p:cBhvr>
                                    </p:animEffect>
                                  </p:childTnLst>
                                </p:cTn>
                              </p:par>
                              <p:par>
                                <p:cTn id="88" presetID="19" presetClass="entr" presetSubtype="10" fill="hold" grpId="0" nodeType="withEffect">
                                  <p:stCondLst>
                                    <p:cond delay="500"/>
                                  </p:stCondLst>
                                  <p:childTnLst>
                                    <p:set>
                                      <p:cBhvr>
                                        <p:cTn id="89" dur="1" fill="hold">
                                          <p:stCondLst>
                                            <p:cond delay="0"/>
                                          </p:stCondLst>
                                        </p:cTn>
                                        <p:tgtEl>
                                          <p:spTgt spid="96"/>
                                        </p:tgtEl>
                                        <p:attrNameLst>
                                          <p:attrName>style.visibility</p:attrName>
                                        </p:attrNameLst>
                                      </p:cBhvr>
                                      <p:to>
                                        <p:strVal val="visible"/>
                                      </p:to>
                                    </p:set>
                                    <p:anim calcmode="lin" valueType="num">
                                      <p:cBhvr>
                                        <p:cTn id="90" dur="5000" fill="hold"/>
                                        <p:tgtEl>
                                          <p:spTgt spid="96"/>
                                        </p:tgtEl>
                                        <p:attrNameLst>
                                          <p:attrName>ppt_w</p:attrName>
                                        </p:attrNameLst>
                                      </p:cBhvr>
                                      <p:tavLst>
                                        <p:tav tm="0" fmla="#ppt_w*sin(2.5*pi*$)">
                                          <p:val>
                                            <p:fltVal val="0"/>
                                          </p:val>
                                        </p:tav>
                                        <p:tav tm="100000">
                                          <p:val>
                                            <p:fltVal val="1"/>
                                          </p:val>
                                        </p:tav>
                                      </p:tavLst>
                                    </p:anim>
                                    <p:anim calcmode="lin" valueType="num">
                                      <p:cBhvr>
                                        <p:cTn id="91" dur="5000" fill="hold"/>
                                        <p:tgtEl>
                                          <p:spTgt spid="96"/>
                                        </p:tgtEl>
                                        <p:attrNameLst>
                                          <p:attrName>ppt_h</p:attrName>
                                        </p:attrNameLst>
                                      </p:cBhvr>
                                      <p:tavLst>
                                        <p:tav tm="0">
                                          <p:val>
                                            <p:strVal val="#ppt_h"/>
                                          </p:val>
                                        </p:tav>
                                        <p:tav tm="100000">
                                          <p:val>
                                            <p:strVal val="#ppt_h"/>
                                          </p:val>
                                        </p:tav>
                                      </p:tavLst>
                                    </p:anim>
                                  </p:childTnLst>
                                </p:cTn>
                              </p:par>
                              <p:par>
                                <p:cTn id="92" presetID="19" presetClass="entr" presetSubtype="10" fill="hold" grpId="0" nodeType="withEffect">
                                  <p:stCondLst>
                                    <p:cond delay="500"/>
                                  </p:stCondLst>
                                  <p:childTnLst>
                                    <p:set>
                                      <p:cBhvr>
                                        <p:cTn id="93" dur="1" fill="hold">
                                          <p:stCondLst>
                                            <p:cond delay="0"/>
                                          </p:stCondLst>
                                        </p:cTn>
                                        <p:tgtEl>
                                          <p:spTgt spid="97"/>
                                        </p:tgtEl>
                                        <p:attrNameLst>
                                          <p:attrName>style.visibility</p:attrName>
                                        </p:attrNameLst>
                                      </p:cBhvr>
                                      <p:to>
                                        <p:strVal val="visible"/>
                                      </p:to>
                                    </p:set>
                                    <p:anim calcmode="lin" valueType="num">
                                      <p:cBhvr>
                                        <p:cTn id="94" dur="5000" fill="hold"/>
                                        <p:tgtEl>
                                          <p:spTgt spid="97"/>
                                        </p:tgtEl>
                                        <p:attrNameLst>
                                          <p:attrName>ppt_w</p:attrName>
                                        </p:attrNameLst>
                                      </p:cBhvr>
                                      <p:tavLst>
                                        <p:tav tm="0" fmla="#ppt_w*sin(2.5*pi*$)">
                                          <p:val>
                                            <p:fltVal val="0"/>
                                          </p:val>
                                        </p:tav>
                                        <p:tav tm="100000">
                                          <p:val>
                                            <p:fltVal val="1"/>
                                          </p:val>
                                        </p:tav>
                                      </p:tavLst>
                                    </p:anim>
                                    <p:anim calcmode="lin" valueType="num">
                                      <p:cBhvr>
                                        <p:cTn id="95" dur="5000" fill="hold"/>
                                        <p:tgtEl>
                                          <p:spTgt spid="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3" name="CAMERA.WAV"/>
                                        </p:tgtEl>
                                      </p:cMediaNode>
                                    </p:audio>
                                  </p:subTnLst>
                                </p:cTn>
                              </p:par>
                              <p:par>
                                <p:cTn id="96" presetID="19" presetClass="entr" presetSubtype="10" fill="hold" grpId="0" nodeType="withEffect">
                                  <p:stCondLst>
                                    <p:cond delay="500"/>
                                  </p:stCondLst>
                                  <p:childTnLst>
                                    <p:set>
                                      <p:cBhvr>
                                        <p:cTn id="97" dur="1" fill="hold">
                                          <p:stCondLst>
                                            <p:cond delay="0"/>
                                          </p:stCondLst>
                                        </p:cTn>
                                        <p:tgtEl>
                                          <p:spTgt spid="143"/>
                                        </p:tgtEl>
                                        <p:attrNameLst>
                                          <p:attrName>style.visibility</p:attrName>
                                        </p:attrNameLst>
                                      </p:cBhvr>
                                      <p:to>
                                        <p:strVal val="visible"/>
                                      </p:to>
                                    </p:set>
                                    <p:anim calcmode="lin" valueType="num">
                                      <p:cBhvr>
                                        <p:cTn id="98" dur="5000" fill="hold"/>
                                        <p:tgtEl>
                                          <p:spTgt spid="143"/>
                                        </p:tgtEl>
                                        <p:attrNameLst>
                                          <p:attrName>ppt_w</p:attrName>
                                        </p:attrNameLst>
                                      </p:cBhvr>
                                      <p:tavLst>
                                        <p:tav tm="0" fmla="#ppt_w*sin(2.5*pi*$)">
                                          <p:val>
                                            <p:fltVal val="0"/>
                                          </p:val>
                                        </p:tav>
                                        <p:tav tm="100000">
                                          <p:val>
                                            <p:fltVal val="1"/>
                                          </p:val>
                                        </p:tav>
                                      </p:tavLst>
                                    </p:anim>
                                    <p:anim calcmode="lin" valueType="num">
                                      <p:cBhvr>
                                        <p:cTn id="99" dur="5000" fill="hold"/>
                                        <p:tgtEl>
                                          <p:spTgt spid="14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3"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15" presetClass="entr" presetSubtype="0" fill="hold" grpId="0" nodeType="clickEffect">
                                  <p:stCondLst>
                                    <p:cond delay="0"/>
                                  </p:stCondLst>
                                  <p:childTnLst>
                                    <p:set>
                                      <p:cBhvr>
                                        <p:cTn id="103" dur="1" fill="hold">
                                          <p:stCondLst>
                                            <p:cond delay="0"/>
                                          </p:stCondLst>
                                        </p:cTn>
                                        <p:tgtEl>
                                          <p:spTgt spid="147"/>
                                        </p:tgtEl>
                                        <p:attrNameLst>
                                          <p:attrName>style.visibility</p:attrName>
                                        </p:attrNameLst>
                                      </p:cBhvr>
                                      <p:to>
                                        <p:strVal val="visible"/>
                                      </p:to>
                                    </p:set>
                                    <p:anim calcmode="lin" valueType="num">
                                      <p:cBhvr>
                                        <p:cTn id="104" dur="2000" fill="hold"/>
                                        <p:tgtEl>
                                          <p:spTgt spid="147"/>
                                        </p:tgtEl>
                                        <p:attrNameLst>
                                          <p:attrName>ppt_w</p:attrName>
                                        </p:attrNameLst>
                                      </p:cBhvr>
                                      <p:tavLst>
                                        <p:tav tm="0">
                                          <p:val>
                                            <p:fltVal val="0"/>
                                          </p:val>
                                        </p:tav>
                                        <p:tav tm="100000">
                                          <p:val>
                                            <p:strVal val="#ppt_w"/>
                                          </p:val>
                                        </p:tav>
                                      </p:tavLst>
                                    </p:anim>
                                    <p:anim calcmode="lin" valueType="num">
                                      <p:cBhvr>
                                        <p:cTn id="105" dur="2000" fill="hold"/>
                                        <p:tgtEl>
                                          <p:spTgt spid="147"/>
                                        </p:tgtEl>
                                        <p:attrNameLst>
                                          <p:attrName>ppt_h</p:attrName>
                                        </p:attrNameLst>
                                      </p:cBhvr>
                                      <p:tavLst>
                                        <p:tav tm="0">
                                          <p:val>
                                            <p:fltVal val="0"/>
                                          </p:val>
                                        </p:tav>
                                        <p:tav tm="100000">
                                          <p:val>
                                            <p:strVal val="#ppt_h"/>
                                          </p:val>
                                        </p:tav>
                                      </p:tavLst>
                                    </p:anim>
                                    <p:anim calcmode="lin" valueType="num">
                                      <p:cBhvr>
                                        <p:cTn id="106" dur="2000" fill="hold"/>
                                        <p:tgtEl>
                                          <p:spTgt spid="147"/>
                                        </p:tgtEl>
                                        <p:attrNameLst>
                                          <p:attrName>ppt_x</p:attrName>
                                        </p:attrNameLst>
                                      </p:cBhvr>
                                      <p:tavLst>
                                        <p:tav tm="0" fmla="#ppt_x+(cos(-2*pi*(1-$))*-#ppt_x-sin(-2*pi*(1-$))*(1-#ppt_y))*(1-$)">
                                          <p:val>
                                            <p:fltVal val="0"/>
                                          </p:val>
                                        </p:tav>
                                        <p:tav tm="100000">
                                          <p:val>
                                            <p:fltVal val="1"/>
                                          </p:val>
                                        </p:tav>
                                      </p:tavLst>
                                    </p:anim>
                                    <p:anim calcmode="lin" valueType="num">
                                      <p:cBhvr>
                                        <p:cTn id="107" dur="2000" fill="hold"/>
                                        <p:tgtEl>
                                          <p:spTgt spid="14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2"/>
                                            </p:cond>
                                          </p:stCondLst>
                                          <p:endCondLst>
                                            <p:cond evt="onStopAudio" delay="0">
                                              <p:tgtEl>
                                                <p:sldTgt/>
                                              </p:tgtEl>
                                            </p:cond>
                                          </p:endCondLst>
                                        </p:cTn>
                                        <p:tgtEl>
                                          <p:sndTgt r:embed="rId4" name="CHIMES.WAV"/>
                                        </p:tgtEl>
                                      </p:cMediaNode>
                                    </p:audio>
                                  </p:subTnLst>
                                </p:cTn>
                              </p:par>
                            </p:childTnLst>
                          </p:cTn>
                        </p:par>
                        <p:par>
                          <p:cTn id="108" fill="hold">
                            <p:stCondLst>
                              <p:cond delay="2000"/>
                            </p:stCondLst>
                            <p:childTnLst>
                              <p:par>
                                <p:cTn id="109" presetID="15" presetClass="entr" presetSubtype="0" fill="hold" grpId="0" nodeType="afterEffect">
                                  <p:stCondLst>
                                    <p:cond delay="0"/>
                                  </p:stCondLst>
                                  <p:childTnLst>
                                    <p:set>
                                      <p:cBhvr>
                                        <p:cTn id="110" dur="1" fill="hold">
                                          <p:stCondLst>
                                            <p:cond delay="0"/>
                                          </p:stCondLst>
                                        </p:cTn>
                                        <p:tgtEl>
                                          <p:spTgt spid="148"/>
                                        </p:tgtEl>
                                        <p:attrNameLst>
                                          <p:attrName>style.visibility</p:attrName>
                                        </p:attrNameLst>
                                      </p:cBhvr>
                                      <p:to>
                                        <p:strVal val="visible"/>
                                      </p:to>
                                    </p:set>
                                    <p:anim calcmode="lin" valueType="num">
                                      <p:cBhvr>
                                        <p:cTn id="111" dur="2000" fill="hold"/>
                                        <p:tgtEl>
                                          <p:spTgt spid="148"/>
                                        </p:tgtEl>
                                        <p:attrNameLst>
                                          <p:attrName>ppt_w</p:attrName>
                                        </p:attrNameLst>
                                      </p:cBhvr>
                                      <p:tavLst>
                                        <p:tav tm="0">
                                          <p:val>
                                            <p:fltVal val="0"/>
                                          </p:val>
                                        </p:tav>
                                        <p:tav tm="100000">
                                          <p:val>
                                            <p:strVal val="#ppt_w"/>
                                          </p:val>
                                        </p:tav>
                                      </p:tavLst>
                                    </p:anim>
                                    <p:anim calcmode="lin" valueType="num">
                                      <p:cBhvr>
                                        <p:cTn id="112" dur="2000" fill="hold"/>
                                        <p:tgtEl>
                                          <p:spTgt spid="148"/>
                                        </p:tgtEl>
                                        <p:attrNameLst>
                                          <p:attrName>ppt_h</p:attrName>
                                        </p:attrNameLst>
                                      </p:cBhvr>
                                      <p:tavLst>
                                        <p:tav tm="0">
                                          <p:val>
                                            <p:fltVal val="0"/>
                                          </p:val>
                                        </p:tav>
                                        <p:tav tm="100000">
                                          <p:val>
                                            <p:strVal val="#ppt_h"/>
                                          </p:val>
                                        </p:tav>
                                      </p:tavLst>
                                    </p:anim>
                                    <p:anim calcmode="lin" valueType="num">
                                      <p:cBhvr>
                                        <p:cTn id="113" dur="2000" fill="hold"/>
                                        <p:tgtEl>
                                          <p:spTgt spid="148"/>
                                        </p:tgtEl>
                                        <p:attrNameLst>
                                          <p:attrName>ppt_x</p:attrName>
                                        </p:attrNameLst>
                                      </p:cBhvr>
                                      <p:tavLst>
                                        <p:tav tm="0" fmla="#ppt_x+(cos(-2*pi*(1-$))*-#ppt_x-sin(-2*pi*(1-$))*(1-#ppt_y))*(1-$)">
                                          <p:val>
                                            <p:fltVal val="0"/>
                                          </p:val>
                                        </p:tav>
                                        <p:tav tm="100000">
                                          <p:val>
                                            <p:fltVal val="1"/>
                                          </p:val>
                                        </p:tav>
                                      </p:tavLst>
                                    </p:anim>
                                    <p:anim calcmode="lin" valueType="num">
                                      <p:cBhvr>
                                        <p:cTn id="114" dur="2000" fill="hold"/>
                                        <p:tgtEl>
                                          <p:spTgt spid="14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9"/>
                                            </p:cond>
                                          </p:stCondLst>
                                          <p:endCondLst>
                                            <p:cond evt="onStopAudio" delay="0">
                                              <p:tgtEl>
                                                <p:sldTgt/>
                                              </p:tgtEl>
                                            </p:cond>
                                          </p:endCondLst>
                                        </p:cTn>
                                        <p:tgtEl>
                                          <p:sndTgt r:embed="rId4" name="CHIMES.WAV"/>
                                        </p:tgtEl>
                                      </p:cMediaNode>
                                    </p:audio>
                                  </p:subTnLst>
                                </p:cTn>
                              </p:par>
                            </p:childTnLst>
                          </p:cTn>
                        </p:par>
                        <p:par>
                          <p:cTn id="115" fill="hold">
                            <p:stCondLst>
                              <p:cond delay="4000"/>
                            </p:stCondLst>
                            <p:childTnLst>
                              <p:par>
                                <p:cTn id="116" presetID="19" presetClass="entr" presetSubtype="10" fill="hold" grpId="0" nodeType="afterEffect">
                                  <p:stCondLst>
                                    <p:cond delay="0"/>
                                  </p:stCondLst>
                                  <p:childTnLst>
                                    <p:set>
                                      <p:cBhvr>
                                        <p:cTn id="117" dur="1" fill="hold">
                                          <p:stCondLst>
                                            <p:cond delay="0"/>
                                          </p:stCondLst>
                                        </p:cTn>
                                        <p:tgtEl>
                                          <p:spTgt spid="105"/>
                                        </p:tgtEl>
                                        <p:attrNameLst>
                                          <p:attrName>style.visibility</p:attrName>
                                        </p:attrNameLst>
                                      </p:cBhvr>
                                      <p:to>
                                        <p:strVal val="visible"/>
                                      </p:to>
                                    </p:set>
                                    <p:anim calcmode="lin" valueType="num">
                                      <p:cBhvr>
                                        <p:cTn id="118" dur="5000" fill="hold"/>
                                        <p:tgtEl>
                                          <p:spTgt spid="105"/>
                                        </p:tgtEl>
                                        <p:attrNameLst>
                                          <p:attrName>ppt_w</p:attrName>
                                        </p:attrNameLst>
                                      </p:cBhvr>
                                      <p:tavLst>
                                        <p:tav tm="0" fmla="#ppt_w*sin(2.5*pi*$)">
                                          <p:val>
                                            <p:fltVal val="0"/>
                                          </p:val>
                                        </p:tav>
                                        <p:tav tm="100000">
                                          <p:val>
                                            <p:fltVal val="1"/>
                                          </p:val>
                                        </p:tav>
                                      </p:tavLst>
                                    </p:anim>
                                    <p:anim calcmode="lin" valueType="num">
                                      <p:cBhvr>
                                        <p:cTn id="119" dur="5000" fill="hold"/>
                                        <p:tgtEl>
                                          <p:spTgt spid="1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4" name="CHIMES.WAV"/>
                                        </p:tgtEl>
                                      </p:cMediaNode>
                                    </p:audio>
                                  </p:subTnLst>
                                </p:cTn>
                              </p:par>
                            </p:childTnLst>
                          </p:cTn>
                        </p:par>
                        <p:par>
                          <p:cTn id="120" fill="hold">
                            <p:stCondLst>
                              <p:cond delay="9000"/>
                            </p:stCondLst>
                            <p:childTnLst>
                              <p:par>
                                <p:cTn id="121" presetID="15" presetClass="entr" presetSubtype="0" fill="hold" grpId="0" nodeType="afterEffect">
                                  <p:stCondLst>
                                    <p:cond delay="0"/>
                                  </p:stCondLst>
                                  <p:childTnLst>
                                    <p:set>
                                      <p:cBhvr>
                                        <p:cTn id="122" dur="1" fill="hold">
                                          <p:stCondLst>
                                            <p:cond delay="0"/>
                                          </p:stCondLst>
                                        </p:cTn>
                                        <p:tgtEl>
                                          <p:spTgt spid="109"/>
                                        </p:tgtEl>
                                        <p:attrNameLst>
                                          <p:attrName>style.visibility</p:attrName>
                                        </p:attrNameLst>
                                      </p:cBhvr>
                                      <p:to>
                                        <p:strVal val="visible"/>
                                      </p:to>
                                    </p:set>
                                    <p:anim calcmode="lin" valueType="num">
                                      <p:cBhvr>
                                        <p:cTn id="123" dur="3000" fill="hold"/>
                                        <p:tgtEl>
                                          <p:spTgt spid="109"/>
                                        </p:tgtEl>
                                        <p:attrNameLst>
                                          <p:attrName>ppt_w</p:attrName>
                                        </p:attrNameLst>
                                      </p:cBhvr>
                                      <p:tavLst>
                                        <p:tav tm="0">
                                          <p:val>
                                            <p:fltVal val="0"/>
                                          </p:val>
                                        </p:tav>
                                        <p:tav tm="100000">
                                          <p:val>
                                            <p:strVal val="#ppt_w"/>
                                          </p:val>
                                        </p:tav>
                                      </p:tavLst>
                                    </p:anim>
                                    <p:anim calcmode="lin" valueType="num">
                                      <p:cBhvr>
                                        <p:cTn id="124" dur="3000" fill="hold"/>
                                        <p:tgtEl>
                                          <p:spTgt spid="109"/>
                                        </p:tgtEl>
                                        <p:attrNameLst>
                                          <p:attrName>ppt_h</p:attrName>
                                        </p:attrNameLst>
                                      </p:cBhvr>
                                      <p:tavLst>
                                        <p:tav tm="0">
                                          <p:val>
                                            <p:fltVal val="0"/>
                                          </p:val>
                                        </p:tav>
                                        <p:tav tm="100000">
                                          <p:val>
                                            <p:strVal val="#ppt_h"/>
                                          </p:val>
                                        </p:tav>
                                      </p:tavLst>
                                    </p:anim>
                                    <p:anim calcmode="lin" valueType="num">
                                      <p:cBhvr>
                                        <p:cTn id="125" dur="3000" fill="hold"/>
                                        <p:tgtEl>
                                          <p:spTgt spid="109"/>
                                        </p:tgtEl>
                                        <p:attrNameLst>
                                          <p:attrName>ppt_x</p:attrName>
                                        </p:attrNameLst>
                                      </p:cBhvr>
                                      <p:tavLst>
                                        <p:tav tm="0" fmla="#ppt_x+(cos(-2*pi*(1-$))*-#ppt_x-sin(-2*pi*(1-$))*(1-#ppt_y))*(1-$)">
                                          <p:val>
                                            <p:fltVal val="0"/>
                                          </p:val>
                                        </p:tav>
                                        <p:tav tm="100000">
                                          <p:val>
                                            <p:fltVal val="1"/>
                                          </p:val>
                                        </p:tav>
                                      </p:tavLst>
                                    </p:anim>
                                    <p:anim calcmode="lin" valueType="num">
                                      <p:cBhvr>
                                        <p:cTn id="126" dur="3000" fill="hold"/>
                                        <p:tgtEl>
                                          <p:spTgt spid="10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1"/>
                                            </p:cond>
                                          </p:stCondLst>
                                          <p:endCondLst>
                                            <p:cond evt="onStopAudio" delay="0">
                                              <p:tgtEl>
                                                <p:sldTgt/>
                                              </p:tgtEl>
                                            </p:cond>
                                          </p:endCondLst>
                                        </p:cTn>
                                        <p:tgtEl>
                                          <p:sndTgt r:embed="rId4" name="CHIMES.WAV"/>
                                        </p:tgtEl>
                                      </p:cMediaNode>
                                    </p:audio>
                                  </p:subTnLst>
                                </p:cTn>
                              </p:par>
                            </p:childTnLst>
                          </p:cTn>
                        </p:par>
                        <p:par>
                          <p:cTn id="127" fill="hold">
                            <p:stCondLst>
                              <p:cond delay="12000"/>
                            </p:stCondLst>
                            <p:childTnLst>
                              <p:par>
                                <p:cTn id="128" presetID="15" presetClass="entr" presetSubtype="0" fill="hold" grpId="0" nodeType="afterEffect">
                                  <p:stCondLst>
                                    <p:cond delay="0"/>
                                  </p:stCondLst>
                                  <p:childTnLst>
                                    <p:set>
                                      <p:cBhvr>
                                        <p:cTn id="129" dur="1" fill="hold">
                                          <p:stCondLst>
                                            <p:cond delay="0"/>
                                          </p:stCondLst>
                                        </p:cTn>
                                        <p:tgtEl>
                                          <p:spTgt spid="106"/>
                                        </p:tgtEl>
                                        <p:attrNameLst>
                                          <p:attrName>style.visibility</p:attrName>
                                        </p:attrNameLst>
                                      </p:cBhvr>
                                      <p:to>
                                        <p:strVal val="visible"/>
                                      </p:to>
                                    </p:set>
                                    <p:anim calcmode="lin" valueType="num">
                                      <p:cBhvr>
                                        <p:cTn id="130" dur="3000" fill="hold"/>
                                        <p:tgtEl>
                                          <p:spTgt spid="106"/>
                                        </p:tgtEl>
                                        <p:attrNameLst>
                                          <p:attrName>ppt_w</p:attrName>
                                        </p:attrNameLst>
                                      </p:cBhvr>
                                      <p:tavLst>
                                        <p:tav tm="0">
                                          <p:val>
                                            <p:fltVal val="0"/>
                                          </p:val>
                                        </p:tav>
                                        <p:tav tm="100000">
                                          <p:val>
                                            <p:strVal val="#ppt_w"/>
                                          </p:val>
                                        </p:tav>
                                      </p:tavLst>
                                    </p:anim>
                                    <p:anim calcmode="lin" valueType="num">
                                      <p:cBhvr>
                                        <p:cTn id="131" dur="3000" fill="hold"/>
                                        <p:tgtEl>
                                          <p:spTgt spid="106"/>
                                        </p:tgtEl>
                                        <p:attrNameLst>
                                          <p:attrName>ppt_h</p:attrName>
                                        </p:attrNameLst>
                                      </p:cBhvr>
                                      <p:tavLst>
                                        <p:tav tm="0">
                                          <p:val>
                                            <p:fltVal val="0"/>
                                          </p:val>
                                        </p:tav>
                                        <p:tav tm="100000">
                                          <p:val>
                                            <p:strVal val="#ppt_h"/>
                                          </p:val>
                                        </p:tav>
                                      </p:tavLst>
                                    </p:anim>
                                    <p:anim calcmode="lin" valueType="num">
                                      <p:cBhvr>
                                        <p:cTn id="132" dur="3000" fill="hold"/>
                                        <p:tgtEl>
                                          <p:spTgt spid="106"/>
                                        </p:tgtEl>
                                        <p:attrNameLst>
                                          <p:attrName>ppt_x</p:attrName>
                                        </p:attrNameLst>
                                      </p:cBhvr>
                                      <p:tavLst>
                                        <p:tav tm="0" fmla="#ppt_x+(cos(-2*pi*(1-$))*-#ppt_x-sin(-2*pi*(1-$))*(1-#ppt_y))*(1-$)">
                                          <p:val>
                                            <p:fltVal val="0"/>
                                          </p:val>
                                        </p:tav>
                                        <p:tav tm="100000">
                                          <p:val>
                                            <p:fltVal val="1"/>
                                          </p:val>
                                        </p:tav>
                                      </p:tavLst>
                                    </p:anim>
                                    <p:anim calcmode="lin" valueType="num">
                                      <p:cBhvr>
                                        <p:cTn id="133" dur="3000" fill="hold"/>
                                        <p:tgtEl>
                                          <p:spTgt spid="10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8"/>
                                            </p:cond>
                                          </p:stCondLst>
                                          <p:endCondLst>
                                            <p:cond evt="onStopAudio" delay="0">
                                              <p:tgtEl>
                                                <p:sldTgt/>
                                              </p:tgtEl>
                                            </p:cond>
                                          </p:endCondLst>
                                        </p:cTn>
                                        <p:tgtEl>
                                          <p:sndTgt r:embed="rId4" name="CHIMES.WAV"/>
                                        </p:tgtEl>
                                      </p:cMediaNode>
                                    </p:audio>
                                  </p:subTnLst>
                                </p:cTn>
                              </p:par>
                            </p:childTnLst>
                          </p:cTn>
                        </p:par>
                        <p:par>
                          <p:cTn id="134" fill="hold">
                            <p:stCondLst>
                              <p:cond delay="15000"/>
                            </p:stCondLst>
                            <p:childTnLst>
                              <p:par>
                                <p:cTn id="135" presetID="15" presetClass="entr" presetSubtype="0" fill="hold" grpId="0" nodeType="afterEffect">
                                  <p:stCondLst>
                                    <p:cond delay="0"/>
                                  </p:stCondLst>
                                  <p:childTnLst>
                                    <p:set>
                                      <p:cBhvr>
                                        <p:cTn id="136" dur="1" fill="hold">
                                          <p:stCondLst>
                                            <p:cond delay="0"/>
                                          </p:stCondLst>
                                        </p:cTn>
                                        <p:tgtEl>
                                          <p:spTgt spid="112"/>
                                        </p:tgtEl>
                                        <p:attrNameLst>
                                          <p:attrName>style.visibility</p:attrName>
                                        </p:attrNameLst>
                                      </p:cBhvr>
                                      <p:to>
                                        <p:strVal val="visible"/>
                                      </p:to>
                                    </p:set>
                                    <p:anim calcmode="lin" valueType="num">
                                      <p:cBhvr>
                                        <p:cTn id="137" dur="3000" fill="hold"/>
                                        <p:tgtEl>
                                          <p:spTgt spid="112"/>
                                        </p:tgtEl>
                                        <p:attrNameLst>
                                          <p:attrName>ppt_w</p:attrName>
                                        </p:attrNameLst>
                                      </p:cBhvr>
                                      <p:tavLst>
                                        <p:tav tm="0">
                                          <p:val>
                                            <p:fltVal val="0"/>
                                          </p:val>
                                        </p:tav>
                                        <p:tav tm="100000">
                                          <p:val>
                                            <p:strVal val="#ppt_w"/>
                                          </p:val>
                                        </p:tav>
                                      </p:tavLst>
                                    </p:anim>
                                    <p:anim calcmode="lin" valueType="num">
                                      <p:cBhvr>
                                        <p:cTn id="138" dur="3000" fill="hold"/>
                                        <p:tgtEl>
                                          <p:spTgt spid="112"/>
                                        </p:tgtEl>
                                        <p:attrNameLst>
                                          <p:attrName>ppt_h</p:attrName>
                                        </p:attrNameLst>
                                      </p:cBhvr>
                                      <p:tavLst>
                                        <p:tav tm="0">
                                          <p:val>
                                            <p:fltVal val="0"/>
                                          </p:val>
                                        </p:tav>
                                        <p:tav tm="100000">
                                          <p:val>
                                            <p:strVal val="#ppt_h"/>
                                          </p:val>
                                        </p:tav>
                                      </p:tavLst>
                                    </p:anim>
                                    <p:anim calcmode="lin" valueType="num">
                                      <p:cBhvr>
                                        <p:cTn id="139" dur="3000" fill="hold"/>
                                        <p:tgtEl>
                                          <p:spTgt spid="112"/>
                                        </p:tgtEl>
                                        <p:attrNameLst>
                                          <p:attrName>ppt_x</p:attrName>
                                        </p:attrNameLst>
                                      </p:cBhvr>
                                      <p:tavLst>
                                        <p:tav tm="0" fmla="#ppt_x+(cos(-2*pi*(1-$))*-#ppt_x-sin(-2*pi*(1-$))*(1-#ppt_y))*(1-$)">
                                          <p:val>
                                            <p:fltVal val="0"/>
                                          </p:val>
                                        </p:tav>
                                        <p:tav tm="100000">
                                          <p:val>
                                            <p:fltVal val="1"/>
                                          </p:val>
                                        </p:tav>
                                      </p:tavLst>
                                    </p:anim>
                                    <p:anim calcmode="lin" valueType="num">
                                      <p:cBhvr>
                                        <p:cTn id="140" dur="3000" fill="hold"/>
                                        <p:tgtEl>
                                          <p:spTgt spid="112"/>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35"/>
                                            </p:cond>
                                          </p:stCondLst>
                                          <p:endCondLst>
                                            <p:cond evt="onStopAudio" delay="0">
                                              <p:tgtEl>
                                                <p:sldTgt/>
                                              </p:tgtEl>
                                            </p:cond>
                                          </p:endCondLst>
                                        </p:cTn>
                                        <p:tgtEl>
                                          <p:sndTgt r:embed="rId4" name="CHIMES.WAV"/>
                                        </p:tgtEl>
                                      </p:cMediaNode>
                                    </p:audio>
                                  </p:subTnLst>
                                </p:cTn>
                              </p:par>
                            </p:childTnLst>
                          </p:cTn>
                        </p:par>
                        <p:par>
                          <p:cTn id="141" fill="hold">
                            <p:stCondLst>
                              <p:cond delay="18000"/>
                            </p:stCondLst>
                            <p:childTnLst>
                              <p:par>
                                <p:cTn id="142" presetID="19" presetClass="entr" presetSubtype="10" fill="hold" grpId="0" nodeType="afterEffect">
                                  <p:stCondLst>
                                    <p:cond delay="0"/>
                                  </p:stCondLst>
                                  <p:childTnLst>
                                    <p:set>
                                      <p:cBhvr>
                                        <p:cTn id="143" dur="1" fill="hold">
                                          <p:stCondLst>
                                            <p:cond delay="0"/>
                                          </p:stCondLst>
                                        </p:cTn>
                                        <p:tgtEl>
                                          <p:spTgt spid="121"/>
                                        </p:tgtEl>
                                        <p:attrNameLst>
                                          <p:attrName>style.visibility</p:attrName>
                                        </p:attrNameLst>
                                      </p:cBhvr>
                                      <p:to>
                                        <p:strVal val="visible"/>
                                      </p:to>
                                    </p:set>
                                    <p:anim calcmode="lin" valueType="num">
                                      <p:cBhvr>
                                        <p:cTn id="144" dur="5000" fill="hold"/>
                                        <p:tgtEl>
                                          <p:spTgt spid="121"/>
                                        </p:tgtEl>
                                        <p:attrNameLst>
                                          <p:attrName>ppt_w</p:attrName>
                                        </p:attrNameLst>
                                      </p:cBhvr>
                                      <p:tavLst>
                                        <p:tav tm="0" fmla="#ppt_w*sin(2.5*pi*$)">
                                          <p:val>
                                            <p:fltVal val="0"/>
                                          </p:val>
                                        </p:tav>
                                        <p:tav tm="100000">
                                          <p:val>
                                            <p:fltVal val="1"/>
                                          </p:val>
                                        </p:tav>
                                      </p:tavLst>
                                    </p:anim>
                                    <p:anim calcmode="lin" valueType="num">
                                      <p:cBhvr>
                                        <p:cTn id="145" dur="5000" fill="hold"/>
                                        <p:tgtEl>
                                          <p:spTgt spid="12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42"/>
                                            </p:cond>
                                          </p:stCondLst>
                                          <p:endCondLst>
                                            <p:cond evt="onStopAudio" delay="0">
                                              <p:tgtEl>
                                                <p:sldTgt/>
                                              </p:tgtEl>
                                            </p:cond>
                                          </p:endCondLst>
                                        </p:cTn>
                                        <p:tgtEl>
                                          <p:sndTgt r:embed="rId4" name="CHIMES.WAV"/>
                                        </p:tgtEl>
                                      </p:cMediaNode>
                                    </p:audio>
                                  </p:subTnLst>
                                </p:cTn>
                              </p:par>
                            </p:childTnLst>
                          </p:cTn>
                        </p:par>
                        <p:par>
                          <p:cTn id="146" fill="hold">
                            <p:stCondLst>
                              <p:cond delay="23000"/>
                            </p:stCondLst>
                            <p:childTnLst>
                              <p:par>
                                <p:cTn id="147" presetID="15" presetClass="entr" presetSubtype="0" fill="hold" grpId="0" nodeType="afterEffect">
                                  <p:stCondLst>
                                    <p:cond delay="0"/>
                                  </p:stCondLst>
                                  <p:childTnLst>
                                    <p:set>
                                      <p:cBhvr>
                                        <p:cTn id="148" dur="1" fill="hold">
                                          <p:stCondLst>
                                            <p:cond delay="0"/>
                                          </p:stCondLst>
                                        </p:cTn>
                                        <p:tgtEl>
                                          <p:spTgt spid="120"/>
                                        </p:tgtEl>
                                        <p:attrNameLst>
                                          <p:attrName>style.visibility</p:attrName>
                                        </p:attrNameLst>
                                      </p:cBhvr>
                                      <p:to>
                                        <p:strVal val="visible"/>
                                      </p:to>
                                    </p:set>
                                    <p:anim calcmode="lin" valueType="num">
                                      <p:cBhvr>
                                        <p:cTn id="149" dur="3000" fill="hold"/>
                                        <p:tgtEl>
                                          <p:spTgt spid="120"/>
                                        </p:tgtEl>
                                        <p:attrNameLst>
                                          <p:attrName>ppt_w</p:attrName>
                                        </p:attrNameLst>
                                      </p:cBhvr>
                                      <p:tavLst>
                                        <p:tav tm="0">
                                          <p:val>
                                            <p:fltVal val="0"/>
                                          </p:val>
                                        </p:tav>
                                        <p:tav tm="100000">
                                          <p:val>
                                            <p:strVal val="#ppt_w"/>
                                          </p:val>
                                        </p:tav>
                                      </p:tavLst>
                                    </p:anim>
                                    <p:anim calcmode="lin" valueType="num">
                                      <p:cBhvr>
                                        <p:cTn id="150" dur="3000" fill="hold"/>
                                        <p:tgtEl>
                                          <p:spTgt spid="120"/>
                                        </p:tgtEl>
                                        <p:attrNameLst>
                                          <p:attrName>ppt_h</p:attrName>
                                        </p:attrNameLst>
                                      </p:cBhvr>
                                      <p:tavLst>
                                        <p:tav tm="0">
                                          <p:val>
                                            <p:fltVal val="0"/>
                                          </p:val>
                                        </p:tav>
                                        <p:tav tm="100000">
                                          <p:val>
                                            <p:strVal val="#ppt_h"/>
                                          </p:val>
                                        </p:tav>
                                      </p:tavLst>
                                    </p:anim>
                                    <p:anim calcmode="lin" valueType="num">
                                      <p:cBhvr>
                                        <p:cTn id="151" dur="3000" fill="hold"/>
                                        <p:tgtEl>
                                          <p:spTgt spid="120"/>
                                        </p:tgtEl>
                                        <p:attrNameLst>
                                          <p:attrName>ppt_x</p:attrName>
                                        </p:attrNameLst>
                                      </p:cBhvr>
                                      <p:tavLst>
                                        <p:tav tm="0" fmla="#ppt_x+(cos(-2*pi*(1-$))*-#ppt_x-sin(-2*pi*(1-$))*(1-#ppt_y))*(1-$)">
                                          <p:val>
                                            <p:fltVal val="0"/>
                                          </p:val>
                                        </p:tav>
                                        <p:tav tm="100000">
                                          <p:val>
                                            <p:fltVal val="1"/>
                                          </p:val>
                                        </p:tav>
                                      </p:tavLst>
                                    </p:anim>
                                    <p:anim calcmode="lin" valueType="num">
                                      <p:cBhvr>
                                        <p:cTn id="152" dur="3000" fill="hold"/>
                                        <p:tgtEl>
                                          <p:spTgt spid="12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childTnLst>
                          </p:cTn>
                        </p:par>
                        <p:par>
                          <p:cTn id="153" fill="hold">
                            <p:stCondLst>
                              <p:cond delay="26000"/>
                            </p:stCondLst>
                            <p:childTnLst>
                              <p:par>
                                <p:cTn id="154" presetID="22" presetClass="entr" presetSubtype="8" fill="hold" grpId="0" nodeType="afterEffect">
                                  <p:stCondLst>
                                    <p:cond delay="0"/>
                                  </p:stCondLst>
                                  <p:childTnLst>
                                    <p:set>
                                      <p:cBhvr>
                                        <p:cTn id="155" dur="1" fill="hold">
                                          <p:stCondLst>
                                            <p:cond delay="0"/>
                                          </p:stCondLst>
                                        </p:cTn>
                                        <p:tgtEl>
                                          <p:spTgt spid="100"/>
                                        </p:tgtEl>
                                        <p:attrNameLst>
                                          <p:attrName>style.visibility</p:attrName>
                                        </p:attrNameLst>
                                      </p:cBhvr>
                                      <p:to>
                                        <p:strVal val="visible"/>
                                      </p:to>
                                    </p:set>
                                    <p:animEffect transition="in" filter="wipe(left)">
                                      <p:cBhvr>
                                        <p:cTn id="156" dur="5000"/>
                                        <p:tgtEl>
                                          <p:spTgt spid="100"/>
                                        </p:tgtEl>
                                      </p:cBhvr>
                                    </p:animEffect>
                                  </p:childTnLst>
                                </p:cTn>
                              </p:par>
                            </p:childTnLst>
                          </p:cTn>
                        </p:par>
                        <p:par>
                          <p:cTn id="157" fill="hold">
                            <p:stCondLst>
                              <p:cond delay="31000"/>
                            </p:stCondLst>
                            <p:childTnLst>
                              <p:par>
                                <p:cTn id="158" presetID="15" presetClass="entr" presetSubtype="0" fill="hold" nodeType="afterEffect">
                                  <p:stCondLst>
                                    <p:cond delay="0"/>
                                  </p:stCondLst>
                                  <p:childTnLst>
                                    <p:set>
                                      <p:cBhvr>
                                        <p:cTn id="159" dur="1" fill="hold">
                                          <p:stCondLst>
                                            <p:cond delay="0"/>
                                          </p:stCondLst>
                                        </p:cTn>
                                        <p:tgtEl>
                                          <p:spTgt spid="101"/>
                                        </p:tgtEl>
                                        <p:attrNameLst>
                                          <p:attrName>style.visibility</p:attrName>
                                        </p:attrNameLst>
                                      </p:cBhvr>
                                      <p:to>
                                        <p:strVal val="visible"/>
                                      </p:to>
                                    </p:set>
                                    <p:anim calcmode="lin" valueType="num">
                                      <p:cBhvr>
                                        <p:cTn id="160" dur="3000" fill="hold"/>
                                        <p:tgtEl>
                                          <p:spTgt spid="101"/>
                                        </p:tgtEl>
                                        <p:attrNameLst>
                                          <p:attrName>ppt_w</p:attrName>
                                        </p:attrNameLst>
                                      </p:cBhvr>
                                      <p:tavLst>
                                        <p:tav tm="0">
                                          <p:val>
                                            <p:fltVal val="0"/>
                                          </p:val>
                                        </p:tav>
                                        <p:tav tm="100000">
                                          <p:val>
                                            <p:strVal val="#ppt_w"/>
                                          </p:val>
                                        </p:tav>
                                      </p:tavLst>
                                    </p:anim>
                                    <p:anim calcmode="lin" valueType="num">
                                      <p:cBhvr>
                                        <p:cTn id="161" dur="3000" fill="hold"/>
                                        <p:tgtEl>
                                          <p:spTgt spid="101"/>
                                        </p:tgtEl>
                                        <p:attrNameLst>
                                          <p:attrName>ppt_h</p:attrName>
                                        </p:attrNameLst>
                                      </p:cBhvr>
                                      <p:tavLst>
                                        <p:tav tm="0">
                                          <p:val>
                                            <p:fltVal val="0"/>
                                          </p:val>
                                        </p:tav>
                                        <p:tav tm="100000">
                                          <p:val>
                                            <p:strVal val="#ppt_h"/>
                                          </p:val>
                                        </p:tav>
                                      </p:tavLst>
                                    </p:anim>
                                    <p:anim calcmode="lin" valueType="num">
                                      <p:cBhvr>
                                        <p:cTn id="162" dur="3000" fill="hold"/>
                                        <p:tgtEl>
                                          <p:spTgt spid="101"/>
                                        </p:tgtEl>
                                        <p:attrNameLst>
                                          <p:attrName>ppt_x</p:attrName>
                                        </p:attrNameLst>
                                      </p:cBhvr>
                                      <p:tavLst>
                                        <p:tav tm="0" fmla="#ppt_x+(cos(-2*pi*(1-$))*-#ppt_x-sin(-2*pi*(1-$))*(1-#ppt_y))*(1-$)">
                                          <p:val>
                                            <p:fltVal val="0"/>
                                          </p:val>
                                        </p:tav>
                                        <p:tav tm="100000">
                                          <p:val>
                                            <p:fltVal val="1"/>
                                          </p:val>
                                        </p:tav>
                                      </p:tavLst>
                                    </p:anim>
                                    <p:anim calcmode="lin" valueType="num">
                                      <p:cBhvr>
                                        <p:cTn id="163" dur="3000" fill="hold"/>
                                        <p:tgtEl>
                                          <p:spTgt spid="101"/>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58"/>
                                            </p:cond>
                                          </p:stCondLst>
                                          <p:endCondLst>
                                            <p:cond evt="onStopAudio" delay="0">
                                              <p:tgtEl>
                                                <p:sldTgt/>
                                              </p:tgtEl>
                                            </p:cond>
                                          </p:endCondLst>
                                        </p:cTn>
                                        <p:tgtEl>
                                          <p:sndTgt r:embed="rId4" name="CHIMES.WAV"/>
                                        </p:tgtEl>
                                      </p:cMediaNode>
                                    </p:audio>
                                  </p:subTnLst>
                                </p:cTn>
                              </p:par>
                            </p:childTnLst>
                          </p:cTn>
                        </p:par>
                        <p:par>
                          <p:cTn id="164" fill="hold">
                            <p:stCondLst>
                              <p:cond delay="34000"/>
                            </p:stCondLst>
                            <p:childTnLst>
                              <p:par>
                                <p:cTn id="165" presetID="22" presetClass="entr" presetSubtype="8" fill="hold" grpId="0" nodeType="afterEffect">
                                  <p:stCondLst>
                                    <p:cond delay="0"/>
                                  </p:stCondLst>
                                  <p:childTnLst>
                                    <p:set>
                                      <p:cBhvr>
                                        <p:cTn id="166" dur="1" fill="hold">
                                          <p:stCondLst>
                                            <p:cond delay="0"/>
                                          </p:stCondLst>
                                        </p:cTn>
                                        <p:tgtEl>
                                          <p:spTgt spid="98"/>
                                        </p:tgtEl>
                                        <p:attrNameLst>
                                          <p:attrName>style.visibility</p:attrName>
                                        </p:attrNameLst>
                                      </p:cBhvr>
                                      <p:to>
                                        <p:strVal val="visible"/>
                                      </p:to>
                                    </p:set>
                                    <p:animEffect transition="in" filter="wipe(left)">
                                      <p:cBhvr>
                                        <p:cTn id="167" dur="5000"/>
                                        <p:tgtEl>
                                          <p:spTgt spid="98"/>
                                        </p:tgtEl>
                                      </p:cBhvr>
                                    </p:animEffect>
                                  </p:childTnLst>
                                </p:cTn>
                              </p:par>
                            </p:childTnLst>
                          </p:cTn>
                        </p:par>
                        <p:par>
                          <p:cTn id="168" fill="hold">
                            <p:stCondLst>
                              <p:cond delay="39000"/>
                            </p:stCondLst>
                            <p:childTnLst>
                              <p:par>
                                <p:cTn id="169" presetID="22" presetClass="entr" presetSubtype="8" fill="hold" grpId="0" nodeType="afterEffect">
                                  <p:stCondLst>
                                    <p:cond delay="0"/>
                                  </p:stCondLst>
                                  <p:childTnLst>
                                    <p:set>
                                      <p:cBhvr>
                                        <p:cTn id="170" dur="1" fill="hold">
                                          <p:stCondLst>
                                            <p:cond delay="0"/>
                                          </p:stCondLst>
                                        </p:cTn>
                                        <p:tgtEl>
                                          <p:spTgt spid="99"/>
                                        </p:tgtEl>
                                        <p:attrNameLst>
                                          <p:attrName>style.visibility</p:attrName>
                                        </p:attrNameLst>
                                      </p:cBhvr>
                                      <p:to>
                                        <p:strVal val="visible"/>
                                      </p:to>
                                    </p:set>
                                    <p:animEffect transition="in" filter="wipe(left)">
                                      <p:cBhvr>
                                        <p:cTn id="171" dur="5000"/>
                                        <p:tgtEl>
                                          <p:spTgt spid="99"/>
                                        </p:tgtEl>
                                      </p:cBhvr>
                                    </p:animEffect>
                                  </p:childTnLst>
                                </p:cTn>
                              </p:par>
                            </p:childTnLst>
                          </p:cTn>
                        </p:par>
                        <p:par>
                          <p:cTn id="172" fill="hold">
                            <p:stCondLst>
                              <p:cond delay="44000"/>
                            </p:stCondLst>
                            <p:childTnLst>
                              <p:par>
                                <p:cTn id="173" presetID="15" presetClass="entr" presetSubtype="0" fill="hold" nodeType="afterEffect">
                                  <p:stCondLst>
                                    <p:cond delay="0"/>
                                  </p:stCondLst>
                                  <p:childTnLst>
                                    <p:set>
                                      <p:cBhvr>
                                        <p:cTn id="174" dur="1" fill="hold">
                                          <p:stCondLst>
                                            <p:cond delay="0"/>
                                          </p:stCondLst>
                                        </p:cTn>
                                        <p:tgtEl>
                                          <p:spTgt spid="113"/>
                                        </p:tgtEl>
                                        <p:attrNameLst>
                                          <p:attrName>style.visibility</p:attrName>
                                        </p:attrNameLst>
                                      </p:cBhvr>
                                      <p:to>
                                        <p:strVal val="visible"/>
                                      </p:to>
                                    </p:set>
                                    <p:anim calcmode="lin" valueType="num">
                                      <p:cBhvr>
                                        <p:cTn id="175" dur="3000" fill="hold"/>
                                        <p:tgtEl>
                                          <p:spTgt spid="113"/>
                                        </p:tgtEl>
                                        <p:attrNameLst>
                                          <p:attrName>ppt_w</p:attrName>
                                        </p:attrNameLst>
                                      </p:cBhvr>
                                      <p:tavLst>
                                        <p:tav tm="0">
                                          <p:val>
                                            <p:fltVal val="0"/>
                                          </p:val>
                                        </p:tav>
                                        <p:tav tm="100000">
                                          <p:val>
                                            <p:strVal val="#ppt_w"/>
                                          </p:val>
                                        </p:tav>
                                      </p:tavLst>
                                    </p:anim>
                                    <p:anim calcmode="lin" valueType="num">
                                      <p:cBhvr>
                                        <p:cTn id="176" dur="3000" fill="hold"/>
                                        <p:tgtEl>
                                          <p:spTgt spid="113"/>
                                        </p:tgtEl>
                                        <p:attrNameLst>
                                          <p:attrName>ppt_h</p:attrName>
                                        </p:attrNameLst>
                                      </p:cBhvr>
                                      <p:tavLst>
                                        <p:tav tm="0">
                                          <p:val>
                                            <p:fltVal val="0"/>
                                          </p:val>
                                        </p:tav>
                                        <p:tav tm="100000">
                                          <p:val>
                                            <p:strVal val="#ppt_h"/>
                                          </p:val>
                                        </p:tav>
                                      </p:tavLst>
                                    </p:anim>
                                    <p:anim calcmode="lin" valueType="num">
                                      <p:cBhvr>
                                        <p:cTn id="177" dur="3000" fill="hold"/>
                                        <p:tgtEl>
                                          <p:spTgt spid="113"/>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13"/>
                                        </p:tgtEl>
                                        <p:attrNameLst>
                                          <p:attrName>ppt_y</p:attrName>
                                        </p:attrNameLst>
                                      </p:cBhvr>
                                      <p:tavLst>
                                        <p:tav tm="0" fmla="#ppt_y+(sin(-2*pi*(1-$))*-#ppt_x+cos(-2*pi*(1-$))*(1-#ppt_y))*(1-$)">
                                          <p:val>
                                            <p:fltVal val="0"/>
                                          </p:val>
                                        </p:tav>
                                        <p:tav tm="100000">
                                          <p:val>
                                            <p:fltVal val="1"/>
                                          </p:val>
                                        </p:tav>
                                      </p:tavLst>
                                    </p:anim>
                                  </p:childTnLst>
                                </p:cTn>
                              </p:par>
                            </p:childTnLst>
                          </p:cTn>
                        </p:par>
                        <p:par>
                          <p:cTn id="179" fill="hold">
                            <p:stCondLst>
                              <p:cond delay="47000"/>
                            </p:stCondLst>
                            <p:childTnLst>
                              <p:par>
                                <p:cTn id="180" presetID="15" presetClass="entr" presetSubtype="0" fill="hold" nodeType="afterEffect">
                                  <p:stCondLst>
                                    <p:cond delay="0"/>
                                  </p:stCondLst>
                                  <p:childTnLst>
                                    <p:set>
                                      <p:cBhvr>
                                        <p:cTn id="181" dur="1" fill="hold">
                                          <p:stCondLst>
                                            <p:cond delay="0"/>
                                          </p:stCondLst>
                                        </p:cTn>
                                        <p:tgtEl>
                                          <p:spTgt spid="124"/>
                                        </p:tgtEl>
                                        <p:attrNameLst>
                                          <p:attrName>style.visibility</p:attrName>
                                        </p:attrNameLst>
                                      </p:cBhvr>
                                      <p:to>
                                        <p:strVal val="visible"/>
                                      </p:to>
                                    </p:set>
                                    <p:anim calcmode="lin" valueType="num">
                                      <p:cBhvr>
                                        <p:cTn id="182" dur="3000" fill="hold"/>
                                        <p:tgtEl>
                                          <p:spTgt spid="124"/>
                                        </p:tgtEl>
                                        <p:attrNameLst>
                                          <p:attrName>ppt_w</p:attrName>
                                        </p:attrNameLst>
                                      </p:cBhvr>
                                      <p:tavLst>
                                        <p:tav tm="0">
                                          <p:val>
                                            <p:fltVal val="0"/>
                                          </p:val>
                                        </p:tav>
                                        <p:tav tm="100000">
                                          <p:val>
                                            <p:strVal val="#ppt_w"/>
                                          </p:val>
                                        </p:tav>
                                      </p:tavLst>
                                    </p:anim>
                                    <p:anim calcmode="lin" valueType="num">
                                      <p:cBhvr>
                                        <p:cTn id="183" dur="3000" fill="hold"/>
                                        <p:tgtEl>
                                          <p:spTgt spid="124"/>
                                        </p:tgtEl>
                                        <p:attrNameLst>
                                          <p:attrName>ppt_h</p:attrName>
                                        </p:attrNameLst>
                                      </p:cBhvr>
                                      <p:tavLst>
                                        <p:tav tm="0">
                                          <p:val>
                                            <p:fltVal val="0"/>
                                          </p:val>
                                        </p:tav>
                                        <p:tav tm="100000">
                                          <p:val>
                                            <p:strVal val="#ppt_h"/>
                                          </p:val>
                                        </p:tav>
                                      </p:tavLst>
                                    </p:anim>
                                    <p:anim calcmode="lin" valueType="num">
                                      <p:cBhvr>
                                        <p:cTn id="184" dur="3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85" dur="3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80"/>
                                            </p:cond>
                                          </p:stCondLst>
                                          <p:endCondLst>
                                            <p:cond evt="onStopAudio" delay="0">
                                              <p:tgtEl>
                                                <p:sldTgt/>
                                              </p:tgtEl>
                                            </p:cond>
                                          </p:endCondLst>
                                        </p:cTn>
                                        <p:tgtEl>
                                          <p:sndTgt r:embed="rId4" name="CHIMES.WAV"/>
                                        </p:tgtEl>
                                      </p:cMediaNode>
                                    </p:audio>
                                  </p:subTnLst>
                                </p:cTn>
                              </p:par>
                            </p:childTnLst>
                          </p:cTn>
                        </p:par>
                        <p:par>
                          <p:cTn id="186" fill="hold">
                            <p:stCondLst>
                              <p:cond delay="50000"/>
                            </p:stCondLst>
                            <p:childTnLst>
                              <p:par>
                                <p:cTn id="187" presetID="22" presetClass="entr" presetSubtype="8" fill="hold" grpId="0" nodeType="afterEffect">
                                  <p:stCondLst>
                                    <p:cond delay="0"/>
                                  </p:stCondLst>
                                  <p:childTnLst>
                                    <p:set>
                                      <p:cBhvr>
                                        <p:cTn id="188" dur="1" fill="hold">
                                          <p:stCondLst>
                                            <p:cond delay="0"/>
                                          </p:stCondLst>
                                        </p:cTn>
                                        <p:tgtEl>
                                          <p:spTgt spid="146"/>
                                        </p:tgtEl>
                                        <p:attrNameLst>
                                          <p:attrName>style.visibility</p:attrName>
                                        </p:attrNameLst>
                                      </p:cBhvr>
                                      <p:to>
                                        <p:strVal val="visible"/>
                                      </p:to>
                                    </p:set>
                                    <p:animEffect transition="in" filter="wipe(left)">
                                      <p:cBhvr>
                                        <p:cTn id="189" dur="5000"/>
                                        <p:tgtEl>
                                          <p:spTgt spid="146"/>
                                        </p:tgtEl>
                                      </p:cBhvr>
                                    </p:animEffect>
                                  </p:childTnLst>
                                  <p:subTnLst>
                                    <p:audio>
                                      <p:cMediaNode>
                                        <p:cTn display="0" masterRel="sameClick">
                                          <p:stCondLst>
                                            <p:cond evt="begin" delay="0">
                                              <p:tn val="187"/>
                                            </p:cond>
                                          </p:stCondLst>
                                          <p:endCondLst>
                                            <p:cond evt="onStopAudio" delay="0">
                                              <p:tgtEl>
                                                <p:sldTgt/>
                                              </p:tgtEl>
                                            </p:cond>
                                          </p:endCondLst>
                                        </p:cTn>
                                        <p:tgtEl>
                                          <p:sndTgt r:embed="rId4" name="CHIMES.WAV"/>
                                        </p:tgtEl>
                                      </p:cMediaNode>
                                    </p:audio>
                                  </p:subTnLst>
                                </p:cTn>
                              </p:par>
                            </p:childTnLst>
                          </p:cTn>
                        </p:par>
                        <p:par>
                          <p:cTn id="190" fill="hold">
                            <p:stCondLst>
                              <p:cond delay="55000"/>
                            </p:stCondLst>
                            <p:childTnLst>
                              <p:par>
                                <p:cTn id="191" presetID="19" presetClass="entr" presetSubtype="10" fill="hold" grpId="0" nodeType="afterEffect">
                                  <p:stCondLst>
                                    <p:cond delay="0"/>
                                  </p:stCondLst>
                                  <p:childTnLst>
                                    <p:set>
                                      <p:cBhvr>
                                        <p:cTn id="192" dur="1" fill="hold">
                                          <p:stCondLst>
                                            <p:cond delay="0"/>
                                          </p:stCondLst>
                                        </p:cTn>
                                        <p:tgtEl>
                                          <p:spTgt spid="104"/>
                                        </p:tgtEl>
                                        <p:attrNameLst>
                                          <p:attrName>style.visibility</p:attrName>
                                        </p:attrNameLst>
                                      </p:cBhvr>
                                      <p:to>
                                        <p:strVal val="visible"/>
                                      </p:to>
                                    </p:set>
                                    <p:anim calcmode="lin" valueType="num">
                                      <p:cBhvr>
                                        <p:cTn id="193" dur="5000" fill="hold"/>
                                        <p:tgtEl>
                                          <p:spTgt spid="104"/>
                                        </p:tgtEl>
                                        <p:attrNameLst>
                                          <p:attrName>ppt_w</p:attrName>
                                        </p:attrNameLst>
                                      </p:cBhvr>
                                      <p:tavLst>
                                        <p:tav tm="0" fmla="#ppt_w*sin(2.5*pi*$)">
                                          <p:val>
                                            <p:fltVal val="0"/>
                                          </p:val>
                                        </p:tav>
                                        <p:tav tm="100000">
                                          <p:val>
                                            <p:fltVal val="1"/>
                                          </p:val>
                                        </p:tav>
                                      </p:tavLst>
                                    </p:anim>
                                    <p:anim calcmode="lin" valueType="num">
                                      <p:cBhvr>
                                        <p:cTn id="194" dur="5000" fill="hold"/>
                                        <p:tgtEl>
                                          <p:spTgt spid="1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171"/>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171" grpId="0"/>
      <p:bldP spid="45" grpId="0"/>
      <p:bldP spid="46" grpId="0"/>
      <p:bldP spid="89" grpId="0"/>
      <p:bldP spid="90" grpId="0"/>
      <p:bldP spid="91" grpId="0" animBg="1"/>
      <p:bldP spid="92" grpId="0" animBg="1"/>
      <p:bldP spid="94" grpId="0" animBg="1"/>
      <p:bldP spid="95" grpId="0"/>
      <p:bldP spid="96" grpId="0"/>
      <p:bldP spid="97" grpId="0" autoUpdateAnimBg="0"/>
      <p:bldP spid="98" grpId="0" animBg="1"/>
      <p:bldP spid="99" grpId="0" animBg="1"/>
      <p:bldP spid="100" grpId="0" animBg="1"/>
      <p:bldP spid="104" grpId="0" autoUpdateAnimBg="0"/>
      <p:bldP spid="105" grpId="0" autoUpdateAnimBg="0"/>
      <p:bldP spid="106" grpId="0" animBg="1"/>
      <p:bldP spid="109" grpId="0" animBg="1"/>
      <p:bldP spid="112" grpId="0" animBg="1"/>
      <p:bldP spid="120" grpId="0" animBg="1"/>
      <p:bldP spid="121" grpId="0" autoUpdateAnimBg="0"/>
      <p:bldP spid="142" grpId="0" animBg="1"/>
      <p:bldP spid="143" grpId="0" autoUpdateAnimBg="0"/>
      <p:bldP spid="144" grpId="0" animBg="1"/>
      <p:bldP spid="145" grpId="0" animBg="1"/>
      <p:bldP spid="146" grpId="0" autoUpdateAnimBg="0"/>
      <p:bldP spid="147" grpId="0" animBg="1"/>
      <p:bldP spid="14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6889596" cy="904863"/>
          </a:xfrm>
          <a:prstGeom prst="rect">
            <a:avLst/>
          </a:prstGeom>
        </p:spPr>
        <p:txBody>
          <a:bodyPr wrap="square">
            <a:spAutoFit/>
          </a:bodyPr>
          <a:lstStyle/>
          <a:p>
            <a:pPr algn="just">
              <a:lnSpc>
                <a:spcPct val="110000"/>
              </a:lnSpc>
            </a:pPr>
            <a:r>
              <a:rPr lang="zh-CN" altLang="en-US" i="0" dirty="0">
                <a:solidFill>
                  <a:srgbClr val="0033CC"/>
                </a:solidFill>
                <a:ea typeface="黑体" panose="02010609060101010101" pitchFamily="49" charset="-122"/>
              </a:rPr>
              <a:t>例</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外伸梁受载荷如图。试求其梁的剪力图和弯矩图 。 </a:t>
            </a:r>
          </a:p>
        </p:txBody>
      </p:sp>
      <p:sp>
        <p:nvSpPr>
          <p:cNvPr id="3" name="矩形 2">
            <a:extLst>
              <a:ext uri="{FF2B5EF4-FFF2-40B4-BE49-F238E27FC236}">
                <a16:creationId xmlns:a16="http://schemas.microsoft.com/office/drawing/2014/main" id="{E8DB0D0A-8BE9-6ADA-6C58-96049487BA32}"/>
              </a:ext>
            </a:extLst>
          </p:cNvPr>
          <p:cNvSpPr/>
          <p:nvPr/>
        </p:nvSpPr>
        <p:spPr>
          <a:xfrm>
            <a:off x="211184" y="1634539"/>
            <a:ext cx="6498281" cy="1421928"/>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lang="zh-CN" altLang="en-US" i="0" dirty="0">
                <a:solidFill>
                  <a:schemeClr val="tx1"/>
                </a:solidFill>
                <a:latin typeface="黑体" panose="02010609060101010101" pitchFamily="49" charset="-122"/>
                <a:ea typeface="黑体" panose="02010609060101010101" pitchFamily="49" charset="-122"/>
              </a:rPr>
              <a:t>求支座</a:t>
            </a:r>
            <a:r>
              <a:rPr lang="en-US" altLang="zh-CN" b="0" dirty="0">
                <a:solidFill>
                  <a:schemeClr val="tx1"/>
                </a:solidFill>
                <a:latin typeface="+mj-lt"/>
                <a:ea typeface="黑体" panose="02010609060101010101" pitchFamily="49" charset="-122"/>
              </a:rPr>
              <a:t>A</a:t>
            </a:r>
            <a:r>
              <a:rPr lang="zh-CN" altLang="en-US" b="0" dirty="0">
                <a:solidFill>
                  <a:schemeClr val="tx1"/>
                </a:solidFill>
                <a:latin typeface="+mj-lt"/>
                <a:ea typeface="黑体" panose="02010609060101010101" pitchFamily="49" charset="-122"/>
              </a:rPr>
              <a:t>、</a:t>
            </a:r>
            <a:r>
              <a:rPr lang="en-US" altLang="zh-CN" b="0" dirty="0">
                <a:solidFill>
                  <a:schemeClr val="tx1"/>
                </a:solidFill>
                <a:latin typeface="+mj-lt"/>
                <a:ea typeface="黑体" panose="02010609060101010101" pitchFamily="49" charset="-122"/>
              </a:rPr>
              <a:t>B</a:t>
            </a:r>
            <a:r>
              <a:rPr lang="zh-CN" altLang="en-US" i="0" dirty="0">
                <a:solidFill>
                  <a:schemeClr val="tx1"/>
                </a:solidFill>
                <a:latin typeface="黑体" panose="02010609060101010101" pitchFamily="49" charset="-122"/>
                <a:ea typeface="黑体" panose="02010609060101010101" pitchFamily="49" charset="-122"/>
              </a:rPr>
              <a:t>的约束力。由列平衡方程可解得 </a:t>
            </a:r>
          </a:p>
          <a:p>
            <a:pPr lvl="0">
              <a:lnSpc>
                <a:spcPct val="120000"/>
              </a:lnSpc>
            </a:pPr>
            <a:endParaRPr kumimoji="1"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2"/>
            <a:ext cx="4514874" cy="2585906"/>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837676"/>
            <a:ext cx="11645456" cy="1052596"/>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画剪力图与弯矩图。</a:t>
            </a:r>
            <a:endParaRPr kumimoji="1" lang="en-US" altLang="zh-CN" i="0" dirty="0">
              <a:solidFill>
                <a:schemeClr val="tx1"/>
              </a:solidFill>
              <a:latin typeface="+mn-lt"/>
              <a:ea typeface="黑体" panose="02010609060101010101" pitchFamily="49" charset="-122"/>
            </a:endParaRPr>
          </a:p>
          <a:p>
            <a:pPr algn="just">
              <a:lnSpc>
                <a:spcPct val="130000"/>
              </a:lnSpc>
            </a:pPr>
            <a:r>
              <a:rPr kumimoji="1" lang="en-US" altLang="zh-CN" i="0" dirty="0">
                <a:solidFill>
                  <a:schemeClr val="tx1"/>
                </a:solidFill>
                <a:latin typeface="+mn-lt"/>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①分段。</a:t>
            </a:r>
            <a:r>
              <a:rPr lang="zh-CN" altLang="en-US" i="0" dirty="0">
                <a:solidFill>
                  <a:schemeClr val="tx1"/>
                </a:solidFill>
                <a:latin typeface="+mn-lt"/>
                <a:ea typeface="黑体" panose="02010609060101010101" pitchFamily="49" charset="-122"/>
              </a:rPr>
              <a:t>根据受载情况将梁分为</a:t>
            </a:r>
            <a:r>
              <a:rPr lang="en-US" altLang="zh-CN" b="0" dirty="0">
                <a:solidFill>
                  <a:schemeClr val="tx1"/>
                </a:solidFill>
                <a:latin typeface="+mn-lt"/>
                <a:ea typeface="黑体" panose="02010609060101010101" pitchFamily="49" charset="-122"/>
              </a:rPr>
              <a:t>AC</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CD</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DB</a:t>
            </a:r>
            <a:r>
              <a:rPr lang="zh-CN" altLang="en-US" b="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BE</a:t>
            </a:r>
            <a:r>
              <a:rPr lang="zh-CN" altLang="en-US" i="0" dirty="0">
                <a:solidFill>
                  <a:schemeClr val="tx1"/>
                </a:solidFill>
                <a:latin typeface="+mn-lt"/>
                <a:ea typeface="黑体" panose="02010609060101010101" pitchFamily="49" charset="-122"/>
              </a:rPr>
              <a:t>四段。</a:t>
            </a:r>
          </a:p>
        </p:txBody>
      </p:sp>
      <p:graphicFrame>
        <p:nvGraphicFramePr>
          <p:cNvPr id="70" name="Object 52"/>
          <p:cNvGraphicFramePr>
            <a:graphicFrameLocks noChangeAspect="1"/>
          </p:cNvGraphicFramePr>
          <p:nvPr>
            <p:extLst>
              <p:ext uri="{D42A27DB-BD31-4B8C-83A1-F6EECF244321}">
                <p14:modId xmlns:p14="http://schemas.microsoft.com/office/powerpoint/2010/main" val="4116609504"/>
              </p:ext>
            </p:extLst>
          </p:nvPr>
        </p:nvGraphicFramePr>
        <p:xfrm>
          <a:off x="1863814" y="2247900"/>
          <a:ext cx="1731963" cy="504825"/>
        </p:xfrm>
        <a:graphic>
          <a:graphicData uri="http://schemas.openxmlformats.org/presentationml/2006/ole">
            <mc:AlternateContent xmlns:mc="http://schemas.openxmlformats.org/markup-compatibility/2006">
              <mc:Choice xmlns:v="urn:schemas-microsoft-com:vml" Requires="v">
                <p:oleObj name="Equation" r:id="rId4" imgW="825480" imgH="241200" progId="Equation.DSMT4">
                  <p:embed/>
                </p:oleObj>
              </mc:Choice>
              <mc:Fallback>
                <p:oleObj name="Equation" r:id="rId4" imgW="825480" imgH="241200" progId="Equation.DSMT4">
                  <p:embed/>
                  <p:pic>
                    <p:nvPicPr>
                      <p:cNvPr id="0" name=""/>
                      <p:cNvPicPr>
                        <a:picLocks noChangeAspect="1" noChangeArrowheads="1"/>
                      </p:cNvPicPr>
                      <p:nvPr/>
                    </p:nvPicPr>
                    <p:blipFill>
                      <a:blip r:embed="rId5"/>
                      <a:srcRect/>
                      <a:stretch>
                        <a:fillRect/>
                      </a:stretch>
                    </p:blipFill>
                    <p:spPr bwMode="auto">
                      <a:xfrm>
                        <a:off x="1863814" y="2247900"/>
                        <a:ext cx="173196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 name="Object 53"/>
          <p:cNvGraphicFramePr>
            <a:graphicFrameLocks noChangeAspect="1"/>
          </p:cNvGraphicFramePr>
          <p:nvPr>
            <p:extLst>
              <p:ext uri="{D42A27DB-BD31-4B8C-83A1-F6EECF244321}">
                <p14:modId xmlns:p14="http://schemas.microsoft.com/office/powerpoint/2010/main" val="1999410067"/>
              </p:ext>
            </p:extLst>
          </p:nvPr>
        </p:nvGraphicFramePr>
        <p:xfrm>
          <a:off x="4072627" y="2263775"/>
          <a:ext cx="1706563" cy="504825"/>
        </p:xfrm>
        <a:graphic>
          <a:graphicData uri="http://schemas.openxmlformats.org/presentationml/2006/ole">
            <mc:AlternateContent xmlns:mc="http://schemas.openxmlformats.org/markup-compatibility/2006">
              <mc:Choice xmlns:v="urn:schemas-microsoft-com:vml" Requires="v">
                <p:oleObj name="Equation" r:id="rId6" imgW="812520" imgH="241200" progId="Equation.DSMT4">
                  <p:embed/>
                </p:oleObj>
              </mc:Choice>
              <mc:Fallback>
                <p:oleObj name="Equation" r:id="rId6" imgW="812520" imgH="241200" progId="Equation.DSMT4">
                  <p:embed/>
                  <p:pic>
                    <p:nvPicPr>
                      <p:cNvPr id="0" name=""/>
                      <p:cNvPicPr>
                        <a:picLocks noChangeAspect="1" noChangeArrowheads="1"/>
                      </p:cNvPicPr>
                      <p:nvPr/>
                    </p:nvPicPr>
                    <p:blipFill>
                      <a:blip r:embed="rId7"/>
                      <a:srcRect/>
                      <a:stretch>
                        <a:fillRect/>
                      </a:stretch>
                    </p:blipFill>
                    <p:spPr bwMode="auto">
                      <a:xfrm>
                        <a:off x="4072627" y="2263775"/>
                        <a:ext cx="1706563" cy="504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②</a:t>
            </a:r>
            <a:r>
              <a:rPr lang="zh-CN" altLang="en-US" i="0" dirty="0">
                <a:solidFill>
                  <a:schemeClr val="tx1"/>
                </a:solidFill>
                <a:latin typeface="黑体" panose="02010609060101010101" pitchFamily="49" charset="-122"/>
                <a:ea typeface="黑体" panose="02010609060101010101" pitchFamily="49" charset="-122"/>
              </a:rPr>
              <a:t>标值。计算各段起点和终点的剪力值和弯矩值。列表如下： </a:t>
            </a:r>
          </a:p>
        </p:txBody>
      </p:sp>
      <p:grpSp>
        <p:nvGrpSpPr>
          <p:cNvPr id="107" name="Group 78"/>
          <p:cNvGrpSpPr>
            <a:grpSpLocks/>
          </p:cNvGrpSpPr>
          <p:nvPr/>
        </p:nvGrpSpPr>
        <p:grpSpPr bwMode="auto">
          <a:xfrm>
            <a:off x="7655569" y="906259"/>
            <a:ext cx="4168775" cy="2058988"/>
            <a:chOff x="3134" y="215"/>
            <a:chExt cx="2626" cy="1297"/>
          </a:xfrm>
        </p:grpSpPr>
        <p:sp>
          <p:nvSpPr>
            <p:cNvPr id="108" name="Text Box 77"/>
            <p:cNvSpPr txBox="1">
              <a:spLocks noChangeAspect="1" noChangeArrowheads="1"/>
            </p:cNvSpPr>
            <p:nvPr/>
          </p:nvSpPr>
          <p:spPr bwMode="auto">
            <a:xfrm>
              <a:off x="3778" y="879"/>
              <a:ext cx="1982"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E</a:t>
              </a:r>
            </a:p>
          </p:txBody>
        </p:sp>
        <p:sp>
          <p:nvSpPr>
            <p:cNvPr id="110" name="Text Box 4"/>
            <p:cNvSpPr txBox="1">
              <a:spLocks noChangeAspect="1" noChangeArrowheads="1"/>
            </p:cNvSpPr>
            <p:nvPr/>
          </p:nvSpPr>
          <p:spPr bwMode="auto">
            <a:xfrm>
              <a:off x="3472" y="1205"/>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111" name="Text Box 5"/>
            <p:cNvSpPr txBox="1">
              <a:spLocks noChangeAspect="1" noChangeArrowheads="1"/>
            </p:cNvSpPr>
            <p:nvPr/>
          </p:nvSpPr>
          <p:spPr bwMode="auto">
            <a:xfrm>
              <a:off x="3278" y="494"/>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114" name="Text Box 6"/>
            <p:cNvSpPr txBox="1">
              <a:spLocks noChangeAspect="1" noChangeArrowheads="1"/>
            </p:cNvSpPr>
            <p:nvPr/>
          </p:nvSpPr>
          <p:spPr bwMode="auto">
            <a:xfrm>
              <a:off x="3769" y="226"/>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15" name="Line 7"/>
            <p:cNvSpPr>
              <a:spLocks noChangeAspect="1" noChangeShapeType="1"/>
            </p:cNvSpPr>
            <p:nvPr/>
          </p:nvSpPr>
          <p:spPr bwMode="auto">
            <a:xfrm flipV="1">
              <a:off x="3381" y="934"/>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6" name="Text Box 8"/>
            <p:cNvSpPr txBox="1">
              <a:spLocks noChangeAspect="1" noChangeArrowheads="1"/>
            </p:cNvSpPr>
            <p:nvPr/>
          </p:nvSpPr>
          <p:spPr bwMode="auto">
            <a:xfrm>
              <a:off x="3134" y="819"/>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117" name="Group 74"/>
            <p:cNvGrpSpPr>
              <a:grpSpLocks/>
            </p:cNvGrpSpPr>
            <p:nvPr/>
          </p:nvGrpSpPr>
          <p:grpSpPr bwMode="auto">
            <a:xfrm>
              <a:off x="4265" y="665"/>
              <a:ext cx="282" cy="458"/>
              <a:chOff x="4310" y="298"/>
              <a:chExt cx="282" cy="458"/>
            </a:xfrm>
          </p:grpSpPr>
          <p:sp>
            <p:nvSpPr>
              <p:cNvPr id="156" name="Line 15"/>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7" name="Line 16"/>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8" name="Line 17"/>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2" name="Line 18"/>
            <p:cNvSpPr>
              <a:spLocks noChangeAspect="1" noChangeShapeType="1"/>
            </p:cNvSpPr>
            <p:nvPr/>
          </p:nvSpPr>
          <p:spPr bwMode="auto">
            <a:xfrm>
              <a:off x="3890" y="467"/>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3" name="Line 19"/>
            <p:cNvSpPr>
              <a:spLocks noChangeAspect="1" noChangeShapeType="1"/>
            </p:cNvSpPr>
            <p:nvPr/>
          </p:nvSpPr>
          <p:spPr bwMode="auto">
            <a:xfrm>
              <a:off x="3393"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6" name="Line 20"/>
            <p:cNvSpPr>
              <a:spLocks noChangeAspect="1" noChangeShapeType="1"/>
            </p:cNvSpPr>
            <p:nvPr/>
          </p:nvSpPr>
          <p:spPr bwMode="auto">
            <a:xfrm>
              <a:off x="3899"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7" name="Line 21"/>
            <p:cNvSpPr>
              <a:spLocks noChangeAspect="1" noChangeShapeType="1"/>
            </p:cNvSpPr>
            <p:nvPr/>
          </p:nvSpPr>
          <p:spPr bwMode="auto">
            <a:xfrm>
              <a:off x="4398"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8" name="Line 22"/>
            <p:cNvSpPr>
              <a:spLocks noChangeAspect="1" noChangeShapeType="1"/>
            </p:cNvSpPr>
            <p:nvPr/>
          </p:nvSpPr>
          <p:spPr bwMode="auto">
            <a:xfrm>
              <a:off x="4893" y="1245"/>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9" name="Line 23"/>
            <p:cNvSpPr>
              <a:spLocks noChangeAspect="1" noChangeShapeType="1"/>
            </p:cNvSpPr>
            <p:nvPr/>
          </p:nvSpPr>
          <p:spPr bwMode="auto">
            <a:xfrm>
              <a:off x="5396" y="1259"/>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0" name="Line 24"/>
            <p:cNvSpPr>
              <a:spLocks noChangeAspect="1" noChangeShapeType="1"/>
            </p:cNvSpPr>
            <p:nvPr/>
          </p:nvSpPr>
          <p:spPr bwMode="auto">
            <a:xfrm>
              <a:off x="3393" y="1436"/>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1" name="Line 25"/>
            <p:cNvSpPr>
              <a:spLocks noChangeAspect="1" noChangeShapeType="1"/>
            </p:cNvSpPr>
            <p:nvPr/>
          </p:nvSpPr>
          <p:spPr bwMode="auto">
            <a:xfrm flipV="1">
              <a:off x="3898" y="1436"/>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2" name="Line 26"/>
            <p:cNvSpPr>
              <a:spLocks noChangeAspect="1" noChangeShapeType="1"/>
            </p:cNvSpPr>
            <p:nvPr/>
          </p:nvSpPr>
          <p:spPr bwMode="auto">
            <a:xfrm>
              <a:off x="4398" y="1436"/>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3" name="Line 27"/>
            <p:cNvSpPr>
              <a:spLocks noChangeAspect="1" noChangeShapeType="1"/>
            </p:cNvSpPr>
            <p:nvPr/>
          </p:nvSpPr>
          <p:spPr bwMode="auto">
            <a:xfrm>
              <a:off x="4892" y="1436"/>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34" name="Group 73"/>
            <p:cNvGrpSpPr>
              <a:grpSpLocks/>
            </p:cNvGrpSpPr>
            <p:nvPr/>
          </p:nvGrpSpPr>
          <p:grpSpPr bwMode="auto">
            <a:xfrm>
              <a:off x="3397" y="734"/>
              <a:ext cx="1000" cy="193"/>
              <a:chOff x="4840" y="327"/>
              <a:chExt cx="796" cy="193"/>
            </a:xfrm>
          </p:grpSpPr>
          <p:sp>
            <p:nvSpPr>
              <p:cNvPr id="149" name="Line 9"/>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0" name="Line 10"/>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1" name="Line 11"/>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2" name="Line 12"/>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3" name="Line 13"/>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4" name="Line 14"/>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5" name="Line 28"/>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35" name="Text Box 29"/>
            <p:cNvSpPr txBox="1">
              <a:spLocks noChangeAspect="1" noChangeArrowheads="1"/>
            </p:cNvSpPr>
            <p:nvPr/>
          </p:nvSpPr>
          <p:spPr bwMode="auto">
            <a:xfrm>
              <a:off x="4950" y="1203"/>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i="0" kern="0" dirty="0">
                  <a:solidFill>
                    <a:srgbClr val="000000"/>
                  </a:solidFill>
                  <a:ea typeface="宋体" panose="02010600030101010101" pitchFamily="2" charset="-122"/>
                </a:rPr>
                <a:t>3</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p>
          </p:txBody>
        </p:sp>
        <p:sp>
          <p:nvSpPr>
            <p:cNvPr id="137" name="Rectangle 30"/>
            <p:cNvSpPr>
              <a:spLocks noChangeArrowheads="1"/>
            </p:cNvSpPr>
            <p:nvPr/>
          </p:nvSpPr>
          <p:spPr bwMode="auto">
            <a:xfrm>
              <a:off x="4052" y="415"/>
              <a:ext cx="7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10kN·m</a:t>
              </a:r>
            </a:p>
          </p:txBody>
        </p:sp>
        <p:sp>
          <p:nvSpPr>
            <p:cNvPr id="139" name="Text Box 75"/>
            <p:cNvSpPr txBox="1">
              <a:spLocks noChangeAspect="1" noChangeArrowheads="1"/>
            </p:cNvSpPr>
            <p:nvPr/>
          </p:nvSpPr>
          <p:spPr bwMode="auto">
            <a:xfrm>
              <a:off x="5279" y="215"/>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40" name="Line 76"/>
            <p:cNvSpPr>
              <a:spLocks noChangeAspect="1" noChangeShapeType="1"/>
            </p:cNvSpPr>
            <p:nvPr/>
          </p:nvSpPr>
          <p:spPr bwMode="auto">
            <a:xfrm>
              <a:off x="5391" y="467"/>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59" name="Text Box 36"/>
          <p:cNvSpPr txBox="1">
            <a:spLocks noChangeAspect="1" noChangeArrowheads="1"/>
          </p:cNvSpPr>
          <p:nvPr/>
        </p:nvSpPr>
        <p:spPr bwMode="auto">
          <a:xfrm>
            <a:off x="10379719" y="2749347"/>
            <a:ext cx="519113"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60" name="Text Box 37"/>
          <p:cNvSpPr txBox="1">
            <a:spLocks noChangeAspect="1" noChangeArrowheads="1"/>
          </p:cNvSpPr>
          <p:nvPr/>
        </p:nvSpPr>
        <p:spPr bwMode="auto">
          <a:xfrm>
            <a:off x="7698432" y="2666797"/>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61" name="Group 38"/>
          <p:cNvGrpSpPr>
            <a:grpSpLocks noChangeAspect="1"/>
          </p:cNvGrpSpPr>
          <p:nvPr/>
        </p:nvGrpSpPr>
        <p:grpSpPr bwMode="auto">
          <a:xfrm>
            <a:off x="7876232" y="2006397"/>
            <a:ext cx="371475" cy="392112"/>
            <a:chOff x="1686" y="3521"/>
            <a:chExt cx="313" cy="330"/>
          </a:xfrm>
        </p:grpSpPr>
        <p:sp>
          <p:nvSpPr>
            <p:cNvPr id="162" name="AutoShape 39"/>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63" name="Rectangle 40"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4" name="Line 41"/>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5" name="Oval 42"/>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66" name="Group 43"/>
          <p:cNvGrpSpPr>
            <a:grpSpLocks noChangeAspect="1"/>
          </p:cNvGrpSpPr>
          <p:nvPr/>
        </p:nvGrpSpPr>
        <p:grpSpPr bwMode="auto">
          <a:xfrm>
            <a:off x="10267007" y="2042909"/>
            <a:ext cx="371475" cy="427038"/>
            <a:chOff x="3499" y="3511"/>
            <a:chExt cx="311" cy="358"/>
          </a:xfrm>
        </p:grpSpPr>
        <p:sp>
          <p:nvSpPr>
            <p:cNvPr id="167" name="Line 44"/>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8" name="Rectangle 45"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9" name="Line 46"/>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0" name="Oval 47"/>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2" name="Oval 48"/>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73" name="Line 49"/>
          <p:cNvSpPr>
            <a:spLocks noChangeAspect="1" noChangeShapeType="1"/>
          </p:cNvSpPr>
          <p:nvPr/>
        </p:nvSpPr>
        <p:spPr bwMode="auto">
          <a:xfrm flipV="1">
            <a:off x="8065144" y="2107997"/>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74" name="Line 50"/>
          <p:cNvSpPr>
            <a:spLocks noChangeAspect="1" noChangeShapeType="1"/>
          </p:cNvSpPr>
          <p:nvPr/>
        </p:nvSpPr>
        <p:spPr bwMode="auto">
          <a:xfrm flipV="1">
            <a:off x="10449569" y="2141334"/>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graphicFrame>
        <p:nvGraphicFramePr>
          <p:cNvPr id="175" name="Group 553"/>
          <p:cNvGraphicFramePr>
            <a:graphicFrameLocks/>
          </p:cNvGraphicFramePr>
          <p:nvPr>
            <p:extLst>
              <p:ext uri="{D42A27DB-BD31-4B8C-83A1-F6EECF244321}">
                <p14:modId xmlns:p14="http://schemas.microsoft.com/office/powerpoint/2010/main" val="2752689302"/>
              </p:ext>
            </p:extLst>
          </p:nvPr>
        </p:nvGraphicFramePr>
        <p:xfrm>
          <a:off x="1081752" y="4369126"/>
          <a:ext cx="5544617" cy="1872208"/>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1" lang="en-US" altLang="zh-CN" sz="2400" b="0" i="0" u="none" strike="noStrike" cap="none" normalizeH="0" baseline="-3000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Q</a:t>
                      </a: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7</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3</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44848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
        <p:nvSpPr>
          <p:cNvPr id="176" name="矩形 175">
            <a:extLst>
              <a:ext uri="{FF2B5EF4-FFF2-40B4-BE49-F238E27FC236}">
                <a16:creationId xmlns:a16="http://schemas.microsoft.com/office/drawing/2014/main" id="{54CF797A-3212-00F4-D82B-18FEE729BE7A}"/>
              </a:ext>
            </a:extLst>
          </p:cNvPr>
          <p:cNvSpPr/>
          <p:nvPr/>
        </p:nvSpPr>
        <p:spPr>
          <a:xfrm>
            <a:off x="6891711" y="4645898"/>
            <a:ext cx="5180953" cy="1532727"/>
          </a:xfrm>
          <a:prstGeom prst="rect">
            <a:avLst/>
          </a:prstGeom>
        </p:spPr>
        <p:txBody>
          <a:bodyPr wrap="square">
            <a:spAutoFit/>
          </a:bodyPr>
          <a:lstStyle/>
          <a:p>
            <a:pPr lvl="0">
              <a:lnSpc>
                <a:spcPct val="130000"/>
              </a:lnSpc>
            </a:pPr>
            <a:r>
              <a:rPr kumimoji="1" lang="en-US" altLang="zh-CN" b="0" dirty="0">
                <a:latin typeface="+mn-lt"/>
                <a:ea typeface="黑体" panose="02010609060101010101" pitchFamily="49" charset="-122"/>
              </a:rPr>
              <a:t>C</a:t>
            </a:r>
            <a:r>
              <a:rPr kumimoji="1" lang="zh-CN" altLang="en-US" b="0" baseline="-25000" dirty="0">
                <a:latin typeface="+mn-lt"/>
                <a:ea typeface="黑体" panose="02010609060101010101" pitchFamily="49" charset="-122"/>
              </a:rPr>
              <a:t>－</a:t>
            </a:r>
            <a:r>
              <a:rPr lang="zh-CN" altLang="en-US" i="0" dirty="0">
                <a:solidFill>
                  <a:schemeClr val="tx1"/>
                </a:solidFill>
                <a:latin typeface="黑体" panose="02010609060101010101" pitchFamily="49" charset="-122"/>
                <a:ea typeface="黑体" panose="02010609060101010101" pitchFamily="49" charset="-122"/>
              </a:rPr>
              <a:t>代表离截面</a:t>
            </a:r>
            <a:r>
              <a:rPr kumimoji="1" lang="en-US" altLang="zh-CN" b="0" dirty="0">
                <a:solidFill>
                  <a:schemeClr val="tx1"/>
                </a:solidFill>
                <a:ea typeface="黑体" panose="02010609060101010101" pitchFamily="49" charset="-122"/>
              </a:rPr>
              <a:t>C</a:t>
            </a:r>
            <a:r>
              <a:rPr lang="zh-CN" altLang="en-US" i="0" dirty="0">
                <a:solidFill>
                  <a:schemeClr val="tx1"/>
                </a:solidFill>
                <a:latin typeface="黑体" panose="02010609060101010101" pitchFamily="49" charset="-122"/>
                <a:ea typeface="黑体" panose="02010609060101010101" pitchFamily="49" charset="-122"/>
              </a:rPr>
              <a:t>无限近并位于其</a:t>
            </a:r>
            <a:r>
              <a:rPr lang="zh-CN" altLang="en-US" i="0" dirty="0">
                <a:latin typeface="黑体" panose="02010609060101010101" pitchFamily="49" charset="-122"/>
                <a:ea typeface="黑体" panose="02010609060101010101" pitchFamily="49" charset="-122"/>
              </a:rPr>
              <a:t>左侧</a:t>
            </a:r>
            <a:r>
              <a:rPr lang="zh-CN" altLang="en-US" i="0" dirty="0">
                <a:solidFill>
                  <a:schemeClr val="tx1"/>
                </a:solidFill>
                <a:latin typeface="黑体" panose="02010609060101010101" pitchFamily="49" charset="-122"/>
                <a:ea typeface="黑体" panose="02010609060101010101" pitchFamily="49" charset="-122"/>
              </a:rPr>
              <a:t>的横截面，</a:t>
            </a:r>
            <a:r>
              <a:rPr kumimoji="1" lang="en-US" altLang="zh-CN" b="0" dirty="0">
                <a:solidFill>
                  <a:schemeClr val="tx1"/>
                </a:solidFill>
                <a:ea typeface="黑体" panose="02010609060101010101" pitchFamily="49" charset="-122"/>
              </a:rPr>
              <a:t> </a:t>
            </a:r>
            <a:r>
              <a:rPr kumimoji="1" lang="en-US" altLang="zh-CN" b="0" dirty="0">
                <a:ea typeface="黑体" panose="02010609060101010101" pitchFamily="49" charset="-122"/>
              </a:rPr>
              <a:t>C</a:t>
            </a:r>
            <a:r>
              <a:rPr lang="en-US" altLang="zh-CN" baseline="-25000" dirty="0"/>
              <a:t> +</a:t>
            </a:r>
            <a:r>
              <a:rPr lang="zh-CN" altLang="en-US" i="0" dirty="0">
                <a:solidFill>
                  <a:schemeClr val="tx1"/>
                </a:solidFill>
                <a:latin typeface="黑体" panose="02010609060101010101" pitchFamily="49" charset="-122"/>
                <a:ea typeface="黑体" panose="02010609060101010101" pitchFamily="49" charset="-122"/>
              </a:rPr>
              <a:t>代表离截面</a:t>
            </a:r>
            <a:r>
              <a:rPr kumimoji="1" lang="en-US" altLang="zh-CN" b="0" dirty="0">
                <a:solidFill>
                  <a:schemeClr val="tx1"/>
                </a:solidFill>
                <a:ea typeface="黑体" panose="02010609060101010101" pitchFamily="49" charset="-122"/>
              </a:rPr>
              <a:t>C</a:t>
            </a:r>
            <a:r>
              <a:rPr lang="zh-CN" altLang="en-US" i="0" dirty="0">
                <a:solidFill>
                  <a:schemeClr val="tx1"/>
                </a:solidFill>
                <a:latin typeface="黑体" panose="02010609060101010101" pitchFamily="49" charset="-122"/>
                <a:ea typeface="黑体" panose="02010609060101010101" pitchFamily="49" charset="-122"/>
              </a:rPr>
              <a:t>无限近并位于其</a:t>
            </a:r>
            <a:r>
              <a:rPr lang="zh-CN" altLang="en-US" i="0" dirty="0">
                <a:latin typeface="黑体" panose="02010609060101010101" pitchFamily="49" charset="-122"/>
                <a:ea typeface="黑体" panose="02010609060101010101" pitchFamily="49" charset="-122"/>
              </a:rPr>
              <a:t>右侧</a:t>
            </a:r>
            <a:r>
              <a:rPr lang="zh-CN" altLang="en-US" i="0" dirty="0">
                <a:solidFill>
                  <a:schemeClr val="tx1"/>
                </a:solidFill>
                <a:latin typeface="黑体" panose="02010609060101010101" pitchFamily="49" charset="-122"/>
                <a:ea typeface="黑体" panose="02010609060101010101" pitchFamily="49" charset="-122"/>
              </a:rPr>
              <a:t>的横截面其余类同。</a:t>
            </a:r>
          </a:p>
        </p:txBody>
      </p:sp>
    </p:spTree>
    <p:extLst>
      <p:ext uri="{BB962C8B-B14F-4D97-AF65-F5344CB8AC3E}">
        <p14:creationId xmlns:p14="http://schemas.microsoft.com/office/powerpoint/2010/main" val="36871065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2000"/>
                                  </p:stCondLst>
                                  <p:childTnLst>
                                    <p:set>
                                      <p:cBhvr>
                                        <p:cTn id="8" dur="1" fill="hold">
                                          <p:stCondLst>
                                            <p:cond delay="0"/>
                                          </p:stCondLst>
                                        </p:cTn>
                                        <p:tgtEl>
                                          <p:spTgt spid="107"/>
                                        </p:tgtEl>
                                        <p:attrNameLst>
                                          <p:attrName>style.visibility</p:attrName>
                                        </p:attrNameLst>
                                      </p:cBhvr>
                                      <p:to>
                                        <p:strVal val="visible"/>
                                      </p:to>
                                    </p:set>
                                    <p:animEffect transition="in" filter="box(in)">
                                      <p:cBhvr>
                                        <p:cTn id="9" dur="3000"/>
                                        <p:tgtEl>
                                          <p:spTgt spid="107"/>
                                        </p:tgtEl>
                                      </p:cBhvr>
                                    </p:animEffect>
                                  </p:childTnLst>
                                </p:cTn>
                              </p:par>
                              <p:par>
                                <p:cTn id="10" presetID="8" presetClass="entr" presetSubtype="32" fill="hold" nodeType="withEffect">
                                  <p:stCondLst>
                                    <p:cond delay="2500"/>
                                  </p:stCondLst>
                                  <p:childTnLst>
                                    <p:set>
                                      <p:cBhvr>
                                        <p:cTn id="11" dur="1" fill="hold">
                                          <p:stCondLst>
                                            <p:cond delay="0"/>
                                          </p:stCondLst>
                                        </p:cTn>
                                        <p:tgtEl>
                                          <p:spTgt spid="166"/>
                                        </p:tgtEl>
                                        <p:attrNameLst>
                                          <p:attrName>style.visibility</p:attrName>
                                        </p:attrNameLst>
                                      </p:cBhvr>
                                      <p:to>
                                        <p:strVal val="visible"/>
                                      </p:to>
                                    </p:set>
                                    <p:animEffect transition="in" filter="diamond(out)">
                                      <p:cBhvr>
                                        <p:cTn id="12" dur="3000"/>
                                        <p:tgtEl>
                                          <p:spTgt spid="166"/>
                                        </p:tgtEl>
                                      </p:cBhvr>
                                    </p:animEffect>
                                  </p:childTnLst>
                                </p:cTn>
                              </p:par>
                              <p:par>
                                <p:cTn id="13" presetID="8" presetClass="entr" presetSubtype="32" fill="hold" nodeType="withEffect">
                                  <p:stCondLst>
                                    <p:cond delay="2500"/>
                                  </p:stCondLst>
                                  <p:childTnLst>
                                    <p:set>
                                      <p:cBhvr>
                                        <p:cTn id="14" dur="1" fill="hold">
                                          <p:stCondLst>
                                            <p:cond delay="0"/>
                                          </p:stCondLst>
                                        </p:cTn>
                                        <p:tgtEl>
                                          <p:spTgt spid="161"/>
                                        </p:tgtEl>
                                        <p:attrNameLst>
                                          <p:attrName>style.visibility</p:attrName>
                                        </p:attrNameLst>
                                      </p:cBhvr>
                                      <p:to>
                                        <p:strVal val="visible"/>
                                      </p:to>
                                    </p:set>
                                    <p:animEffect transition="in" filter="diamond(out)">
                                      <p:cBhvr>
                                        <p:cTn id="15" dur="3000"/>
                                        <p:tgtEl>
                                          <p:spTgt spid="161"/>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174"/>
                                        </p:tgtEl>
                                        <p:attrNameLst>
                                          <p:attrName>style.visibility</p:attrName>
                                        </p:attrNameLst>
                                      </p:cBhvr>
                                      <p:to>
                                        <p:strVal val="visible"/>
                                      </p:to>
                                    </p:set>
                                    <p:animEffect transition="in" filter="slide(fromBottom)">
                                      <p:cBhvr>
                                        <p:cTn id="20" dur="5000"/>
                                        <p:tgtEl>
                                          <p:spTgt spid="174"/>
                                        </p:tgtEl>
                                      </p:cBhvr>
                                    </p:animEffect>
                                  </p:childTnLst>
                                  <p:subTnLst>
                                    <p:audio>
                                      <p:cMediaNode>
                                        <p:cTn display="0" masterRel="sameClick">
                                          <p:stCondLst>
                                            <p:cond evt="begin" delay="0">
                                              <p:tn val="18"/>
                                            </p:cond>
                                          </p:stCondLst>
                                          <p:endCondLst>
                                            <p:cond evt="onStopAudio" delay="0">
                                              <p:tgtEl>
                                                <p:sldTgt/>
                                              </p:tgtEl>
                                            </p:cond>
                                          </p:endCondLst>
                                        </p:cTn>
                                        <p:tgtEl>
                                          <p:sndTgt r:embed="rId3" name="CHIMES.WAV"/>
                                        </p:tgtEl>
                                      </p:cMediaNode>
                                    </p:audio>
                                  </p:subTnLst>
                                </p:cTn>
                              </p:par>
                              <p:par>
                                <p:cTn id="21" presetID="9" presetClass="emph" presetSubtype="0" nodeType="withEffect">
                                  <p:stCondLst>
                                    <p:cond delay="0"/>
                                  </p:stCondLst>
                                  <p:childTnLst>
                                    <p:set>
                                      <p:cBhvr rctx="PPT">
                                        <p:cTn id="22" dur="indefinite"/>
                                        <p:tgtEl>
                                          <p:spTgt spid="166"/>
                                        </p:tgtEl>
                                        <p:attrNameLst>
                                          <p:attrName>style.opacity</p:attrName>
                                        </p:attrNameLst>
                                      </p:cBhvr>
                                      <p:to>
                                        <p:strVal val="0.5"/>
                                      </p:to>
                                    </p:set>
                                    <p:animEffect filter="image" prLst="opacity: 0.5">
                                      <p:cBhvr rctx="IE">
                                        <p:cTn id="23" dur="indefinite"/>
                                        <p:tgtEl>
                                          <p:spTgt spid="166"/>
                                        </p:tgtEl>
                                      </p:cBhvr>
                                    </p:animEffect>
                                  </p:childTnLst>
                                </p:cTn>
                              </p:par>
                              <p:par>
                                <p:cTn id="24" presetID="19" presetClass="entr" presetSubtype="10" fill="hold" grpId="0" nodeType="withEffect">
                                  <p:stCondLst>
                                    <p:cond delay="0"/>
                                  </p:stCondLst>
                                  <p:childTnLst>
                                    <p:set>
                                      <p:cBhvr>
                                        <p:cTn id="25" dur="1" fill="hold">
                                          <p:stCondLst>
                                            <p:cond delay="0"/>
                                          </p:stCondLst>
                                        </p:cTn>
                                        <p:tgtEl>
                                          <p:spTgt spid="159"/>
                                        </p:tgtEl>
                                        <p:attrNameLst>
                                          <p:attrName>style.visibility</p:attrName>
                                        </p:attrNameLst>
                                      </p:cBhvr>
                                      <p:to>
                                        <p:strVal val="visible"/>
                                      </p:to>
                                    </p:set>
                                    <p:anim calcmode="lin" valueType="num">
                                      <p:cBhvr>
                                        <p:cTn id="26" dur="5000" fill="hold"/>
                                        <p:tgtEl>
                                          <p:spTgt spid="159"/>
                                        </p:tgtEl>
                                        <p:attrNameLst>
                                          <p:attrName>ppt_w</p:attrName>
                                        </p:attrNameLst>
                                      </p:cBhvr>
                                      <p:tavLst>
                                        <p:tav tm="0" fmla="#ppt_w*sin(2.5*pi*$)">
                                          <p:val>
                                            <p:fltVal val="0"/>
                                          </p:val>
                                        </p:tav>
                                        <p:tav tm="100000">
                                          <p:val>
                                            <p:fltVal val="1"/>
                                          </p:val>
                                        </p:tav>
                                      </p:tavLst>
                                    </p:anim>
                                    <p:anim calcmode="lin" valueType="num">
                                      <p:cBhvr>
                                        <p:cTn id="27" dur="5000" fill="hold"/>
                                        <p:tgtEl>
                                          <p:spTgt spid="15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childTnLst>
                          </p:cTn>
                        </p:par>
                        <p:par>
                          <p:cTn id="28" fill="hold">
                            <p:stCondLst>
                              <p:cond delay="5000"/>
                            </p:stCondLst>
                            <p:childTnLst>
                              <p:par>
                                <p:cTn id="29" presetID="12" presetClass="entr" presetSubtype="4" fill="hold" grpId="0" nodeType="afterEffect">
                                  <p:stCondLst>
                                    <p:cond delay="300"/>
                                  </p:stCondLst>
                                  <p:childTnLst>
                                    <p:set>
                                      <p:cBhvr>
                                        <p:cTn id="30" dur="1" fill="hold">
                                          <p:stCondLst>
                                            <p:cond delay="0"/>
                                          </p:stCondLst>
                                        </p:cTn>
                                        <p:tgtEl>
                                          <p:spTgt spid="173"/>
                                        </p:tgtEl>
                                        <p:attrNameLst>
                                          <p:attrName>style.visibility</p:attrName>
                                        </p:attrNameLst>
                                      </p:cBhvr>
                                      <p:to>
                                        <p:strVal val="visible"/>
                                      </p:to>
                                    </p:set>
                                    <p:animEffect transition="in" filter="slide(fromBottom)">
                                      <p:cBhvr>
                                        <p:cTn id="31" dur="5000"/>
                                        <p:tgtEl>
                                          <p:spTgt spid="173"/>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par>
                                <p:cTn id="32" presetID="9" presetClass="emph" presetSubtype="0" nodeType="withEffect">
                                  <p:stCondLst>
                                    <p:cond delay="0"/>
                                  </p:stCondLst>
                                  <p:childTnLst>
                                    <p:set>
                                      <p:cBhvr rctx="PPT">
                                        <p:cTn id="33" dur="indefinite"/>
                                        <p:tgtEl>
                                          <p:spTgt spid="161"/>
                                        </p:tgtEl>
                                        <p:attrNameLst>
                                          <p:attrName>style.opacity</p:attrName>
                                        </p:attrNameLst>
                                      </p:cBhvr>
                                      <p:to>
                                        <p:strVal val="0.5"/>
                                      </p:to>
                                    </p:set>
                                    <p:animEffect filter="image" prLst="opacity: 0.5">
                                      <p:cBhvr rctx="IE">
                                        <p:cTn id="34" dur="indefinite"/>
                                        <p:tgtEl>
                                          <p:spTgt spid="161"/>
                                        </p:tgtEl>
                                      </p:cBhvr>
                                    </p:animEffect>
                                  </p:childTnLst>
                                </p:cTn>
                              </p:par>
                              <p:par>
                                <p:cTn id="35" presetID="19" presetClass="entr" presetSubtype="10" fill="hold" grpId="0" nodeType="withEffect">
                                  <p:stCondLst>
                                    <p:cond delay="300"/>
                                  </p:stCondLst>
                                  <p:childTnLst>
                                    <p:set>
                                      <p:cBhvr>
                                        <p:cTn id="36" dur="1" fill="hold">
                                          <p:stCondLst>
                                            <p:cond delay="0"/>
                                          </p:stCondLst>
                                        </p:cTn>
                                        <p:tgtEl>
                                          <p:spTgt spid="160"/>
                                        </p:tgtEl>
                                        <p:attrNameLst>
                                          <p:attrName>style.visibility</p:attrName>
                                        </p:attrNameLst>
                                      </p:cBhvr>
                                      <p:to>
                                        <p:strVal val="visible"/>
                                      </p:to>
                                    </p:set>
                                    <p:anim calcmode="lin" valueType="num">
                                      <p:cBhvr>
                                        <p:cTn id="37" dur="5000" fill="hold"/>
                                        <p:tgtEl>
                                          <p:spTgt spid="160"/>
                                        </p:tgtEl>
                                        <p:attrNameLst>
                                          <p:attrName>ppt_w</p:attrName>
                                        </p:attrNameLst>
                                      </p:cBhvr>
                                      <p:tavLst>
                                        <p:tav tm="0" fmla="#ppt_w*sin(2.5*pi*$)">
                                          <p:val>
                                            <p:fltVal val="0"/>
                                          </p:val>
                                        </p:tav>
                                        <p:tav tm="100000">
                                          <p:val>
                                            <p:fltVal val="1"/>
                                          </p:val>
                                        </p:tav>
                                      </p:tavLst>
                                    </p:anim>
                                    <p:anim calcmode="lin" valueType="num">
                                      <p:cBhvr>
                                        <p:cTn id="38" dur="5000" fill="hold"/>
                                        <p:tgtEl>
                                          <p:spTgt spid="16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3" name="CHIMES.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wipe(left)">
                                      <p:cBhvr>
                                        <p:cTn id="47" dur="30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wipe(left)">
                                      <p:cBhvr>
                                        <p:cTn id="52" dur="3000"/>
                                        <p:tgtEl>
                                          <p:spTgt spid="71"/>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3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nodeType="clickEffect">
                                  <p:stCondLst>
                                    <p:cond delay="0"/>
                                  </p:stCondLst>
                                  <p:childTnLst>
                                    <p:set>
                                      <p:cBhvr>
                                        <p:cTn id="64" dur="1" fill="hold">
                                          <p:stCondLst>
                                            <p:cond delay="0"/>
                                          </p:stCondLst>
                                        </p:cTn>
                                        <p:tgtEl>
                                          <p:spTgt spid="175"/>
                                        </p:tgtEl>
                                        <p:attrNameLst>
                                          <p:attrName>style.visibility</p:attrName>
                                        </p:attrNameLst>
                                      </p:cBhvr>
                                      <p:to>
                                        <p:strVal val="visible"/>
                                      </p:to>
                                    </p:set>
                                    <p:animEffect transition="in" filter="wipe(up)">
                                      <p:cBhvr>
                                        <p:cTn id="65" dur="5000"/>
                                        <p:tgtEl>
                                          <p:spTgt spid="17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45" grpId="0"/>
      <p:bldP spid="159" grpId="0" autoUpdateAnimBg="0"/>
      <p:bldP spid="160" grpId="0" autoUpdateAnimBg="0"/>
      <p:bldP spid="173" grpId="0" animBg="1"/>
      <p:bldP spid="174" grpId="0" animBg="1"/>
      <p:bldP spid="17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2"/>
            <a:ext cx="4514874" cy="5488928"/>
          </a:xfrm>
          <a:prstGeom prst="rect">
            <a:avLst/>
          </a:prstGeom>
          <a:solidFill>
            <a:srgbClr val="B9CDE5"/>
          </a:solidFill>
          <a:ln>
            <a:noFill/>
          </a:ln>
          <a:effectLst/>
        </p:spPr>
        <p:txBody>
          <a:bodyPr wrap="none" anchor="ctr"/>
          <a:lstStyle/>
          <a:p>
            <a:endParaRPr lang="zh-CN" altLang="en-US"/>
          </a:p>
        </p:txBody>
      </p:sp>
      <p:sp>
        <p:nvSpPr>
          <p:cNvPr id="62" name="矩形 61">
            <a:extLst>
              <a:ext uri="{FF2B5EF4-FFF2-40B4-BE49-F238E27FC236}">
                <a16:creationId xmlns:a16="http://schemas.microsoft.com/office/drawing/2014/main" id="{54CF797A-3212-00F4-D82B-18FEE729BE7A}"/>
              </a:ext>
            </a:extLst>
          </p:cNvPr>
          <p:cNvSpPr/>
          <p:nvPr/>
        </p:nvSpPr>
        <p:spPr>
          <a:xfrm>
            <a:off x="927732" y="5813872"/>
            <a:ext cx="6930953" cy="520848"/>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由上表各段剪力的数值可画出</a:t>
            </a:r>
            <a:r>
              <a:rPr kumimoji="1" lang="en-US" altLang="zh-CN" b="0" dirty="0">
                <a:solidFill>
                  <a:schemeClr val="tx1"/>
                </a:solidFill>
                <a:ea typeface="黑体" panose="02010609060101010101" pitchFamily="49" charset="-122"/>
              </a:rPr>
              <a:t>F</a:t>
            </a:r>
            <a:r>
              <a:rPr kumimoji="1" lang="en-US" altLang="zh-CN" b="0" i="0" baseline="-25000" dirty="0">
                <a:solidFill>
                  <a:schemeClr val="tx1"/>
                </a:solidFill>
                <a:ea typeface="黑体" panose="02010609060101010101" pitchFamily="49" charset="-122"/>
              </a:rPr>
              <a:t>Q</a:t>
            </a:r>
            <a:r>
              <a:rPr kumimoji="1" lang="zh-CN" altLang="en-US" i="0" dirty="0">
                <a:solidFill>
                  <a:schemeClr val="tx1"/>
                </a:solidFill>
                <a:latin typeface="+mn-lt"/>
                <a:ea typeface="黑体" panose="02010609060101010101" pitchFamily="49" charset="-122"/>
              </a:rPr>
              <a:t>图。 </a:t>
            </a:r>
          </a:p>
        </p:txBody>
      </p:sp>
      <p:sp>
        <p:nvSpPr>
          <p:cNvPr id="63" name="Freeform 517" descr="浅色竖线"/>
          <p:cNvSpPr>
            <a:spLocks/>
          </p:cNvSpPr>
          <p:nvPr/>
        </p:nvSpPr>
        <p:spPr bwMode="auto">
          <a:xfrm>
            <a:off x="8092926" y="4142599"/>
            <a:ext cx="3200400" cy="1009650"/>
          </a:xfrm>
          <a:custGeom>
            <a:avLst/>
            <a:gdLst>
              <a:gd name="T0" fmla="*/ 0 w 2016"/>
              <a:gd name="T1" fmla="*/ 1171871810 h 636"/>
              <a:gd name="T2" fmla="*/ 0 w 2016"/>
              <a:gd name="T3" fmla="*/ 0 h 636"/>
              <a:gd name="T4" fmla="*/ 1262599166 w 2016"/>
              <a:gd name="T5" fmla="*/ 619958398 h 636"/>
              <a:gd name="T6" fmla="*/ 1262599166 w 2016"/>
              <a:gd name="T7" fmla="*/ 990420629 h 636"/>
              <a:gd name="T8" fmla="*/ 2147483647 w 2016"/>
              <a:gd name="T9" fmla="*/ 1602819157 h 636"/>
              <a:gd name="T10" fmla="*/ 2147483647 w 2016"/>
              <a:gd name="T11" fmla="*/ 1602819157 h 636"/>
              <a:gd name="T12" fmla="*/ 2147483647 w 2016"/>
              <a:gd name="T13" fmla="*/ 778728975 h 636"/>
              <a:gd name="T14" fmla="*/ 2147483647 w 2016"/>
              <a:gd name="T15" fmla="*/ 778728975 h 636"/>
              <a:gd name="T16" fmla="*/ 2147483647 w 2016"/>
              <a:gd name="T17" fmla="*/ 1171871810 h 636"/>
              <a:gd name="T18" fmla="*/ 0 w 2016"/>
              <a:gd name="T19" fmla="*/ 1171871810 h 6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16"/>
              <a:gd name="T31" fmla="*/ 0 h 636"/>
              <a:gd name="T32" fmla="*/ 2016 w 2016"/>
              <a:gd name="T33" fmla="*/ 636 h 6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16" h="636">
                <a:moveTo>
                  <a:pt x="0" y="465"/>
                </a:moveTo>
                <a:lnTo>
                  <a:pt x="0" y="0"/>
                </a:lnTo>
                <a:lnTo>
                  <a:pt x="501" y="246"/>
                </a:lnTo>
                <a:lnTo>
                  <a:pt x="501" y="393"/>
                </a:lnTo>
                <a:lnTo>
                  <a:pt x="996" y="636"/>
                </a:lnTo>
                <a:lnTo>
                  <a:pt x="1515" y="636"/>
                </a:lnTo>
                <a:lnTo>
                  <a:pt x="1515" y="309"/>
                </a:lnTo>
                <a:lnTo>
                  <a:pt x="2016" y="309"/>
                </a:lnTo>
                <a:lnTo>
                  <a:pt x="2016" y="465"/>
                </a:lnTo>
                <a:lnTo>
                  <a:pt x="0" y="465"/>
                </a:lnTo>
                <a:close/>
              </a:path>
            </a:pathLst>
          </a:custGeom>
          <a:pattFill prst="ltVert">
            <a:fgClr>
              <a:srgbClr val="000000"/>
            </a:fgClr>
            <a:bgClr>
              <a:srgbClr val="FFFF99"/>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64" name="Group 149"/>
          <p:cNvGrpSpPr>
            <a:grpSpLocks/>
          </p:cNvGrpSpPr>
          <p:nvPr/>
        </p:nvGrpSpPr>
        <p:grpSpPr bwMode="auto">
          <a:xfrm>
            <a:off x="7680176" y="887629"/>
            <a:ext cx="3952875" cy="2041525"/>
            <a:chOff x="3134" y="73"/>
            <a:chExt cx="2490" cy="1286"/>
          </a:xfrm>
        </p:grpSpPr>
        <p:sp>
          <p:nvSpPr>
            <p:cNvPr id="65" name="Text Box 4"/>
            <p:cNvSpPr txBox="1">
              <a:spLocks noChangeAspect="1" noChangeArrowheads="1"/>
            </p:cNvSpPr>
            <p:nvPr/>
          </p:nvSpPr>
          <p:spPr bwMode="auto">
            <a:xfrm>
              <a:off x="3778" y="726"/>
              <a:ext cx="184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C          D        B      E</a:t>
              </a:r>
            </a:p>
          </p:txBody>
        </p:sp>
        <p:sp>
          <p:nvSpPr>
            <p:cNvPr id="66" name="Text Box 5"/>
            <p:cNvSpPr txBox="1">
              <a:spLocks noChangeAspect="1" noChangeArrowheads="1"/>
            </p:cNvSpPr>
            <p:nvPr/>
          </p:nvSpPr>
          <p:spPr bwMode="auto">
            <a:xfrm>
              <a:off x="3472" y="1052"/>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67" name="Text Box 6"/>
            <p:cNvSpPr txBox="1">
              <a:spLocks noChangeAspect="1" noChangeArrowheads="1"/>
            </p:cNvSpPr>
            <p:nvPr/>
          </p:nvSpPr>
          <p:spPr bwMode="auto">
            <a:xfrm>
              <a:off x="3278" y="341"/>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68" name="Text Box 7"/>
            <p:cNvSpPr txBox="1">
              <a:spLocks noChangeAspect="1" noChangeArrowheads="1"/>
            </p:cNvSpPr>
            <p:nvPr/>
          </p:nvSpPr>
          <p:spPr bwMode="auto">
            <a:xfrm>
              <a:off x="3769" y="73"/>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69" name="Line 8"/>
            <p:cNvSpPr>
              <a:spLocks noChangeAspect="1" noChangeShapeType="1"/>
            </p:cNvSpPr>
            <p:nvPr/>
          </p:nvSpPr>
          <p:spPr bwMode="auto">
            <a:xfrm flipV="1">
              <a:off x="3381" y="781"/>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2" name="Text Box 9"/>
            <p:cNvSpPr txBox="1">
              <a:spLocks noChangeAspect="1" noChangeArrowheads="1"/>
            </p:cNvSpPr>
            <p:nvPr/>
          </p:nvSpPr>
          <p:spPr bwMode="auto">
            <a:xfrm>
              <a:off x="3134" y="666"/>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73" name="Group 10"/>
            <p:cNvGrpSpPr>
              <a:grpSpLocks/>
            </p:cNvGrpSpPr>
            <p:nvPr/>
          </p:nvGrpSpPr>
          <p:grpSpPr bwMode="auto">
            <a:xfrm>
              <a:off x="4265" y="512"/>
              <a:ext cx="282" cy="458"/>
              <a:chOff x="4310" y="298"/>
              <a:chExt cx="282" cy="458"/>
            </a:xfrm>
          </p:grpSpPr>
          <p:sp>
            <p:nvSpPr>
              <p:cNvPr id="96" name="Line 11"/>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7" name="Line 12"/>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8" name="Line 13"/>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74" name="Line 14"/>
            <p:cNvSpPr>
              <a:spLocks noChangeAspect="1" noChangeShapeType="1"/>
            </p:cNvSpPr>
            <p:nvPr/>
          </p:nvSpPr>
          <p:spPr bwMode="auto">
            <a:xfrm>
              <a:off x="3890"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5" name="Line 15"/>
            <p:cNvSpPr>
              <a:spLocks noChangeAspect="1" noChangeShapeType="1"/>
            </p:cNvSpPr>
            <p:nvPr/>
          </p:nvSpPr>
          <p:spPr bwMode="auto">
            <a:xfrm>
              <a:off x="33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6" name="Line 16"/>
            <p:cNvSpPr>
              <a:spLocks noChangeAspect="1" noChangeShapeType="1"/>
            </p:cNvSpPr>
            <p:nvPr/>
          </p:nvSpPr>
          <p:spPr bwMode="auto">
            <a:xfrm>
              <a:off x="3899"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7" name="Line 17"/>
            <p:cNvSpPr>
              <a:spLocks noChangeAspect="1" noChangeShapeType="1"/>
            </p:cNvSpPr>
            <p:nvPr/>
          </p:nvSpPr>
          <p:spPr bwMode="auto">
            <a:xfrm>
              <a:off x="4398"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Line 18"/>
            <p:cNvSpPr>
              <a:spLocks noChangeAspect="1" noChangeShapeType="1"/>
            </p:cNvSpPr>
            <p:nvPr/>
          </p:nvSpPr>
          <p:spPr bwMode="auto">
            <a:xfrm>
              <a:off x="48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9" name="Line 19"/>
            <p:cNvSpPr>
              <a:spLocks noChangeAspect="1" noChangeShapeType="1"/>
            </p:cNvSpPr>
            <p:nvPr/>
          </p:nvSpPr>
          <p:spPr bwMode="auto">
            <a:xfrm>
              <a:off x="5396" y="1106"/>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0" name="Line 20"/>
            <p:cNvSpPr>
              <a:spLocks noChangeAspect="1" noChangeShapeType="1"/>
            </p:cNvSpPr>
            <p:nvPr/>
          </p:nvSpPr>
          <p:spPr bwMode="auto">
            <a:xfrm>
              <a:off x="3393" y="1283"/>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21"/>
            <p:cNvSpPr>
              <a:spLocks noChangeAspect="1" noChangeShapeType="1"/>
            </p:cNvSpPr>
            <p:nvPr/>
          </p:nvSpPr>
          <p:spPr bwMode="auto">
            <a:xfrm flipV="1">
              <a:off x="3898" y="1283"/>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2" name="Line 22"/>
            <p:cNvSpPr>
              <a:spLocks noChangeAspect="1" noChangeShapeType="1"/>
            </p:cNvSpPr>
            <p:nvPr/>
          </p:nvSpPr>
          <p:spPr bwMode="auto">
            <a:xfrm>
              <a:off x="4398" y="1283"/>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3" name="Line 23"/>
            <p:cNvSpPr>
              <a:spLocks noChangeAspect="1" noChangeShapeType="1"/>
            </p:cNvSpPr>
            <p:nvPr/>
          </p:nvSpPr>
          <p:spPr bwMode="auto">
            <a:xfrm>
              <a:off x="4892" y="1283"/>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84" name="Group 24"/>
            <p:cNvGrpSpPr>
              <a:grpSpLocks/>
            </p:cNvGrpSpPr>
            <p:nvPr/>
          </p:nvGrpSpPr>
          <p:grpSpPr bwMode="auto">
            <a:xfrm>
              <a:off x="3397" y="581"/>
              <a:ext cx="1000" cy="193"/>
              <a:chOff x="4840" y="327"/>
              <a:chExt cx="796" cy="193"/>
            </a:xfrm>
          </p:grpSpPr>
          <p:sp>
            <p:nvSpPr>
              <p:cNvPr id="89" name="Line 25"/>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0" name="Line 26"/>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1" name="Line 27"/>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2" name="Line 28"/>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3" name="Line 29"/>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4" name="Line 30"/>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95" name="Line 31"/>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85" name="Text Box 32"/>
            <p:cNvSpPr txBox="1">
              <a:spLocks noChangeAspect="1" noChangeArrowheads="1"/>
            </p:cNvSpPr>
            <p:nvPr/>
          </p:nvSpPr>
          <p:spPr bwMode="auto">
            <a:xfrm>
              <a:off x="4950" y="1050"/>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i="0" kern="0" dirty="0">
                  <a:solidFill>
                    <a:srgbClr val="000000"/>
                  </a:solidFill>
                  <a:ea typeface="宋体" panose="02010600030101010101" pitchFamily="2" charset="-122"/>
                </a:rPr>
                <a:t>3</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p>
          </p:txBody>
        </p:sp>
        <p:sp>
          <p:nvSpPr>
            <p:cNvPr id="86" name="Rectangle 33"/>
            <p:cNvSpPr>
              <a:spLocks noChangeArrowheads="1"/>
            </p:cNvSpPr>
            <p:nvPr/>
          </p:nvSpPr>
          <p:spPr bwMode="auto">
            <a:xfrm>
              <a:off x="4052" y="262"/>
              <a:ext cx="7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10kN·m</a:t>
              </a:r>
            </a:p>
          </p:txBody>
        </p:sp>
        <p:sp>
          <p:nvSpPr>
            <p:cNvPr id="87" name="Text Box 34"/>
            <p:cNvSpPr txBox="1">
              <a:spLocks noChangeAspect="1" noChangeArrowheads="1"/>
            </p:cNvSpPr>
            <p:nvPr/>
          </p:nvSpPr>
          <p:spPr bwMode="auto">
            <a:xfrm>
              <a:off x="4998" y="96"/>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88" name="Line 35"/>
            <p:cNvSpPr>
              <a:spLocks noChangeAspect="1" noChangeShapeType="1"/>
            </p:cNvSpPr>
            <p:nvPr/>
          </p:nvSpPr>
          <p:spPr bwMode="auto">
            <a:xfrm>
              <a:off x="5391"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99" name="Text Box 38"/>
          <p:cNvSpPr txBox="1">
            <a:spLocks noChangeAspect="1" noChangeArrowheads="1"/>
          </p:cNvSpPr>
          <p:nvPr/>
        </p:nvSpPr>
        <p:spPr bwMode="auto">
          <a:xfrm>
            <a:off x="10404326" y="2713254"/>
            <a:ext cx="5191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00" name="Text Box 39"/>
          <p:cNvSpPr txBox="1">
            <a:spLocks noChangeAspect="1" noChangeArrowheads="1"/>
          </p:cNvSpPr>
          <p:nvPr/>
        </p:nvSpPr>
        <p:spPr bwMode="auto">
          <a:xfrm>
            <a:off x="7723038" y="2630704"/>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01" name="Group 40"/>
          <p:cNvGrpSpPr>
            <a:grpSpLocks noChangeAspect="1"/>
          </p:cNvGrpSpPr>
          <p:nvPr/>
        </p:nvGrpSpPr>
        <p:grpSpPr bwMode="auto">
          <a:xfrm>
            <a:off x="7900838" y="1970304"/>
            <a:ext cx="371475" cy="392112"/>
            <a:chOff x="1686" y="3521"/>
            <a:chExt cx="313" cy="330"/>
          </a:xfrm>
        </p:grpSpPr>
        <p:sp>
          <p:nvSpPr>
            <p:cNvPr id="102" name="AutoShape 41"/>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03" name="Rectangle 42"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04" name="Line 43"/>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05" name="Oval 44"/>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06" name="Group 45"/>
          <p:cNvGrpSpPr>
            <a:grpSpLocks noChangeAspect="1"/>
          </p:cNvGrpSpPr>
          <p:nvPr/>
        </p:nvGrpSpPr>
        <p:grpSpPr bwMode="auto">
          <a:xfrm>
            <a:off x="10291613" y="2006816"/>
            <a:ext cx="371475" cy="427038"/>
            <a:chOff x="3499" y="3511"/>
            <a:chExt cx="311" cy="358"/>
          </a:xfrm>
        </p:grpSpPr>
        <p:sp>
          <p:nvSpPr>
            <p:cNvPr id="109" name="Line 46"/>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2" name="Rectangle 47"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3" name="Line 48"/>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8" name="Oval 49"/>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19" name="Oval 50"/>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20" name="Line 51"/>
          <p:cNvSpPr>
            <a:spLocks noChangeAspect="1" noChangeShapeType="1"/>
          </p:cNvSpPr>
          <p:nvPr/>
        </p:nvSpPr>
        <p:spPr bwMode="auto">
          <a:xfrm flipV="1">
            <a:off x="8089751" y="2071904"/>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21" name="Line 52"/>
          <p:cNvSpPr>
            <a:spLocks noChangeAspect="1" noChangeShapeType="1"/>
          </p:cNvSpPr>
          <p:nvPr/>
        </p:nvSpPr>
        <p:spPr bwMode="auto">
          <a:xfrm flipV="1">
            <a:off x="10474176" y="2105241"/>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24" name="Text Box 224"/>
          <p:cNvSpPr txBox="1">
            <a:spLocks noChangeAspect="1" noChangeArrowheads="1"/>
          </p:cNvSpPr>
          <p:nvPr/>
        </p:nvSpPr>
        <p:spPr bwMode="auto">
          <a:xfrm flipH="1">
            <a:off x="11031388" y="4755374"/>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25" name="Line 225"/>
          <p:cNvSpPr>
            <a:spLocks noChangeShapeType="1"/>
          </p:cNvSpPr>
          <p:nvPr/>
        </p:nvSpPr>
        <p:spPr bwMode="auto">
          <a:xfrm rot="16200000">
            <a:off x="7570638" y="4383899"/>
            <a:ext cx="105727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38" name="Text Box 226"/>
          <p:cNvSpPr txBox="1">
            <a:spLocks noChangeAspect="1" noChangeArrowheads="1"/>
          </p:cNvSpPr>
          <p:nvPr/>
        </p:nvSpPr>
        <p:spPr bwMode="auto">
          <a:xfrm flipH="1">
            <a:off x="7664301" y="3437749"/>
            <a:ext cx="993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r>
              <a:rPr lang="en-US" altLang="zh-CN" b="0" i="0">
                <a:solidFill>
                  <a:srgbClr val="CC00FF"/>
                </a:solidFill>
                <a:ea typeface="宋体" panose="02010600030101010101" pitchFamily="2" charset="-122"/>
              </a:rPr>
              <a:t>/kN</a:t>
            </a:r>
          </a:p>
        </p:txBody>
      </p:sp>
      <p:sp>
        <p:nvSpPr>
          <p:cNvPr id="141" name="Text Box 227"/>
          <p:cNvSpPr txBox="1">
            <a:spLocks noChangeAspect="1" noChangeArrowheads="1"/>
          </p:cNvSpPr>
          <p:nvPr/>
        </p:nvSpPr>
        <p:spPr bwMode="auto">
          <a:xfrm>
            <a:off x="7773838" y="4687111"/>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42" name="Line 229"/>
          <p:cNvSpPr>
            <a:spLocks noChangeShapeType="1"/>
          </p:cNvSpPr>
          <p:nvPr/>
        </p:nvSpPr>
        <p:spPr bwMode="auto">
          <a:xfrm>
            <a:off x="8073876" y="4874436"/>
            <a:ext cx="354806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143" name="Text Box 232"/>
          <p:cNvSpPr txBox="1">
            <a:spLocks noChangeAspect="1" noChangeArrowheads="1"/>
          </p:cNvSpPr>
          <p:nvPr/>
        </p:nvSpPr>
        <p:spPr bwMode="auto">
          <a:xfrm>
            <a:off x="7797651" y="388066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7</a:t>
            </a:r>
          </a:p>
        </p:txBody>
      </p:sp>
      <p:sp>
        <p:nvSpPr>
          <p:cNvPr id="144" name="Text Box 234"/>
          <p:cNvSpPr txBox="1">
            <a:spLocks noChangeAspect="1" noChangeArrowheads="1"/>
          </p:cNvSpPr>
          <p:nvPr/>
        </p:nvSpPr>
        <p:spPr bwMode="auto">
          <a:xfrm>
            <a:off x="8743801" y="4142599"/>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45" name="Text Box 236"/>
          <p:cNvSpPr txBox="1">
            <a:spLocks noChangeAspect="1" noChangeArrowheads="1"/>
          </p:cNvSpPr>
          <p:nvPr/>
        </p:nvSpPr>
        <p:spPr bwMode="auto">
          <a:xfrm>
            <a:off x="8843813" y="44061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a:t>
            </a:r>
          </a:p>
        </p:txBody>
      </p:sp>
      <p:sp>
        <p:nvSpPr>
          <p:cNvPr id="146" name="Text Box 238"/>
          <p:cNvSpPr txBox="1">
            <a:spLocks noChangeAspect="1" noChangeArrowheads="1"/>
          </p:cNvSpPr>
          <p:nvPr/>
        </p:nvSpPr>
        <p:spPr bwMode="auto">
          <a:xfrm>
            <a:off x="9520088" y="51046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47" name="Text Box 242"/>
          <p:cNvSpPr txBox="1">
            <a:spLocks noChangeAspect="1" noChangeArrowheads="1"/>
          </p:cNvSpPr>
          <p:nvPr/>
        </p:nvSpPr>
        <p:spPr bwMode="auto">
          <a:xfrm>
            <a:off x="10275738" y="414736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a:t>
            </a:r>
          </a:p>
        </p:txBody>
      </p:sp>
      <p:sp>
        <p:nvSpPr>
          <p:cNvPr id="148" name="Text Box 507"/>
          <p:cNvSpPr txBox="1">
            <a:spLocks noChangeAspect="1" noChangeArrowheads="1"/>
          </p:cNvSpPr>
          <p:nvPr/>
        </p:nvSpPr>
        <p:spPr bwMode="auto">
          <a:xfrm>
            <a:off x="10421788" y="5066524"/>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171" name="Line 508"/>
          <p:cNvSpPr>
            <a:spLocks noChangeShapeType="1"/>
          </p:cNvSpPr>
          <p:nvPr/>
        </p:nvSpPr>
        <p:spPr bwMode="auto">
          <a:xfrm flipV="1">
            <a:off x="8100863" y="4150536"/>
            <a:ext cx="0" cy="7254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7" name="Line 509"/>
          <p:cNvSpPr>
            <a:spLocks noChangeShapeType="1"/>
          </p:cNvSpPr>
          <p:nvPr/>
        </p:nvSpPr>
        <p:spPr bwMode="auto">
          <a:xfrm>
            <a:off x="8111976" y="4148949"/>
            <a:ext cx="766762"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8" name="Line 510"/>
          <p:cNvSpPr>
            <a:spLocks noChangeShapeType="1"/>
          </p:cNvSpPr>
          <p:nvPr/>
        </p:nvSpPr>
        <p:spPr bwMode="auto">
          <a:xfrm>
            <a:off x="8886676" y="4553761"/>
            <a:ext cx="0" cy="214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9" name="Oval 233"/>
          <p:cNvSpPr>
            <a:spLocks noChangeArrowheads="1"/>
          </p:cNvSpPr>
          <p:nvPr/>
        </p:nvSpPr>
        <p:spPr bwMode="auto">
          <a:xfrm>
            <a:off x="8851751" y="4496611"/>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0" name="Line 512"/>
          <p:cNvSpPr>
            <a:spLocks noChangeShapeType="1"/>
          </p:cNvSpPr>
          <p:nvPr/>
        </p:nvSpPr>
        <p:spPr bwMode="auto">
          <a:xfrm>
            <a:off x="8891438" y="4768074"/>
            <a:ext cx="766763"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1" name="Line 513"/>
          <p:cNvSpPr>
            <a:spLocks noChangeShapeType="1"/>
          </p:cNvSpPr>
          <p:nvPr/>
        </p:nvSpPr>
        <p:spPr bwMode="auto">
          <a:xfrm>
            <a:off x="9658201" y="5153836"/>
            <a:ext cx="8318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2" name="Line 514"/>
          <p:cNvSpPr>
            <a:spLocks noChangeShapeType="1"/>
          </p:cNvSpPr>
          <p:nvPr/>
        </p:nvSpPr>
        <p:spPr bwMode="auto">
          <a:xfrm flipV="1">
            <a:off x="10491638" y="4634724"/>
            <a:ext cx="0" cy="52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3" name="Line 515"/>
          <p:cNvSpPr>
            <a:spLocks noChangeShapeType="1"/>
          </p:cNvSpPr>
          <p:nvPr/>
        </p:nvSpPr>
        <p:spPr bwMode="auto">
          <a:xfrm>
            <a:off x="10480526" y="4634724"/>
            <a:ext cx="8207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4" name="Line 516"/>
          <p:cNvSpPr>
            <a:spLocks noChangeShapeType="1"/>
          </p:cNvSpPr>
          <p:nvPr/>
        </p:nvSpPr>
        <p:spPr bwMode="auto">
          <a:xfrm>
            <a:off x="11291738" y="4647424"/>
            <a:ext cx="0" cy="214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85" name="Oval 241"/>
          <p:cNvSpPr>
            <a:spLocks noChangeArrowheads="1"/>
          </p:cNvSpPr>
          <p:nvPr/>
        </p:nvSpPr>
        <p:spPr bwMode="auto">
          <a:xfrm>
            <a:off x="10451951" y="4595036"/>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6" name="Oval 243"/>
          <p:cNvSpPr>
            <a:spLocks noChangeArrowheads="1"/>
          </p:cNvSpPr>
          <p:nvPr/>
        </p:nvSpPr>
        <p:spPr bwMode="auto">
          <a:xfrm>
            <a:off x="11255226" y="4590274"/>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7" name="Oval 239"/>
          <p:cNvSpPr>
            <a:spLocks noChangeArrowheads="1"/>
          </p:cNvSpPr>
          <p:nvPr/>
        </p:nvSpPr>
        <p:spPr bwMode="auto">
          <a:xfrm>
            <a:off x="10453538" y="5115736"/>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8" name="Oval 237"/>
          <p:cNvSpPr>
            <a:spLocks noChangeArrowheads="1"/>
          </p:cNvSpPr>
          <p:nvPr/>
        </p:nvSpPr>
        <p:spPr bwMode="auto">
          <a:xfrm>
            <a:off x="9624863" y="5117324"/>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89" name="Oval 235"/>
          <p:cNvSpPr>
            <a:spLocks noChangeArrowheads="1"/>
          </p:cNvSpPr>
          <p:nvPr/>
        </p:nvSpPr>
        <p:spPr bwMode="auto">
          <a:xfrm>
            <a:off x="8848576" y="4720449"/>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0" name="Oval 231"/>
          <p:cNvSpPr>
            <a:spLocks noChangeArrowheads="1"/>
          </p:cNvSpPr>
          <p:nvPr/>
        </p:nvSpPr>
        <p:spPr bwMode="auto">
          <a:xfrm>
            <a:off x="8072288" y="4114024"/>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191" name="Group 518"/>
          <p:cNvGrpSpPr>
            <a:grpSpLocks/>
          </p:cNvGrpSpPr>
          <p:nvPr/>
        </p:nvGrpSpPr>
        <p:grpSpPr bwMode="auto">
          <a:xfrm>
            <a:off x="8183413" y="4329924"/>
            <a:ext cx="592138" cy="523875"/>
            <a:chOff x="3767" y="1607"/>
            <a:chExt cx="373" cy="330"/>
          </a:xfrm>
        </p:grpSpPr>
        <p:sp>
          <p:nvSpPr>
            <p:cNvPr id="192" name="Oval 519"/>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3" name="Text Box 520"/>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194" name="Group 521"/>
          <p:cNvGrpSpPr>
            <a:grpSpLocks/>
          </p:cNvGrpSpPr>
          <p:nvPr/>
        </p:nvGrpSpPr>
        <p:grpSpPr bwMode="auto">
          <a:xfrm>
            <a:off x="9799488" y="4779186"/>
            <a:ext cx="569913" cy="441325"/>
            <a:chOff x="4503" y="2280"/>
            <a:chExt cx="269" cy="231"/>
          </a:xfrm>
        </p:grpSpPr>
        <p:sp>
          <p:nvSpPr>
            <p:cNvPr id="195" name="Oval 522"/>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6" name="Text Box 523"/>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197" name="Group 524"/>
          <p:cNvGrpSpPr>
            <a:grpSpLocks/>
          </p:cNvGrpSpPr>
          <p:nvPr/>
        </p:nvGrpSpPr>
        <p:grpSpPr bwMode="auto">
          <a:xfrm>
            <a:off x="10656738" y="4529949"/>
            <a:ext cx="498475" cy="441325"/>
            <a:chOff x="3767" y="1607"/>
            <a:chExt cx="373" cy="330"/>
          </a:xfrm>
        </p:grpSpPr>
        <p:sp>
          <p:nvSpPr>
            <p:cNvPr id="198" name="Oval 525"/>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99" name="Text Box 526"/>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95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aphicFrame>
        <p:nvGraphicFramePr>
          <p:cNvPr id="200" name="Group 553"/>
          <p:cNvGraphicFramePr>
            <a:graphicFrameLocks/>
          </p:cNvGraphicFramePr>
          <p:nvPr>
            <p:extLst>
              <p:ext uri="{D42A27DB-BD31-4B8C-83A1-F6EECF244321}">
                <p14:modId xmlns:p14="http://schemas.microsoft.com/office/powerpoint/2010/main" val="2629654878"/>
              </p:ext>
            </p:extLst>
          </p:nvPr>
        </p:nvGraphicFramePr>
        <p:xfrm>
          <a:off x="927732" y="898769"/>
          <a:ext cx="5544617" cy="1872208"/>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F</a:t>
                      </a:r>
                      <a:r>
                        <a:rPr kumimoji="1" lang="en-US" altLang="zh-CN" sz="2400" b="0" i="0" u="none" strike="noStrike" cap="none" normalizeH="0" baseline="-3000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Q</a:t>
                      </a: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7</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3</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3</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44848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
        <p:nvSpPr>
          <p:cNvPr id="201" name="矩形 200">
            <a:extLst>
              <a:ext uri="{FF2B5EF4-FFF2-40B4-BE49-F238E27FC236}">
                <a16:creationId xmlns:a16="http://schemas.microsoft.com/office/drawing/2014/main" id="{54CF797A-3212-00F4-D82B-18FEE729BE7A}"/>
              </a:ext>
            </a:extLst>
          </p:cNvPr>
          <p:cNvSpPr/>
          <p:nvPr/>
        </p:nvSpPr>
        <p:spPr>
          <a:xfrm>
            <a:off x="830956" y="2741659"/>
            <a:ext cx="6930953"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再列出各段</a:t>
            </a:r>
            <a:r>
              <a:rPr kumimoji="1" lang="en-US" altLang="zh-CN" b="0" dirty="0">
                <a:solidFill>
                  <a:schemeClr val="tx1"/>
                </a:solidFill>
                <a:latin typeface="+mn-lt"/>
                <a:ea typeface="黑体" panose="02010609060101010101" pitchFamily="49" charset="-122"/>
              </a:rPr>
              <a:t>F</a:t>
            </a:r>
            <a:r>
              <a:rPr kumimoji="1" lang="en-US" altLang="zh-CN" b="0" i="0" baseline="-25000" dirty="0">
                <a:solidFill>
                  <a:schemeClr val="tx1"/>
                </a:solidFill>
                <a:latin typeface="+mn-lt"/>
                <a:ea typeface="黑体" panose="02010609060101010101" pitchFamily="49" charset="-122"/>
              </a:rPr>
              <a:t>Q</a:t>
            </a:r>
            <a:r>
              <a:rPr kumimoji="1" lang="zh-CN" altLang="en-US" i="0" dirty="0">
                <a:solidFill>
                  <a:schemeClr val="tx1"/>
                </a:solidFill>
                <a:latin typeface="+mn-lt"/>
                <a:ea typeface="黑体" panose="02010609060101010101" pitchFamily="49" charset="-122"/>
              </a:rPr>
              <a:t>图和</a:t>
            </a:r>
            <a:r>
              <a:rPr kumimoji="1" lang="en-US" altLang="zh-CN" b="0" dirty="0">
                <a:solidFill>
                  <a:schemeClr val="tx1"/>
                </a:solidFill>
                <a:latin typeface="+mn-lt"/>
                <a:ea typeface="黑体" panose="02010609060101010101" pitchFamily="49" charset="-122"/>
              </a:rPr>
              <a:t>M</a:t>
            </a:r>
            <a:r>
              <a:rPr kumimoji="1" lang="zh-CN" altLang="en-US" i="0" dirty="0">
                <a:solidFill>
                  <a:schemeClr val="tx1"/>
                </a:solidFill>
                <a:latin typeface="+mn-lt"/>
                <a:ea typeface="黑体" panose="02010609060101010101" pitchFamily="49" charset="-122"/>
              </a:rPr>
              <a:t>图的特征表。</a:t>
            </a:r>
            <a:endParaRPr lang="zh-CN" altLang="en-US" i="0" dirty="0">
              <a:solidFill>
                <a:schemeClr val="tx1"/>
              </a:solidFill>
              <a:latin typeface="+mn-lt"/>
              <a:ea typeface="黑体" panose="02010609060101010101" pitchFamily="49" charset="-122"/>
            </a:endParaRPr>
          </a:p>
        </p:txBody>
      </p:sp>
      <p:graphicFrame>
        <p:nvGraphicFramePr>
          <p:cNvPr id="202" name="Group 492"/>
          <p:cNvGraphicFramePr>
            <a:graphicFrameLocks/>
          </p:cNvGraphicFramePr>
          <p:nvPr>
            <p:extLst>
              <p:ext uri="{D42A27DB-BD31-4B8C-83A1-F6EECF244321}">
                <p14:modId xmlns:p14="http://schemas.microsoft.com/office/powerpoint/2010/main" val="4011275167"/>
              </p:ext>
            </p:extLst>
          </p:nvPr>
        </p:nvGraphicFramePr>
        <p:xfrm>
          <a:off x="994272" y="3355330"/>
          <a:ext cx="4697412" cy="2482588"/>
        </p:xfrm>
        <a:graphic>
          <a:graphicData uri="http://schemas.openxmlformats.org/drawingml/2006/table">
            <a:tbl>
              <a:tblPr/>
              <a:tblGrid>
                <a:gridCol w="842962">
                  <a:extLst>
                    <a:ext uri="{9D8B030D-6E8A-4147-A177-3AD203B41FA5}">
                      <a16:colId xmlns:a16="http://schemas.microsoft.com/office/drawing/2014/main" val="20000"/>
                    </a:ext>
                  </a:extLst>
                </a:gridCol>
                <a:gridCol w="957263">
                  <a:extLst>
                    <a:ext uri="{9D8B030D-6E8A-4147-A177-3AD203B41FA5}">
                      <a16:colId xmlns:a16="http://schemas.microsoft.com/office/drawing/2014/main" val="20001"/>
                    </a:ext>
                  </a:extLst>
                </a:gridCol>
                <a:gridCol w="41275">
                  <a:extLst>
                    <a:ext uri="{9D8B030D-6E8A-4147-A177-3AD203B41FA5}">
                      <a16:colId xmlns:a16="http://schemas.microsoft.com/office/drawing/2014/main" val="20002"/>
                    </a:ext>
                  </a:extLst>
                </a:gridCol>
                <a:gridCol w="985837">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55675">
                  <a:extLst>
                    <a:ext uri="{9D8B030D-6E8A-4147-A177-3AD203B41FA5}">
                      <a16:colId xmlns:a16="http://schemas.microsoft.com/office/drawing/2014/main" val="20005"/>
                    </a:ext>
                  </a:extLst>
                </a:gridCol>
              </a:tblGrid>
              <a:tr h="387350">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AC</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CD</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DB</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BE</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2275">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外力</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3">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a:t>
                      </a: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常数＜</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808867">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F</a:t>
                      </a:r>
                      <a:r>
                        <a:rPr kumimoji="1" lang="en-US" altLang="zh-CN" sz="2400" b="0" i="0" u="none" strike="noStrike" cap="none" normalizeH="0" baseline="-30000" dirty="0">
                          <a:ln>
                            <a:noFill/>
                          </a:ln>
                          <a:solidFill>
                            <a:schemeClr val="bg1"/>
                          </a:solidFill>
                          <a:effectLst/>
                          <a:latin typeface="Times New Roman" pitchFamily="18" charset="0"/>
                          <a:ea typeface="黑体" pitchFamily="2" charset="-122"/>
                          <a:cs typeface="Times New Roman" pitchFamily="18" charset="0"/>
                        </a:rPr>
                        <a:t>Q</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下斜</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下斜</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水平</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水平</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r h="864096">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M</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a:t>
                      </a:r>
                    </a:p>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720661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9" presetClass="emph" presetSubtype="0" nodeType="withEffect">
                                  <p:stCondLst>
                                    <p:cond delay="0"/>
                                  </p:stCondLst>
                                  <p:childTnLst>
                                    <p:set>
                                      <p:cBhvr rctx="PPT">
                                        <p:cTn id="8" dur="indefinite"/>
                                        <p:tgtEl>
                                          <p:spTgt spid="106"/>
                                        </p:tgtEl>
                                        <p:attrNameLst>
                                          <p:attrName>style.opacity</p:attrName>
                                        </p:attrNameLst>
                                      </p:cBhvr>
                                      <p:to>
                                        <p:strVal val="0.5"/>
                                      </p:to>
                                    </p:set>
                                    <p:animEffect filter="image" prLst="opacity: 0.5">
                                      <p:cBhvr rctx="IE">
                                        <p:cTn id="9" dur="indefinite"/>
                                        <p:tgtEl>
                                          <p:spTgt spid="106"/>
                                        </p:tgtEl>
                                      </p:cBhvr>
                                    </p:animEffect>
                                  </p:childTnLst>
                                </p:cTn>
                              </p:par>
                              <p:par>
                                <p:cTn id="10" presetID="9" presetClass="emph" presetSubtype="0" nodeType="withEffect">
                                  <p:stCondLst>
                                    <p:cond delay="0"/>
                                  </p:stCondLst>
                                  <p:childTnLst>
                                    <p:set>
                                      <p:cBhvr rctx="PPT">
                                        <p:cTn id="11" dur="indefinite"/>
                                        <p:tgtEl>
                                          <p:spTgt spid="101"/>
                                        </p:tgtEl>
                                        <p:attrNameLst>
                                          <p:attrName>style.opacity</p:attrName>
                                        </p:attrNameLst>
                                      </p:cBhvr>
                                      <p:to>
                                        <p:strVal val="0.5"/>
                                      </p:to>
                                    </p:set>
                                    <p:animEffect filter="image" prLst="opacity: 0.5">
                                      <p:cBhvr rctx="IE">
                                        <p:cTn id="12" dur="indefinite"/>
                                        <p:tgtEl>
                                          <p:spTgt spid="101"/>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142"/>
                                        </p:tgtEl>
                                        <p:attrNameLst>
                                          <p:attrName>style.visibility</p:attrName>
                                        </p:attrNameLst>
                                      </p:cBhvr>
                                      <p:to>
                                        <p:strVal val="visible"/>
                                      </p:to>
                                    </p:set>
                                    <p:animEffect transition="in" filter="slide(fromLeft)">
                                      <p:cBhvr>
                                        <p:cTn id="15" dur="5000"/>
                                        <p:tgtEl>
                                          <p:spTgt spid="142"/>
                                        </p:tgtEl>
                                      </p:cBhvr>
                                    </p:animEffect>
                                  </p:childTnLst>
                                </p:cTn>
                              </p:par>
                              <p:par>
                                <p:cTn id="16" presetID="19" presetClass="entr" presetSubtype="10" fill="hold" grpId="0" nodeType="withEffect">
                                  <p:stCondLst>
                                    <p:cond delay="500"/>
                                  </p:stCondLst>
                                  <p:childTnLst>
                                    <p:set>
                                      <p:cBhvr>
                                        <p:cTn id="17" dur="1" fill="hold">
                                          <p:stCondLst>
                                            <p:cond delay="0"/>
                                          </p:stCondLst>
                                        </p:cTn>
                                        <p:tgtEl>
                                          <p:spTgt spid="124"/>
                                        </p:tgtEl>
                                        <p:attrNameLst>
                                          <p:attrName>style.visibility</p:attrName>
                                        </p:attrNameLst>
                                      </p:cBhvr>
                                      <p:to>
                                        <p:strVal val="visible"/>
                                      </p:to>
                                    </p:set>
                                    <p:anim calcmode="lin" valueType="num">
                                      <p:cBhvr>
                                        <p:cTn id="18" dur="5000" fill="hold"/>
                                        <p:tgtEl>
                                          <p:spTgt spid="124"/>
                                        </p:tgtEl>
                                        <p:attrNameLst>
                                          <p:attrName>ppt_w</p:attrName>
                                        </p:attrNameLst>
                                      </p:cBhvr>
                                      <p:tavLst>
                                        <p:tav tm="0" fmla="#ppt_w*sin(2.5*pi*$)">
                                          <p:val>
                                            <p:fltVal val="0"/>
                                          </p:val>
                                        </p:tav>
                                        <p:tav tm="100000">
                                          <p:val>
                                            <p:fltVal val="1"/>
                                          </p:val>
                                        </p:tav>
                                      </p:tavLst>
                                    </p:anim>
                                    <p:anim calcmode="lin" valueType="num">
                                      <p:cBhvr>
                                        <p:cTn id="19" dur="5000" fill="hold"/>
                                        <p:tgtEl>
                                          <p:spTgt spid="124"/>
                                        </p:tgtEl>
                                        <p:attrNameLst>
                                          <p:attrName>ppt_h</p:attrName>
                                        </p:attrNameLst>
                                      </p:cBhvr>
                                      <p:tavLst>
                                        <p:tav tm="0">
                                          <p:val>
                                            <p:strVal val="#ppt_h"/>
                                          </p:val>
                                        </p:tav>
                                        <p:tav tm="100000">
                                          <p:val>
                                            <p:strVal val="#ppt_h"/>
                                          </p:val>
                                        </p:tav>
                                      </p:tavLst>
                                    </p:anim>
                                  </p:childTnLst>
                                </p:cTn>
                              </p:par>
                              <p:par>
                                <p:cTn id="20" presetID="12" presetClass="entr" presetSubtype="4" fill="hold" grpId="0" nodeType="withEffect">
                                  <p:stCondLst>
                                    <p:cond delay="500"/>
                                  </p:stCondLst>
                                  <p:childTnLst>
                                    <p:set>
                                      <p:cBhvr>
                                        <p:cTn id="21" dur="1" fill="hold">
                                          <p:stCondLst>
                                            <p:cond delay="0"/>
                                          </p:stCondLst>
                                        </p:cTn>
                                        <p:tgtEl>
                                          <p:spTgt spid="125"/>
                                        </p:tgtEl>
                                        <p:attrNameLst>
                                          <p:attrName>style.visibility</p:attrName>
                                        </p:attrNameLst>
                                      </p:cBhvr>
                                      <p:to>
                                        <p:strVal val="visible"/>
                                      </p:to>
                                    </p:set>
                                    <p:animEffect transition="in" filter="slide(fromBottom)">
                                      <p:cBhvr>
                                        <p:cTn id="22" dur="5000"/>
                                        <p:tgtEl>
                                          <p:spTgt spid="125"/>
                                        </p:tgtEl>
                                      </p:cBhvr>
                                    </p:animEffect>
                                  </p:childTnLst>
                                </p:cTn>
                              </p:par>
                              <p:par>
                                <p:cTn id="23" presetID="19" presetClass="entr" presetSubtype="10" fill="hold" grpId="0" nodeType="withEffect">
                                  <p:stCondLst>
                                    <p:cond delay="500"/>
                                  </p:stCondLst>
                                  <p:childTnLst>
                                    <p:set>
                                      <p:cBhvr>
                                        <p:cTn id="24" dur="1" fill="hold">
                                          <p:stCondLst>
                                            <p:cond delay="0"/>
                                          </p:stCondLst>
                                        </p:cTn>
                                        <p:tgtEl>
                                          <p:spTgt spid="138"/>
                                        </p:tgtEl>
                                        <p:attrNameLst>
                                          <p:attrName>style.visibility</p:attrName>
                                        </p:attrNameLst>
                                      </p:cBhvr>
                                      <p:to>
                                        <p:strVal val="visible"/>
                                      </p:to>
                                    </p:set>
                                    <p:anim calcmode="lin" valueType="num">
                                      <p:cBhvr>
                                        <p:cTn id="25" dur="5000" fill="hold"/>
                                        <p:tgtEl>
                                          <p:spTgt spid="138"/>
                                        </p:tgtEl>
                                        <p:attrNameLst>
                                          <p:attrName>ppt_w</p:attrName>
                                        </p:attrNameLst>
                                      </p:cBhvr>
                                      <p:tavLst>
                                        <p:tav tm="0" fmla="#ppt_w*sin(2.5*pi*$)">
                                          <p:val>
                                            <p:fltVal val="0"/>
                                          </p:val>
                                        </p:tav>
                                        <p:tav tm="100000">
                                          <p:val>
                                            <p:fltVal val="1"/>
                                          </p:val>
                                        </p:tav>
                                      </p:tavLst>
                                    </p:anim>
                                    <p:anim calcmode="lin" valueType="num">
                                      <p:cBhvr>
                                        <p:cTn id="26" dur="5000" fill="hold"/>
                                        <p:tgtEl>
                                          <p:spTgt spid="138"/>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00"/>
                                        </p:tgtEl>
                                        <p:attrNameLst>
                                          <p:attrName>style.visibility</p:attrName>
                                        </p:attrNameLst>
                                      </p:cBhvr>
                                      <p:to>
                                        <p:strVal val="visible"/>
                                      </p:to>
                                    </p:set>
                                    <p:animEffect transition="in" filter="wipe(up)">
                                      <p:cBhvr>
                                        <p:cTn id="31" dur="5000"/>
                                        <p:tgtEl>
                                          <p:spTgt spid="200"/>
                                        </p:tgtEl>
                                      </p:cBhvr>
                                    </p:animEffect>
                                  </p:childTnLst>
                                </p:cTn>
                              </p:par>
                              <p:par>
                                <p:cTn id="32" presetID="19" presetClass="entr" presetSubtype="10" fill="hold" grpId="0" nodeType="withEffect">
                                  <p:stCondLst>
                                    <p:cond delay="500"/>
                                  </p:stCondLst>
                                  <p:childTnLst>
                                    <p:set>
                                      <p:cBhvr>
                                        <p:cTn id="33" dur="1" fill="hold">
                                          <p:stCondLst>
                                            <p:cond delay="0"/>
                                          </p:stCondLst>
                                        </p:cTn>
                                        <p:tgtEl>
                                          <p:spTgt spid="141"/>
                                        </p:tgtEl>
                                        <p:attrNameLst>
                                          <p:attrName>style.visibility</p:attrName>
                                        </p:attrNameLst>
                                      </p:cBhvr>
                                      <p:to>
                                        <p:strVal val="visible"/>
                                      </p:to>
                                    </p:set>
                                    <p:anim calcmode="lin" valueType="num">
                                      <p:cBhvr>
                                        <p:cTn id="34" dur="5000" fill="hold"/>
                                        <p:tgtEl>
                                          <p:spTgt spid="141"/>
                                        </p:tgtEl>
                                        <p:attrNameLst>
                                          <p:attrName>ppt_w</p:attrName>
                                        </p:attrNameLst>
                                      </p:cBhvr>
                                      <p:tavLst>
                                        <p:tav tm="0" fmla="#ppt_w*sin(2.5*pi*$)">
                                          <p:val>
                                            <p:fltVal val="0"/>
                                          </p:val>
                                        </p:tav>
                                        <p:tav tm="100000">
                                          <p:val>
                                            <p:fltVal val="1"/>
                                          </p:val>
                                        </p:tav>
                                      </p:tavLst>
                                    </p:anim>
                                    <p:anim calcmode="lin" valueType="num">
                                      <p:cBhvr>
                                        <p:cTn id="35" dur="5000" fill="hold"/>
                                        <p:tgtEl>
                                          <p:spTgt spid="14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5" presetClass="entr" presetSubtype="0" fill="hold" grpId="0" nodeType="clickEffect">
                                  <p:stCondLst>
                                    <p:cond delay="0"/>
                                  </p:stCondLst>
                                  <p:childTnLst>
                                    <p:set>
                                      <p:cBhvr>
                                        <p:cTn id="39" dur="1" fill="hold">
                                          <p:stCondLst>
                                            <p:cond delay="0"/>
                                          </p:stCondLst>
                                        </p:cTn>
                                        <p:tgtEl>
                                          <p:spTgt spid="190"/>
                                        </p:tgtEl>
                                        <p:attrNameLst>
                                          <p:attrName>style.visibility</p:attrName>
                                        </p:attrNameLst>
                                      </p:cBhvr>
                                      <p:to>
                                        <p:strVal val="visible"/>
                                      </p:to>
                                    </p:set>
                                    <p:anim calcmode="lin" valueType="num">
                                      <p:cBhvr>
                                        <p:cTn id="40" dur="2000" fill="hold"/>
                                        <p:tgtEl>
                                          <p:spTgt spid="190"/>
                                        </p:tgtEl>
                                        <p:attrNameLst>
                                          <p:attrName>ppt_w</p:attrName>
                                        </p:attrNameLst>
                                      </p:cBhvr>
                                      <p:tavLst>
                                        <p:tav tm="0">
                                          <p:val>
                                            <p:fltVal val="0"/>
                                          </p:val>
                                        </p:tav>
                                        <p:tav tm="100000">
                                          <p:val>
                                            <p:strVal val="#ppt_w"/>
                                          </p:val>
                                        </p:tav>
                                      </p:tavLst>
                                    </p:anim>
                                    <p:anim calcmode="lin" valueType="num">
                                      <p:cBhvr>
                                        <p:cTn id="41" dur="2000" fill="hold"/>
                                        <p:tgtEl>
                                          <p:spTgt spid="190"/>
                                        </p:tgtEl>
                                        <p:attrNameLst>
                                          <p:attrName>ppt_h</p:attrName>
                                        </p:attrNameLst>
                                      </p:cBhvr>
                                      <p:tavLst>
                                        <p:tav tm="0">
                                          <p:val>
                                            <p:fltVal val="0"/>
                                          </p:val>
                                        </p:tav>
                                        <p:tav tm="100000">
                                          <p:val>
                                            <p:strVal val="#ppt_h"/>
                                          </p:val>
                                        </p:tav>
                                      </p:tavLst>
                                    </p:anim>
                                    <p:anim calcmode="lin" valueType="num">
                                      <p:cBhvr>
                                        <p:cTn id="42" dur="2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43" dur="2000" fill="hold"/>
                                        <p:tgtEl>
                                          <p:spTgt spid="19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38"/>
                                            </p:cond>
                                          </p:stCondLst>
                                          <p:endCondLst>
                                            <p:cond evt="onStopAudio" delay="0">
                                              <p:tgtEl>
                                                <p:sldTgt/>
                                              </p:tgtEl>
                                            </p:cond>
                                          </p:endCondLst>
                                        </p:cTn>
                                        <p:tgtEl>
                                          <p:sndTgt r:embed="rId4" name="CHIMES.WAV"/>
                                        </p:tgtEl>
                                      </p:cMediaNode>
                                    </p:audio>
                                  </p:subTnLst>
                                </p:cTn>
                              </p:par>
                              <p:par>
                                <p:cTn id="44" presetID="19" presetClass="entr" presetSubtype="10" fill="hold" grpId="0" nodeType="withEffect">
                                  <p:stCondLst>
                                    <p:cond delay="0"/>
                                  </p:stCondLst>
                                  <p:childTnLst>
                                    <p:set>
                                      <p:cBhvr>
                                        <p:cTn id="45" dur="1" fill="hold">
                                          <p:stCondLst>
                                            <p:cond delay="0"/>
                                          </p:stCondLst>
                                        </p:cTn>
                                        <p:tgtEl>
                                          <p:spTgt spid="143"/>
                                        </p:tgtEl>
                                        <p:attrNameLst>
                                          <p:attrName>style.visibility</p:attrName>
                                        </p:attrNameLst>
                                      </p:cBhvr>
                                      <p:to>
                                        <p:strVal val="visible"/>
                                      </p:to>
                                    </p:set>
                                    <p:anim calcmode="lin" valueType="num">
                                      <p:cBhvr>
                                        <p:cTn id="46" dur="5000" fill="hold"/>
                                        <p:tgtEl>
                                          <p:spTgt spid="143"/>
                                        </p:tgtEl>
                                        <p:attrNameLst>
                                          <p:attrName>ppt_w</p:attrName>
                                        </p:attrNameLst>
                                      </p:cBhvr>
                                      <p:tavLst>
                                        <p:tav tm="0" fmla="#ppt_w*sin(2.5*pi*$)">
                                          <p:val>
                                            <p:fltVal val="0"/>
                                          </p:val>
                                        </p:tav>
                                        <p:tav tm="100000">
                                          <p:val>
                                            <p:fltVal val="1"/>
                                          </p:val>
                                        </p:tav>
                                      </p:tavLst>
                                    </p:anim>
                                    <p:anim calcmode="lin" valueType="num">
                                      <p:cBhvr>
                                        <p:cTn id="47" dur="5000" fill="hold"/>
                                        <p:tgtEl>
                                          <p:spTgt spid="14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4" name="CHIMES.WAV"/>
                                        </p:tgtEl>
                                      </p:cMediaNode>
                                    </p:audio>
                                  </p:subTnLst>
                                </p:cTn>
                              </p:par>
                            </p:childTnLst>
                          </p:cTn>
                        </p:par>
                      </p:childTnLst>
                    </p:cTn>
                  </p:par>
                  <p:par>
                    <p:cTn id="48" fill="hold">
                      <p:stCondLst>
                        <p:cond delay="indefinite"/>
                      </p:stCondLst>
                      <p:childTnLst>
                        <p:par>
                          <p:cTn id="49" fill="hold">
                            <p:stCondLst>
                              <p:cond delay="0"/>
                            </p:stCondLst>
                            <p:childTnLst>
                              <p:par>
                                <p:cTn id="50" presetID="15" presetClass="entr" presetSubtype="0" fill="hold" grpId="0" nodeType="clickEffect">
                                  <p:stCondLst>
                                    <p:cond delay="0"/>
                                  </p:stCondLst>
                                  <p:childTnLst>
                                    <p:set>
                                      <p:cBhvr>
                                        <p:cTn id="51" dur="1" fill="hold">
                                          <p:stCondLst>
                                            <p:cond delay="0"/>
                                          </p:stCondLst>
                                        </p:cTn>
                                        <p:tgtEl>
                                          <p:spTgt spid="179"/>
                                        </p:tgtEl>
                                        <p:attrNameLst>
                                          <p:attrName>style.visibility</p:attrName>
                                        </p:attrNameLst>
                                      </p:cBhvr>
                                      <p:to>
                                        <p:strVal val="visible"/>
                                      </p:to>
                                    </p:set>
                                    <p:anim calcmode="lin" valueType="num">
                                      <p:cBhvr>
                                        <p:cTn id="52" dur="2000" fill="hold"/>
                                        <p:tgtEl>
                                          <p:spTgt spid="179"/>
                                        </p:tgtEl>
                                        <p:attrNameLst>
                                          <p:attrName>ppt_w</p:attrName>
                                        </p:attrNameLst>
                                      </p:cBhvr>
                                      <p:tavLst>
                                        <p:tav tm="0">
                                          <p:val>
                                            <p:fltVal val="0"/>
                                          </p:val>
                                        </p:tav>
                                        <p:tav tm="100000">
                                          <p:val>
                                            <p:strVal val="#ppt_w"/>
                                          </p:val>
                                        </p:tav>
                                      </p:tavLst>
                                    </p:anim>
                                    <p:anim calcmode="lin" valueType="num">
                                      <p:cBhvr>
                                        <p:cTn id="53" dur="2000" fill="hold"/>
                                        <p:tgtEl>
                                          <p:spTgt spid="179"/>
                                        </p:tgtEl>
                                        <p:attrNameLst>
                                          <p:attrName>ppt_h</p:attrName>
                                        </p:attrNameLst>
                                      </p:cBhvr>
                                      <p:tavLst>
                                        <p:tav tm="0">
                                          <p:val>
                                            <p:fltVal val="0"/>
                                          </p:val>
                                        </p:tav>
                                        <p:tav tm="100000">
                                          <p:val>
                                            <p:strVal val="#ppt_h"/>
                                          </p:val>
                                        </p:tav>
                                      </p:tavLst>
                                    </p:anim>
                                    <p:anim calcmode="lin" valueType="num">
                                      <p:cBhvr>
                                        <p:cTn id="54" dur="2000" fill="hold"/>
                                        <p:tgtEl>
                                          <p:spTgt spid="179"/>
                                        </p:tgtEl>
                                        <p:attrNameLst>
                                          <p:attrName>ppt_x</p:attrName>
                                        </p:attrNameLst>
                                      </p:cBhvr>
                                      <p:tavLst>
                                        <p:tav tm="0" fmla="#ppt_x+(cos(-2*pi*(1-$))*-#ppt_x-sin(-2*pi*(1-$))*(1-#ppt_y))*(1-$)">
                                          <p:val>
                                            <p:fltVal val="0"/>
                                          </p:val>
                                        </p:tav>
                                        <p:tav tm="100000">
                                          <p:val>
                                            <p:fltVal val="1"/>
                                          </p:val>
                                        </p:tav>
                                      </p:tavLst>
                                    </p:anim>
                                    <p:anim calcmode="lin" valueType="num">
                                      <p:cBhvr>
                                        <p:cTn id="55" dur="2000" fill="hold"/>
                                        <p:tgtEl>
                                          <p:spTgt spid="17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44"/>
                                        </p:tgtEl>
                                        <p:attrNameLst>
                                          <p:attrName>style.visibility</p:attrName>
                                        </p:attrNameLst>
                                      </p:cBhvr>
                                      <p:to>
                                        <p:strVal val="visible"/>
                                      </p:to>
                                    </p:set>
                                    <p:anim calcmode="lin" valueType="num">
                                      <p:cBhvr>
                                        <p:cTn id="58" dur="5000" fill="hold"/>
                                        <p:tgtEl>
                                          <p:spTgt spid="144"/>
                                        </p:tgtEl>
                                        <p:attrNameLst>
                                          <p:attrName>ppt_w</p:attrName>
                                        </p:attrNameLst>
                                      </p:cBhvr>
                                      <p:tavLst>
                                        <p:tav tm="0" fmla="#ppt_w*sin(2.5*pi*$)">
                                          <p:val>
                                            <p:fltVal val="0"/>
                                          </p:val>
                                        </p:tav>
                                        <p:tav tm="100000">
                                          <p:val>
                                            <p:fltVal val="1"/>
                                          </p:val>
                                        </p:tav>
                                      </p:tavLst>
                                    </p:anim>
                                    <p:anim calcmode="lin" valueType="num">
                                      <p:cBhvr>
                                        <p:cTn id="59" dur="5000" fill="hold"/>
                                        <p:tgtEl>
                                          <p:spTgt spid="14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4" name="CHIMES.WAV"/>
                                        </p:tgtEl>
                                      </p:cMediaNode>
                                    </p:audio>
                                  </p:subTnLst>
                                </p:cTn>
                              </p:par>
                            </p:childTnLst>
                          </p:cTn>
                        </p:par>
                      </p:childTnLst>
                    </p:cTn>
                  </p:par>
                  <p:par>
                    <p:cTn id="60" fill="hold">
                      <p:stCondLst>
                        <p:cond delay="indefinite"/>
                      </p:stCondLst>
                      <p:childTnLst>
                        <p:par>
                          <p:cTn id="61" fill="hold">
                            <p:stCondLst>
                              <p:cond delay="0"/>
                            </p:stCondLst>
                            <p:childTnLst>
                              <p:par>
                                <p:cTn id="62" presetID="15" presetClass="entr" presetSubtype="0" fill="hold" grpId="0" nodeType="clickEffect">
                                  <p:stCondLst>
                                    <p:cond delay="0"/>
                                  </p:stCondLst>
                                  <p:childTnLst>
                                    <p:set>
                                      <p:cBhvr>
                                        <p:cTn id="63" dur="1" fill="hold">
                                          <p:stCondLst>
                                            <p:cond delay="0"/>
                                          </p:stCondLst>
                                        </p:cTn>
                                        <p:tgtEl>
                                          <p:spTgt spid="189"/>
                                        </p:tgtEl>
                                        <p:attrNameLst>
                                          <p:attrName>style.visibility</p:attrName>
                                        </p:attrNameLst>
                                      </p:cBhvr>
                                      <p:to>
                                        <p:strVal val="visible"/>
                                      </p:to>
                                    </p:set>
                                    <p:anim calcmode="lin" valueType="num">
                                      <p:cBhvr>
                                        <p:cTn id="64" dur="2000" fill="hold"/>
                                        <p:tgtEl>
                                          <p:spTgt spid="189"/>
                                        </p:tgtEl>
                                        <p:attrNameLst>
                                          <p:attrName>ppt_w</p:attrName>
                                        </p:attrNameLst>
                                      </p:cBhvr>
                                      <p:tavLst>
                                        <p:tav tm="0">
                                          <p:val>
                                            <p:fltVal val="0"/>
                                          </p:val>
                                        </p:tav>
                                        <p:tav tm="100000">
                                          <p:val>
                                            <p:strVal val="#ppt_w"/>
                                          </p:val>
                                        </p:tav>
                                      </p:tavLst>
                                    </p:anim>
                                    <p:anim calcmode="lin" valueType="num">
                                      <p:cBhvr>
                                        <p:cTn id="65" dur="2000" fill="hold"/>
                                        <p:tgtEl>
                                          <p:spTgt spid="189"/>
                                        </p:tgtEl>
                                        <p:attrNameLst>
                                          <p:attrName>ppt_h</p:attrName>
                                        </p:attrNameLst>
                                      </p:cBhvr>
                                      <p:tavLst>
                                        <p:tav tm="0">
                                          <p:val>
                                            <p:fltVal val="0"/>
                                          </p:val>
                                        </p:tav>
                                        <p:tav tm="100000">
                                          <p:val>
                                            <p:strVal val="#ppt_h"/>
                                          </p:val>
                                        </p:tav>
                                      </p:tavLst>
                                    </p:anim>
                                    <p:anim calcmode="lin" valueType="num">
                                      <p:cBhvr>
                                        <p:cTn id="66" dur="2000" fill="hold"/>
                                        <p:tgtEl>
                                          <p:spTgt spid="189"/>
                                        </p:tgtEl>
                                        <p:attrNameLst>
                                          <p:attrName>ppt_x</p:attrName>
                                        </p:attrNameLst>
                                      </p:cBhvr>
                                      <p:tavLst>
                                        <p:tav tm="0" fmla="#ppt_x+(cos(-2*pi*(1-$))*-#ppt_x-sin(-2*pi*(1-$))*(1-#ppt_y))*(1-$)">
                                          <p:val>
                                            <p:fltVal val="0"/>
                                          </p:val>
                                        </p:tav>
                                        <p:tav tm="100000">
                                          <p:val>
                                            <p:fltVal val="1"/>
                                          </p:val>
                                        </p:tav>
                                      </p:tavLst>
                                    </p:anim>
                                    <p:anim calcmode="lin" valueType="num">
                                      <p:cBhvr>
                                        <p:cTn id="67" dur="2000" fill="hold"/>
                                        <p:tgtEl>
                                          <p:spTgt spid="18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8" presetID="19" presetClass="entr" presetSubtype="10" fill="hold" grpId="0" nodeType="withEffect">
                                  <p:stCondLst>
                                    <p:cond delay="0"/>
                                  </p:stCondLst>
                                  <p:childTnLst>
                                    <p:set>
                                      <p:cBhvr>
                                        <p:cTn id="69" dur="1" fill="hold">
                                          <p:stCondLst>
                                            <p:cond delay="0"/>
                                          </p:stCondLst>
                                        </p:cTn>
                                        <p:tgtEl>
                                          <p:spTgt spid="145"/>
                                        </p:tgtEl>
                                        <p:attrNameLst>
                                          <p:attrName>style.visibility</p:attrName>
                                        </p:attrNameLst>
                                      </p:cBhvr>
                                      <p:to>
                                        <p:strVal val="visible"/>
                                      </p:to>
                                    </p:set>
                                    <p:anim calcmode="lin" valueType="num">
                                      <p:cBhvr>
                                        <p:cTn id="70" dur="5000" fill="hold"/>
                                        <p:tgtEl>
                                          <p:spTgt spid="145"/>
                                        </p:tgtEl>
                                        <p:attrNameLst>
                                          <p:attrName>ppt_w</p:attrName>
                                        </p:attrNameLst>
                                      </p:cBhvr>
                                      <p:tavLst>
                                        <p:tav tm="0" fmla="#ppt_w*sin(2.5*pi*$)">
                                          <p:val>
                                            <p:fltVal val="0"/>
                                          </p:val>
                                        </p:tav>
                                        <p:tav tm="100000">
                                          <p:val>
                                            <p:fltVal val="1"/>
                                          </p:val>
                                        </p:tav>
                                      </p:tavLst>
                                    </p:anim>
                                    <p:anim calcmode="lin" valueType="num">
                                      <p:cBhvr>
                                        <p:cTn id="71" dur="5000" fill="hold"/>
                                        <p:tgtEl>
                                          <p:spTgt spid="14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4" name="CHIMES.WAV"/>
                                        </p:tgtEl>
                                      </p:cMediaNode>
                                    </p:audio>
                                  </p:subTnLst>
                                </p:cTn>
                              </p:par>
                            </p:childTnLst>
                          </p:cTn>
                        </p:par>
                      </p:childTnLst>
                    </p:cTn>
                  </p:par>
                  <p:par>
                    <p:cTn id="72" fill="hold">
                      <p:stCondLst>
                        <p:cond delay="indefinite"/>
                      </p:stCondLst>
                      <p:childTnLst>
                        <p:par>
                          <p:cTn id="73" fill="hold">
                            <p:stCondLst>
                              <p:cond delay="0"/>
                            </p:stCondLst>
                            <p:childTnLst>
                              <p:par>
                                <p:cTn id="74" presetID="15" presetClass="entr" presetSubtype="0" fill="hold" grpId="0" nodeType="clickEffect">
                                  <p:stCondLst>
                                    <p:cond delay="0"/>
                                  </p:stCondLst>
                                  <p:childTnLst>
                                    <p:set>
                                      <p:cBhvr>
                                        <p:cTn id="75" dur="1" fill="hold">
                                          <p:stCondLst>
                                            <p:cond delay="0"/>
                                          </p:stCondLst>
                                        </p:cTn>
                                        <p:tgtEl>
                                          <p:spTgt spid="188"/>
                                        </p:tgtEl>
                                        <p:attrNameLst>
                                          <p:attrName>style.visibility</p:attrName>
                                        </p:attrNameLst>
                                      </p:cBhvr>
                                      <p:to>
                                        <p:strVal val="visible"/>
                                      </p:to>
                                    </p:set>
                                    <p:anim calcmode="lin" valueType="num">
                                      <p:cBhvr>
                                        <p:cTn id="76" dur="2000" fill="hold"/>
                                        <p:tgtEl>
                                          <p:spTgt spid="188"/>
                                        </p:tgtEl>
                                        <p:attrNameLst>
                                          <p:attrName>ppt_w</p:attrName>
                                        </p:attrNameLst>
                                      </p:cBhvr>
                                      <p:tavLst>
                                        <p:tav tm="0">
                                          <p:val>
                                            <p:fltVal val="0"/>
                                          </p:val>
                                        </p:tav>
                                        <p:tav tm="100000">
                                          <p:val>
                                            <p:strVal val="#ppt_w"/>
                                          </p:val>
                                        </p:tav>
                                      </p:tavLst>
                                    </p:anim>
                                    <p:anim calcmode="lin" valueType="num">
                                      <p:cBhvr>
                                        <p:cTn id="77" dur="2000" fill="hold"/>
                                        <p:tgtEl>
                                          <p:spTgt spid="188"/>
                                        </p:tgtEl>
                                        <p:attrNameLst>
                                          <p:attrName>ppt_h</p:attrName>
                                        </p:attrNameLst>
                                      </p:cBhvr>
                                      <p:tavLst>
                                        <p:tav tm="0">
                                          <p:val>
                                            <p:fltVal val="0"/>
                                          </p:val>
                                        </p:tav>
                                        <p:tav tm="100000">
                                          <p:val>
                                            <p:strVal val="#ppt_h"/>
                                          </p:val>
                                        </p:tav>
                                      </p:tavLst>
                                    </p:anim>
                                    <p:anim calcmode="lin" valueType="num">
                                      <p:cBhvr>
                                        <p:cTn id="78" dur="2000" fill="hold"/>
                                        <p:tgtEl>
                                          <p:spTgt spid="188"/>
                                        </p:tgtEl>
                                        <p:attrNameLst>
                                          <p:attrName>ppt_x</p:attrName>
                                        </p:attrNameLst>
                                      </p:cBhvr>
                                      <p:tavLst>
                                        <p:tav tm="0" fmla="#ppt_x+(cos(-2*pi*(1-$))*-#ppt_x-sin(-2*pi*(1-$))*(1-#ppt_y))*(1-$)">
                                          <p:val>
                                            <p:fltVal val="0"/>
                                          </p:val>
                                        </p:tav>
                                        <p:tav tm="100000">
                                          <p:val>
                                            <p:fltVal val="1"/>
                                          </p:val>
                                        </p:tav>
                                      </p:tavLst>
                                    </p:anim>
                                    <p:anim calcmode="lin" valueType="num">
                                      <p:cBhvr>
                                        <p:cTn id="79" dur="2000" fill="hold"/>
                                        <p:tgtEl>
                                          <p:spTgt spid="18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4"/>
                                            </p:cond>
                                          </p:stCondLst>
                                          <p:endCondLst>
                                            <p:cond evt="onStopAudio" delay="0">
                                              <p:tgtEl>
                                                <p:sldTgt/>
                                              </p:tgtEl>
                                            </p:cond>
                                          </p:endCondLst>
                                        </p:cTn>
                                        <p:tgtEl>
                                          <p:sndTgt r:embed="rId4" name="CHIMES.WAV"/>
                                        </p:tgtEl>
                                      </p:cMediaNode>
                                    </p:audio>
                                  </p:subTnLst>
                                </p:cTn>
                              </p:par>
                              <p:par>
                                <p:cTn id="80" presetID="19" presetClass="entr" presetSubtype="10" fill="hold" grpId="0" nodeType="withEffect">
                                  <p:stCondLst>
                                    <p:cond delay="0"/>
                                  </p:stCondLst>
                                  <p:childTnLst>
                                    <p:set>
                                      <p:cBhvr>
                                        <p:cTn id="81" dur="1" fill="hold">
                                          <p:stCondLst>
                                            <p:cond delay="0"/>
                                          </p:stCondLst>
                                        </p:cTn>
                                        <p:tgtEl>
                                          <p:spTgt spid="146"/>
                                        </p:tgtEl>
                                        <p:attrNameLst>
                                          <p:attrName>style.visibility</p:attrName>
                                        </p:attrNameLst>
                                      </p:cBhvr>
                                      <p:to>
                                        <p:strVal val="visible"/>
                                      </p:to>
                                    </p:set>
                                    <p:anim calcmode="lin" valueType="num">
                                      <p:cBhvr>
                                        <p:cTn id="82" dur="5000" fill="hold"/>
                                        <p:tgtEl>
                                          <p:spTgt spid="146"/>
                                        </p:tgtEl>
                                        <p:attrNameLst>
                                          <p:attrName>ppt_w</p:attrName>
                                        </p:attrNameLst>
                                      </p:cBhvr>
                                      <p:tavLst>
                                        <p:tav tm="0" fmla="#ppt_w*sin(2.5*pi*$)">
                                          <p:val>
                                            <p:fltVal val="0"/>
                                          </p:val>
                                        </p:tav>
                                        <p:tav tm="100000">
                                          <p:val>
                                            <p:fltVal val="1"/>
                                          </p:val>
                                        </p:tav>
                                      </p:tavLst>
                                    </p:anim>
                                    <p:anim calcmode="lin" valueType="num">
                                      <p:cBhvr>
                                        <p:cTn id="83" dur="5000" fill="hold"/>
                                        <p:tgtEl>
                                          <p:spTgt spid="14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0"/>
                                            </p:cond>
                                          </p:stCondLst>
                                          <p:endCondLst>
                                            <p:cond evt="onStopAudio" delay="0">
                                              <p:tgtEl>
                                                <p:sldTgt/>
                                              </p:tgtEl>
                                            </p:cond>
                                          </p:endCondLst>
                                        </p:cTn>
                                        <p:tgtEl>
                                          <p:sndTgt r:embed="rId4" name="CHIMES.WAV"/>
                                        </p:tgtEl>
                                      </p:cMediaNode>
                                    </p:audio>
                                  </p:subTnLst>
                                </p:cTn>
                              </p:par>
                            </p:childTnLst>
                          </p:cTn>
                        </p:par>
                      </p:childTnLst>
                    </p:cTn>
                  </p:par>
                  <p:par>
                    <p:cTn id="84" fill="hold">
                      <p:stCondLst>
                        <p:cond delay="indefinite"/>
                      </p:stCondLst>
                      <p:childTnLst>
                        <p:par>
                          <p:cTn id="85" fill="hold">
                            <p:stCondLst>
                              <p:cond delay="0"/>
                            </p:stCondLst>
                            <p:childTnLst>
                              <p:par>
                                <p:cTn id="86" presetID="15" presetClass="entr" presetSubtype="0" fill="hold" grpId="0" nodeType="clickEffect">
                                  <p:stCondLst>
                                    <p:cond delay="0"/>
                                  </p:stCondLst>
                                  <p:childTnLst>
                                    <p:set>
                                      <p:cBhvr>
                                        <p:cTn id="87" dur="1" fill="hold">
                                          <p:stCondLst>
                                            <p:cond delay="0"/>
                                          </p:stCondLst>
                                        </p:cTn>
                                        <p:tgtEl>
                                          <p:spTgt spid="187"/>
                                        </p:tgtEl>
                                        <p:attrNameLst>
                                          <p:attrName>style.visibility</p:attrName>
                                        </p:attrNameLst>
                                      </p:cBhvr>
                                      <p:to>
                                        <p:strVal val="visible"/>
                                      </p:to>
                                    </p:set>
                                    <p:anim calcmode="lin" valueType="num">
                                      <p:cBhvr>
                                        <p:cTn id="88" dur="2000" fill="hold"/>
                                        <p:tgtEl>
                                          <p:spTgt spid="187"/>
                                        </p:tgtEl>
                                        <p:attrNameLst>
                                          <p:attrName>ppt_w</p:attrName>
                                        </p:attrNameLst>
                                      </p:cBhvr>
                                      <p:tavLst>
                                        <p:tav tm="0">
                                          <p:val>
                                            <p:fltVal val="0"/>
                                          </p:val>
                                        </p:tav>
                                        <p:tav tm="100000">
                                          <p:val>
                                            <p:strVal val="#ppt_w"/>
                                          </p:val>
                                        </p:tav>
                                      </p:tavLst>
                                    </p:anim>
                                    <p:anim calcmode="lin" valueType="num">
                                      <p:cBhvr>
                                        <p:cTn id="89" dur="2000" fill="hold"/>
                                        <p:tgtEl>
                                          <p:spTgt spid="187"/>
                                        </p:tgtEl>
                                        <p:attrNameLst>
                                          <p:attrName>ppt_h</p:attrName>
                                        </p:attrNameLst>
                                      </p:cBhvr>
                                      <p:tavLst>
                                        <p:tav tm="0">
                                          <p:val>
                                            <p:fltVal val="0"/>
                                          </p:val>
                                        </p:tav>
                                        <p:tav tm="100000">
                                          <p:val>
                                            <p:strVal val="#ppt_h"/>
                                          </p:val>
                                        </p:tav>
                                      </p:tavLst>
                                    </p:anim>
                                    <p:anim calcmode="lin" valueType="num">
                                      <p:cBhvr>
                                        <p:cTn id="90" dur="2000" fill="hold"/>
                                        <p:tgtEl>
                                          <p:spTgt spid="187"/>
                                        </p:tgtEl>
                                        <p:attrNameLst>
                                          <p:attrName>ppt_x</p:attrName>
                                        </p:attrNameLst>
                                      </p:cBhvr>
                                      <p:tavLst>
                                        <p:tav tm="0" fmla="#ppt_x+(cos(-2*pi*(1-$))*-#ppt_x-sin(-2*pi*(1-$))*(1-#ppt_y))*(1-$)">
                                          <p:val>
                                            <p:fltVal val="0"/>
                                          </p:val>
                                        </p:tav>
                                        <p:tav tm="100000">
                                          <p:val>
                                            <p:fltVal val="1"/>
                                          </p:val>
                                        </p:tav>
                                      </p:tavLst>
                                    </p:anim>
                                    <p:anim calcmode="lin" valueType="num">
                                      <p:cBhvr>
                                        <p:cTn id="91" dur="2000" fill="hold"/>
                                        <p:tgtEl>
                                          <p:spTgt spid="18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6"/>
                                            </p:cond>
                                          </p:stCondLst>
                                          <p:endCondLst>
                                            <p:cond evt="onStopAudio" delay="0">
                                              <p:tgtEl>
                                                <p:sldTgt/>
                                              </p:tgtEl>
                                            </p:cond>
                                          </p:endCondLst>
                                        </p:cTn>
                                        <p:tgtEl>
                                          <p:sndTgt r:embed="rId4" name="CHIMES.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48"/>
                                        </p:tgtEl>
                                        <p:attrNameLst>
                                          <p:attrName>style.visibility</p:attrName>
                                        </p:attrNameLst>
                                      </p:cBhvr>
                                      <p:to>
                                        <p:strVal val="visible"/>
                                      </p:to>
                                    </p:set>
                                    <p:anim calcmode="lin" valueType="num">
                                      <p:cBhvr>
                                        <p:cTn id="94" dur="5000" fill="hold"/>
                                        <p:tgtEl>
                                          <p:spTgt spid="148"/>
                                        </p:tgtEl>
                                        <p:attrNameLst>
                                          <p:attrName>ppt_w</p:attrName>
                                        </p:attrNameLst>
                                      </p:cBhvr>
                                      <p:tavLst>
                                        <p:tav tm="0" fmla="#ppt_w*sin(2.5*pi*$)">
                                          <p:val>
                                            <p:fltVal val="0"/>
                                          </p:val>
                                        </p:tav>
                                        <p:tav tm="100000">
                                          <p:val>
                                            <p:fltVal val="1"/>
                                          </p:val>
                                        </p:tav>
                                      </p:tavLst>
                                    </p:anim>
                                    <p:anim calcmode="lin" valueType="num">
                                      <p:cBhvr>
                                        <p:cTn id="95" dur="5000" fill="hold"/>
                                        <p:tgtEl>
                                          <p:spTgt spid="14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4" name="CHIMES.WAV"/>
                                        </p:tgtEl>
                                      </p:cMediaNode>
                                    </p:audio>
                                  </p:subTnLst>
                                </p:cTn>
                              </p:par>
                            </p:childTnLst>
                          </p:cTn>
                        </p:par>
                      </p:childTnLst>
                    </p:cTn>
                  </p:par>
                  <p:par>
                    <p:cTn id="96" fill="hold">
                      <p:stCondLst>
                        <p:cond delay="indefinite"/>
                      </p:stCondLst>
                      <p:childTnLst>
                        <p:par>
                          <p:cTn id="97" fill="hold">
                            <p:stCondLst>
                              <p:cond delay="0"/>
                            </p:stCondLst>
                            <p:childTnLst>
                              <p:par>
                                <p:cTn id="98" presetID="15" presetClass="entr" presetSubtype="0" fill="hold" grpId="0" nodeType="clickEffect">
                                  <p:stCondLst>
                                    <p:cond delay="0"/>
                                  </p:stCondLst>
                                  <p:childTnLst>
                                    <p:set>
                                      <p:cBhvr>
                                        <p:cTn id="99" dur="1" fill="hold">
                                          <p:stCondLst>
                                            <p:cond delay="0"/>
                                          </p:stCondLst>
                                        </p:cTn>
                                        <p:tgtEl>
                                          <p:spTgt spid="185"/>
                                        </p:tgtEl>
                                        <p:attrNameLst>
                                          <p:attrName>style.visibility</p:attrName>
                                        </p:attrNameLst>
                                      </p:cBhvr>
                                      <p:to>
                                        <p:strVal val="visible"/>
                                      </p:to>
                                    </p:set>
                                    <p:anim calcmode="lin" valueType="num">
                                      <p:cBhvr>
                                        <p:cTn id="100" dur="2000" fill="hold"/>
                                        <p:tgtEl>
                                          <p:spTgt spid="185"/>
                                        </p:tgtEl>
                                        <p:attrNameLst>
                                          <p:attrName>ppt_w</p:attrName>
                                        </p:attrNameLst>
                                      </p:cBhvr>
                                      <p:tavLst>
                                        <p:tav tm="0">
                                          <p:val>
                                            <p:fltVal val="0"/>
                                          </p:val>
                                        </p:tav>
                                        <p:tav tm="100000">
                                          <p:val>
                                            <p:strVal val="#ppt_w"/>
                                          </p:val>
                                        </p:tav>
                                      </p:tavLst>
                                    </p:anim>
                                    <p:anim calcmode="lin" valueType="num">
                                      <p:cBhvr>
                                        <p:cTn id="101" dur="2000" fill="hold"/>
                                        <p:tgtEl>
                                          <p:spTgt spid="185"/>
                                        </p:tgtEl>
                                        <p:attrNameLst>
                                          <p:attrName>ppt_h</p:attrName>
                                        </p:attrNameLst>
                                      </p:cBhvr>
                                      <p:tavLst>
                                        <p:tav tm="0">
                                          <p:val>
                                            <p:fltVal val="0"/>
                                          </p:val>
                                        </p:tav>
                                        <p:tav tm="100000">
                                          <p:val>
                                            <p:strVal val="#ppt_h"/>
                                          </p:val>
                                        </p:tav>
                                      </p:tavLst>
                                    </p:anim>
                                    <p:anim calcmode="lin" valueType="num">
                                      <p:cBhvr>
                                        <p:cTn id="102" dur="2000" fill="hold"/>
                                        <p:tgtEl>
                                          <p:spTgt spid="185"/>
                                        </p:tgtEl>
                                        <p:attrNameLst>
                                          <p:attrName>ppt_x</p:attrName>
                                        </p:attrNameLst>
                                      </p:cBhvr>
                                      <p:tavLst>
                                        <p:tav tm="0" fmla="#ppt_x+(cos(-2*pi*(1-$))*-#ppt_x-sin(-2*pi*(1-$))*(1-#ppt_y))*(1-$)">
                                          <p:val>
                                            <p:fltVal val="0"/>
                                          </p:val>
                                        </p:tav>
                                        <p:tav tm="100000">
                                          <p:val>
                                            <p:fltVal val="1"/>
                                          </p:val>
                                        </p:tav>
                                      </p:tavLst>
                                    </p:anim>
                                    <p:anim calcmode="lin" valueType="num">
                                      <p:cBhvr>
                                        <p:cTn id="103" dur="2000" fill="hold"/>
                                        <p:tgtEl>
                                          <p:spTgt spid="18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8"/>
                                            </p:cond>
                                          </p:stCondLst>
                                          <p:endCondLst>
                                            <p:cond evt="onStopAudio" delay="0">
                                              <p:tgtEl>
                                                <p:sldTgt/>
                                              </p:tgtEl>
                                            </p:cond>
                                          </p:endCondLst>
                                        </p:cTn>
                                        <p:tgtEl>
                                          <p:sndTgt r:embed="rId4" name="CHIMES.WAV"/>
                                        </p:tgtEl>
                                      </p:cMediaNode>
                                    </p:audio>
                                  </p:subTnLst>
                                </p:cTn>
                              </p:par>
                              <p:par>
                                <p:cTn id="104" presetID="19" presetClass="entr" presetSubtype="10" fill="hold" grpId="0" nodeType="withEffect">
                                  <p:stCondLst>
                                    <p:cond delay="0"/>
                                  </p:stCondLst>
                                  <p:childTnLst>
                                    <p:set>
                                      <p:cBhvr>
                                        <p:cTn id="105" dur="1" fill="hold">
                                          <p:stCondLst>
                                            <p:cond delay="0"/>
                                          </p:stCondLst>
                                        </p:cTn>
                                        <p:tgtEl>
                                          <p:spTgt spid="147"/>
                                        </p:tgtEl>
                                        <p:attrNameLst>
                                          <p:attrName>style.visibility</p:attrName>
                                        </p:attrNameLst>
                                      </p:cBhvr>
                                      <p:to>
                                        <p:strVal val="visible"/>
                                      </p:to>
                                    </p:set>
                                    <p:anim calcmode="lin" valueType="num">
                                      <p:cBhvr>
                                        <p:cTn id="106" dur="5000" fill="hold"/>
                                        <p:tgtEl>
                                          <p:spTgt spid="147"/>
                                        </p:tgtEl>
                                        <p:attrNameLst>
                                          <p:attrName>ppt_w</p:attrName>
                                        </p:attrNameLst>
                                      </p:cBhvr>
                                      <p:tavLst>
                                        <p:tav tm="0" fmla="#ppt_w*sin(2.5*pi*$)">
                                          <p:val>
                                            <p:fltVal val="0"/>
                                          </p:val>
                                        </p:tav>
                                        <p:tav tm="100000">
                                          <p:val>
                                            <p:fltVal val="1"/>
                                          </p:val>
                                        </p:tav>
                                      </p:tavLst>
                                    </p:anim>
                                    <p:anim calcmode="lin" valueType="num">
                                      <p:cBhvr>
                                        <p:cTn id="107" dur="5000" fill="hold"/>
                                        <p:tgtEl>
                                          <p:spTgt spid="14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4"/>
                                            </p:cond>
                                          </p:stCondLst>
                                          <p:endCondLst>
                                            <p:cond evt="onStopAudio" delay="0">
                                              <p:tgtEl>
                                                <p:sldTgt/>
                                              </p:tgtEl>
                                            </p:cond>
                                          </p:endCondLst>
                                        </p:cTn>
                                        <p:tgtEl>
                                          <p:sndTgt r:embed="rId4" name="CHIMES.WAV"/>
                                        </p:tgtEl>
                                      </p:cMediaNode>
                                    </p:audio>
                                  </p:subTnLst>
                                </p:cTn>
                              </p:par>
                            </p:childTnLst>
                          </p:cTn>
                        </p:par>
                        <p:par>
                          <p:cTn id="108" fill="hold">
                            <p:stCondLst>
                              <p:cond delay="5000"/>
                            </p:stCondLst>
                            <p:childTnLst>
                              <p:par>
                                <p:cTn id="109" presetID="15" presetClass="entr" presetSubtype="0" fill="hold" grpId="0" nodeType="afterEffect">
                                  <p:stCondLst>
                                    <p:cond delay="0"/>
                                  </p:stCondLst>
                                  <p:childTnLst>
                                    <p:set>
                                      <p:cBhvr>
                                        <p:cTn id="110" dur="1" fill="hold">
                                          <p:stCondLst>
                                            <p:cond delay="0"/>
                                          </p:stCondLst>
                                        </p:cTn>
                                        <p:tgtEl>
                                          <p:spTgt spid="186"/>
                                        </p:tgtEl>
                                        <p:attrNameLst>
                                          <p:attrName>style.visibility</p:attrName>
                                        </p:attrNameLst>
                                      </p:cBhvr>
                                      <p:to>
                                        <p:strVal val="visible"/>
                                      </p:to>
                                    </p:set>
                                    <p:anim calcmode="lin" valueType="num">
                                      <p:cBhvr>
                                        <p:cTn id="111" dur="2000" fill="hold"/>
                                        <p:tgtEl>
                                          <p:spTgt spid="186"/>
                                        </p:tgtEl>
                                        <p:attrNameLst>
                                          <p:attrName>ppt_w</p:attrName>
                                        </p:attrNameLst>
                                      </p:cBhvr>
                                      <p:tavLst>
                                        <p:tav tm="0">
                                          <p:val>
                                            <p:fltVal val="0"/>
                                          </p:val>
                                        </p:tav>
                                        <p:tav tm="100000">
                                          <p:val>
                                            <p:strVal val="#ppt_w"/>
                                          </p:val>
                                        </p:tav>
                                      </p:tavLst>
                                    </p:anim>
                                    <p:anim calcmode="lin" valueType="num">
                                      <p:cBhvr>
                                        <p:cTn id="112" dur="2000" fill="hold"/>
                                        <p:tgtEl>
                                          <p:spTgt spid="186"/>
                                        </p:tgtEl>
                                        <p:attrNameLst>
                                          <p:attrName>ppt_h</p:attrName>
                                        </p:attrNameLst>
                                      </p:cBhvr>
                                      <p:tavLst>
                                        <p:tav tm="0">
                                          <p:val>
                                            <p:fltVal val="0"/>
                                          </p:val>
                                        </p:tav>
                                        <p:tav tm="100000">
                                          <p:val>
                                            <p:strVal val="#ppt_h"/>
                                          </p:val>
                                        </p:tav>
                                      </p:tavLst>
                                    </p:anim>
                                    <p:anim calcmode="lin" valueType="num">
                                      <p:cBhvr>
                                        <p:cTn id="113" dur="2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114" dur="2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9"/>
                                            </p:cond>
                                          </p:stCondLst>
                                          <p:endCondLst>
                                            <p:cond evt="onStopAudio" delay="0">
                                              <p:tgtEl>
                                                <p:sldTgt/>
                                              </p:tgtEl>
                                            </p:cond>
                                          </p:endCondLst>
                                        </p:cTn>
                                        <p:tgtEl>
                                          <p:sndTgt r:embed="rId4" name="CHIMES.WAV"/>
                                        </p:tgtEl>
                                      </p:cMediaNode>
                                    </p:audio>
                                  </p:sub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01"/>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nodeType="clickEffect">
                                  <p:stCondLst>
                                    <p:cond delay="0"/>
                                  </p:stCondLst>
                                  <p:childTnLst>
                                    <p:set>
                                      <p:cBhvr>
                                        <p:cTn id="122" dur="1" fill="hold">
                                          <p:stCondLst>
                                            <p:cond delay="0"/>
                                          </p:stCondLst>
                                        </p:cTn>
                                        <p:tgtEl>
                                          <p:spTgt spid="202"/>
                                        </p:tgtEl>
                                        <p:attrNameLst>
                                          <p:attrName>style.visibility</p:attrName>
                                        </p:attrNameLst>
                                      </p:cBhvr>
                                      <p:to>
                                        <p:strVal val="visible"/>
                                      </p:to>
                                    </p:set>
                                    <p:animEffect transition="in" filter="wipe(up)">
                                      <p:cBhvr>
                                        <p:cTn id="123" dur="5000"/>
                                        <p:tgtEl>
                                          <p:spTgt spid="202"/>
                                        </p:tgtEl>
                                      </p:cBhvr>
                                    </p:animEffec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62"/>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171"/>
                                        </p:tgtEl>
                                        <p:attrNameLst>
                                          <p:attrName>style.visibility</p:attrName>
                                        </p:attrNameLst>
                                      </p:cBhvr>
                                      <p:to>
                                        <p:strVal val="visible"/>
                                      </p:to>
                                    </p:set>
                                    <p:animEffect transition="in" filter="wipe(down)">
                                      <p:cBhvr>
                                        <p:cTn id="132" dur="3000"/>
                                        <p:tgtEl>
                                          <p:spTgt spid="171"/>
                                        </p:tgtEl>
                                      </p:cBhvr>
                                    </p:animEffect>
                                  </p:childTnLst>
                                </p:cTn>
                              </p:par>
                            </p:childTnLst>
                          </p:cTn>
                        </p:par>
                        <p:par>
                          <p:cTn id="133" fill="hold">
                            <p:stCondLst>
                              <p:cond delay="3000"/>
                            </p:stCondLst>
                            <p:childTnLst>
                              <p:par>
                                <p:cTn id="134" presetID="22" presetClass="entr" presetSubtype="8" fill="hold" grpId="0" nodeType="afterEffect">
                                  <p:stCondLst>
                                    <p:cond delay="0"/>
                                  </p:stCondLst>
                                  <p:childTnLst>
                                    <p:set>
                                      <p:cBhvr>
                                        <p:cTn id="135" dur="1" fill="hold">
                                          <p:stCondLst>
                                            <p:cond delay="0"/>
                                          </p:stCondLst>
                                        </p:cTn>
                                        <p:tgtEl>
                                          <p:spTgt spid="177"/>
                                        </p:tgtEl>
                                        <p:attrNameLst>
                                          <p:attrName>style.visibility</p:attrName>
                                        </p:attrNameLst>
                                      </p:cBhvr>
                                      <p:to>
                                        <p:strVal val="visible"/>
                                      </p:to>
                                    </p:set>
                                    <p:animEffect transition="in" filter="wipe(left)">
                                      <p:cBhvr>
                                        <p:cTn id="136" dur="3000"/>
                                        <p:tgtEl>
                                          <p:spTgt spid="177"/>
                                        </p:tgtEl>
                                      </p:cBhvr>
                                    </p:animEffect>
                                  </p:childTnLst>
                                </p:cTn>
                              </p:par>
                            </p:childTnLst>
                          </p:cTn>
                        </p:par>
                        <p:par>
                          <p:cTn id="137" fill="hold">
                            <p:stCondLst>
                              <p:cond delay="6000"/>
                            </p:stCondLst>
                            <p:childTnLst>
                              <p:par>
                                <p:cTn id="138" presetID="22" presetClass="entr" presetSubtype="1" fill="hold" grpId="0" nodeType="afterEffect">
                                  <p:stCondLst>
                                    <p:cond delay="0"/>
                                  </p:stCondLst>
                                  <p:childTnLst>
                                    <p:set>
                                      <p:cBhvr>
                                        <p:cTn id="139" dur="1" fill="hold">
                                          <p:stCondLst>
                                            <p:cond delay="0"/>
                                          </p:stCondLst>
                                        </p:cTn>
                                        <p:tgtEl>
                                          <p:spTgt spid="178"/>
                                        </p:tgtEl>
                                        <p:attrNameLst>
                                          <p:attrName>style.visibility</p:attrName>
                                        </p:attrNameLst>
                                      </p:cBhvr>
                                      <p:to>
                                        <p:strVal val="visible"/>
                                      </p:to>
                                    </p:set>
                                    <p:animEffect transition="in" filter="wipe(up)">
                                      <p:cBhvr>
                                        <p:cTn id="140" dur="2000"/>
                                        <p:tgtEl>
                                          <p:spTgt spid="178"/>
                                        </p:tgtEl>
                                      </p:cBhvr>
                                    </p:animEffect>
                                  </p:childTnLst>
                                </p:cTn>
                              </p:par>
                            </p:childTnLst>
                          </p:cTn>
                        </p:par>
                        <p:par>
                          <p:cTn id="141" fill="hold">
                            <p:stCondLst>
                              <p:cond delay="8000"/>
                            </p:stCondLst>
                            <p:childTnLst>
                              <p:par>
                                <p:cTn id="142" presetID="22" presetClass="entr" presetSubtype="8" fill="hold" grpId="0" nodeType="afterEffect">
                                  <p:stCondLst>
                                    <p:cond delay="0"/>
                                  </p:stCondLst>
                                  <p:childTnLst>
                                    <p:set>
                                      <p:cBhvr>
                                        <p:cTn id="143" dur="1" fill="hold">
                                          <p:stCondLst>
                                            <p:cond delay="0"/>
                                          </p:stCondLst>
                                        </p:cTn>
                                        <p:tgtEl>
                                          <p:spTgt spid="180"/>
                                        </p:tgtEl>
                                        <p:attrNameLst>
                                          <p:attrName>style.visibility</p:attrName>
                                        </p:attrNameLst>
                                      </p:cBhvr>
                                      <p:to>
                                        <p:strVal val="visible"/>
                                      </p:to>
                                    </p:set>
                                    <p:animEffect transition="in" filter="wipe(left)">
                                      <p:cBhvr>
                                        <p:cTn id="144" dur="3000"/>
                                        <p:tgtEl>
                                          <p:spTgt spid="180"/>
                                        </p:tgtEl>
                                      </p:cBhvr>
                                    </p:animEffect>
                                  </p:childTnLst>
                                </p:cTn>
                              </p:par>
                            </p:childTnLst>
                          </p:cTn>
                        </p:par>
                        <p:par>
                          <p:cTn id="145" fill="hold">
                            <p:stCondLst>
                              <p:cond delay="11000"/>
                            </p:stCondLst>
                            <p:childTnLst>
                              <p:par>
                                <p:cTn id="146" presetID="22" presetClass="entr" presetSubtype="8" fill="hold" grpId="0" nodeType="afterEffect">
                                  <p:stCondLst>
                                    <p:cond delay="0"/>
                                  </p:stCondLst>
                                  <p:childTnLst>
                                    <p:set>
                                      <p:cBhvr>
                                        <p:cTn id="147" dur="1" fill="hold">
                                          <p:stCondLst>
                                            <p:cond delay="0"/>
                                          </p:stCondLst>
                                        </p:cTn>
                                        <p:tgtEl>
                                          <p:spTgt spid="181"/>
                                        </p:tgtEl>
                                        <p:attrNameLst>
                                          <p:attrName>style.visibility</p:attrName>
                                        </p:attrNameLst>
                                      </p:cBhvr>
                                      <p:to>
                                        <p:strVal val="visible"/>
                                      </p:to>
                                    </p:set>
                                    <p:animEffect transition="in" filter="wipe(left)">
                                      <p:cBhvr>
                                        <p:cTn id="148" dur="3000"/>
                                        <p:tgtEl>
                                          <p:spTgt spid="181"/>
                                        </p:tgtEl>
                                      </p:cBhvr>
                                    </p:animEffect>
                                  </p:childTnLst>
                                </p:cTn>
                              </p:par>
                            </p:childTnLst>
                          </p:cTn>
                        </p:par>
                        <p:par>
                          <p:cTn id="149" fill="hold">
                            <p:stCondLst>
                              <p:cond delay="14000"/>
                            </p:stCondLst>
                            <p:childTnLst>
                              <p:par>
                                <p:cTn id="150" presetID="22" presetClass="entr" presetSubtype="4" fill="hold" grpId="0" nodeType="afterEffect">
                                  <p:stCondLst>
                                    <p:cond delay="0"/>
                                  </p:stCondLst>
                                  <p:childTnLst>
                                    <p:set>
                                      <p:cBhvr>
                                        <p:cTn id="151" dur="1" fill="hold">
                                          <p:stCondLst>
                                            <p:cond delay="0"/>
                                          </p:stCondLst>
                                        </p:cTn>
                                        <p:tgtEl>
                                          <p:spTgt spid="182"/>
                                        </p:tgtEl>
                                        <p:attrNameLst>
                                          <p:attrName>style.visibility</p:attrName>
                                        </p:attrNameLst>
                                      </p:cBhvr>
                                      <p:to>
                                        <p:strVal val="visible"/>
                                      </p:to>
                                    </p:set>
                                    <p:animEffect transition="in" filter="wipe(down)">
                                      <p:cBhvr>
                                        <p:cTn id="152" dur="3000"/>
                                        <p:tgtEl>
                                          <p:spTgt spid="182"/>
                                        </p:tgtEl>
                                      </p:cBhvr>
                                    </p:animEffect>
                                  </p:childTnLst>
                                </p:cTn>
                              </p:par>
                            </p:childTnLst>
                          </p:cTn>
                        </p:par>
                        <p:par>
                          <p:cTn id="153" fill="hold">
                            <p:stCondLst>
                              <p:cond delay="17000"/>
                            </p:stCondLst>
                            <p:childTnLst>
                              <p:par>
                                <p:cTn id="154" presetID="22" presetClass="entr" presetSubtype="8" fill="hold" grpId="0" nodeType="afterEffect">
                                  <p:stCondLst>
                                    <p:cond delay="0"/>
                                  </p:stCondLst>
                                  <p:childTnLst>
                                    <p:set>
                                      <p:cBhvr>
                                        <p:cTn id="155" dur="1" fill="hold">
                                          <p:stCondLst>
                                            <p:cond delay="0"/>
                                          </p:stCondLst>
                                        </p:cTn>
                                        <p:tgtEl>
                                          <p:spTgt spid="183"/>
                                        </p:tgtEl>
                                        <p:attrNameLst>
                                          <p:attrName>style.visibility</p:attrName>
                                        </p:attrNameLst>
                                      </p:cBhvr>
                                      <p:to>
                                        <p:strVal val="visible"/>
                                      </p:to>
                                    </p:set>
                                    <p:animEffect transition="in" filter="wipe(left)">
                                      <p:cBhvr>
                                        <p:cTn id="156" dur="3000"/>
                                        <p:tgtEl>
                                          <p:spTgt spid="183"/>
                                        </p:tgtEl>
                                      </p:cBhvr>
                                    </p:animEffect>
                                  </p:childTnLst>
                                </p:cTn>
                              </p:par>
                            </p:childTnLst>
                          </p:cTn>
                        </p:par>
                        <p:par>
                          <p:cTn id="157" fill="hold">
                            <p:stCondLst>
                              <p:cond delay="20000"/>
                            </p:stCondLst>
                            <p:childTnLst>
                              <p:par>
                                <p:cTn id="158" presetID="22" presetClass="entr" presetSubtype="1" fill="hold" grpId="0" nodeType="afterEffect">
                                  <p:stCondLst>
                                    <p:cond delay="0"/>
                                  </p:stCondLst>
                                  <p:childTnLst>
                                    <p:set>
                                      <p:cBhvr>
                                        <p:cTn id="159" dur="1" fill="hold">
                                          <p:stCondLst>
                                            <p:cond delay="0"/>
                                          </p:stCondLst>
                                        </p:cTn>
                                        <p:tgtEl>
                                          <p:spTgt spid="184"/>
                                        </p:tgtEl>
                                        <p:attrNameLst>
                                          <p:attrName>style.visibility</p:attrName>
                                        </p:attrNameLst>
                                      </p:cBhvr>
                                      <p:to>
                                        <p:strVal val="visible"/>
                                      </p:to>
                                    </p:set>
                                    <p:animEffect transition="in" filter="wipe(up)">
                                      <p:cBhvr>
                                        <p:cTn id="160" dur="2000"/>
                                        <p:tgtEl>
                                          <p:spTgt spid="184"/>
                                        </p:tgtEl>
                                      </p:cBhvr>
                                    </p:animEffect>
                                  </p:childTnLst>
                                </p:cTn>
                              </p:par>
                            </p:childTnLst>
                          </p:cTn>
                        </p:par>
                        <p:par>
                          <p:cTn id="161" fill="hold">
                            <p:stCondLst>
                              <p:cond delay="22000"/>
                            </p:stCondLst>
                            <p:childTnLst>
                              <p:par>
                                <p:cTn id="162" presetID="22" presetClass="entr" presetSubtype="8" fill="hold" grpId="0" nodeType="afterEffect">
                                  <p:stCondLst>
                                    <p:cond delay="0"/>
                                  </p:stCondLst>
                                  <p:childTnLst>
                                    <p:set>
                                      <p:cBhvr>
                                        <p:cTn id="163" dur="1" fill="hold">
                                          <p:stCondLst>
                                            <p:cond delay="0"/>
                                          </p:stCondLst>
                                        </p:cTn>
                                        <p:tgtEl>
                                          <p:spTgt spid="63"/>
                                        </p:tgtEl>
                                        <p:attrNameLst>
                                          <p:attrName>style.visibility</p:attrName>
                                        </p:attrNameLst>
                                      </p:cBhvr>
                                      <p:to>
                                        <p:strVal val="visible"/>
                                      </p:to>
                                    </p:set>
                                    <p:animEffect transition="in" filter="wipe(left)">
                                      <p:cBhvr>
                                        <p:cTn id="164" dur="5000"/>
                                        <p:tgtEl>
                                          <p:spTgt spid="63"/>
                                        </p:tgtEl>
                                      </p:cBhvr>
                                    </p:animEffect>
                                  </p:childTnLst>
                                </p:cTn>
                              </p:par>
                            </p:childTnLst>
                          </p:cTn>
                        </p:par>
                        <p:par>
                          <p:cTn id="165" fill="hold">
                            <p:stCondLst>
                              <p:cond delay="27000"/>
                            </p:stCondLst>
                            <p:childTnLst>
                              <p:par>
                                <p:cTn id="166" presetID="15" presetClass="entr" presetSubtype="0" fill="hold" nodeType="afterEffect">
                                  <p:stCondLst>
                                    <p:cond delay="0"/>
                                  </p:stCondLst>
                                  <p:childTnLst>
                                    <p:set>
                                      <p:cBhvr>
                                        <p:cTn id="167" dur="1" fill="hold">
                                          <p:stCondLst>
                                            <p:cond delay="0"/>
                                          </p:stCondLst>
                                        </p:cTn>
                                        <p:tgtEl>
                                          <p:spTgt spid="191"/>
                                        </p:tgtEl>
                                        <p:attrNameLst>
                                          <p:attrName>style.visibility</p:attrName>
                                        </p:attrNameLst>
                                      </p:cBhvr>
                                      <p:to>
                                        <p:strVal val="visible"/>
                                      </p:to>
                                    </p:set>
                                    <p:anim calcmode="lin" valueType="num">
                                      <p:cBhvr>
                                        <p:cTn id="168" dur="3000" fill="hold"/>
                                        <p:tgtEl>
                                          <p:spTgt spid="191"/>
                                        </p:tgtEl>
                                        <p:attrNameLst>
                                          <p:attrName>ppt_w</p:attrName>
                                        </p:attrNameLst>
                                      </p:cBhvr>
                                      <p:tavLst>
                                        <p:tav tm="0">
                                          <p:val>
                                            <p:fltVal val="0"/>
                                          </p:val>
                                        </p:tav>
                                        <p:tav tm="100000">
                                          <p:val>
                                            <p:strVal val="#ppt_w"/>
                                          </p:val>
                                        </p:tav>
                                      </p:tavLst>
                                    </p:anim>
                                    <p:anim calcmode="lin" valueType="num">
                                      <p:cBhvr>
                                        <p:cTn id="169" dur="3000" fill="hold"/>
                                        <p:tgtEl>
                                          <p:spTgt spid="191"/>
                                        </p:tgtEl>
                                        <p:attrNameLst>
                                          <p:attrName>ppt_h</p:attrName>
                                        </p:attrNameLst>
                                      </p:cBhvr>
                                      <p:tavLst>
                                        <p:tav tm="0">
                                          <p:val>
                                            <p:fltVal val="0"/>
                                          </p:val>
                                        </p:tav>
                                        <p:tav tm="100000">
                                          <p:val>
                                            <p:strVal val="#ppt_h"/>
                                          </p:val>
                                        </p:tav>
                                      </p:tavLst>
                                    </p:anim>
                                    <p:anim calcmode="lin" valueType="num">
                                      <p:cBhvr>
                                        <p:cTn id="170" dur="3000" fill="hold"/>
                                        <p:tgtEl>
                                          <p:spTgt spid="191"/>
                                        </p:tgtEl>
                                        <p:attrNameLst>
                                          <p:attrName>ppt_x</p:attrName>
                                        </p:attrNameLst>
                                      </p:cBhvr>
                                      <p:tavLst>
                                        <p:tav tm="0" fmla="#ppt_x+(cos(-2*pi*(1-$))*-#ppt_x-sin(-2*pi*(1-$))*(1-#ppt_y))*(1-$)">
                                          <p:val>
                                            <p:fltVal val="0"/>
                                          </p:val>
                                        </p:tav>
                                        <p:tav tm="100000">
                                          <p:val>
                                            <p:fltVal val="1"/>
                                          </p:val>
                                        </p:tav>
                                      </p:tavLst>
                                    </p:anim>
                                    <p:anim calcmode="lin" valueType="num">
                                      <p:cBhvr>
                                        <p:cTn id="171" dur="3000" fill="hold"/>
                                        <p:tgtEl>
                                          <p:spTgt spid="191"/>
                                        </p:tgtEl>
                                        <p:attrNameLst>
                                          <p:attrName>ppt_y</p:attrName>
                                        </p:attrNameLst>
                                      </p:cBhvr>
                                      <p:tavLst>
                                        <p:tav tm="0" fmla="#ppt_y+(sin(-2*pi*(1-$))*-#ppt_x+cos(-2*pi*(1-$))*(1-#ppt_y))*(1-$)">
                                          <p:val>
                                            <p:fltVal val="0"/>
                                          </p:val>
                                        </p:tav>
                                        <p:tav tm="100000">
                                          <p:val>
                                            <p:fltVal val="1"/>
                                          </p:val>
                                        </p:tav>
                                      </p:tavLst>
                                    </p:anim>
                                  </p:childTnLst>
                                </p:cTn>
                              </p:par>
                            </p:childTnLst>
                          </p:cTn>
                        </p:par>
                        <p:par>
                          <p:cTn id="172" fill="hold">
                            <p:stCondLst>
                              <p:cond delay="30000"/>
                            </p:stCondLst>
                            <p:childTnLst>
                              <p:par>
                                <p:cTn id="173" presetID="15" presetClass="entr" presetSubtype="0" fill="hold" nodeType="afterEffect">
                                  <p:stCondLst>
                                    <p:cond delay="0"/>
                                  </p:stCondLst>
                                  <p:childTnLst>
                                    <p:set>
                                      <p:cBhvr>
                                        <p:cTn id="174" dur="1" fill="hold">
                                          <p:stCondLst>
                                            <p:cond delay="0"/>
                                          </p:stCondLst>
                                        </p:cTn>
                                        <p:tgtEl>
                                          <p:spTgt spid="194"/>
                                        </p:tgtEl>
                                        <p:attrNameLst>
                                          <p:attrName>style.visibility</p:attrName>
                                        </p:attrNameLst>
                                      </p:cBhvr>
                                      <p:to>
                                        <p:strVal val="visible"/>
                                      </p:to>
                                    </p:set>
                                    <p:anim calcmode="lin" valueType="num">
                                      <p:cBhvr>
                                        <p:cTn id="175" dur="3000" fill="hold"/>
                                        <p:tgtEl>
                                          <p:spTgt spid="194"/>
                                        </p:tgtEl>
                                        <p:attrNameLst>
                                          <p:attrName>ppt_w</p:attrName>
                                        </p:attrNameLst>
                                      </p:cBhvr>
                                      <p:tavLst>
                                        <p:tav tm="0">
                                          <p:val>
                                            <p:fltVal val="0"/>
                                          </p:val>
                                        </p:tav>
                                        <p:tav tm="100000">
                                          <p:val>
                                            <p:strVal val="#ppt_w"/>
                                          </p:val>
                                        </p:tav>
                                      </p:tavLst>
                                    </p:anim>
                                    <p:anim calcmode="lin" valueType="num">
                                      <p:cBhvr>
                                        <p:cTn id="176" dur="3000" fill="hold"/>
                                        <p:tgtEl>
                                          <p:spTgt spid="194"/>
                                        </p:tgtEl>
                                        <p:attrNameLst>
                                          <p:attrName>ppt_h</p:attrName>
                                        </p:attrNameLst>
                                      </p:cBhvr>
                                      <p:tavLst>
                                        <p:tav tm="0">
                                          <p:val>
                                            <p:fltVal val="0"/>
                                          </p:val>
                                        </p:tav>
                                        <p:tav tm="100000">
                                          <p:val>
                                            <p:strVal val="#ppt_h"/>
                                          </p:val>
                                        </p:tav>
                                      </p:tavLst>
                                    </p:anim>
                                    <p:anim calcmode="lin" valueType="num">
                                      <p:cBhvr>
                                        <p:cTn id="177" dur="3000" fill="hold"/>
                                        <p:tgtEl>
                                          <p:spTgt spid="194"/>
                                        </p:tgtEl>
                                        <p:attrNameLst>
                                          <p:attrName>ppt_x</p:attrName>
                                        </p:attrNameLst>
                                      </p:cBhvr>
                                      <p:tavLst>
                                        <p:tav tm="0" fmla="#ppt_x+(cos(-2*pi*(1-$))*-#ppt_x-sin(-2*pi*(1-$))*(1-#ppt_y))*(1-$)">
                                          <p:val>
                                            <p:fltVal val="0"/>
                                          </p:val>
                                        </p:tav>
                                        <p:tav tm="100000">
                                          <p:val>
                                            <p:fltVal val="1"/>
                                          </p:val>
                                        </p:tav>
                                      </p:tavLst>
                                    </p:anim>
                                    <p:anim calcmode="lin" valueType="num">
                                      <p:cBhvr>
                                        <p:cTn id="178" dur="3000" fill="hold"/>
                                        <p:tgtEl>
                                          <p:spTgt spid="19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73"/>
                                            </p:cond>
                                          </p:stCondLst>
                                          <p:endCondLst>
                                            <p:cond evt="onStopAudio" delay="0">
                                              <p:tgtEl>
                                                <p:sldTgt/>
                                              </p:tgtEl>
                                            </p:cond>
                                          </p:endCondLst>
                                        </p:cTn>
                                        <p:tgtEl>
                                          <p:sndTgt r:embed="rId4" name="CHIMES.WAV"/>
                                        </p:tgtEl>
                                      </p:cMediaNode>
                                    </p:audio>
                                  </p:subTnLst>
                                </p:cTn>
                              </p:par>
                            </p:childTnLst>
                          </p:cTn>
                        </p:par>
                        <p:par>
                          <p:cTn id="179" fill="hold">
                            <p:stCondLst>
                              <p:cond delay="33000"/>
                            </p:stCondLst>
                            <p:childTnLst>
                              <p:par>
                                <p:cTn id="180" presetID="15" presetClass="entr" presetSubtype="0" fill="hold" nodeType="afterEffect">
                                  <p:stCondLst>
                                    <p:cond delay="0"/>
                                  </p:stCondLst>
                                  <p:childTnLst>
                                    <p:set>
                                      <p:cBhvr>
                                        <p:cTn id="181" dur="1" fill="hold">
                                          <p:stCondLst>
                                            <p:cond delay="0"/>
                                          </p:stCondLst>
                                        </p:cTn>
                                        <p:tgtEl>
                                          <p:spTgt spid="197"/>
                                        </p:tgtEl>
                                        <p:attrNameLst>
                                          <p:attrName>style.visibility</p:attrName>
                                        </p:attrNameLst>
                                      </p:cBhvr>
                                      <p:to>
                                        <p:strVal val="visible"/>
                                      </p:to>
                                    </p:set>
                                    <p:anim calcmode="lin" valueType="num">
                                      <p:cBhvr>
                                        <p:cTn id="182" dur="3000" fill="hold"/>
                                        <p:tgtEl>
                                          <p:spTgt spid="197"/>
                                        </p:tgtEl>
                                        <p:attrNameLst>
                                          <p:attrName>ppt_w</p:attrName>
                                        </p:attrNameLst>
                                      </p:cBhvr>
                                      <p:tavLst>
                                        <p:tav tm="0">
                                          <p:val>
                                            <p:fltVal val="0"/>
                                          </p:val>
                                        </p:tav>
                                        <p:tav tm="100000">
                                          <p:val>
                                            <p:strVal val="#ppt_w"/>
                                          </p:val>
                                        </p:tav>
                                      </p:tavLst>
                                    </p:anim>
                                    <p:anim calcmode="lin" valueType="num">
                                      <p:cBhvr>
                                        <p:cTn id="183" dur="3000" fill="hold"/>
                                        <p:tgtEl>
                                          <p:spTgt spid="197"/>
                                        </p:tgtEl>
                                        <p:attrNameLst>
                                          <p:attrName>ppt_h</p:attrName>
                                        </p:attrNameLst>
                                      </p:cBhvr>
                                      <p:tavLst>
                                        <p:tav tm="0">
                                          <p:val>
                                            <p:fltVal val="0"/>
                                          </p:val>
                                        </p:tav>
                                        <p:tav tm="100000">
                                          <p:val>
                                            <p:strVal val="#ppt_h"/>
                                          </p:val>
                                        </p:tav>
                                      </p:tavLst>
                                    </p:anim>
                                    <p:anim calcmode="lin" valueType="num">
                                      <p:cBhvr>
                                        <p:cTn id="184" dur="3000" fill="hold"/>
                                        <p:tgtEl>
                                          <p:spTgt spid="197"/>
                                        </p:tgtEl>
                                        <p:attrNameLst>
                                          <p:attrName>ppt_x</p:attrName>
                                        </p:attrNameLst>
                                      </p:cBhvr>
                                      <p:tavLst>
                                        <p:tav tm="0" fmla="#ppt_x+(cos(-2*pi*(1-$))*-#ppt_x-sin(-2*pi*(1-$))*(1-#ppt_y))*(1-$)">
                                          <p:val>
                                            <p:fltVal val="0"/>
                                          </p:val>
                                        </p:tav>
                                        <p:tav tm="100000">
                                          <p:val>
                                            <p:fltVal val="1"/>
                                          </p:val>
                                        </p:tav>
                                      </p:tavLst>
                                    </p:anim>
                                    <p:anim calcmode="lin" valueType="num">
                                      <p:cBhvr>
                                        <p:cTn id="185" dur="3000" fill="hold"/>
                                        <p:tgtEl>
                                          <p:spTgt spid="19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2" grpId="0"/>
      <p:bldP spid="63" grpId="0" animBg="1"/>
      <p:bldP spid="124" grpId="0"/>
      <p:bldP spid="125" grpId="0" animBg="1"/>
      <p:bldP spid="138" grpId="0"/>
      <p:bldP spid="141" grpId="0" autoUpdateAnimBg="0"/>
      <p:bldP spid="142" grpId="0" animBg="1"/>
      <p:bldP spid="143" grpId="0" autoUpdateAnimBg="0"/>
      <p:bldP spid="144" grpId="0" autoUpdateAnimBg="0"/>
      <p:bldP spid="145" grpId="0" autoUpdateAnimBg="0"/>
      <p:bldP spid="146" grpId="0" autoUpdateAnimBg="0"/>
      <p:bldP spid="147" grpId="0" autoUpdateAnimBg="0"/>
      <p:bldP spid="148" grpId="0" autoUpdateAnimBg="0"/>
      <p:bldP spid="171"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20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20391"/>
            <a:ext cx="4514874" cy="5581937"/>
          </a:xfrm>
          <a:prstGeom prst="rect">
            <a:avLst/>
          </a:prstGeom>
          <a:solidFill>
            <a:srgbClr val="B9CDE5"/>
          </a:solidFill>
          <a:ln>
            <a:noFill/>
          </a:ln>
          <a:effectLst/>
        </p:spPr>
        <p:txBody>
          <a:bodyPr wrap="none" anchor="ctr"/>
          <a:lstStyle/>
          <a:p>
            <a:endParaRPr lang="zh-CN" altLang="en-US"/>
          </a:p>
        </p:txBody>
      </p:sp>
      <p:sp>
        <p:nvSpPr>
          <p:cNvPr id="62" name="矩形 61">
            <a:extLst>
              <a:ext uri="{FF2B5EF4-FFF2-40B4-BE49-F238E27FC236}">
                <a16:creationId xmlns:a16="http://schemas.microsoft.com/office/drawing/2014/main" id="{54CF797A-3212-00F4-D82B-18FEE729BE7A}"/>
              </a:ext>
            </a:extLst>
          </p:cNvPr>
          <p:cNvSpPr/>
          <p:nvPr/>
        </p:nvSpPr>
        <p:spPr>
          <a:xfrm>
            <a:off x="837157" y="4125218"/>
            <a:ext cx="7176307" cy="1421928"/>
          </a:xfrm>
          <a:prstGeom prst="rect">
            <a:avLst/>
          </a:prstGeom>
        </p:spPr>
        <p:txBody>
          <a:bodyPr wrap="square">
            <a:spAutoFit/>
          </a:bodyPr>
          <a:lstStyle/>
          <a:p>
            <a:pPr>
              <a:lnSpc>
                <a:spcPct val="120000"/>
              </a:lnSpc>
            </a:pPr>
            <a:r>
              <a:rPr kumimoji="1" lang="zh-CN" altLang="en-US" i="0" dirty="0">
                <a:solidFill>
                  <a:schemeClr val="tx1"/>
                </a:solidFill>
                <a:latin typeface="+mn-lt"/>
                <a:ea typeface="黑体" panose="02010609060101010101" pitchFamily="49" charset="-122"/>
              </a:rPr>
              <a:t>弯矩最大处，剪力为零</a:t>
            </a:r>
            <a:endParaRPr kumimoji="1" lang="en-US" altLang="zh-CN" i="0" dirty="0">
              <a:solidFill>
                <a:schemeClr val="tx1"/>
              </a:solidFill>
              <a:latin typeface="+mn-lt"/>
              <a:ea typeface="黑体" panose="02010609060101010101" pitchFamily="49" charset="-122"/>
            </a:endParaRPr>
          </a:p>
          <a:p>
            <a:pPr>
              <a:lnSpc>
                <a:spcPct val="120000"/>
              </a:lnSpc>
            </a:pP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:(4-</a:t>
            </a: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1:3     </a:t>
            </a:r>
            <a:r>
              <a:rPr lang="en-US" altLang="zh-CN" b="0" dirty="0">
                <a:solidFill>
                  <a:schemeClr val="tx1"/>
                </a:solidFill>
                <a:latin typeface="+mn-lt"/>
                <a:ea typeface="黑体" panose="02010609060101010101" pitchFamily="49" charset="-122"/>
              </a:rPr>
              <a:t>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1m     </a:t>
            </a:r>
            <a:r>
              <a:rPr lang="en-US" altLang="zh-CN" b="0" dirty="0">
                <a:latin typeface="+mn-lt"/>
                <a:ea typeface="黑体" panose="02010609060101010101" pitchFamily="49" charset="-122"/>
              </a:rPr>
              <a:t>H</a:t>
            </a:r>
            <a:r>
              <a:rPr lang="zh-CN" altLang="en-US" b="0" i="0" dirty="0">
                <a:latin typeface="+mn-lt"/>
                <a:ea typeface="黑体" panose="02010609060101010101" pitchFamily="49" charset="-122"/>
              </a:rPr>
              <a:t>处</a:t>
            </a:r>
            <a:endParaRPr lang="en-US" altLang="zh-CN" b="0" i="0" dirty="0">
              <a:latin typeface="+mn-lt"/>
              <a:ea typeface="黑体" panose="02010609060101010101" pitchFamily="49" charset="-122"/>
            </a:endParaRPr>
          </a:p>
          <a:p>
            <a:pPr eaLnBrk="1" hangingPunct="1">
              <a:lnSpc>
                <a:spcPct val="120000"/>
              </a:lnSpc>
            </a:pPr>
            <a:r>
              <a:rPr lang="zh-CN" altLang="en-US" i="0" dirty="0">
                <a:solidFill>
                  <a:schemeClr val="tx1"/>
                </a:solidFill>
                <a:latin typeface="+mn-lt"/>
                <a:ea typeface="黑体" panose="02010609060101010101" pitchFamily="49" charset="-122"/>
              </a:rPr>
              <a:t>再计算截面</a:t>
            </a:r>
            <a:r>
              <a:rPr lang="en-US" altLang="zh-CN" b="0" dirty="0">
                <a:solidFill>
                  <a:schemeClr val="tx1"/>
                </a:solidFill>
                <a:latin typeface="+mn-lt"/>
                <a:ea typeface="黑体" panose="02010609060101010101" pitchFamily="49" charset="-122"/>
              </a:rPr>
              <a:t>H</a:t>
            </a:r>
            <a:r>
              <a:rPr lang="zh-CN" altLang="en-US" i="0" dirty="0">
                <a:solidFill>
                  <a:schemeClr val="tx1"/>
                </a:solidFill>
                <a:latin typeface="+mn-lt"/>
                <a:ea typeface="黑体" panose="02010609060101010101" pitchFamily="49" charset="-122"/>
              </a:rPr>
              <a:t>处的弯矩 </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H</a:t>
            </a:r>
            <a:r>
              <a:rPr lang="en-US" altLang="zh-CN" b="0" i="0" dirty="0">
                <a:solidFill>
                  <a:schemeClr val="tx1"/>
                </a:solidFill>
                <a:latin typeface="+mn-lt"/>
                <a:ea typeface="黑体" panose="02010609060101010101" pitchFamily="49" charset="-122"/>
              </a:rPr>
              <a:t>=20.5 </a:t>
            </a:r>
            <a:r>
              <a:rPr lang="en-US" altLang="zh-CN" b="0" i="0" dirty="0" err="1">
                <a:solidFill>
                  <a:schemeClr val="tx1"/>
                </a:solidFill>
                <a:latin typeface="+mn-lt"/>
                <a:ea typeface="黑体" panose="02010609060101010101" pitchFamily="49" charset="-122"/>
              </a:rPr>
              <a:t>kN·m</a:t>
            </a:r>
            <a:endParaRPr kumimoji="1" lang="zh-CN" altLang="en-US" i="0" dirty="0">
              <a:solidFill>
                <a:schemeClr val="tx1"/>
              </a:solidFill>
              <a:latin typeface="+mn-lt"/>
              <a:ea typeface="黑体" panose="02010609060101010101" pitchFamily="49" charset="-122"/>
            </a:endParaRPr>
          </a:p>
        </p:txBody>
      </p:sp>
      <p:graphicFrame>
        <p:nvGraphicFramePr>
          <p:cNvPr id="200" name="Group 553"/>
          <p:cNvGraphicFramePr>
            <a:graphicFrameLocks/>
          </p:cNvGraphicFramePr>
          <p:nvPr>
            <p:extLst>
              <p:ext uri="{D42A27DB-BD31-4B8C-83A1-F6EECF244321}">
                <p14:modId xmlns:p14="http://schemas.microsoft.com/office/powerpoint/2010/main" val="321664772"/>
              </p:ext>
            </p:extLst>
          </p:nvPr>
        </p:nvGraphicFramePr>
        <p:xfrm>
          <a:off x="927732" y="898769"/>
          <a:ext cx="5544617" cy="1423719"/>
        </p:xfrm>
        <a:graphic>
          <a:graphicData uri="http://schemas.openxmlformats.org/drawingml/2006/table">
            <a:tbl>
              <a:tblPr/>
              <a:tblGrid>
                <a:gridCol w="1300385">
                  <a:extLst>
                    <a:ext uri="{9D8B030D-6E8A-4147-A177-3AD203B41FA5}">
                      <a16:colId xmlns:a16="http://schemas.microsoft.com/office/drawing/2014/main" val="20000"/>
                    </a:ext>
                  </a:extLst>
                </a:gridCol>
                <a:gridCol w="485108">
                  <a:extLst>
                    <a:ext uri="{9D8B030D-6E8A-4147-A177-3AD203B41FA5}">
                      <a16:colId xmlns:a16="http://schemas.microsoft.com/office/drawing/2014/main" val="20001"/>
                    </a:ext>
                  </a:extLst>
                </a:gridCol>
                <a:gridCol w="490642">
                  <a:extLst>
                    <a:ext uri="{9D8B030D-6E8A-4147-A177-3AD203B41FA5}">
                      <a16:colId xmlns:a16="http://schemas.microsoft.com/office/drawing/2014/main" val="20002"/>
                    </a:ext>
                  </a:extLst>
                </a:gridCol>
                <a:gridCol w="521998">
                  <a:extLst>
                    <a:ext uri="{9D8B030D-6E8A-4147-A177-3AD203B41FA5}">
                      <a16:colId xmlns:a16="http://schemas.microsoft.com/office/drawing/2014/main" val="20003"/>
                    </a:ext>
                  </a:extLst>
                </a:gridCol>
                <a:gridCol w="571800">
                  <a:extLst>
                    <a:ext uri="{9D8B030D-6E8A-4147-A177-3AD203B41FA5}">
                      <a16:colId xmlns:a16="http://schemas.microsoft.com/office/drawing/2014/main" val="20004"/>
                    </a:ext>
                  </a:extLst>
                </a:gridCol>
                <a:gridCol w="557044">
                  <a:extLst>
                    <a:ext uri="{9D8B030D-6E8A-4147-A177-3AD203B41FA5}">
                      <a16:colId xmlns:a16="http://schemas.microsoft.com/office/drawing/2014/main" val="20005"/>
                    </a:ext>
                  </a:extLst>
                </a:gridCol>
                <a:gridCol w="538599">
                  <a:extLst>
                    <a:ext uri="{9D8B030D-6E8A-4147-A177-3AD203B41FA5}">
                      <a16:colId xmlns:a16="http://schemas.microsoft.com/office/drawing/2014/main" val="20006"/>
                    </a:ext>
                  </a:extLst>
                </a:gridCol>
                <a:gridCol w="571800">
                  <a:extLst>
                    <a:ext uri="{9D8B030D-6E8A-4147-A177-3AD203B41FA5}">
                      <a16:colId xmlns:a16="http://schemas.microsoft.com/office/drawing/2014/main" val="20007"/>
                    </a:ext>
                  </a:extLst>
                </a:gridCol>
                <a:gridCol w="507241">
                  <a:extLst>
                    <a:ext uri="{9D8B030D-6E8A-4147-A177-3AD203B41FA5}">
                      <a16:colId xmlns:a16="http://schemas.microsoft.com/office/drawing/2014/main" val="20008"/>
                    </a:ext>
                  </a:extLst>
                </a:gridCol>
              </a:tblGrid>
              <a:tr h="490937">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AC</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CD</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DB</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tc gridSpan="2">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BE</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hMerge="1">
                  <a:txBody>
                    <a:bodyPr/>
                    <a:lstStyle/>
                    <a:p>
                      <a:endParaRPr lang="zh-CN" altLang="en-US"/>
                    </a:p>
                  </a:txBody>
                  <a:tcPr/>
                </a:tc>
                <a:extLst>
                  <a:ext uri="{0D108BD9-81ED-4DB2-BD59-A6C34878D82A}">
                    <a16:rowId xmlns:a16="http://schemas.microsoft.com/office/drawing/2014/main" val="10000"/>
                  </a:ext>
                </a:extLst>
              </a:tr>
              <a:tr h="507549">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Courier New" panose="02070309020205020404" pitchFamily="49" charset="0"/>
                        </a:rPr>
                        <a:t>横截面</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a:t>
                      </a:r>
                      <a:r>
                        <a:rPr kumimoji="1" lang="en-US" altLang="zh-CN" sz="2400" b="0" i="1" u="none" strike="noStrike" cap="none" normalizeH="0" baseline="-3000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a:t>
                      </a:r>
                      <a:r>
                        <a:rPr kumimoji="1" lang="en-US" altLang="zh-CN" sz="2400" b="0" i="0" u="none" strike="noStrike" cap="none" normalizeH="0" baseline="-3000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r>
                        <a:rPr kumimoji="1" lang="en-US" altLang="zh-CN" sz="2400" b="0"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                      </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425233">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400" b="0" i="0" u="none" strike="noStrike" cap="none" normalizeH="0" baseline="0" dirty="0" err="1">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rPr>
                        <a:t>kN·m</a:t>
                      </a:r>
                      <a:endParaRPr kumimoji="1" lang="en-US" altLang="zh-CN" sz="2400" b="0" i="0" u="none" strike="noStrike" cap="none" normalizeH="0" baseline="0" dirty="0">
                        <a:ln>
                          <a:noFill/>
                        </a:ln>
                        <a:solidFill>
                          <a:schemeClr val="bg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20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16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6</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Courier New" panose="02070309020205020404" pitchFamily="49" charset="0"/>
                        </a:rPr>
                        <a:t>-</a:t>
                      </a:r>
                      <a:r>
                        <a:rPr kumimoji="1"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Courier New" panose="02070309020205020404" pitchFamily="49" charset="0"/>
                        </a:rPr>
                        <a:t>6</a:t>
                      </a:r>
                      <a:endPar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342900" indent="-342900" algn="l" defTabSz="914400" rtl="0" eaLnBrk="0" latinLnBrk="0" hangingPunct="0">
                        <a:spcBef>
                          <a:spcPct val="20000"/>
                        </a:spcBef>
                        <a:defRPr kumimoji="1" sz="2800" kern="1200">
                          <a:solidFill>
                            <a:schemeClr val="tx1"/>
                          </a:solidFill>
                          <a:latin typeface="" pitchFamily="18" charset="-52"/>
                          <a:ea typeface="宋体" panose="02010600030101010101" pitchFamily="2" charset="-122"/>
                        </a:defRPr>
                      </a:lvl1pPr>
                      <a:lvl2pPr marL="742950" indent="-285750" algn="l" defTabSz="914400" rtl="0" eaLnBrk="0" latinLnBrk="0" hangingPunct="0">
                        <a:spcBef>
                          <a:spcPct val="20000"/>
                        </a:spcBef>
                        <a:defRPr kumimoji="1" sz="2400" kern="1200">
                          <a:solidFill>
                            <a:schemeClr val="tx1"/>
                          </a:solidFill>
                          <a:latin typeface="" pitchFamily="18" charset="-52"/>
                          <a:ea typeface="宋体" panose="02010600030101010101" pitchFamily="2" charset="-122"/>
                        </a:defRPr>
                      </a:lvl2pPr>
                      <a:lvl3pPr marL="1143000" indent="-228600" algn="l" defTabSz="914400" rtl="0" eaLnBrk="0" latinLnBrk="0" hangingPunct="0">
                        <a:spcBef>
                          <a:spcPct val="20000"/>
                        </a:spcBef>
                        <a:defRPr kumimoji="1" sz="2000" kern="1200">
                          <a:solidFill>
                            <a:schemeClr val="tx1"/>
                          </a:solidFill>
                          <a:latin typeface="" pitchFamily="18" charset="-52"/>
                          <a:ea typeface="宋体" panose="02010600030101010101" pitchFamily="2" charset="-122"/>
                        </a:defRPr>
                      </a:lvl3pPr>
                      <a:lvl4pPr marL="16002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4pPr>
                      <a:lvl5pPr marL="2057400" indent="-228600" algn="l" defTabSz="914400" rtl="0" eaLnBrk="0" latinLnBrk="0" hangingPunct="0">
                        <a:spcBef>
                          <a:spcPct val="20000"/>
                        </a:spcBef>
                        <a:defRPr kumimoji="1" sz="1800" kern="1200">
                          <a:solidFill>
                            <a:schemeClr val="tx1"/>
                          </a:solidFill>
                          <a:latin typeface="" pitchFamily="18" charset="-52"/>
                          <a:ea typeface="宋体" panose="02010600030101010101" pitchFamily="2" charset="-122"/>
                        </a:defRPr>
                      </a:lvl5pPr>
                      <a:lvl6pPr marL="25146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6pPr>
                      <a:lvl7pPr marL="29718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7pPr>
                      <a:lvl8pPr marL="34290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8pPr>
                      <a:lvl9pPr marL="3886200" indent="-228600" algn="l" defTabSz="914400" rtl="0" eaLnBrk="0" fontAlgn="base" latinLnBrk="0" hangingPunct="0">
                        <a:spcBef>
                          <a:spcPct val="20000"/>
                        </a:spcBef>
                        <a:spcAft>
                          <a:spcPct val="0"/>
                        </a:spcAft>
                        <a:defRPr kumimoji="1" sz="1800" kern="1200">
                          <a:solidFill>
                            <a:schemeClr val="tx1"/>
                          </a:solidFill>
                          <a:latin typeface="" pitchFamily="18" charset="-52"/>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cs typeface="Courier New" panose="02070309020205020404" pitchFamily="49" charset="0"/>
                        </a:rPr>
                        <a:t>0</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bl>
          </a:graphicData>
        </a:graphic>
      </p:graphicFrame>
      <p:sp>
        <p:nvSpPr>
          <p:cNvPr id="201" name="矩形 200">
            <a:extLst>
              <a:ext uri="{FF2B5EF4-FFF2-40B4-BE49-F238E27FC236}">
                <a16:creationId xmlns:a16="http://schemas.microsoft.com/office/drawing/2014/main" id="{54CF797A-3212-00F4-D82B-18FEE729BE7A}"/>
              </a:ext>
            </a:extLst>
          </p:cNvPr>
          <p:cNvSpPr/>
          <p:nvPr/>
        </p:nvSpPr>
        <p:spPr>
          <a:xfrm>
            <a:off x="830956" y="2322488"/>
            <a:ext cx="6930953" cy="572464"/>
          </a:xfrm>
          <a:prstGeom prst="rect">
            <a:avLst/>
          </a:prstGeom>
        </p:spPr>
        <p:txBody>
          <a:bodyPr wrap="square">
            <a:spAutoFit/>
          </a:bodyPr>
          <a:lstStyle/>
          <a:p>
            <a:pPr>
              <a:lnSpc>
                <a:spcPct val="130000"/>
              </a:lnSpc>
            </a:pPr>
            <a:r>
              <a:rPr kumimoji="1" lang="zh-CN" altLang="en-US" i="0" dirty="0">
                <a:solidFill>
                  <a:schemeClr val="tx1"/>
                </a:solidFill>
                <a:latin typeface="+mn-lt"/>
                <a:ea typeface="黑体" panose="02010609060101010101" pitchFamily="49" charset="-122"/>
              </a:rPr>
              <a:t>再列出各段</a:t>
            </a:r>
            <a:r>
              <a:rPr kumimoji="1" lang="en-US" altLang="zh-CN" b="0" dirty="0">
                <a:solidFill>
                  <a:schemeClr val="tx1"/>
                </a:solidFill>
                <a:latin typeface="+mn-lt"/>
                <a:ea typeface="黑体" panose="02010609060101010101" pitchFamily="49" charset="-122"/>
              </a:rPr>
              <a:t>M</a:t>
            </a:r>
            <a:r>
              <a:rPr kumimoji="1" lang="zh-CN" altLang="en-US" i="0" dirty="0">
                <a:solidFill>
                  <a:schemeClr val="tx1"/>
                </a:solidFill>
                <a:latin typeface="+mn-lt"/>
                <a:ea typeface="黑体" panose="02010609060101010101" pitchFamily="49" charset="-122"/>
              </a:rPr>
              <a:t>图的特征表。</a:t>
            </a:r>
            <a:endParaRPr lang="zh-CN" altLang="en-US" i="0" dirty="0">
              <a:solidFill>
                <a:schemeClr val="tx1"/>
              </a:solidFill>
              <a:latin typeface="+mn-lt"/>
              <a:ea typeface="黑体" panose="02010609060101010101" pitchFamily="49" charset="-122"/>
            </a:endParaRPr>
          </a:p>
        </p:txBody>
      </p:sp>
      <p:graphicFrame>
        <p:nvGraphicFramePr>
          <p:cNvPr id="202" name="Group 492"/>
          <p:cNvGraphicFramePr>
            <a:graphicFrameLocks/>
          </p:cNvGraphicFramePr>
          <p:nvPr>
            <p:extLst>
              <p:ext uri="{D42A27DB-BD31-4B8C-83A1-F6EECF244321}">
                <p14:modId xmlns:p14="http://schemas.microsoft.com/office/powerpoint/2010/main" val="183015477"/>
              </p:ext>
            </p:extLst>
          </p:nvPr>
        </p:nvGraphicFramePr>
        <p:xfrm>
          <a:off x="994272" y="2813234"/>
          <a:ext cx="6397872" cy="1335846"/>
        </p:xfrm>
        <a:graphic>
          <a:graphicData uri="http://schemas.openxmlformats.org/drawingml/2006/table">
            <a:tbl>
              <a:tblPr/>
              <a:tblGrid>
                <a:gridCol w="925264">
                  <a:extLst>
                    <a:ext uri="{9D8B030D-6E8A-4147-A177-3AD203B41FA5}">
                      <a16:colId xmlns:a16="http://schemas.microsoft.com/office/drawing/2014/main" val="20000"/>
                    </a:ext>
                  </a:extLst>
                </a:gridCol>
                <a:gridCol w="1656184">
                  <a:extLst>
                    <a:ext uri="{9D8B030D-6E8A-4147-A177-3AD203B41FA5}">
                      <a16:colId xmlns:a16="http://schemas.microsoft.com/office/drawing/2014/main" val="20001"/>
                    </a:ext>
                  </a:extLst>
                </a:gridCol>
                <a:gridCol w="1656184">
                  <a:extLst>
                    <a:ext uri="{9D8B030D-6E8A-4147-A177-3AD203B41FA5}">
                      <a16:colId xmlns:a16="http://schemas.microsoft.com/office/drawing/2014/main" val="20002"/>
                    </a:ext>
                  </a:extLst>
                </a:gridCol>
                <a:gridCol w="1008112">
                  <a:extLst>
                    <a:ext uri="{9D8B030D-6E8A-4147-A177-3AD203B41FA5}">
                      <a16:colId xmlns:a16="http://schemas.microsoft.com/office/drawing/2014/main" val="20003"/>
                    </a:ext>
                  </a:extLst>
                </a:gridCol>
                <a:gridCol w="1152128">
                  <a:extLst>
                    <a:ext uri="{9D8B030D-6E8A-4147-A177-3AD203B41FA5}">
                      <a16:colId xmlns:a16="http://schemas.microsoft.com/office/drawing/2014/main" val="20004"/>
                    </a:ext>
                  </a:extLst>
                </a:gridCol>
              </a:tblGrid>
              <a:tr h="387350">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分段</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AC</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CD</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DB</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BE</a:t>
                      </a:r>
                      <a:endParaRPr kumimoji="1" lang="en-US" altLang="zh-CN"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422275">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Courier New" pitchFamily="49" charset="0"/>
                        </a:rPr>
                        <a:t>外力</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gridSpan="2">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a:t>
                      </a: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常数＜</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hMerge="1">
                  <a:txBody>
                    <a:bodyPr/>
                    <a:lstStyle/>
                    <a:p>
                      <a:endParaRPr lang="zh-CN" altLang="en-US"/>
                    </a:p>
                  </a:txBody>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tx1"/>
                          </a:solidFill>
                          <a:effectLst/>
                          <a:latin typeface="Times New Roman" pitchFamily="18" charset="0"/>
                          <a:ea typeface="黑体" pitchFamily="2" charset="-122"/>
                          <a:cs typeface="Times New Roman" pitchFamily="18" charset="0"/>
                        </a:rPr>
                        <a:t>q</a:t>
                      </a:r>
                      <a:r>
                        <a:rPr kumimoji="1" lang="en-US" altLang="zh-CN"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=0</a:t>
                      </a:r>
                      <a:endParaRPr kumimoji="1" lang="en-US" altLang="zh-CN" sz="2400" b="0" i="0" u="none" strike="noStrike" cap="none" normalizeH="0" baseline="0" dirty="0">
                        <a:ln>
                          <a:noFill/>
                        </a:ln>
                        <a:solidFill>
                          <a:schemeClr val="tx1"/>
                        </a:solidFill>
                        <a:effectLst/>
                        <a:latin typeface="Times New Roman" pitchFamily="18" charset="0"/>
                        <a:ea typeface="黑体" pitchFamily="2" charset="-122"/>
                      </a:endParaRP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B9CDE5"/>
                    </a:solidFill>
                  </a:tcPr>
                </a:tc>
                <a:extLst>
                  <a:ext uri="{0D108BD9-81ED-4DB2-BD59-A6C34878D82A}">
                    <a16:rowId xmlns:a16="http://schemas.microsoft.com/office/drawing/2014/main" val="10001"/>
                  </a:ext>
                </a:extLst>
              </a:tr>
              <a:tr h="526221">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1"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M</a:t>
                      </a:r>
                      <a:r>
                        <a:rPr kumimoji="1" lang="zh-CN" altLang="en-US" sz="2400" b="0" i="0" u="none" strike="noStrike" cap="none" normalizeH="0" baseline="0" dirty="0">
                          <a:ln>
                            <a:noFill/>
                          </a:ln>
                          <a:solidFill>
                            <a:schemeClr val="bg1"/>
                          </a:solidFill>
                          <a:effectLst/>
                          <a:latin typeface="Times New Roman" pitchFamily="18" charset="0"/>
                          <a:ea typeface="黑体" pitchFamily="2" charset="-122"/>
                          <a:cs typeface="Times New Roman" pitchFamily="18" charset="0"/>
                        </a:rPr>
                        <a:t>图</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上凸抛物线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tc>
                  <a:txBody>
                    <a:bodyPr/>
                    <a:lstStyle>
                      <a:lvl1pPr marL="0" algn="l" defTabSz="914400" rtl="0" eaLnBrk="1" latinLnBrk="0" hangingPunct="1">
                        <a:defRPr sz="1800" kern="1200">
                          <a:solidFill>
                            <a:schemeClr val="tx1"/>
                          </a:solidFill>
                          <a:ea typeface="宋体"/>
                        </a:defRPr>
                      </a:lvl1pPr>
                      <a:lvl2pPr marL="457200" algn="l" defTabSz="914400" rtl="0" eaLnBrk="1" latinLnBrk="0" hangingPunct="1">
                        <a:defRPr sz="1800" kern="1200">
                          <a:solidFill>
                            <a:schemeClr val="tx1"/>
                          </a:solidFill>
                          <a:ea typeface="宋体"/>
                        </a:defRPr>
                      </a:lvl2pPr>
                      <a:lvl3pPr marL="914400" algn="l" defTabSz="914400" rtl="0" eaLnBrk="1" latinLnBrk="0" hangingPunct="1">
                        <a:defRPr sz="1800" kern="1200">
                          <a:solidFill>
                            <a:schemeClr val="tx1"/>
                          </a:solidFill>
                          <a:ea typeface="宋体"/>
                        </a:defRPr>
                      </a:lvl3pPr>
                      <a:lvl4pPr marL="1371600" algn="l" defTabSz="914400" rtl="0" eaLnBrk="1" latinLnBrk="0" hangingPunct="1">
                        <a:defRPr sz="1800" kern="1200">
                          <a:solidFill>
                            <a:schemeClr val="tx1"/>
                          </a:solidFill>
                          <a:ea typeface="宋体"/>
                        </a:defRPr>
                      </a:lvl4pPr>
                      <a:lvl5pPr marL="1828800" algn="l" defTabSz="914400" rtl="0" eaLnBrk="1" latinLnBrk="0" hangingPunct="1">
                        <a:defRPr sz="1800" kern="1200">
                          <a:solidFill>
                            <a:schemeClr val="tx1"/>
                          </a:solidFill>
                          <a:ea typeface="宋体"/>
                        </a:defRPr>
                      </a:lvl5pPr>
                      <a:lvl6pPr marL="2286000" algn="l" defTabSz="914400" rtl="0" eaLnBrk="1" latinLnBrk="0" hangingPunct="1">
                        <a:defRPr sz="1800" kern="1200">
                          <a:solidFill>
                            <a:schemeClr val="tx1"/>
                          </a:solidFill>
                          <a:ea typeface="宋体"/>
                        </a:defRPr>
                      </a:lvl6pPr>
                      <a:lvl7pPr marL="2743200" algn="l" defTabSz="914400" rtl="0" eaLnBrk="1" latinLnBrk="0" hangingPunct="1">
                        <a:defRPr sz="1800" kern="1200">
                          <a:solidFill>
                            <a:schemeClr val="tx1"/>
                          </a:solidFill>
                          <a:ea typeface="宋体"/>
                        </a:defRPr>
                      </a:lvl7pPr>
                      <a:lvl8pPr marL="3200400" algn="l" defTabSz="914400" rtl="0" eaLnBrk="1" latinLnBrk="0" hangingPunct="1">
                        <a:defRPr sz="1800" kern="1200">
                          <a:solidFill>
                            <a:schemeClr val="tx1"/>
                          </a:solidFill>
                          <a:ea typeface="宋体"/>
                        </a:defRPr>
                      </a:lvl8pPr>
                      <a:lvl9pPr marL="3657600" algn="l" defTabSz="914400" rtl="0" eaLnBrk="1" latinLnBrk="0" hangingPunct="1">
                        <a:defRPr sz="1800" kern="1200">
                          <a:solidFill>
                            <a:schemeClr val="tx1"/>
                          </a:solidFill>
                          <a:ea typeface="宋体"/>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a:ln>
                            <a:noFill/>
                          </a:ln>
                          <a:solidFill>
                            <a:schemeClr val="tx1"/>
                          </a:solidFill>
                          <a:effectLst/>
                          <a:latin typeface="Times New Roman" pitchFamily="18" charset="0"/>
                          <a:ea typeface="黑体" pitchFamily="2" charset="-122"/>
                          <a:cs typeface="Courier New" pitchFamily="49" charset="0"/>
                        </a:rPr>
                        <a:t>斜直线</a:t>
                      </a:r>
                    </a:p>
                  </a:txBody>
                  <a:tcPr marL="0" marR="0" marT="0" marB="0" anchor="ctr" horzOverflow="overflow">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a:noFill/>
                    </a:lnTlToBr>
                    <a:lnBlToTr>
                      <a:noFill/>
                    </a:lnBlToTr>
                    <a:solidFill>
                      <a:srgbClr val="EEEEEE"/>
                    </a:solidFill>
                  </a:tcPr>
                </a:tc>
                <a:extLst>
                  <a:ext uri="{0D108BD9-81ED-4DB2-BD59-A6C34878D82A}">
                    <a16:rowId xmlns:a16="http://schemas.microsoft.com/office/drawing/2014/main" val="10002"/>
                  </a:ext>
                </a:extLst>
              </a:tr>
            </a:tbl>
          </a:graphicData>
        </a:graphic>
      </p:graphicFrame>
      <p:sp>
        <p:nvSpPr>
          <p:cNvPr id="107" name="矩形 106">
            <a:extLst>
              <a:ext uri="{FF2B5EF4-FFF2-40B4-BE49-F238E27FC236}">
                <a16:creationId xmlns:a16="http://schemas.microsoft.com/office/drawing/2014/main" id="{54CF797A-3212-00F4-D82B-18FEE729BE7A}"/>
              </a:ext>
            </a:extLst>
          </p:cNvPr>
          <p:cNvSpPr/>
          <p:nvPr/>
        </p:nvSpPr>
        <p:spPr>
          <a:xfrm>
            <a:off x="327885" y="5417829"/>
            <a:ext cx="7336416" cy="984500"/>
          </a:xfrm>
          <a:prstGeom prst="rect">
            <a:avLst/>
          </a:prstGeom>
        </p:spPr>
        <p:txBody>
          <a:bodyPr wrap="square">
            <a:spAutoFit/>
          </a:bodyPr>
          <a:lstStyle/>
          <a:p>
            <a:pPr>
              <a:lnSpc>
                <a:spcPct val="120000"/>
              </a:lnSpc>
            </a:pPr>
            <a:r>
              <a:rPr lang="en-US" altLang="zh-CN" i="0" dirty="0">
                <a:solidFill>
                  <a:schemeClr val="tx1"/>
                </a:solidFill>
                <a:ea typeface="黑体" panose="02010609060101010101" pitchFamily="49" charset="-122"/>
              </a:rPr>
              <a:t>      ③</a:t>
            </a:r>
            <a:r>
              <a:rPr lang="zh-CN" altLang="en-US" i="0" dirty="0">
                <a:solidFill>
                  <a:schemeClr val="tx1"/>
                </a:solidFill>
                <a:ea typeface="黑体" panose="02010609060101010101" pitchFamily="49" charset="-122"/>
              </a:rPr>
              <a:t>连线。</a:t>
            </a:r>
            <a:r>
              <a:rPr lang="zh-CN" altLang="en-US" i="0" dirty="0">
                <a:solidFill>
                  <a:schemeClr val="tx1"/>
                </a:solidFill>
                <a:latin typeface="+mn-lt"/>
                <a:ea typeface="黑体" panose="02010609060101010101" pitchFamily="49" charset="-122"/>
              </a:rPr>
              <a:t>区间</a:t>
            </a:r>
            <a:r>
              <a:rPr lang="en-US" altLang="zh-CN" b="0" dirty="0">
                <a:solidFill>
                  <a:schemeClr val="tx1"/>
                </a:solidFill>
                <a:latin typeface="+mn-lt"/>
                <a:ea typeface="黑体" panose="02010609060101010101" pitchFamily="49" charset="-122"/>
              </a:rPr>
              <a:t>AC</a:t>
            </a:r>
            <a:r>
              <a:rPr lang="zh-CN" altLang="en-US" i="0" dirty="0">
                <a:solidFill>
                  <a:schemeClr val="tx1"/>
                </a:solidFill>
                <a:latin typeface="+mn-lt"/>
                <a:ea typeface="黑体" panose="02010609060101010101" pitchFamily="49" charset="-122"/>
              </a:rPr>
              <a:t>段</a:t>
            </a:r>
            <a:r>
              <a:rPr lang="en-US" altLang="zh-CN" b="0" dirty="0">
                <a:solidFill>
                  <a:schemeClr val="tx1"/>
                </a:solidFill>
                <a:latin typeface="+mn-lt"/>
                <a:ea typeface="黑体" panose="02010609060101010101" pitchFamily="49" charset="-122"/>
              </a:rPr>
              <a:t>M</a:t>
            </a:r>
            <a:r>
              <a:rPr lang="zh-CN" altLang="en-US" i="0" dirty="0">
                <a:solidFill>
                  <a:schemeClr val="tx1"/>
                </a:solidFill>
                <a:latin typeface="+mn-lt"/>
                <a:ea typeface="黑体" panose="02010609060101010101" pitchFamily="49" charset="-122"/>
              </a:rPr>
              <a:t>图为抛物线，并确定了抛物线的凸凹和极值点，得到弯矩图。</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108" name="Freeform 206" descr="浅色竖线"/>
          <p:cNvSpPr>
            <a:spLocks/>
          </p:cNvSpPr>
          <p:nvPr/>
        </p:nvSpPr>
        <p:spPr bwMode="auto">
          <a:xfrm>
            <a:off x="8081813" y="4996648"/>
            <a:ext cx="3305175" cy="1362075"/>
          </a:xfrm>
          <a:custGeom>
            <a:avLst/>
            <a:gdLst>
              <a:gd name="T0" fmla="*/ 0 w 2082"/>
              <a:gd name="T1" fmla="*/ 1648182115 h 858"/>
              <a:gd name="T2" fmla="*/ 37801545 w 2082"/>
              <a:gd name="T3" fmla="*/ 1406247184 h 858"/>
              <a:gd name="T4" fmla="*/ 90725607 w 2082"/>
              <a:gd name="T5" fmla="*/ 1141630060 h 858"/>
              <a:gd name="T6" fmla="*/ 113406234 w 2082"/>
              <a:gd name="T7" fmla="*/ 1035785115 h 858"/>
              <a:gd name="T8" fmla="*/ 211693125 w 2082"/>
              <a:gd name="T9" fmla="*/ 861893589 h 858"/>
              <a:gd name="T10" fmla="*/ 325100897 w 2082"/>
              <a:gd name="T11" fmla="*/ 650200326 h 858"/>
              <a:gd name="T12" fmla="*/ 483869971 w 2082"/>
              <a:gd name="T13" fmla="*/ 438507261 h 858"/>
              <a:gd name="T14" fmla="*/ 657759877 w 2082"/>
              <a:gd name="T15" fmla="*/ 294857503 h 858"/>
              <a:gd name="T16" fmla="*/ 816530440 w 2082"/>
              <a:gd name="T17" fmla="*/ 196572181 h 858"/>
              <a:gd name="T18" fmla="*/ 1013102734 w 2082"/>
              <a:gd name="T19" fmla="*/ 90725624 h 858"/>
              <a:gd name="T20" fmla="*/ 1164312038 w 2082"/>
              <a:gd name="T21" fmla="*/ 52924085 h 858"/>
              <a:gd name="T22" fmla="*/ 1330642273 w 2082"/>
              <a:gd name="T23" fmla="*/ 15120939 h 858"/>
              <a:gd name="T24" fmla="*/ 1731346532 w 2082"/>
              <a:gd name="T25" fmla="*/ 7561263 h 858"/>
              <a:gd name="T26" fmla="*/ 1920358956 w 2082"/>
              <a:gd name="T27" fmla="*/ 45362812 h 858"/>
              <a:gd name="T28" fmla="*/ 2147483647 w 2082"/>
              <a:gd name="T29" fmla="*/ 113407842 h 858"/>
              <a:gd name="T30" fmla="*/ 2147483647 w 2082"/>
              <a:gd name="T31" fmla="*/ 166330315 h 858"/>
              <a:gd name="T32" fmla="*/ 2147483647 w 2082"/>
              <a:gd name="T33" fmla="*/ 219254424 h 858"/>
              <a:gd name="T34" fmla="*/ 2147483647 w 2082"/>
              <a:gd name="T35" fmla="*/ 279736570 h 858"/>
              <a:gd name="T36" fmla="*/ 2147483647 w 2082"/>
              <a:gd name="T37" fmla="*/ 378023429 h 858"/>
              <a:gd name="T38" fmla="*/ 2147483647 w 2082"/>
              <a:gd name="T39" fmla="*/ 1141630060 h 858"/>
              <a:gd name="T40" fmla="*/ 2147483647 w 2082"/>
              <a:gd name="T41" fmla="*/ 2147483647 h 858"/>
              <a:gd name="T42" fmla="*/ 2147483647 w 2082"/>
              <a:gd name="T43" fmla="*/ 1648182115 h 858"/>
              <a:gd name="T44" fmla="*/ 0 w 2082"/>
              <a:gd name="T45" fmla="*/ 1648182115 h 8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82"/>
              <a:gd name="T70" fmla="*/ 0 h 858"/>
              <a:gd name="T71" fmla="*/ 2082 w 2082"/>
              <a:gd name="T72" fmla="*/ 858 h 8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82" h="858">
                <a:moveTo>
                  <a:pt x="0" y="654"/>
                </a:moveTo>
                <a:cubicBezTo>
                  <a:pt x="5" y="622"/>
                  <a:pt x="4" y="590"/>
                  <a:pt x="15" y="558"/>
                </a:cubicBezTo>
                <a:cubicBezTo>
                  <a:pt x="20" y="522"/>
                  <a:pt x="27" y="488"/>
                  <a:pt x="36" y="453"/>
                </a:cubicBezTo>
                <a:cubicBezTo>
                  <a:pt x="39" y="440"/>
                  <a:pt x="39" y="423"/>
                  <a:pt x="45" y="411"/>
                </a:cubicBezTo>
                <a:cubicBezTo>
                  <a:pt x="57" y="387"/>
                  <a:pt x="73" y="367"/>
                  <a:pt x="84" y="342"/>
                </a:cubicBezTo>
                <a:cubicBezTo>
                  <a:pt x="104" y="309"/>
                  <a:pt x="111" y="286"/>
                  <a:pt x="129" y="258"/>
                </a:cubicBezTo>
                <a:cubicBezTo>
                  <a:pt x="143" y="215"/>
                  <a:pt x="162" y="219"/>
                  <a:pt x="192" y="174"/>
                </a:cubicBezTo>
                <a:cubicBezTo>
                  <a:pt x="207" y="159"/>
                  <a:pt x="241" y="131"/>
                  <a:pt x="261" y="117"/>
                </a:cubicBezTo>
                <a:cubicBezTo>
                  <a:pt x="283" y="106"/>
                  <a:pt x="299" y="84"/>
                  <a:pt x="324" y="78"/>
                </a:cubicBezTo>
                <a:cubicBezTo>
                  <a:pt x="350" y="59"/>
                  <a:pt x="371" y="46"/>
                  <a:pt x="402" y="36"/>
                </a:cubicBezTo>
                <a:cubicBezTo>
                  <a:pt x="423" y="29"/>
                  <a:pt x="441" y="26"/>
                  <a:pt x="462" y="21"/>
                </a:cubicBezTo>
                <a:cubicBezTo>
                  <a:pt x="485" y="15"/>
                  <a:pt x="506" y="17"/>
                  <a:pt x="528" y="6"/>
                </a:cubicBezTo>
                <a:cubicBezTo>
                  <a:pt x="580" y="7"/>
                  <a:pt x="635" y="0"/>
                  <a:pt x="687" y="3"/>
                </a:cubicBezTo>
                <a:cubicBezTo>
                  <a:pt x="713" y="4"/>
                  <a:pt x="737" y="13"/>
                  <a:pt x="762" y="18"/>
                </a:cubicBezTo>
                <a:cubicBezTo>
                  <a:pt x="793" y="24"/>
                  <a:pt x="824" y="37"/>
                  <a:pt x="855" y="45"/>
                </a:cubicBezTo>
                <a:cubicBezTo>
                  <a:pt x="872" y="49"/>
                  <a:pt x="885" y="58"/>
                  <a:pt x="900" y="66"/>
                </a:cubicBezTo>
                <a:cubicBezTo>
                  <a:pt x="915" y="73"/>
                  <a:pt x="931" y="79"/>
                  <a:pt x="945" y="87"/>
                </a:cubicBezTo>
                <a:cubicBezTo>
                  <a:pt x="961" y="95"/>
                  <a:pt x="961" y="101"/>
                  <a:pt x="972" y="111"/>
                </a:cubicBezTo>
                <a:cubicBezTo>
                  <a:pt x="978" y="121"/>
                  <a:pt x="1003" y="142"/>
                  <a:pt x="1011" y="150"/>
                </a:cubicBezTo>
                <a:lnTo>
                  <a:pt x="1008" y="453"/>
                </a:lnTo>
                <a:lnTo>
                  <a:pt x="1551" y="858"/>
                </a:lnTo>
                <a:lnTo>
                  <a:pt x="2082" y="654"/>
                </a:lnTo>
                <a:lnTo>
                  <a:pt x="0" y="654"/>
                </a:lnTo>
                <a:close/>
              </a:path>
            </a:pathLst>
          </a:custGeom>
          <a:pattFill prst="ltVert">
            <a:fgClr>
              <a:srgbClr val="000000"/>
            </a:fgClr>
            <a:bgClr>
              <a:srgbClr val="99FFCC"/>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0" name="Arc 200"/>
          <p:cNvSpPr>
            <a:spLocks/>
          </p:cNvSpPr>
          <p:nvPr/>
        </p:nvSpPr>
        <p:spPr bwMode="auto">
          <a:xfrm rot="10800000" flipV="1">
            <a:off x="8088163" y="4990298"/>
            <a:ext cx="1604963" cy="1060450"/>
          </a:xfrm>
          <a:custGeom>
            <a:avLst/>
            <a:gdLst>
              <a:gd name="T0" fmla="*/ 0 w 35301"/>
              <a:gd name="T1" fmla="*/ 580072028 h 21600"/>
              <a:gd name="T2" fmla="*/ 2147483647 w 35301"/>
              <a:gd name="T3" fmla="*/ 2147483647 h 21600"/>
              <a:gd name="T4" fmla="*/ 1287614675 w 35301"/>
              <a:gd name="T5" fmla="*/ 2147483647 h 21600"/>
              <a:gd name="T6" fmla="*/ 0 60000 65536"/>
              <a:gd name="T7" fmla="*/ 0 60000 65536"/>
              <a:gd name="T8" fmla="*/ 0 60000 65536"/>
              <a:gd name="T9" fmla="*/ 0 w 35301"/>
              <a:gd name="T10" fmla="*/ 0 h 21600"/>
              <a:gd name="T11" fmla="*/ 35301 w 35301"/>
              <a:gd name="T12" fmla="*/ 21600 h 21600"/>
            </a:gdLst>
            <a:ahLst/>
            <a:cxnLst>
              <a:cxn ang="T6">
                <a:pos x="T0" y="T1"/>
              </a:cxn>
              <a:cxn ang="T7">
                <a:pos x="T2" y="T3"/>
              </a:cxn>
              <a:cxn ang="T8">
                <a:pos x="T4" y="T5"/>
              </a:cxn>
            </a:cxnLst>
            <a:rect l="T9" t="T10" r="T11" b="T12"/>
            <a:pathLst>
              <a:path w="35301" h="21600" fill="none" extrusionOk="0">
                <a:moveTo>
                  <a:pt x="-1" y="4901"/>
                </a:moveTo>
                <a:cubicBezTo>
                  <a:pt x="3862" y="1732"/>
                  <a:pt x="8704" y="-1"/>
                  <a:pt x="13701" y="0"/>
                </a:cubicBezTo>
                <a:cubicBezTo>
                  <a:pt x="25630" y="0"/>
                  <a:pt x="35301" y="9670"/>
                  <a:pt x="35301" y="21600"/>
                </a:cubicBezTo>
              </a:path>
              <a:path w="35301" h="21600" stroke="0" extrusionOk="0">
                <a:moveTo>
                  <a:pt x="-1" y="4901"/>
                </a:moveTo>
                <a:cubicBezTo>
                  <a:pt x="3862" y="1732"/>
                  <a:pt x="8704" y="-1"/>
                  <a:pt x="13701" y="0"/>
                </a:cubicBezTo>
                <a:cubicBezTo>
                  <a:pt x="25630" y="0"/>
                  <a:pt x="35301" y="9670"/>
                  <a:pt x="35301" y="21600"/>
                </a:cubicBezTo>
                <a:lnTo>
                  <a:pt x="13701"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11" name="Freeform 3" descr="浅色竖线"/>
          <p:cNvSpPr>
            <a:spLocks/>
          </p:cNvSpPr>
          <p:nvPr/>
        </p:nvSpPr>
        <p:spPr bwMode="auto">
          <a:xfrm>
            <a:off x="8077051" y="3426811"/>
            <a:ext cx="3200400" cy="1009650"/>
          </a:xfrm>
          <a:custGeom>
            <a:avLst/>
            <a:gdLst>
              <a:gd name="T0" fmla="*/ 0 w 2016"/>
              <a:gd name="T1" fmla="*/ 1171871810 h 636"/>
              <a:gd name="T2" fmla="*/ 0 w 2016"/>
              <a:gd name="T3" fmla="*/ 0 h 636"/>
              <a:gd name="T4" fmla="*/ 1262599166 w 2016"/>
              <a:gd name="T5" fmla="*/ 619958398 h 636"/>
              <a:gd name="T6" fmla="*/ 1262599166 w 2016"/>
              <a:gd name="T7" fmla="*/ 990420629 h 636"/>
              <a:gd name="T8" fmla="*/ 2147483647 w 2016"/>
              <a:gd name="T9" fmla="*/ 1602819157 h 636"/>
              <a:gd name="T10" fmla="*/ 2147483647 w 2016"/>
              <a:gd name="T11" fmla="*/ 1602819157 h 636"/>
              <a:gd name="T12" fmla="*/ 2147483647 w 2016"/>
              <a:gd name="T13" fmla="*/ 778728975 h 636"/>
              <a:gd name="T14" fmla="*/ 2147483647 w 2016"/>
              <a:gd name="T15" fmla="*/ 778728975 h 636"/>
              <a:gd name="T16" fmla="*/ 2147483647 w 2016"/>
              <a:gd name="T17" fmla="*/ 1171871810 h 636"/>
              <a:gd name="T18" fmla="*/ 0 w 2016"/>
              <a:gd name="T19" fmla="*/ 1171871810 h 6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16"/>
              <a:gd name="T31" fmla="*/ 0 h 636"/>
              <a:gd name="T32" fmla="*/ 2016 w 2016"/>
              <a:gd name="T33" fmla="*/ 636 h 6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16" h="636">
                <a:moveTo>
                  <a:pt x="0" y="465"/>
                </a:moveTo>
                <a:lnTo>
                  <a:pt x="0" y="0"/>
                </a:lnTo>
                <a:lnTo>
                  <a:pt x="501" y="246"/>
                </a:lnTo>
                <a:lnTo>
                  <a:pt x="501" y="393"/>
                </a:lnTo>
                <a:lnTo>
                  <a:pt x="996" y="636"/>
                </a:lnTo>
                <a:lnTo>
                  <a:pt x="1515" y="636"/>
                </a:lnTo>
                <a:lnTo>
                  <a:pt x="1515" y="309"/>
                </a:lnTo>
                <a:lnTo>
                  <a:pt x="2016" y="309"/>
                </a:lnTo>
                <a:lnTo>
                  <a:pt x="2016" y="465"/>
                </a:lnTo>
                <a:lnTo>
                  <a:pt x="0" y="465"/>
                </a:lnTo>
                <a:close/>
              </a:path>
            </a:pathLst>
          </a:custGeom>
          <a:pattFill prst="ltVert">
            <a:fgClr>
              <a:srgbClr val="000000"/>
            </a:fgClr>
            <a:bgClr>
              <a:srgbClr val="FFFF99"/>
            </a:bgClr>
          </a:pattFill>
          <a:ln w="9525">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14" name="Group 4"/>
          <p:cNvGrpSpPr>
            <a:grpSpLocks/>
          </p:cNvGrpSpPr>
          <p:nvPr/>
        </p:nvGrpSpPr>
        <p:grpSpPr bwMode="auto">
          <a:xfrm>
            <a:off x="7664301" y="676468"/>
            <a:ext cx="3952875" cy="2041525"/>
            <a:chOff x="3134" y="73"/>
            <a:chExt cx="2490" cy="1286"/>
          </a:xfrm>
        </p:grpSpPr>
        <p:sp>
          <p:nvSpPr>
            <p:cNvPr id="115" name="Text Box 5"/>
            <p:cNvSpPr txBox="1">
              <a:spLocks noChangeAspect="1" noChangeArrowheads="1"/>
            </p:cNvSpPr>
            <p:nvPr/>
          </p:nvSpPr>
          <p:spPr bwMode="auto">
            <a:xfrm>
              <a:off x="3778" y="726"/>
              <a:ext cx="1846"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E</a:t>
              </a:r>
            </a:p>
          </p:txBody>
        </p:sp>
        <p:sp>
          <p:nvSpPr>
            <p:cNvPr id="116" name="Text Box 6"/>
            <p:cNvSpPr txBox="1">
              <a:spLocks noChangeAspect="1" noChangeArrowheads="1"/>
            </p:cNvSpPr>
            <p:nvPr/>
          </p:nvSpPr>
          <p:spPr bwMode="auto">
            <a:xfrm>
              <a:off x="3472" y="1052"/>
              <a:ext cx="145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4m     4m     4m</a:t>
              </a:r>
            </a:p>
          </p:txBody>
        </p:sp>
        <p:sp>
          <p:nvSpPr>
            <p:cNvPr id="117" name="Text Box 7"/>
            <p:cNvSpPr txBox="1">
              <a:spLocks noChangeAspect="1" noChangeArrowheads="1"/>
            </p:cNvSpPr>
            <p:nvPr/>
          </p:nvSpPr>
          <p:spPr bwMode="auto">
            <a:xfrm>
              <a:off x="3278" y="341"/>
              <a:ext cx="70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1kN/m </a:t>
              </a:r>
            </a:p>
          </p:txBody>
        </p:sp>
        <p:sp>
          <p:nvSpPr>
            <p:cNvPr id="122" name="Text Box 8"/>
            <p:cNvSpPr txBox="1">
              <a:spLocks noChangeAspect="1" noChangeArrowheads="1"/>
            </p:cNvSpPr>
            <p:nvPr/>
          </p:nvSpPr>
          <p:spPr bwMode="auto">
            <a:xfrm>
              <a:off x="3769" y="73"/>
              <a:ext cx="45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23" name="Line 9"/>
            <p:cNvSpPr>
              <a:spLocks noChangeAspect="1" noChangeShapeType="1"/>
            </p:cNvSpPr>
            <p:nvPr/>
          </p:nvSpPr>
          <p:spPr bwMode="auto">
            <a:xfrm flipV="1">
              <a:off x="3381" y="781"/>
              <a:ext cx="201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6" name="Text Box 10"/>
            <p:cNvSpPr txBox="1">
              <a:spLocks noChangeAspect="1" noChangeArrowheads="1"/>
            </p:cNvSpPr>
            <p:nvPr/>
          </p:nvSpPr>
          <p:spPr bwMode="auto">
            <a:xfrm>
              <a:off x="3134" y="666"/>
              <a:ext cx="33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grpSp>
          <p:nvGrpSpPr>
            <p:cNvPr id="127" name="Group 11"/>
            <p:cNvGrpSpPr>
              <a:grpSpLocks/>
            </p:cNvGrpSpPr>
            <p:nvPr/>
          </p:nvGrpSpPr>
          <p:grpSpPr bwMode="auto">
            <a:xfrm>
              <a:off x="4265" y="512"/>
              <a:ext cx="282" cy="458"/>
              <a:chOff x="4310" y="298"/>
              <a:chExt cx="282" cy="458"/>
            </a:xfrm>
          </p:grpSpPr>
          <p:sp>
            <p:nvSpPr>
              <p:cNvPr id="159" name="Line 12"/>
              <p:cNvSpPr>
                <a:spLocks noChangeAspect="1" noChangeShapeType="1"/>
              </p:cNvSpPr>
              <p:nvPr/>
            </p:nvSpPr>
            <p:spPr bwMode="auto">
              <a:xfrm flipH="1">
                <a:off x="4443" y="298"/>
                <a:ext cx="0" cy="45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0" name="Line 13"/>
              <p:cNvSpPr>
                <a:spLocks noChangeAspect="1" noChangeShapeType="1"/>
              </p:cNvSpPr>
              <p:nvPr/>
            </p:nvSpPr>
            <p:spPr bwMode="auto">
              <a:xfrm flipH="1">
                <a:off x="4310" y="298"/>
                <a:ext cx="133"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1" name="Line 14"/>
              <p:cNvSpPr>
                <a:spLocks noChangeAspect="1" noChangeShapeType="1"/>
              </p:cNvSpPr>
              <p:nvPr/>
            </p:nvSpPr>
            <p:spPr bwMode="auto">
              <a:xfrm>
                <a:off x="4445" y="756"/>
                <a:ext cx="147" cy="0"/>
              </a:xfrm>
              <a:prstGeom prst="line">
                <a:avLst/>
              </a:prstGeom>
              <a:noFill/>
              <a:ln w="19050">
                <a:solidFill>
                  <a:srgbClr val="FF0000"/>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28" name="Line 15"/>
            <p:cNvSpPr>
              <a:spLocks noChangeAspect="1" noChangeShapeType="1"/>
            </p:cNvSpPr>
            <p:nvPr/>
          </p:nvSpPr>
          <p:spPr bwMode="auto">
            <a:xfrm>
              <a:off x="3890"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29" name="Line 16"/>
            <p:cNvSpPr>
              <a:spLocks noChangeAspect="1" noChangeShapeType="1"/>
            </p:cNvSpPr>
            <p:nvPr/>
          </p:nvSpPr>
          <p:spPr bwMode="auto">
            <a:xfrm>
              <a:off x="33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0" name="Line 17"/>
            <p:cNvSpPr>
              <a:spLocks noChangeAspect="1" noChangeShapeType="1"/>
            </p:cNvSpPr>
            <p:nvPr/>
          </p:nvSpPr>
          <p:spPr bwMode="auto">
            <a:xfrm>
              <a:off x="3899"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1" name="Line 18"/>
            <p:cNvSpPr>
              <a:spLocks noChangeAspect="1" noChangeShapeType="1"/>
            </p:cNvSpPr>
            <p:nvPr/>
          </p:nvSpPr>
          <p:spPr bwMode="auto">
            <a:xfrm>
              <a:off x="4398"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2" name="Line 19"/>
            <p:cNvSpPr>
              <a:spLocks noChangeAspect="1" noChangeShapeType="1"/>
            </p:cNvSpPr>
            <p:nvPr/>
          </p:nvSpPr>
          <p:spPr bwMode="auto">
            <a:xfrm>
              <a:off x="4893" y="1092"/>
              <a:ext cx="0" cy="23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3" name="Line 20"/>
            <p:cNvSpPr>
              <a:spLocks noChangeAspect="1" noChangeShapeType="1"/>
            </p:cNvSpPr>
            <p:nvPr/>
          </p:nvSpPr>
          <p:spPr bwMode="auto">
            <a:xfrm>
              <a:off x="5396" y="1106"/>
              <a:ext cx="0" cy="236"/>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4" name="Line 21"/>
            <p:cNvSpPr>
              <a:spLocks noChangeAspect="1" noChangeShapeType="1"/>
            </p:cNvSpPr>
            <p:nvPr/>
          </p:nvSpPr>
          <p:spPr bwMode="auto">
            <a:xfrm>
              <a:off x="3393" y="1283"/>
              <a:ext cx="502"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5" name="Line 22"/>
            <p:cNvSpPr>
              <a:spLocks noChangeAspect="1" noChangeShapeType="1"/>
            </p:cNvSpPr>
            <p:nvPr/>
          </p:nvSpPr>
          <p:spPr bwMode="auto">
            <a:xfrm flipV="1">
              <a:off x="3898" y="1283"/>
              <a:ext cx="503"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6" name="Line 23"/>
            <p:cNvSpPr>
              <a:spLocks noChangeAspect="1" noChangeShapeType="1"/>
            </p:cNvSpPr>
            <p:nvPr/>
          </p:nvSpPr>
          <p:spPr bwMode="auto">
            <a:xfrm>
              <a:off x="4398" y="1283"/>
              <a:ext cx="496"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37" name="Line 24"/>
            <p:cNvSpPr>
              <a:spLocks noChangeAspect="1" noChangeShapeType="1"/>
            </p:cNvSpPr>
            <p:nvPr/>
          </p:nvSpPr>
          <p:spPr bwMode="auto">
            <a:xfrm>
              <a:off x="4892" y="1283"/>
              <a:ext cx="504" cy="0"/>
            </a:xfrm>
            <a:prstGeom prst="line">
              <a:avLst/>
            </a:prstGeom>
            <a:noFill/>
            <a:ln w="317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nvGrpSpPr>
            <p:cNvPr id="139" name="Group 25"/>
            <p:cNvGrpSpPr>
              <a:grpSpLocks/>
            </p:cNvGrpSpPr>
            <p:nvPr/>
          </p:nvGrpSpPr>
          <p:grpSpPr bwMode="auto">
            <a:xfrm>
              <a:off x="3397" y="581"/>
              <a:ext cx="1000" cy="193"/>
              <a:chOff x="4840" y="327"/>
              <a:chExt cx="796" cy="193"/>
            </a:xfrm>
          </p:grpSpPr>
          <p:sp>
            <p:nvSpPr>
              <p:cNvPr id="152" name="Line 26"/>
              <p:cNvSpPr>
                <a:spLocks noChangeAspect="1" noChangeShapeType="1"/>
              </p:cNvSpPr>
              <p:nvPr/>
            </p:nvSpPr>
            <p:spPr bwMode="auto">
              <a:xfrm>
                <a:off x="4840"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3" name="Line 27"/>
              <p:cNvSpPr>
                <a:spLocks noChangeAspect="1" noChangeShapeType="1"/>
              </p:cNvSpPr>
              <p:nvPr/>
            </p:nvSpPr>
            <p:spPr bwMode="auto">
              <a:xfrm>
                <a:off x="5167"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4" name="Line 28"/>
              <p:cNvSpPr>
                <a:spLocks noChangeAspect="1" noChangeShapeType="1"/>
              </p:cNvSpPr>
              <p:nvPr/>
            </p:nvSpPr>
            <p:spPr bwMode="auto">
              <a:xfrm>
                <a:off x="5327"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5" name="Line 29"/>
              <p:cNvSpPr>
                <a:spLocks noChangeAspect="1" noChangeShapeType="1"/>
              </p:cNvSpPr>
              <p:nvPr/>
            </p:nvSpPr>
            <p:spPr bwMode="auto">
              <a:xfrm>
                <a:off x="5485"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6" name="Line 30"/>
              <p:cNvSpPr>
                <a:spLocks noChangeAspect="1" noChangeShapeType="1"/>
              </p:cNvSpPr>
              <p:nvPr/>
            </p:nvSpPr>
            <p:spPr bwMode="auto">
              <a:xfrm>
                <a:off x="5636" y="327"/>
                <a:ext cx="0" cy="192"/>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7" name="Line 31"/>
              <p:cNvSpPr>
                <a:spLocks noChangeAspect="1" noChangeShapeType="1"/>
              </p:cNvSpPr>
              <p:nvPr/>
            </p:nvSpPr>
            <p:spPr bwMode="auto">
              <a:xfrm>
                <a:off x="4840" y="327"/>
                <a:ext cx="79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58" name="Line 32"/>
              <p:cNvSpPr>
                <a:spLocks noChangeAspect="1" noChangeShapeType="1"/>
              </p:cNvSpPr>
              <p:nvPr/>
            </p:nvSpPr>
            <p:spPr bwMode="auto">
              <a:xfrm>
                <a:off x="5006" y="327"/>
                <a:ext cx="0" cy="193"/>
              </a:xfrm>
              <a:prstGeom prst="line">
                <a:avLst/>
              </a:prstGeom>
              <a:noFill/>
              <a:ln w="19050">
                <a:solidFill>
                  <a:srgbClr val="FF0000"/>
                </a:solidFill>
                <a:round/>
                <a:headEnd/>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40" name="Text Box 33"/>
            <p:cNvSpPr txBox="1">
              <a:spLocks noChangeAspect="1" noChangeArrowheads="1"/>
            </p:cNvSpPr>
            <p:nvPr/>
          </p:nvSpPr>
          <p:spPr bwMode="auto">
            <a:xfrm>
              <a:off x="4950" y="1050"/>
              <a:ext cx="3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i="0" kern="0" dirty="0">
                  <a:solidFill>
                    <a:srgbClr val="000000"/>
                  </a:solidFill>
                  <a:ea typeface="宋体" panose="02010600030101010101" pitchFamily="2" charset="-122"/>
                </a:rPr>
                <a:t>3</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m</a:t>
              </a:r>
            </a:p>
          </p:txBody>
        </p:sp>
        <p:sp>
          <p:nvSpPr>
            <p:cNvPr id="149" name="Rectangle 34"/>
            <p:cNvSpPr>
              <a:spLocks noChangeArrowheads="1"/>
            </p:cNvSpPr>
            <p:nvPr/>
          </p:nvSpPr>
          <p:spPr bwMode="auto">
            <a:xfrm>
              <a:off x="4052" y="262"/>
              <a:ext cx="7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10kN·m</a:t>
              </a:r>
            </a:p>
          </p:txBody>
        </p:sp>
        <p:sp>
          <p:nvSpPr>
            <p:cNvPr id="150" name="Text Box 35"/>
            <p:cNvSpPr txBox="1">
              <a:spLocks noChangeAspect="1" noChangeArrowheads="1"/>
            </p:cNvSpPr>
            <p:nvPr/>
          </p:nvSpPr>
          <p:spPr bwMode="auto">
            <a:xfrm>
              <a:off x="4998" y="96"/>
              <a:ext cx="48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2kN</a:t>
              </a:r>
            </a:p>
          </p:txBody>
        </p:sp>
        <p:sp>
          <p:nvSpPr>
            <p:cNvPr id="151" name="Line 36"/>
            <p:cNvSpPr>
              <a:spLocks noChangeAspect="1" noChangeShapeType="1"/>
            </p:cNvSpPr>
            <p:nvPr/>
          </p:nvSpPr>
          <p:spPr bwMode="auto">
            <a:xfrm>
              <a:off x="5391" y="314"/>
              <a:ext cx="0" cy="45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162" name="Text Box 38"/>
          <p:cNvSpPr txBox="1">
            <a:spLocks noChangeAspect="1" noChangeArrowheads="1"/>
          </p:cNvSpPr>
          <p:nvPr/>
        </p:nvSpPr>
        <p:spPr bwMode="auto">
          <a:xfrm>
            <a:off x="10388451" y="2502093"/>
            <a:ext cx="5191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B</a:t>
            </a:r>
          </a:p>
        </p:txBody>
      </p:sp>
      <p:sp>
        <p:nvSpPr>
          <p:cNvPr id="163" name="Text Box 39"/>
          <p:cNvSpPr txBox="1">
            <a:spLocks noChangeAspect="1" noChangeArrowheads="1"/>
          </p:cNvSpPr>
          <p:nvPr/>
        </p:nvSpPr>
        <p:spPr bwMode="auto">
          <a:xfrm>
            <a:off x="7707163" y="2419543"/>
            <a:ext cx="54927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ea typeface="宋体" panose="02010600030101010101" pitchFamily="2" charset="-122"/>
              </a:rPr>
              <a:t>F</a:t>
            </a:r>
            <a:r>
              <a:rPr lang="en-US" altLang="zh-CN" b="0" baseline="-25000">
                <a:solidFill>
                  <a:srgbClr val="FF0000"/>
                </a:solidFill>
                <a:ea typeface="宋体" panose="02010600030101010101" pitchFamily="2" charset="-122"/>
              </a:rPr>
              <a:t>A</a:t>
            </a:r>
          </a:p>
        </p:txBody>
      </p:sp>
      <p:grpSp>
        <p:nvGrpSpPr>
          <p:cNvPr id="164" name="Group 40"/>
          <p:cNvGrpSpPr>
            <a:grpSpLocks noChangeAspect="1"/>
          </p:cNvGrpSpPr>
          <p:nvPr/>
        </p:nvGrpSpPr>
        <p:grpSpPr bwMode="auto">
          <a:xfrm>
            <a:off x="7884963" y="1759143"/>
            <a:ext cx="371475" cy="392112"/>
            <a:chOff x="1686" y="3521"/>
            <a:chExt cx="313" cy="330"/>
          </a:xfrm>
        </p:grpSpPr>
        <p:sp>
          <p:nvSpPr>
            <p:cNvPr id="165" name="AutoShape 41"/>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166" name="Rectangle 42"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67" name="Line 43"/>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68" name="Oval 44"/>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169" name="Group 45"/>
          <p:cNvGrpSpPr>
            <a:grpSpLocks noChangeAspect="1"/>
          </p:cNvGrpSpPr>
          <p:nvPr/>
        </p:nvGrpSpPr>
        <p:grpSpPr bwMode="auto">
          <a:xfrm>
            <a:off x="10275738" y="1795655"/>
            <a:ext cx="371475" cy="427038"/>
            <a:chOff x="3499" y="3511"/>
            <a:chExt cx="311" cy="358"/>
          </a:xfrm>
        </p:grpSpPr>
        <p:sp>
          <p:nvSpPr>
            <p:cNvPr id="170" name="Line 46"/>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2" name="Rectangle 47"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3" name="Line 48"/>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174" name="Oval 49"/>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175" name="Oval 50"/>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sp>
        <p:nvSpPr>
          <p:cNvPr id="176" name="Line 51"/>
          <p:cNvSpPr>
            <a:spLocks noChangeAspect="1" noChangeShapeType="1"/>
          </p:cNvSpPr>
          <p:nvPr/>
        </p:nvSpPr>
        <p:spPr bwMode="auto">
          <a:xfrm flipV="1">
            <a:off x="8073876" y="1860743"/>
            <a:ext cx="0" cy="73183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3" name="Line 52"/>
          <p:cNvSpPr>
            <a:spLocks noChangeAspect="1" noChangeShapeType="1"/>
          </p:cNvSpPr>
          <p:nvPr/>
        </p:nvSpPr>
        <p:spPr bwMode="auto">
          <a:xfrm flipV="1">
            <a:off x="10458301" y="1894080"/>
            <a:ext cx="0" cy="73183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4" name="Text Box 104"/>
          <p:cNvSpPr txBox="1">
            <a:spLocks noChangeAspect="1" noChangeArrowheads="1"/>
          </p:cNvSpPr>
          <p:nvPr/>
        </p:nvSpPr>
        <p:spPr bwMode="auto">
          <a:xfrm flipH="1">
            <a:off x="11091713" y="5960260"/>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5" name="Line 105"/>
          <p:cNvSpPr>
            <a:spLocks noChangeShapeType="1"/>
          </p:cNvSpPr>
          <p:nvPr/>
        </p:nvSpPr>
        <p:spPr bwMode="auto">
          <a:xfrm rot="16200000">
            <a:off x="7488882" y="5462579"/>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6" name="Text Box 106"/>
          <p:cNvSpPr txBox="1">
            <a:spLocks noChangeAspect="1" noChangeArrowheads="1"/>
          </p:cNvSpPr>
          <p:nvPr/>
        </p:nvSpPr>
        <p:spPr bwMode="auto">
          <a:xfrm flipH="1">
            <a:off x="7551588" y="4337835"/>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CC00FF"/>
                </a:solidFill>
                <a:ea typeface="宋体" panose="02010600030101010101" pitchFamily="2" charset="-122"/>
              </a:rPr>
              <a:t>M</a:t>
            </a:r>
            <a:r>
              <a:rPr lang="en-US" altLang="zh-CN" b="0" i="0" dirty="0">
                <a:solidFill>
                  <a:srgbClr val="CC00FF"/>
                </a:solidFill>
                <a:ea typeface="宋体" panose="02010600030101010101" pitchFamily="2" charset="-122"/>
              </a:rPr>
              <a:t>/</a:t>
            </a:r>
            <a:r>
              <a:rPr lang="en-US" altLang="zh-CN" b="0" i="0" dirty="0" err="1">
                <a:solidFill>
                  <a:srgbClr val="CC00FF"/>
                </a:solidFill>
                <a:ea typeface="宋体" panose="02010600030101010101" pitchFamily="2" charset="-122"/>
              </a:rPr>
              <a:t>kN·m</a:t>
            </a:r>
            <a:endParaRPr lang="en-US" altLang="zh-CN" b="0" i="0" dirty="0">
              <a:solidFill>
                <a:srgbClr val="CC00FF"/>
              </a:solidFill>
              <a:ea typeface="宋体" panose="02010600030101010101" pitchFamily="2" charset="-122"/>
            </a:endParaRPr>
          </a:p>
        </p:txBody>
      </p:sp>
      <p:sp>
        <p:nvSpPr>
          <p:cNvPr id="207" name="Text Box 107"/>
          <p:cNvSpPr txBox="1">
            <a:spLocks noChangeAspect="1" noChangeArrowheads="1"/>
          </p:cNvSpPr>
          <p:nvPr/>
        </p:nvSpPr>
        <p:spPr bwMode="auto">
          <a:xfrm flipH="1">
            <a:off x="11015513" y="4039586"/>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8" name="Line 108"/>
          <p:cNvSpPr>
            <a:spLocks noChangeShapeType="1"/>
          </p:cNvSpPr>
          <p:nvPr/>
        </p:nvSpPr>
        <p:spPr bwMode="auto">
          <a:xfrm rot="16200000">
            <a:off x="7554763" y="3668111"/>
            <a:ext cx="105727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09" name="Text Box 109"/>
          <p:cNvSpPr txBox="1">
            <a:spLocks noChangeAspect="1" noChangeArrowheads="1"/>
          </p:cNvSpPr>
          <p:nvPr/>
        </p:nvSpPr>
        <p:spPr bwMode="auto">
          <a:xfrm flipH="1">
            <a:off x="7648426" y="2721961"/>
            <a:ext cx="993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CC00FF"/>
                </a:solidFill>
                <a:ea typeface="宋体" panose="02010600030101010101" pitchFamily="2" charset="-122"/>
              </a:rPr>
              <a:t>F</a:t>
            </a:r>
            <a:r>
              <a:rPr lang="en-US" altLang="zh-CN" b="0" i="0" baseline="-25000" dirty="0">
                <a:solidFill>
                  <a:srgbClr val="CC00FF"/>
                </a:solidFill>
                <a:ea typeface="宋体" panose="02010600030101010101" pitchFamily="2" charset="-122"/>
              </a:rPr>
              <a:t>Q</a:t>
            </a:r>
            <a:r>
              <a:rPr lang="en-US" altLang="zh-CN" b="0" i="0" dirty="0">
                <a:solidFill>
                  <a:srgbClr val="CC00FF"/>
                </a:solidFill>
                <a:ea typeface="宋体" panose="02010600030101010101" pitchFamily="2" charset="-122"/>
              </a:rPr>
              <a:t>/</a:t>
            </a:r>
            <a:r>
              <a:rPr lang="en-US" altLang="zh-CN" b="0" i="0" dirty="0" err="1">
                <a:solidFill>
                  <a:srgbClr val="CC00FF"/>
                </a:solidFill>
                <a:ea typeface="宋体" panose="02010600030101010101" pitchFamily="2" charset="-122"/>
              </a:rPr>
              <a:t>kN</a:t>
            </a:r>
            <a:endParaRPr lang="en-US" altLang="zh-CN" b="0" i="0" dirty="0">
              <a:solidFill>
                <a:srgbClr val="CC00FF"/>
              </a:solidFill>
              <a:ea typeface="宋体" panose="02010600030101010101" pitchFamily="2" charset="-122"/>
            </a:endParaRPr>
          </a:p>
        </p:txBody>
      </p:sp>
      <p:sp>
        <p:nvSpPr>
          <p:cNvPr id="210" name="Text Box 110"/>
          <p:cNvSpPr txBox="1">
            <a:spLocks noChangeAspect="1" noChangeArrowheads="1"/>
          </p:cNvSpPr>
          <p:nvPr/>
        </p:nvSpPr>
        <p:spPr bwMode="auto">
          <a:xfrm>
            <a:off x="7757963" y="3971323"/>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11" name="Text Box 111"/>
          <p:cNvSpPr txBox="1">
            <a:spLocks noChangeAspect="1" noChangeArrowheads="1"/>
          </p:cNvSpPr>
          <p:nvPr/>
        </p:nvSpPr>
        <p:spPr bwMode="auto">
          <a:xfrm>
            <a:off x="7669063" y="5749123"/>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12" name="Line 112"/>
          <p:cNvSpPr>
            <a:spLocks noChangeShapeType="1"/>
          </p:cNvSpPr>
          <p:nvPr/>
        </p:nvSpPr>
        <p:spPr bwMode="auto">
          <a:xfrm>
            <a:off x="8058001" y="4158648"/>
            <a:ext cx="354806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13" name="Line 113"/>
          <p:cNvSpPr>
            <a:spLocks noChangeShapeType="1"/>
          </p:cNvSpPr>
          <p:nvPr/>
        </p:nvSpPr>
        <p:spPr bwMode="auto">
          <a:xfrm>
            <a:off x="8040538" y="6039635"/>
            <a:ext cx="3565525"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214" name="Text Box 114"/>
          <p:cNvSpPr txBox="1">
            <a:spLocks noChangeAspect="1" noChangeArrowheads="1"/>
          </p:cNvSpPr>
          <p:nvPr/>
        </p:nvSpPr>
        <p:spPr bwMode="auto">
          <a:xfrm>
            <a:off x="7781776" y="31648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7</a:t>
            </a:r>
          </a:p>
        </p:txBody>
      </p:sp>
      <p:sp>
        <p:nvSpPr>
          <p:cNvPr id="215" name="Text Box 115"/>
          <p:cNvSpPr txBox="1">
            <a:spLocks noChangeAspect="1" noChangeArrowheads="1"/>
          </p:cNvSpPr>
          <p:nvPr/>
        </p:nvSpPr>
        <p:spPr bwMode="auto">
          <a:xfrm>
            <a:off x="8727926" y="3426811"/>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216" name="Text Box 116"/>
          <p:cNvSpPr txBox="1">
            <a:spLocks noChangeAspect="1" noChangeArrowheads="1"/>
          </p:cNvSpPr>
          <p:nvPr/>
        </p:nvSpPr>
        <p:spPr bwMode="auto">
          <a:xfrm>
            <a:off x="8827938" y="3690336"/>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a:t>
            </a:r>
          </a:p>
        </p:txBody>
      </p:sp>
      <p:sp>
        <p:nvSpPr>
          <p:cNvPr id="217" name="Text Box 117"/>
          <p:cNvSpPr txBox="1">
            <a:spLocks noChangeAspect="1" noChangeArrowheads="1"/>
          </p:cNvSpPr>
          <p:nvPr/>
        </p:nvSpPr>
        <p:spPr bwMode="auto">
          <a:xfrm>
            <a:off x="9150052" y="4160228"/>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3</a:t>
            </a:r>
          </a:p>
        </p:txBody>
      </p:sp>
      <p:sp>
        <p:nvSpPr>
          <p:cNvPr id="218" name="Text Box 118"/>
          <p:cNvSpPr txBox="1">
            <a:spLocks noChangeAspect="1" noChangeArrowheads="1"/>
          </p:cNvSpPr>
          <p:nvPr/>
        </p:nvSpPr>
        <p:spPr bwMode="auto">
          <a:xfrm>
            <a:off x="10259863" y="34315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a:t>
            </a:r>
          </a:p>
        </p:txBody>
      </p:sp>
      <p:sp>
        <p:nvSpPr>
          <p:cNvPr id="219" name="Oval 152"/>
          <p:cNvSpPr>
            <a:spLocks noChangeArrowheads="1"/>
          </p:cNvSpPr>
          <p:nvPr/>
        </p:nvSpPr>
        <p:spPr bwMode="auto">
          <a:xfrm>
            <a:off x="8042126" y="5999948"/>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0" name="Oval 154"/>
          <p:cNvSpPr>
            <a:spLocks noChangeArrowheads="1"/>
          </p:cNvSpPr>
          <p:nvPr/>
        </p:nvSpPr>
        <p:spPr bwMode="auto">
          <a:xfrm>
            <a:off x="8840638" y="4977598"/>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1" name="Text Box 155"/>
          <p:cNvSpPr txBox="1">
            <a:spLocks noChangeAspect="1" noChangeArrowheads="1"/>
          </p:cNvSpPr>
          <p:nvPr/>
        </p:nvSpPr>
        <p:spPr bwMode="auto">
          <a:xfrm>
            <a:off x="8526313" y="4580723"/>
            <a:ext cx="62388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20</a:t>
            </a:r>
          </a:p>
        </p:txBody>
      </p:sp>
      <p:sp>
        <p:nvSpPr>
          <p:cNvPr id="222" name="Text Box 157"/>
          <p:cNvSpPr txBox="1">
            <a:spLocks noChangeAspect="1" noChangeArrowheads="1"/>
          </p:cNvSpPr>
          <p:nvPr/>
        </p:nvSpPr>
        <p:spPr bwMode="auto">
          <a:xfrm>
            <a:off x="9548663" y="4661685"/>
            <a:ext cx="6381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16</a:t>
            </a:r>
          </a:p>
        </p:txBody>
      </p:sp>
      <p:sp>
        <p:nvSpPr>
          <p:cNvPr id="223" name="Text Box 159"/>
          <p:cNvSpPr txBox="1">
            <a:spLocks noChangeAspect="1" noChangeArrowheads="1"/>
          </p:cNvSpPr>
          <p:nvPr/>
        </p:nvSpPr>
        <p:spPr bwMode="auto">
          <a:xfrm>
            <a:off x="9667726" y="5361773"/>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6</a:t>
            </a:r>
          </a:p>
        </p:txBody>
      </p:sp>
      <p:sp>
        <p:nvSpPr>
          <p:cNvPr id="224" name="Text Box 162"/>
          <p:cNvSpPr txBox="1">
            <a:spLocks noChangeAspect="1" noChangeArrowheads="1"/>
          </p:cNvSpPr>
          <p:nvPr/>
        </p:nvSpPr>
        <p:spPr bwMode="auto">
          <a:xfrm>
            <a:off x="10405913" y="4350736"/>
            <a:ext cx="3683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a:solidFill>
                  <a:srgbClr val="000000"/>
                </a:solidFill>
                <a:ea typeface="宋体" panose="02010600030101010101" pitchFamily="2" charset="-122"/>
              </a:rPr>
              <a:t>3</a:t>
            </a:r>
          </a:p>
        </p:txBody>
      </p:sp>
      <p:sp>
        <p:nvSpPr>
          <p:cNvPr id="225" name="Line 163"/>
          <p:cNvSpPr>
            <a:spLocks noChangeShapeType="1"/>
          </p:cNvSpPr>
          <p:nvPr/>
        </p:nvSpPr>
        <p:spPr bwMode="auto">
          <a:xfrm flipV="1">
            <a:off x="8084988" y="3434748"/>
            <a:ext cx="0" cy="7254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6" name="Line 164"/>
          <p:cNvSpPr>
            <a:spLocks noChangeShapeType="1"/>
          </p:cNvSpPr>
          <p:nvPr/>
        </p:nvSpPr>
        <p:spPr bwMode="auto">
          <a:xfrm>
            <a:off x="8096101" y="3433161"/>
            <a:ext cx="766762"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7" name="Line 165"/>
          <p:cNvSpPr>
            <a:spLocks noChangeShapeType="1"/>
          </p:cNvSpPr>
          <p:nvPr/>
        </p:nvSpPr>
        <p:spPr bwMode="auto">
          <a:xfrm>
            <a:off x="8870801" y="3837973"/>
            <a:ext cx="0" cy="2143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28" name="Oval 166"/>
          <p:cNvSpPr>
            <a:spLocks noChangeArrowheads="1"/>
          </p:cNvSpPr>
          <p:nvPr/>
        </p:nvSpPr>
        <p:spPr bwMode="auto">
          <a:xfrm>
            <a:off x="8835876" y="3780823"/>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29" name="Line 167"/>
          <p:cNvSpPr>
            <a:spLocks noChangeShapeType="1"/>
          </p:cNvSpPr>
          <p:nvPr/>
        </p:nvSpPr>
        <p:spPr bwMode="auto">
          <a:xfrm>
            <a:off x="8875563" y="4052286"/>
            <a:ext cx="766763" cy="37623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0" name="Line 168"/>
          <p:cNvSpPr>
            <a:spLocks noChangeShapeType="1"/>
          </p:cNvSpPr>
          <p:nvPr/>
        </p:nvSpPr>
        <p:spPr bwMode="auto">
          <a:xfrm>
            <a:off x="9642326" y="4438048"/>
            <a:ext cx="8318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1" name="Line 169"/>
          <p:cNvSpPr>
            <a:spLocks noChangeShapeType="1"/>
          </p:cNvSpPr>
          <p:nvPr/>
        </p:nvSpPr>
        <p:spPr bwMode="auto">
          <a:xfrm flipV="1">
            <a:off x="10475763" y="3918936"/>
            <a:ext cx="0" cy="5222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2" name="Line 170"/>
          <p:cNvSpPr>
            <a:spLocks noChangeShapeType="1"/>
          </p:cNvSpPr>
          <p:nvPr/>
        </p:nvSpPr>
        <p:spPr bwMode="auto">
          <a:xfrm>
            <a:off x="10464651" y="3918936"/>
            <a:ext cx="82073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3" name="Line 171"/>
          <p:cNvSpPr>
            <a:spLocks noChangeShapeType="1"/>
          </p:cNvSpPr>
          <p:nvPr/>
        </p:nvSpPr>
        <p:spPr bwMode="auto">
          <a:xfrm>
            <a:off x="11275863" y="3931636"/>
            <a:ext cx="0" cy="214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34" name="Oval 172"/>
          <p:cNvSpPr>
            <a:spLocks noChangeArrowheads="1"/>
          </p:cNvSpPr>
          <p:nvPr/>
        </p:nvSpPr>
        <p:spPr bwMode="auto">
          <a:xfrm>
            <a:off x="10436076" y="3879248"/>
            <a:ext cx="74612"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5" name="Oval 173"/>
          <p:cNvSpPr>
            <a:spLocks noChangeArrowheads="1"/>
          </p:cNvSpPr>
          <p:nvPr/>
        </p:nvSpPr>
        <p:spPr bwMode="auto">
          <a:xfrm>
            <a:off x="11239351" y="3874486"/>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6" name="Oval 174"/>
          <p:cNvSpPr>
            <a:spLocks noChangeArrowheads="1"/>
          </p:cNvSpPr>
          <p:nvPr/>
        </p:nvSpPr>
        <p:spPr bwMode="auto">
          <a:xfrm>
            <a:off x="10437663" y="4399948"/>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7" name="Oval 175"/>
          <p:cNvSpPr>
            <a:spLocks noChangeArrowheads="1"/>
          </p:cNvSpPr>
          <p:nvPr/>
        </p:nvSpPr>
        <p:spPr bwMode="auto">
          <a:xfrm>
            <a:off x="9608988" y="4401536"/>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8" name="Oval 176"/>
          <p:cNvSpPr>
            <a:spLocks noChangeArrowheads="1"/>
          </p:cNvSpPr>
          <p:nvPr/>
        </p:nvSpPr>
        <p:spPr bwMode="auto">
          <a:xfrm>
            <a:off x="8832701" y="4004661"/>
            <a:ext cx="74612"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39" name="Oval 177"/>
          <p:cNvSpPr>
            <a:spLocks noChangeArrowheads="1"/>
          </p:cNvSpPr>
          <p:nvPr/>
        </p:nvSpPr>
        <p:spPr bwMode="auto">
          <a:xfrm>
            <a:off x="8056413" y="3398236"/>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240" name="Group 178"/>
          <p:cNvGrpSpPr>
            <a:grpSpLocks/>
          </p:cNvGrpSpPr>
          <p:nvPr/>
        </p:nvGrpSpPr>
        <p:grpSpPr bwMode="auto">
          <a:xfrm>
            <a:off x="8167538" y="3614136"/>
            <a:ext cx="592138" cy="523875"/>
            <a:chOff x="3767" y="1607"/>
            <a:chExt cx="373" cy="330"/>
          </a:xfrm>
        </p:grpSpPr>
        <p:sp>
          <p:nvSpPr>
            <p:cNvPr id="241" name="Oval 179"/>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2" name="Text Box 180"/>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43" name="Group 181"/>
          <p:cNvGrpSpPr>
            <a:grpSpLocks/>
          </p:cNvGrpSpPr>
          <p:nvPr/>
        </p:nvGrpSpPr>
        <p:grpSpPr bwMode="auto">
          <a:xfrm>
            <a:off x="9783613" y="4063398"/>
            <a:ext cx="569913" cy="441325"/>
            <a:chOff x="4503" y="2280"/>
            <a:chExt cx="269" cy="231"/>
          </a:xfrm>
        </p:grpSpPr>
        <p:sp>
          <p:nvSpPr>
            <p:cNvPr id="244" name="Oval 182"/>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5" name="Text Box 183"/>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46" name="Group 184"/>
          <p:cNvGrpSpPr>
            <a:grpSpLocks/>
          </p:cNvGrpSpPr>
          <p:nvPr/>
        </p:nvGrpSpPr>
        <p:grpSpPr bwMode="auto">
          <a:xfrm>
            <a:off x="10640863" y="3814161"/>
            <a:ext cx="498475" cy="441325"/>
            <a:chOff x="3767" y="1607"/>
            <a:chExt cx="373" cy="330"/>
          </a:xfrm>
        </p:grpSpPr>
        <p:sp>
          <p:nvSpPr>
            <p:cNvPr id="247" name="Oval 185"/>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48" name="Text Box 186"/>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95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sp>
        <p:nvSpPr>
          <p:cNvPr id="249" name="Line 193"/>
          <p:cNvSpPr>
            <a:spLocks noChangeAspect="1" noChangeShapeType="1"/>
          </p:cNvSpPr>
          <p:nvPr/>
        </p:nvSpPr>
        <p:spPr bwMode="auto">
          <a:xfrm>
            <a:off x="8881913" y="2760061"/>
            <a:ext cx="192088" cy="0"/>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0" name="Line 194"/>
          <p:cNvSpPr>
            <a:spLocks noChangeAspect="1" noChangeShapeType="1"/>
          </p:cNvSpPr>
          <p:nvPr/>
        </p:nvSpPr>
        <p:spPr bwMode="auto">
          <a:xfrm flipV="1">
            <a:off x="9072413" y="1767080"/>
            <a:ext cx="0" cy="3605213"/>
          </a:xfrm>
          <a:prstGeom prst="line">
            <a:avLst/>
          </a:prstGeom>
          <a:noFill/>
          <a:ln w="12700">
            <a:solidFill>
              <a:srgbClr val="000000"/>
            </a:solidFill>
            <a:prstDash val="lg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1" name="Text Box 195"/>
          <p:cNvSpPr txBox="1">
            <a:spLocks noChangeAspect="1" noChangeArrowheads="1"/>
          </p:cNvSpPr>
          <p:nvPr/>
        </p:nvSpPr>
        <p:spPr bwMode="auto">
          <a:xfrm>
            <a:off x="8785767" y="2635444"/>
            <a:ext cx="401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000000"/>
                </a:solidFill>
                <a:ea typeface="宋体" panose="02010600030101010101" pitchFamily="2" charset="-122"/>
              </a:rPr>
              <a:t>x</a:t>
            </a:r>
            <a:endParaRPr lang="en-US" altLang="zh-CN" b="0" i="0" dirty="0">
              <a:solidFill>
                <a:srgbClr val="000000"/>
              </a:solidFill>
              <a:ea typeface="宋体" panose="02010600030101010101" pitchFamily="2" charset="-122"/>
            </a:endParaRPr>
          </a:p>
        </p:txBody>
      </p:sp>
      <p:sp>
        <p:nvSpPr>
          <p:cNvPr id="252" name="Line 196"/>
          <p:cNvSpPr>
            <a:spLocks noChangeAspect="1" noChangeShapeType="1"/>
          </p:cNvSpPr>
          <p:nvPr/>
        </p:nvSpPr>
        <p:spPr bwMode="auto">
          <a:xfrm flipV="1">
            <a:off x="8885088" y="2600518"/>
            <a:ext cx="0" cy="40481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3" name="Text Box 197"/>
          <p:cNvSpPr txBox="1">
            <a:spLocks noChangeAspect="1" noChangeArrowheads="1"/>
          </p:cNvSpPr>
          <p:nvPr/>
        </p:nvSpPr>
        <p:spPr bwMode="auto">
          <a:xfrm>
            <a:off x="8952243" y="1717868"/>
            <a:ext cx="4016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000000"/>
                </a:solidFill>
                <a:ea typeface="宋体" panose="02010600030101010101" pitchFamily="2" charset="-122"/>
              </a:rPr>
              <a:t>H</a:t>
            </a:r>
            <a:endParaRPr lang="en-US" altLang="zh-CN" b="0" i="0">
              <a:solidFill>
                <a:srgbClr val="000000"/>
              </a:solidFill>
              <a:ea typeface="宋体" panose="02010600030101010101" pitchFamily="2" charset="-122"/>
            </a:endParaRPr>
          </a:p>
        </p:txBody>
      </p:sp>
      <p:sp>
        <p:nvSpPr>
          <p:cNvPr id="254" name="AutoShape 199" descr="5%"/>
          <p:cNvSpPr>
            <a:spLocks noChangeAspect="1" noChangeArrowheads="1"/>
          </p:cNvSpPr>
          <p:nvPr/>
        </p:nvSpPr>
        <p:spPr bwMode="auto">
          <a:xfrm rot="10800000" flipH="1">
            <a:off x="9064476" y="1082868"/>
            <a:ext cx="2147887" cy="698500"/>
          </a:xfrm>
          <a:prstGeom prst="foldedCorner">
            <a:avLst>
              <a:gd name="adj" fmla="val 28259"/>
            </a:avLst>
          </a:prstGeom>
          <a:pattFill prst="pct5">
            <a:fgClr>
              <a:srgbClr val="000000"/>
            </a:fgClr>
            <a:bgClr>
              <a:srgbClr val="FF3399"/>
            </a:bgClr>
          </a:pattFill>
          <a:ln w="9525">
            <a:solidFill>
              <a:srgbClr val="80808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55" name="Text Box 201"/>
          <p:cNvSpPr txBox="1">
            <a:spLocks noChangeAspect="1" noChangeArrowheads="1"/>
          </p:cNvSpPr>
          <p:nvPr/>
        </p:nvSpPr>
        <p:spPr bwMode="auto">
          <a:xfrm>
            <a:off x="8956526" y="4510272"/>
            <a:ext cx="89217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800" b="0" i="0" dirty="0">
                <a:solidFill>
                  <a:srgbClr val="000000"/>
                </a:solidFill>
                <a:ea typeface="宋体" panose="02010600030101010101" pitchFamily="2" charset="-122"/>
              </a:rPr>
              <a:t>20.5</a:t>
            </a:r>
          </a:p>
        </p:txBody>
      </p:sp>
      <p:sp>
        <p:nvSpPr>
          <p:cNvPr id="256" name="Oval 202"/>
          <p:cNvSpPr>
            <a:spLocks noChangeArrowheads="1"/>
          </p:cNvSpPr>
          <p:nvPr/>
        </p:nvSpPr>
        <p:spPr bwMode="auto">
          <a:xfrm>
            <a:off x="9037488" y="4955373"/>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57" name="Line 203"/>
          <p:cNvSpPr>
            <a:spLocks noChangeShapeType="1"/>
          </p:cNvSpPr>
          <p:nvPr/>
        </p:nvSpPr>
        <p:spPr bwMode="auto">
          <a:xfrm>
            <a:off x="9675663" y="5222073"/>
            <a:ext cx="0" cy="5048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8" name="Line 204"/>
          <p:cNvSpPr>
            <a:spLocks noChangeShapeType="1"/>
          </p:cNvSpPr>
          <p:nvPr/>
        </p:nvSpPr>
        <p:spPr bwMode="auto">
          <a:xfrm>
            <a:off x="9674076" y="5701498"/>
            <a:ext cx="858837" cy="6540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59" name="Line 205"/>
          <p:cNvSpPr>
            <a:spLocks noChangeShapeType="1"/>
          </p:cNvSpPr>
          <p:nvPr/>
        </p:nvSpPr>
        <p:spPr bwMode="auto">
          <a:xfrm flipV="1">
            <a:off x="10548788" y="6036460"/>
            <a:ext cx="858838" cy="3127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260" name="Oval 160"/>
          <p:cNvSpPr>
            <a:spLocks noChangeArrowheads="1"/>
          </p:cNvSpPr>
          <p:nvPr/>
        </p:nvSpPr>
        <p:spPr bwMode="auto">
          <a:xfrm>
            <a:off x="9643913" y="5666573"/>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1" name="Oval 158"/>
          <p:cNvSpPr>
            <a:spLocks noChangeArrowheads="1"/>
          </p:cNvSpPr>
          <p:nvPr/>
        </p:nvSpPr>
        <p:spPr bwMode="auto">
          <a:xfrm>
            <a:off x="10497988" y="6312685"/>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2" name="Oval 153"/>
          <p:cNvSpPr>
            <a:spLocks noChangeArrowheads="1"/>
          </p:cNvSpPr>
          <p:nvPr/>
        </p:nvSpPr>
        <p:spPr bwMode="auto">
          <a:xfrm>
            <a:off x="11339363" y="6012648"/>
            <a:ext cx="74613" cy="74612"/>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3" name="Oval 156"/>
          <p:cNvSpPr>
            <a:spLocks noChangeArrowheads="1"/>
          </p:cNvSpPr>
          <p:nvPr/>
        </p:nvSpPr>
        <p:spPr bwMode="auto">
          <a:xfrm>
            <a:off x="9637563" y="5195085"/>
            <a:ext cx="74613" cy="74613"/>
          </a:xfrm>
          <a:prstGeom prst="ellipse">
            <a:avLst/>
          </a:prstGeom>
          <a:solidFill>
            <a:srgbClr val="FF3300"/>
          </a:solidFill>
          <a:ln w="9525">
            <a:solidFill>
              <a:srgbClr val="80808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264" name="Group 207"/>
          <p:cNvGrpSpPr>
            <a:grpSpLocks/>
          </p:cNvGrpSpPr>
          <p:nvPr/>
        </p:nvGrpSpPr>
        <p:grpSpPr bwMode="auto">
          <a:xfrm>
            <a:off x="8807301" y="5249060"/>
            <a:ext cx="592137" cy="523875"/>
            <a:chOff x="3767" y="1607"/>
            <a:chExt cx="373" cy="330"/>
          </a:xfrm>
        </p:grpSpPr>
        <p:sp>
          <p:nvSpPr>
            <p:cNvPr id="265" name="Oval 20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6" name="Text Box 20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95000"/>
                </a:lnSpc>
                <a:spcBef>
                  <a:spcPts val="0"/>
                </a:spcBef>
                <a:spcAft>
                  <a:spcPts val="0"/>
                </a:spcAft>
                <a:buClrTx/>
                <a:buSzTx/>
                <a:buFontTx/>
                <a:buNone/>
                <a:tabLst/>
                <a:defRPr/>
              </a:pPr>
              <a:r>
                <a:rPr kumimoji="1" lang="en-US" altLang="zh-CN" sz="16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12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 </a:t>
              </a:r>
              <a:r>
                <a:rPr kumimoji="1" lang="en-US" altLang="zh-CN" sz="28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grpSp>
        <p:nvGrpSpPr>
          <p:cNvPr id="267" name="Group 210"/>
          <p:cNvGrpSpPr>
            <a:grpSpLocks/>
          </p:cNvGrpSpPr>
          <p:nvPr/>
        </p:nvGrpSpPr>
        <p:grpSpPr bwMode="auto">
          <a:xfrm>
            <a:off x="10342413" y="5936448"/>
            <a:ext cx="569913" cy="441325"/>
            <a:chOff x="4503" y="2280"/>
            <a:chExt cx="269" cy="231"/>
          </a:xfrm>
        </p:grpSpPr>
        <p:sp>
          <p:nvSpPr>
            <p:cNvPr id="268" name="Oval 211"/>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269" name="Text Box 212"/>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808080"/>
                  </a:solidFill>
                  <a:effectLst/>
                  <a:uLnTx/>
                  <a:uFillTx/>
                  <a:latin typeface="Times New Roman" panose="02020603050405020304" pitchFamily="18" charset="0"/>
                  <a:ea typeface="宋体" panose="02010600030101010101" pitchFamily="2" charset="-122"/>
                </a:rPr>
                <a:t>－</a:t>
              </a:r>
            </a:p>
          </p:txBody>
        </p:sp>
      </p:grpSp>
    </p:spTree>
    <p:extLst>
      <p:ext uri="{BB962C8B-B14F-4D97-AF65-F5344CB8AC3E}">
        <p14:creationId xmlns:p14="http://schemas.microsoft.com/office/powerpoint/2010/main" val="23618407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wipe(up)">
                                      <p:cBhvr>
                                        <p:cTn id="7" dur="5000"/>
                                        <p:tgtEl>
                                          <p:spTgt spid="20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1"/>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02"/>
                                        </p:tgtEl>
                                        <p:attrNameLst>
                                          <p:attrName>style.visibility</p:attrName>
                                        </p:attrNameLst>
                                      </p:cBhvr>
                                      <p:to>
                                        <p:strVal val="visible"/>
                                      </p:to>
                                    </p:set>
                                    <p:animEffect transition="in" filter="wipe(up)">
                                      <p:cBhvr>
                                        <p:cTn id="16" dur="5000"/>
                                        <p:tgtEl>
                                          <p:spTgt spid="20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9" presetClass="emph" presetSubtype="0" nodeType="withEffect">
                                  <p:stCondLst>
                                    <p:cond delay="0"/>
                                  </p:stCondLst>
                                  <p:childTnLst>
                                    <p:set>
                                      <p:cBhvr rctx="PPT">
                                        <p:cTn id="22" dur="indefinite"/>
                                        <p:tgtEl>
                                          <p:spTgt spid="169"/>
                                        </p:tgtEl>
                                        <p:attrNameLst>
                                          <p:attrName>style.opacity</p:attrName>
                                        </p:attrNameLst>
                                      </p:cBhvr>
                                      <p:to>
                                        <p:strVal val="0.5"/>
                                      </p:to>
                                    </p:set>
                                    <p:animEffect filter="image" prLst="opacity: 0.5">
                                      <p:cBhvr rctx="IE">
                                        <p:cTn id="23" dur="indefinite"/>
                                        <p:tgtEl>
                                          <p:spTgt spid="169"/>
                                        </p:tgtEl>
                                      </p:cBhvr>
                                    </p:animEffect>
                                  </p:childTnLst>
                                </p:cTn>
                              </p:par>
                              <p:par>
                                <p:cTn id="24" presetID="9" presetClass="emph" presetSubtype="0" nodeType="withEffect">
                                  <p:stCondLst>
                                    <p:cond delay="0"/>
                                  </p:stCondLst>
                                  <p:childTnLst>
                                    <p:set>
                                      <p:cBhvr rctx="PPT">
                                        <p:cTn id="25" dur="indefinite"/>
                                        <p:tgtEl>
                                          <p:spTgt spid="164"/>
                                        </p:tgtEl>
                                        <p:attrNameLst>
                                          <p:attrName>style.opacity</p:attrName>
                                        </p:attrNameLst>
                                      </p:cBhvr>
                                      <p:to>
                                        <p:strVal val="0.5"/>
                                      </p:to>
                                    </p:set>
                                    <p:animEffect filter="image" prLst="opacity: 0.5">
                                      <p:cBhvr rctx="IE">
                                        <p:cTn id="26" dur="indefinite"/>
                                        <p:tgtEl>
                                          <p:spTgt spid="16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250"/>
                                        </p:tgtEl>
                                        <p:attrNameLst>
                                          <p:attrName>style.visibility</p:attrName>
                                        </p:attrNameLst>
                                      </p:cBhvr>
                                      <p:to>
                                        <p:strVal val="visible"/>
                                      </p:to>
                                    </p:set>
                                    <p:animEffect transition="in" filter="barn(outHorizontal)">
                                      <p:cBhvr>
                                        <p:cTn id="31" dur="5000"/>
                                        <p:tgtEl>
                                          <p:spTgt spid="250"/>
                                        </p:tgtEl>
                                      </p:cBhvr>
                                    </p:animEffect>
                                  </p:childTnLst>
                                  <p:subTnLst>
                                    <p:audio>
                                      <p:cMediaNode>
                                        <p:cTn display="0" masterRel="sameClick">
                                          <p:stCondLst>
                                            <p:cond evt="begin" delay="0">
                                              <p:tn val="29"/>
                                            </p:cond>
                                          </p:stCondLst>
                                          <p:endCondLst>
                                            <p:cond evt="onStopAudio" delay="0">
                                              <p:tgtEl>
                                                <p:sldTgt/>
                                              </p:tgtEl>
                                            </p:cond>
                                          </p:endCondLst>
                                        </p:cTn>
                                        <p:tgtEl>
                                          <p:sndTgt r:embed="rId3" name="CHIMES.WAV"/>
                                        </p:tgtEl>
                                      </p:cMediaNode>
                                    </p:audio>
                                  </p:subTnLst>
                                </p:cTn>
                              </p:par>
                              <p:par>
                                <p:cTn id="32" presetID="16" presetClass="entr" presetSubtype="42" fill="hold" grpId="0" nodeType="withEffect">
                                  <p:stCondLst>
                                    <p:cond delay="0"/>
                                  </p:stCondLst>
                                  <p:childTnLst>
                                    <p:set>
                                      <p:cBhvr>
                                        <p:cTn id="33" dur="1" fill="hold">
                                          <p:stCondLst>
                                            <p:cond delay="0"/>
                                          </p:stCondLst>
                                        </p:cTn>
                                        <p:tgtEl>
                                          <p:spTgt spid="252"/>
                                        </p:tgtEl>
                                        <p:attrNameLst>
                                          <p:attrName>style.visibility</p:attrName>
                                        </p:attrNameLst>
                                      </p:cBhvr>
                                      <p:to>
                                        <p:strVal val="visible"/>
                                      </p:to>
                                    </p:set>
                                    <p:animEffect transition="in" filter="barn(outHorizontal)">
                                      <p:cBhvr>
                                        <p:cTn id="34" dur="5000"/>
                                        <p:tgtEl>
                                          <p:spTgt spid="252"/>
                                        </p:tgtEl>
                                      </p:cBhvr>
                                    </p:animEffect>
                                  </p:childTnLst>
                                  <p:subTnLst>
                                    <p:audio>
                                      <p:cMediaNode>
                                        <p:cTn display="0" masterRel="sameClick">
                                          <p:stCondLst>
                                            <p:cond evt="begin" delay="0">
                                              <p:tn val="32"/>
                                            </p:cond>
                                          </p:stCondLst>
                                          <p:endCondLst>
                                            <p:cond evt="onStopAudio" delay="0">
                                              <p:tgtEl>
                                                <p:sldTgt/>
                                              </p:tgtEl>
                                            </p:cond>
                                          </p:endCondLst>
                                        </p:cTn>
                                        <p:tgtEl>
                                          <p:sndTgt r:embed="rId3" name="CHIMES.WAV"/>
                                        </p:tgtEl>
                                      </p:cMediaNode>
                                    </p:audio>
                                  </p:subTnLst>
                                </p:cTn>
                              </p:par>
                            </p:childTnLst>
                          </p:cTn>
                        </p:par>
                        <p:par>
                          <p:cTn id="35" fill="hold">
                            <p:stCondLst>
                              <p:cond delay="5000"/>
                            </p:stCondLst>
                            <p:childTnLst>
                              <p:par>
                                <p:cTn id="36" presetID="16" presetClass="entr" presetSubtype="37" fill="hold" grpId="0" nodeType="afterEffect">
                                  <p:stCondLst>
                                    <p:cond delay="1000"/>
                                  </p:stCondLst>
                                  <p:childTnLst>
                                    <p:set>
                                      <p:cBhvr>
                                        <p:cTn id="37" dur="1" fill="hold">
                                          <p:stCondLst>
                                            <p:cond delay="0"/>
                                          </p:stCondLst>
                                        </p:cTn>
                                        <p:tgtEl>
                                          <p:spTgt spid="249"/>
                                        </p:tgtEl>
                                        <p:attrNameLst>
                                          <p:attrName>style.visibility</p:attrName>
                                        </p:attrNameLst>
                                      </p:cBhvr>
                                      <p:to>
                                        <p:strVal val="visible"/>
                                      </p:to>
                                    </p:set>
                                    <p:animEffect transition="in" filter="barn(outVertical)">
                                      <p:cBhvr>
                                        <p:cTn id="38" dur="2000"/>
                                        <p:tgtEl>
                                          <p:spTgt spid="249"/>
                                        </p:tgtEl>
                                      </p:cBhvr>
                                    </p:animEffect>
                                  </p:childTnLst>
                                  <p:subTnLst>
                                    <p:audio>
                                      <p:cMediaNode>
                                        <p:cTn display="0" masterRel="sameClick">
                                          <p:stCondLst>
                                            <p:cond evt="begin" delay="0">
                                              <p:tn val="36"/>
                                            </p:cond>
                                          </p:stCondLst>
                                          <p:endCondLst>
                                            <p:cond evt="onStopAudio" delay="0">
                                              <p:tgtEl>
                                                <p:sldTgt/>
                                              </p:tgtEl>
                                            </p:cond>
                                          </p:endCondLst>
                                        </p:cTn>
                                        <p:tgtEl>
                                          <p:sndTgt r:embed="rId3" name="CHIMES.WAV"/>
                                        </p:tgtEl>
                                      </p:cMediaNode>
                                    </p:audio>
                                  </p:subTnLst>
                                </p:cTn>
                              </p:par>
                              <p:par>
                                <p:cTn id="39" presetID="19" presetClass="entr" presetSubtype="10" fill="hold" grpId="0" nodeType="withEffect">
                                  <p:stCondLst>
                                    <p:cond delay="1000"/>
                                  </p:stCondLst>
                                  <p:iterate type="wd">
                                    <p:tmPct val="100000"/>
                                  </p:iterate>
                                  <p:childTnLst>
                                    <p:set>
                                      <p:cBhvr>
                                        <p:cTn id="40" dur="1" fill="hold">
                                          <p:stCondLst>
                                            <p:cond delay="0"/>
                                          </p:stCondLst>
                                        </p:cTn>
                                        <p:tgtEl>
                                          <p:spTgt spid="251"/>
                                        </p:tgtEl>
                                        <p:attrNameLst>
                                          <p:attrName>style.visibility</p:attrName>
                                        </p:attrNameLst>
                                      </p:cBhvr>
                                      <p:to>
                                        <p:strVal val="visible"/>
                                      </p:to>
                                    </p:set>
                                    <p:anim calcmode="lin" valueType="num">
                                      <p:cBhvr>
                                        <p:cTn id="41" dur="3000" fill="hold"/>
                                        <p:tgtEl>
                                          <p:spTgt spid="251"/>
                                        </p:tgtEl>
                                        <p:attrNameLst>
                                          <p:attrName>ppt_w</p:attrName>
                                        </p:attrNameLst>
                                      </p:cBhvr>
                                      <p:tavLst>
                                        <p:tav tm="0" fmla="#ppt_w*sin(2.5*pi*$)">
                                          <p:val>
                                            <p:fltVal val="0"/>
                                          </p:val>
                                        </p:tav>
                                        <p:tav tm="100000">
                                          <p:val>
                                            <p:fltVal val="1"/>
                                          </p:val>
                                        </p:tav>
                                      </p:tavLst>
                                    </p:anim>
                                    <p:anim calcmode="lin" valueType="num">
                                      <p:cBhvr>
                                        <p:cTn id="42" dur="3000" fill="hold"/>
                                        <p:tgtEl>
                                          <p:spTgt spid="2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childTnLst>
                          </p:cTn>
                        </p:par>
                        <p:par>
                          <p:cTn id="43" fill="hold">
                            <p:stCondLst>
                              <p:cond delay="9000"/>
                            </p:stCondLst>
                            <p:childTnLst>
                              <p:par>
                                <p:cTn id="44" presetID="19" presetClass="entr" presetSubtype="10" fill="hold" grpId="0" nodeType="afterEffect">
                                  <p:stCondLst>
                                    <p:cond delay="0"/>
                                  </p:stCondLst>
                                  <p:iterate type="wd">
                                    <p:tmPct val="100000"/>
                                  </p:iterate>
                                  <p:childTnLst>
                                    <p:set>
                                      <p:cBhvr>
                                        <p:cTn id="45" dur="1" fill="hold">
                                          <p:stCondLst>
                                            <p:cond delay="0"/>
                                          </p:stCondLst>
                                        </p:cTn>
                                        <p:tgtEl>
                                          <p:spTgt spid="253"/>
                                        </p:tgtEl>
                                        <p:attrNameLst>
                                          <p:attrName>style.visibility</p:attrName>
                                        </p:attrNameLst>
                                      </p:cBhvr>
                                      <p:to>
                                        <p:strVal val="visible"/>
                                      </p:to>
                                    </p:set>
                                    <p:anim calcmode="lin" valueType="num">
                                      <p:cBhvr>
                                        <p:cTn id="46" dur="3000" fill="hold"/>
                                        <p:tgtEl>
                                          <p:spTgt spid="253"/>
                                        </p:tgtEl>
                                        <p:attrNameLst>
                                          <p:attrName>ppt_w</p:attrName>
                                        </p:attrNameLst>
                                      </p:cBhvr>
                                      <p:tavLst>
                                        <p:tav tm="0" fmla="#ppt_w*sin(2.5*pi*$)">
                                          <p:val>
                                            <p:fltVal val="0"/>
                                          </p:val>
                                        </p:tav>
                                        <p:tav tm="100000">
                                          <p:val>
                                            <p:fltVal val="1"/>
                                          </p:val>
                                        </p:tav>
                                      </p:tavLst>
                                    </p:anim>
                                    <p:anim calcmode="lin" valueType="num">
                                      <p:cBhvr>
                                        <p:cTn id="47" dur="3000" fill="hold"/>
                                        <p:tgtEl>
                                          <p:spTgt spid="25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4"/>
                                            </p:cond>
                                          </p:stCondLst>
                                          <p:endCondLst>
                                            <p:cond evt="onStopAudio" delay="0">
                                              <p:tgtEl>
                                                <p:sldTgt/>
                                              </p:tgtEl>
                                            </p:cond>
                                          </p:endCondLst>
                                        </p:cTn>
                                        <p:tgtEl>
                                          <p:sndTgt r:embed="rId3" name="CHIMES.WAV"/>
                                        </p:tgtEl>
                                      </p:cMediaNode>
                                    </p:audio>
                                  </p:subTnLst>
                                </p:cTn>
                              </p:par>
                            </p:childTnLst>
                          </p:cTn>
                        </p:par>
                        <p:par>
                          <p:cTn id="48" fill="hold">
                            <p:stCondLst>
                              <p:cond delay="12000"/>
                            </p:stCondLst>
                            <p:childTnLst>
                              <p:par>
                                <p:cTn id="49" presetID="17" presetClass="entr" presetSubtype="8" fill="hold" grpId="0" nodeType="afterEffect">
                                  <p:stCondLst>
                                    <p:cond delay="0"/>
                                  </p:stCondLst>
                                  <p:childTnLst>
                                    <p:set>
                                      <p:cBhvr>
                                        <p:cTn id="50" dur="1" fill="hold">
                                          <p:stCondLst>
                                            <p:cond delay="0"/>
                                          </p:stCondLst>
                                        </p:cTn>
                                        <p:tgtEl>
                                          <p:spTgt spid="254"/>
                                        </p:tgtEl>
                                        <p:attrNameLst>
                                          <p:attrName>style.visibility</p:attrName>
                                        </p:attrNameLst>
                                      </p:cBhvr>
                                      <p:to>
                                        <p:strVal val="visible"/>
                                      </p:to>
                                    </p:set>
                                    <p:anim calcmode="lin" valueType="num">
                                      <p:cBhvr>
                                        <p:cTn id="51" dur="5000" fill="hold"/>
                                        <p:tgtEl>
                                          <p:spTgt spid="254"/>
                                        </p:tgtEl>
                                        <p:attrNameLst>
                                          <p:attrName>ppt_x</p:attrName>
                                        </p:attrNameLst>
                                      </p:cBhvr>
                                      <p:tavLst>
                                        <p:tav tm="0">
                                          <p:val>
                                            <p:strVal val="#ppt_x-#ppt_w/2"/>
                                          </p:val>
                                        </p:tav>
                                        <p:tav tm="100000">
                                          <p:val>
                                            <p:strVal val="#ppt_x"/>
                                          </p:val>
                                        </p:tav>
                                      </p:tavLst>
                                    </p:anim>
                                    <p:anim calcmode="lin" valueType="num">
                                      <p:cBhvr>
                                        <p:cTn id="52" dur="5000" fill="hold"/>
                                        <p:tgtEl>
                                          <p:spTgt spid="254"/>
                                        </p:tgtEl>
                                        <p:attrNameLst>
                                          <p:attrName>ppt_y</p:attrName>
                                        </p:attrNameLst>
                                      </p:cBhvr>
                                      <p:tavLst>
                                        <p:tav tm="0">
                                          <p:val>
                                            <p:strVal val="#ppt_y"/>
                                          </p:val>
                                        </p:tav>
                                        <p:tav tm="100000">
                                          <p:val>
                                            <p:strVal val="#ppt_y"/>
                                          </p:val>
                                        </p:tav>
                                      </p:tavLst>
                                    </p:anim>
                                    <p:anim calcmode="lin" valueType="num">
                                      <p:cBhvr>
                                        <p:cTn id="53" dur="5000" fill="hold"/>
                                        <p:tgtEl>
                                          <p:spTgt spid="254"/>
                                        </p:tgtEl>
                                        <p:attrNameLst>
                                          <p:attrName>ppt_w</p:attrName>
                                        </p:attrNameLst>
                                      </p:cBhvr>
                                      <p:tavLst>
                                        <p:tav tm="0">
                                          <p:val>
                                            <p:fltVal val="0"/>
                                          </p:val>
                                        </p:tav>
                                        <p:tav tm="100000">
                                          <p:val>
                                            <p:strVal val="#ppt_w"/>
                                          </p:val>
                                        </p:tav>
                                      </p:tavLst>
                                    </p:anim>
                                    <p:anim calcmode="lin" valueType="num">
                                      <p:cBhvr>
                                        <p:cTn id="54" dur="5000" fill="hold"/>
                                        <p:tgtEl>
                                          <p:spTgt spid="25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9"/>
                                            </p:cond>
                                          </p:stCondLst>
                                          <p:endCondLst>
                                            <p:cond evt="onStopAudio" delay="0">
                                              <p:tgtEl>
                                                <p:sldTgt/>
                                              </p:tgtEl>
                                            </p:cond>
                                          </p:endCondLst>
                                        </p:cTn>
                                        <p:tgtEl>
                                          <p:sndTgt r:embed="rId4"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5" presetClass="entr" presetSubtype="0" fill="hold" grpId="0" nodeType="clickEffect">
                                  <p:stCondLst>
                                    <p:cond delay="0"/>
                                  </p:stCondLst>
                                  <p:childTnLst>
                                    <p:set>
                                      <p:cBhvr>
                                        <p:cTn id="58" dur="1" fill="hold">
                                          <p:stCondLst>
                                            <p:cond delay="0"/>
                                          </p:stCondLst>
                                        </p:cTn>
                                        <p:tgtEl>
                                          <p:spTgt spid="256"/>
                                        </p:tgtEl>
                                        <p:attrNameLst>
                                          <p:attrName>style.visibility</p:attrName>
                                        </p:attrNameLst>
                                      </p:cBhvr>
                                      <p:to>
                                        <p:strVal val="visible"/>
                                      </p:to>
                                    </p:set>
                                    <p:anim calcmode="lin" valueType="num">
                                      <p:cBhvr>
                                        <p:cTn id="59" dur="2000" fill="hold"/>
                                        <p:tgtEl>
                                          <p:spTgt spid="256"/>
                                        </p:tgtEl>
                                        <p:attrNameLst>
                                          <p:attrName>ppt_w</p:attrName>
                                        </p:attrNameLst>
                                      </p:cBhvr>
                                      <p:tavLst>
                                        <p:tav tm="0">
                                          <p:val>
                                            <p:fltVal val="0"/>
                                          </p:val>
                                        </p:tav>
                                        <p:tav tm="100000">
                                          <p:val>
                                            <p:strVal val="#ppt_w"/>
                                          </p:val>
                                        </p:tav>
                                      </p:tavLst>
                                    </p:anim>
                                    <p:anim calcmode="lin" valueType="num">
                                      <p:cBhvr>
                                        <p:cTn id="60" dur="2000" fill="hold"/>
                                        <p:tgtEl>
                                          <p:spTgt spid="256"/>
                                        </p:tgtEl>
                                        <p:attrNameLst>
                                          <p:attrName>ppt_h</p:attrName>
                                        </p:attrNameLst>
                                      </p:cBhvr>
                                      <p:tavLst>
                                        <p:tav tm="0">
                                          <p:val>
                                            <p:fltVal val="0"/>
                                          </p:val>
                                        </p:tav>
                                        <p:tav tm="100000">
                                          <p:val>
                                            <p:strVal val="#ppt_h"/>
                                          </p:val>
                                        </p:tav>
                                      </p:tavLst>
                                    </p:anim>
                                    <p:anim calcmode="lin" valueType="num">
                                      <p:cBhvr>
                                        <p:cTn id="61" dur="2000" fill="hold"/>
                                        <p:tgtEl>
                                          <p:spTgt spid="256"/>
                                        </p:tgtEl>
                                        <p:attrNameLst>
                                          <p:attrName>ppt_x</p:attrName>
                                        </p:attrNameLst>
                                      </p:cBhvr>
                                      <p:tavLst>
                                        <p:tav tm="0" fmla="#ppt_x+(cos(-2*pi*(1-$))*-#ppt_x-sin(-2*pi*(1-$))*(1-#ppt_y))*(1-$)">
                                          <p:val>
                                            <p:fltVal val="0"/>
                                          </p:val>
                                        </p:tav>
                                        <p:tav tm="100000">
                                          <p:val>
                                            <p:fltVal val="1"/>
                                          </p:val>
                                        </p:tav>
                                      </p:tavLst>
                                    </p:anim>
                                    <p:anim calcmode="lin" valueType="num">
                                      <p:cBhvr>
                                        <p:cTn id="62" dur="2000" fill="hold"/>
                                        <p:tgtEl>
                                          <p:spTgt spid="25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57"/>
                                            </p:cond>
                                          </p:stCondLst>
                                          <p:endCondLst>
                                            <p:cond evt="onStopAudio" delay="0">
                                              <p:tgtEl>
                                                <p:sldTgt/>
                                              </p:tgtEl>
                                            </p:cond>
                                          </p:endCondLst>
                                        </p:cTn>
                                        <p:tgtEl>
                                          <p:sndTgt r:embed="rId3" name="CHIMES.WAV"/>
                                        </p:tgtEl>
                                      </p:cMediaNode>
                                    </p:audio>
                                  </p:subTnLst>
                                </p:cTn>
                              </p:par>
                              <p:par>
                                <p:cTn id="63" presetID="19" presetClass="entr" presetSubtype="10" fill="hold" grpId="0" nodeType="withEffect">
                                  <p:stCondLst>
                                    <p:cond delay="0"/>
                                  </p:stCondLst>
                                  <p:childTnLst>
                                    <p:set>
                                      <p:cBhvr>
                                        <p:cTn id="64" dur="1" fill="hold">
                                          <p:stCondLst>
                                            <p:cond delay="0"/>
                                          </p:stCondLst>
                                        </p:cTn>
                                        <p:tgtEl>
                                          <p:spTgt spid="255"/>
                                        </p:tgtEl>
                                        <p:attrNameLst>
                                          <p:attrName>style.visibility</p:attrName>
                                        </p:attrNameLst>
                                      </p:cBhvr>
                                      <p:to>
                                        <p:strVal val="visible"/>
                                      </p:to>
                                    </p:set>
                                    <p:anim calcmode="lin" valueType="num">
                                      <p:cBhvr>
                                        <p:cTn id="65" dur="5000" fill="hold"/>
                                        <p:tgtEl>
                                          <p:spTgt spid="255"/>
                                        </p:tgtEl>
                                        <p:attrNameLst>
                                          <p:attrName>ppt_w</p:attrName>
                                        </p:attrNameLst>
                                      </p:cBhvr>
                                      <p:tavLst>
                                        <p:tav tm="0" fmla="#ppt_w*sin(2.5*pi*$)">
                                          <p:val>
                                            <p:fltVal val="0"/>
                                          </p:val>
                                        </p:tav>
                                        <p:tav tm="100000">
                                          <p:val>
                                            <p:fltVal val="1"/>
                                          </p:val>
                                        </p:tav>
                                      </p:tavLst>
                                    </p:anim>
                                    <p:anim calcmode="lin" valueType="num">
                                      <p:cBhvr>
                                        <p:cTn id="66" dur="5000" fill="hold"/>
                                        <p:tgtEl>
                                          <p:spTgt spid="25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3"/>
                                            </p:cond>
                                          </p:stCondLst>
                                          <p:endCondLst>
                                            <p:cond evt="onStopAudio" delay="0">
                                              <p:tgtEl>
                                                <p:sldTgt/>
                                              </p:tgtEl>
                                            </p:cond>
                                          </p:endCondLst>
                                        </p:cTn>
                                        <p:tgtEl>
                                          <p:sndTgt r:embed="rId3" name="CHIMES.WAV"/>
                                        </p:tgtEl>
                                      </p:cMediaNode>
                                    </p:audio>
                                  </p:subTnLst>
                                </p:cTn>
                              </p:par>
                            </p:childTnLst>
                          </p:cTn>
                        </p:par>
                        <p:par>
                          <p:cTn id="67" fill="hold">
                            <p:stCondLst>
                              <p:cond delay="5000"/>
                            </p:stCondLst>
                            <p:childTnLst>
                              <p:par>
                                <p:cTn id="68" presetID="55" presetClass="exit" presetSubtype="0" fill="hold" grpId="1" nodeType="afterEffect">
                                  <p:stCondLst>
                                    <p:cond delay="0"/>
                                  </p:stCondLst>
                                  <p:childTnLst>
                                    <p:anim calcmode="lin" valueType="num">
                                      <p:cBhvr>
                                        <p:cTn id="69" dur="5000"/>
                                        <p:tgtEl>
                                          <p:spTgt spid="254"/>
                                        </p:tgtEl>
                                        <p:attrNameLst>
                                          <p:attrName>ppt_w</p:attrName>
                                        </p:attrNameLst>
                                      </p:cBhvr>
                                      <p:tavLst>
                                        <p:tav tm="0">
                                          <p:val>
                                            <p:strVal val="ppt_w"/>
                                          </p:val>
                                        </p:tav>
                                        <p:tav tm="100000">
                                          <p:val>
                                            <p:strVal val="ppt_w*0.70"/>
                                          </p:val>
                                        </p:tav>
                                      </p:tavLst>
                                    </p:anim>
                                    <p:anim calcmode="lin" valueType="num">
                                      <p:cBhvr>
                                        <p:cTn id="70" dur="5000"/>
                                        <p:tgtEl>
                                          <p:spTgt spid="254"/>
                                        </p:tgtEl>
                                        <p:attrNameLst>
                                          <p:attrName>ppt_h</p:attrName>
                                        </p:attrNameLst>
                                      </p:cBhvr>
                                      <p:tavLst>
                                        <p:tav tm="0">
                                          <p:val>
                                            <p:strVal val="ppt_h"/>
                                          </p:val>
                                        </p:tav>
                                        <p:tav tm="100000">
                                          <p:val>
                                            <p:strVal val="ppt_h"/>
                                          </p:val>
                                        </p:tav>
                                      </p:tavLst>
                                    </p:anim>
                                    <p:animEffect transition="out" filter="fade">
                                      <p:cBhvr>
                                        <p:cTn id="71" dur="5000"/>
                                        <p:tgtEl>
                                          <p:spTgt spid="254"/>
                                        </p:tgtEl>
                                      </p:cBhvr>
                                    </p:animEffect>
                                    <p:set>
                                      <p:cBhvr>
                                        <p:cTn id="72" dur="1" fill="hold">
                                          <p:stCondLst>
                                            <p:cond delay="4999"/>
                                          </p:stCondLst>
                                        </p:cTn>
                                        <p:tgtEl>
                                          <p:spTgt spid="254"/>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0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10"/>
                                        </p:tgtEl>
                                        <p:attrNameLst>
                                          <p:attrName>style.visibility</p:attrName>
                                        </p:attrNameLst>
                                      </p:cBhvr>
                                      <p:to>
                                        <p:strVal val="visible"/>
                                      </p:to>
                                    </p:set>
                                    <p:animEffect transition="in" filter="wipe(left)">
                                      <p:cBhvr>
                                        <p:cTn id="81" dur="5000"/>
                                        <p:tgtEl>
                                          <p:spTgt spid="110"/>
                                        </p:tgtEl>
                                      </p:cBhvr>
                                    </p:animEffect>
                                  </p:childTnLst>
                                </p:cTn>
                              </p:par>
                            </p:childTnLst>
                          </p:cTn>
                        </p:par>
                        <p:par>
                          <p:cTn id="82" fill="hold">
                            <p:stCondLst>
                              <p:cond delay="5000"/>
                            </p:stCondLst>
                            <p:childTnLst>
                              <p:par>
                                <p:cTn id="83" presetID="22" presetClass="entr" presetSubtype="1" fill="hold" grpId="0" nodeType="afterEffect">
                                  <p:stCondLst>
                                    <p:cond delay="0"/>
                                  </p:stCondLst>
                                  <p:childTnLst>
                                    <p:set>
                                      <p:cBhvr>
                                        <p:cTn id="84" dur="1" fill="hold">
                                          <p:stCondLst>
                                            <p:cond delay="0"/>
                                          </p:stCondLst>
                                        </p:cTn>
                                        <p:tgtEl>
                                          <p:spTgt spid="257"/>
                                        </p:tgtEl>
                                        <p:attrNameLst>
                                          <p:attrName>style.visibility</p:attrName>
                                        </p:attrNameLst>
                                      </p:cBhvr>
                                      <p:to>
                                        <p:strVal val="visible"/>
                                      </p:to>
                                    </p:set>
                                    <p:animEffect transition="in" filter="wipe(up)">
                                      <p:cBhvr>
                                        <p:cTn id="85" dur="3000"/>
                                        <p:tgtEl>
                                          <p:spTgt spid="257"/>
                                        </p:tgtEl>
                                      </p:cBhvr>
                                    </p:animEffect>
                                  </p:childTnLst>
                                </p:cTn>
                              </p:par>
                            </p:childTnLst>
                          </p:cTn>
                        </p:par>
                        <p:par>
                          <p:cTn id="86" fill="hold">
                            <p:stCondLst>
                              <p:cond delay="8000"/>
                            </p:stCondLst>
                            <p:childTnLst>
                              <p:par>
                                <p:cTn id="87" presetID="22" presetClass="entr" presetSubtype="8" fill="hold" grpId="0" nodeType="afterEffect">
                                  <p:stCondLst>
                                    <p:cond delay="0"/>
                                  </p:stCondLst>
                                  <p:childTnLst>
                                    <p:set>
                                      <p:cBhvr>
                                        <p:cTn id="88" dur="1" fill="hold">
                                          <p:stCondLst>
                                            <p:cond delay="0"/>
                                          </p:stCondLst>
                                        </p:cTn>
                                        <p:tgtEl>
                                          <p:spTgt spid="258"/>
                                        </p:tgtEl>
                                        <p:attrNameLst>
                                          <p:attrName>style.visibility</p:attrName>
                                        </p:attrNameLst>
                                      </p:cBhvr>
                                      <p:to>
                                        <p:strVal val="visible"/>
                                      </p:to>
                                    </p:set>
                                    <p:animEffect transition="in" filter="wipe(left)">
                                      <p:cBhvr>
                                        <p:cTn id="89" dur="3000"/>
                                        <p:tgtEl>
                                          <p:spTgt spid="258"/>
                                        </p:tgtEl>
                                      </p:cBhvr>
                                    </p:animEffect>
                                  </p:childTnLst>
                                </p:cTn>
                              </p:par>
                            </p:childTnLst>
                          </p:cTn>
                        </p:par>
                        <p:par>
                          <p:cTn id="90" fill="hold">
                            <p:stCondLst>
                              <p:cond delay="11000"/>
                            </p:stCondLst>
                            <p:childTnLst>
                              <p:par>
                                <p:cTn id="91" presetID="22" presetClass="entr" presetSubtype="8" fill="hold" grpId="0" nodeType="afterEffect">
                                  <p:stCondLst>
                                    <p:cond delay="0"/>
                                  </p:stCondLst>
                                  <p:childTnLst>
                                    <p:set>
                                      <p:cBhvr>
                                        <p:cTn id="92" dur="1" fill="hold">
                                          <p:stCondLst>
                                            <p:cond delay="0"/>
                                          </p:stCondLst>
                                        </p:cTn>
                                        <p:tgtEl>
                                          <p:spTgt spid="259"/>
                                        </p:tgtEl>
                                        <p:attrNameLst>
                                          <p:attrName>style.visibility</p:attrName>
                                        </p:attrNameLst>
                                      </p:cBhvr>
                                      <p:to>
                                        <p:strVal val="visible"/>
                                      </p:to>
                                    </p:set>
                                    <p:animEffect transition="in" filter="wipe(left)">
                                      <p:cBhvr>
                                        <p:cTn id="93" dur="3000"/>
                                        <p:tgtEl>
                                          <p:spTgt spid="259"/>
                                        </p:tgtEl>
                                      </p:cBhvr>
                                    </p:animEffect>
                                  </p:childTnLst>
                                </p:cTn>
                              </p:par>
                            </p:childTnLst>
                          </p:cTn>
                        </p:par>
                        <p:par>
                          <p:cTn id="94" fill="hold">
                            <p:stCondLst>
                              <p:cond delay="14000"/>
                            </p:stCondLst>
                            <p:childTnLst>
                              <p:par>
                                <p:cTn id="95" presetID="22" presetClass="entr" presetSubtype="8" fill="hold" grpId="0" nodeType="afterEffect">
                                  <p:stCondLst>
                                    <p:cond delay="0"/>
                                  </p:stCondLst>
                                  <p:childTnLst>
                                    <p:set>
                                      <p:cBhvr>
                                        <p:cTn id="96" dur="1" fill="hold">
                                          <p:stCondLst>
                                            <p:cond delay="0"/>
                                          </p:stCondLst>
                                        </p:cTn>
                                        <p:tgtEl>
                                          <p:spTgt spid="108"/>
                                        </p:tgtEl>
                                        <p:attrNameLst>
                                          <p:attrName>style.visibility</p:attrName>
                                        </p:attrNameLst>
                                      </p:cBhvr>
                                      <p:to>
                                        <p:strVal val="visible"/>
                                      </p:to>
                                    </p:set>
                                    <p:animEffect transition="in" filter="wipe(left)">
                                      <p:cBhvr>
                                        <p:cTn id="97" dur="5000"/>
                                        <p:tgtEl>
                                          <p:spTgt spid="108"/>
                                        </p:tgtEl>
                                      </p:cBhvr>
                                    </p:animEffect>
                                  </p:childTnLst>
                                </p:cTn>
                              </p:par>
                            </p:childTnLst>
                          </p:cTn>
                        </p:par>
                        <p:par>
                          <p:cTn id="98" fill="hold">
                            <p:stCondLst>
                              <p:cond delay="19000"/>
                            </p:stCondLst>
                            <p:childTnLst>
                              <p:par>
                                <p:cTn id="99" presetID="15" presetClass="entr" presetSubtype="0" fill="hold" nodeType="afterEffect">
                                  <p:stCondLst>
                                    <p:cond delay="0"/>
                                  </p:stCondLst>
                                  <p:childTnLst>
                                    <p:set>
                                      <p:cBhvr>
                                        <p:cTn id="100" dur="1" fill="hold">
                                          <p:stCondLst>
                                            <p:cond delay="0"/>
                                          </p:stCondLst>
                                        </p:cTn>
                                        <p:tgtEl>
                                          <p:spTgt spid="264"/>
                                        </p:tgtEl>
                                        <p:attrNameLst>
                                          <p:attrName>style.visibility</p:attrName>
                                        </p:attrNameLst>
                                      </p:cBhvr>
                                      <p:to>
                                        <p:strVal val="visible"/>
                                      </p:to>
                                    </p:set>
                                    <p:anim calcmode="lin" valueType="num">
                                      <p:cBhvr>
                                        <p:cTn id="101" dur="3000" fill="hold"/>
                                        <p:tgtEl>
                                          <p:spTgt spid="264"/>
                                        </p:tgtEl>
                                        <p:attrNameLst>
                                          <p:attrName>ppt_w</p:attrName>
                                        </p:attrNameLst>
                                      </p:cBhvr>
                                      <p:tavLst>
                                        <p:tav tm="0">
                                          <p:val>
                                            <p:fltVal val="0"/>
                                          </p:val>
                                        </p:tav>
                                        <p:tav tm="100000">
                                          <p:val>
                                            <p:strVal val="#ppt_w"/>
                                          </p:val>
                                        </p:tav>
                                      </p:tavLst>
                                    </p:anim>
                                    <p:anim calcmode="lin" valueType="num">
                                      <p:cBhvr>
                                        <p:cTn id="102" dur="3000" fill="hold"/>
                                        <p:tgtEl>
                                          <p:spTgt spid="264"/>
                                        </p:tgtEl>
                                        <p:attrNameLst>
                                          <p:attrName>ppt_h</p:attrName>
                                        </p:attrNameLst>
                                      </p:cBhvr>
                                      <p:tavLst>
                                        <p:tav tm="0">
                                          <p:val>
                                            <p:fltVal val="0"/>
                                          </p:val>
                                        </p:tav>
                                        <p:tav tm="100000">
                                          <p:val>
                                            <p:strVal val="#ppt_h"/>
                                          </p:val>
                                        </p:tav>
                                      </p:tavLst>
                                    </p:anim>
                                    <p:anim calcmode="lin" valueType="num">
                                      <p:cBhvr>
                                        <p:cTn id="103" dur="3000" fill="hold"/>
                                        <p:tgtEl>
                                          <p:spTgt spid="264"/>
                                        </p:tgtEl>
                                        <p:attrNameLst>
                                          <p:attrName>ppt_x</p:attrName>
                                        </p:attrNameLst>
                                      </p:cBhvr>
                                      <p:tavLst>
                                        <p:tav tm="0" fmla="#ppt_x+(cos(-2*pi*(1-$))*-#ppt_x-sin(-2*pi*(1-$))*(1-#ppt_y))*(1-$)">
                                          <p:val>
                                            <p:fltVal val="0"/>
                                          </p:val>
                                        </p:tav>
                                        <p:tav tm="100000">
                                          <p:val>
                                            <p:fltVal val="1"/>
                                          </p:val>
                                        </p:tav>
                                      </p:tavLst>
                                    </p:anim>
                                    <p:anim calcmode="lin" valueType="num">
                                      <p:cBhvr>
                                        <p:cTn id="104" dur="3000" fill="hold"/>
                                        <p:tgtEl>
                                          <p:spTgt spid="264"/>
                                        </p:tgtEl>
                                        <p:attrNameLst>
                                          <p:attrName>ppt_y</p:attrName>
                                        </p:attrNameLst>
                                      </p:cBhvr>
                                      <p:tavLst>
                                        <p:tav tm="0" fmla="#ppt_y+(sin(-2*pi*(1-$))*-#ppt_x+cos(-2*pi*(1-$))*(1-#ppt_y))*(1-$)">
                                          <p:val>
                                            <p:fltVal val="0"/>
                                          </p:val>
                                        </p:tav>
                                        <p:tav tm="100000">
                                          <p:val>
                                            <p:fltVal val="1"/>
                                          </p:val>
                                        </p:tav>
                                      </p:tavLst>
                                    </p:anim>
                                  </p:childTnLst>
                                </p:cTn>
                              </p:par>
                            </p:childTnLst>
                          </p:cTn>
                        </p:par>
                        <p:par>
                          <p:cTn id="105" fill="hold">
                            <p:stCondLst>
                              <p:cond delay="22000"/>
                            </p:stCondLst>
                            <p:childTnLst>
                              <p:par>
                                <p:cTn id="106" presetID="15" presetClass="entr" presetSubtype="0" fill="hold" nodeType="afterEffect">
                                  <p:stCondLst>
                                    <p:cond delay="0"/>
                                  </p:stCondLst>
                                  <p:childTnLst>
                                    <p:set>
                                      <p:cBhvr>
                                        <p:cTn id="107" dur="1" fill="hold">
                                          <p:stCondLst>
                                            <p:cond delay="0"/>
                                          </p:stCondLst>
                                        </p:cTn>
                                        <p:tgtEl>
                                          <p:spTgt spid="267"/>
                                        </p:tgtEl>
                                        <p:attrNameLst>
                                          <p:attrName>style.visibility</p:attrName>
                                        </p:attrNameLst>
                                      </p:cBhvr>
                                      <p:to>
                                        <p:strVal val="visible"/>
                                      </p:to>
                                    </p:set>
                                    <p:anim calcmode="lin" valueType="num">
                                      <p:cBhvr>
                                        <p:cTn id="108" dur="3000" fill="hold"/>
                                        <p:tgtEl>
                                          <p:spTgt spid="267"/>
                                        </p:tgtEl>
                                        <p:attrNameLst>
                                          <p:attrName>ppt_w</p:attrName>
                                        </p:attrNameLst>
                                      </p:cBhvr>
                                      <p:tavLst>
                                        <p:tav tm="0">
                                          <p:val>
                                            <p:fltVal val="0"/>
                                          </p:val>
                                        </p:tav>
                                        <p:tav tm="100000">
                                          <p:val>
                                            <p:strVal val="#ppt_w"/>
                                          </p:val>
                                        </p:tav>
                                      </p:tavLst>
                                    </p:anim>
                                    <p:anim calcmode="lin" valueType="num">
                                      <p:cBhvr>
                                        <p:cTn id="109" dur="3000" fill="hold"/>
                                        <p:tgtEl>
                                          <p:spTgt spid="267"/>
                                        </p:tgtEl>
                                        <p:attrNameLst>
                                          <p:attrName>ppt_h</p:attrName>
                                        </p:attrNameLst>
                                      </p:cBhvr>
                                      <p:tavLst>
                                        <p:tav tm="0">
                                          <p:val>
                                            <p:fltVal val="0"/>
                                          </p:val>
                                        </p:tav>
                                        <p:tav tm="100000">
                                          <p:val>
                                            <p:strVal val="#ppt_h"/>
                                          </p:val>
                                        </p:tav>
                                      </p:tavLst>
                                    </p:anim>
                                    <p:anim calcmode="lin" valueType="num">
                                      <p:cBhvr>
                                        <p:cTn id="110" dur="3000" fill="hold"/>
                                        <p:tgtEl>
                                          <p:spTgt spid="267"/>
                                        </p:tgtEl>
                                        <p:attrNameLst>
                                          <p:attrName>ppt_x</p:attrName>
                                        </p:attrNameLst>
                                      </p:cBhvr>
                                      <p:tavLst>
                                        <p:tav tm="0" fmla="#ppt_x+(cos(-2*pi*(1-$))*-#ppt_x-sin(-2*pi*(1-$))*(1-#ppt_y))*(1-$)">
                                          <p:val>
                                            <p:fltVal val="0"/>
                                          </p:val>
                                        </p:tav>
                                        <p:tav tm="100000">
                                          <p:val>
                                            <p:fltVal val="1"/>
                                          </p:val>
                                        </p:tav>
                                      </p:tavLst>
                                    </p:anim>
                                    <p:anim calcmode="lin" valueType="num">
                                      <p:cBhvr>
                                        <p:cTn id="111" dur="3000" fill="hold"/>
                                        <p:tgtEl>
                                          <p:spTgt spid="26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06"/>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201" grpId="0"/>
      <p:bldP spid="107" grpId="0"/>
      <p:bldP spid="108" grpId="0" animBg="1"/>
      <p:bldP spid="110" grpId="0" animBg="1"/>
      <p:bldP spid="249" grpId="0" animBg="1"/>
      <p:bldP spid="250" grpId="0" animBg="1"/>
      <p:bldP spid="251" grpId="0" autoUpdateAnimBg="0"/>
      <p:bldP spid="252" grpId="0" animBg="1"/>
      <p:bldP spid="253" grpId="0" autoUpdateAnimBg="0"/>
      <p:bldP spid="254" grpId="0" animBg="1"/>
      <p:bldP spid="254" grpId="1" animBg="1"/>
      <p:bldP spid="255" grpId="0" autoUpdateAnimBg="0"/>
      <p:bldP spid="256" grpId="0" animBg="1"/>
      <p:bldP spid="257" grpId="0" animBg="1"/>
      <p:bldP spid="258" grpId="0" animBg="1"/>
      <p:bldP spid="25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9865096" cy="498598"/>
          </a:xfrm>
          <a:prstGeom prst="rect">
            <a:avLst/>
          </a:prstGeom>
        </p:spPr>
        <p:txBody>
          <a:bodyPr wrap="square">
            <a:spAutoFit/>
          </a:bodyPr>
          <a:lstStyle/>
          <a:p>
            <a:pPr algn="just">
              <a:lnSpc>
                <a:spcPct val="110000"/>
              </a:lnSpc>
            </a:pPr>
            <a:r>
              <a:rPr kumimoji="1" lang="zh-CN" altLang="en-US" i="0" dirty="0">
                <a:solidFill>
                  <a:srgbClr val="0000FF"/>
                </a:solidFill>
                <a:latin typeface="+mn-lt"/>
                <a:ea typeface="黑体" panose="02010609060101010101" pitchFamily="49" charset="-122"/>
              </a:rPr>
              <a:t>习题</a:t>
            </a:r>
            <a:r>
              <a:rPr kumimoji="1" lang="zh-CN" altLang="en-US"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绘制下图所示简支梁的剪力图和弯矩图。</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911424" y="1318990"/>
            <a:ext cx="10225136" cy="4922637"/>
          </a:xfrm>
          <a:prstGeom prst="rect">
            <a:avLst/>
          </a:prstGeom>
          <a:solidFill>
            <a:srgbClr val="B9CDE5"/>
          </a:solidFill>
          <a:ln>
            <a:noFill/>
          </a:ln>
          <a:effectLst/>
        </p:spPr>
        <p:txBody>
          <a:bodyPr wrap="none" anchor="ctr"/>
          <a:lstStyle/>
          <a:p>
            <a:pPr algn="ctr">
              <a:lnSpc>
                <a:spcPct val="100000"/>
              </a:lnSpc>
              <a:spcBef>
                <a:spcPct val="50000"/>
              </a:spcBef>
              <a:defRPr/>
            </a:pPr>
            <a:endParaRPr lang="zh-CN" altLang="en-US" b="0" i="0" dirty="0">
              <a:solidFill>
                <a:srgbClr val="0000FF"/>
              </a:solidFill>
              <a:cs typeface="Times New Roman" pitchFamily="18" charset="0"/>
            </a:endParaRPr>
          </a:p>
        </p:txBody>
      </p:sp>
      <p:sp>
        <p:nvSpPr>
          <p:cNvPr id="107" name="Rectangle 18"/>
          <p:cNvSpPr>
            <a:spLocks noChangeAspect="1" noChangeArrowheads="1"/>
          </p:cNvSpPr>
          <p:nvPr/>
        </p:nvSpPr>
        <p:spPr bwMode="auto">
          <a:xfrm>
            <a:off x="6884727" y="1301669"/>
            <a:ext cx="1127714" cy="2798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q</a:t>
            </a:r>
            <a:r>
              <a:rPr lang="en-US" altLang="zh-CN" sz="1800" b="0" i="0" dirty="0">
                <a:latin typeface="Times New Roman" pitchFamily="18" charset="0"/>
                <a:ea typeface="宋体" pitchFamily="2" charset="-122"/>
              </a:rPr>
              <a:t>=12kN/m</a:t>
            </a:r>
          </a:p>
        </p:txBody>
      </p:sp>
      <p:sp>
        <p:nvSpPr>
          <p:cNvPr id="108" name="Rectangle 19"/>
          <p:cNvSpPr>
            <a:spLocks noChangeAspect="1" noChangeArrowheads="1"/>
          </p:cNvSpPr>
          <p:nvPr/>
        </p:nvSpPr>
        <p:spPr bwMode="auto">
          <a:xfrm>
            <a:off x="7090616" y="2697842"/>
            <a:ext cx="421138" cy="247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3m</a:t>
            </a:r>
          </a:p>
        </p:txBody>
      </p:sp>
      <p:sp>
        <p:nvSpPr>
          <p:cNvPr id="110" name="Line 20"/>
          <p:cNvSpPr>
            <a:spLocks noChangeAspect="1" noChangeShapeType="1"/>
          </p:cNvSpPr>
          <p:nvPr/>
        </p:nvSpPr>
        <p:spPr bwMode="auto">
          <a:xfrm>
            <a:off x="3220825" y="2138194"/>
            <a:ext cx="5438921" cy="1473"/>
          </a:xfrm>
          <a:prstGeom prst="line">
            <a:avLst/>
          </a:prstGeom>
          <a:noFill/>
          <a:ln w="1905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1" name="Line 21"/>
          <p:cNvSpPr>
            <a:spLocks noChangeAspect="1" noChangeShapeType="1"/>
          </p:cNvSpPr>
          <p:nvPr/>
        </p:nvSpPr>
        <p:spPr bwMode="auto">
          <a:xfrm>
            <a:off x="5942625" y="1628621"/>
            <a:ext cx="2720240" cy="1473"/>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14" name="Group 22"/>
          <p:cNvGrpSpPr>
            <a:grpSpLocks noChangeAspect="1"/>
          </p:cNvGrpSpPr>
          <p:nvPr/>
        </p:nvGrpSpPr>
        <p:grpSpPr bwMode="auto">
          <a:xfrm>
            <a:off x="5955103" y="1637457"/>
            <a:ext cx="2698404" cy="518410"/>
            <a:chOff x="6111" y="10754"/>
            <a:chExt cx="1687" cy="398"/>
          </a:xfrm>
        </p:grpSpPr>
        <p:sp>
          <p:nvSpPr>
            <p:cNvPr id="115" name="Line 23"/>
            <p:cNvSpPr>
              <a:spLocks noChangeAspect="1" noChangeShapeType="1"/>
            </p:cNvSpPr>
            <p:nvPr/>
          </p:nvSpPr>
          <p:spPr bwMode="auto">
            <a:xfrm>
              <a:off x="7797"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6" name="Line 24"/>
            <p:cNvSpPr>
              <a:spLocks noChangeAspect="1" noChangeShapeType="1"/>
            </p:cNvSpPr>
            <p:nvPr/>
          </p:nvSpPr>
          <p:spPr bwMode="auto">
            <a:xfrm>
              <a:off x="6111"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7" name="Line 25"/>
            <p:cNvSpPr>
              <a:spLocks noChangeAspect="1" noChangeShapeType="1"/>
            </p:cNvSpPr>
            <p:nvPr/>
          </p:nvSpPr>
          <p:spPr bwMode="auto">
            <a:xfrm>
              <a:off x="6395"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2" name="Line 26"/>
            <p:cNvSpPr>
              <a:spLocks noChangeAspect="1" noChangeShapeType="1"/>
            </p:cNvSpPr>
            <p:nvPr/>
          </p:nvSpPr>
          <p:spPr bwMode="auto">
            <a:xfrm>
              <a:off x="6675" y="10756"/>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3" name="Line 27"/>
            <p:cNvSpPr>
              <a:spLocks noChangeAspect="1" noChangeShapeType="1"/>
            </p:cNvSpPr>
            <p:nvPr/>
          </p:nvSpPr>
          <p:spPr bwMode="auto">
            <a:xfrm>
              <a:off x="6951" y="10756"/>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6" name="Line 28"/>
            <p:cNvSpPr>
              <a:spLocks noChangeAspect="1" noChangeShapeType="1"/>
            </p:cNvSpPr>
            <p:nvPr/>
          </p:nvSpPr>
          <p:spPr bwMode="auto">
            <a:xfrm>
              <a:off x="7231"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7" name="Line 29"/>
            <p:cNvSpPr>
              <a:spLocks noChangeAspect="1" noChangeShapeType="1"/>
            </p:cNvSpPr>
            <p:nvPr/>
          </p:nvSpPr>
          <p:spPr bwMode="auto">
            <a:xfrm>
              <a:off x="7517" y="10754"/>
              <a:ext cx="1" cy="396"/>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28" name="Line 30"/>
          <p:cNvSpPr>
            <a:spLocks noChangeAspect="1" noChangeShapeType="1"/>
          </p:cNvSpPr>
          <p:nvPr/>
        </p:nvSpPr>
        <p:spPr bwMode="auto">
          <a:xfrm>
            <a:off x="4585624" y="2767061"/>
            <a:ext cx="1560" cy="388808"/>
          </a:xfrm>
          <a:prstGeom prst="line">
            <a:avLst/>
          </a:prstGeom>
          <a:noFill/>
          <a:ln w="6350">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 name="Line 31"/>
          <p:cNvSpPr>
            <a:spLocks noChangeAspect="1" noChangeShapeType="1"/>
          </p:cNvSpPr>
          <p:nvPr/>
        </p:nvSpPr>
        <p:spPr bwMode="auto">
          <a:xfrm>
            <a:off x="3239542" y="2961465"/>
            <a:ext cx="1332044"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0" name="Line 32"/>
          <p:cNvSpPr>
            <a:spLocks noChangeAspect="1" noChangeShapeType="1"/>
          </p:cNvSpPr>
          <p:nvPr/>
        </p:nvSpPr>
        <p:spPr bwMode="auto">
          <a:xfrm>
            <a:off x="4593423" y="2961465"/>
            <a:ext cx="1360120"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1" name="Line 33"/>
          <p:cNvSpPr>
            <a:spLocks noChangeAspect="1" noChangeShapeType="1"/>
          </p:cNvSpPr>
          <p:nvPr/>
        </p:nvSpPr>
        <p:spPr bwMode="auto">
          <a:xfrm>
            <a:off x="5951984" y="2961465"/>
            <a:ext cx="2717121" cy="1473"/>
          </a:xfrm>
          <a:prstGeom prst="line">
            <a:avLst/>
          </a:prstGeom>
          <a:noFill/>
          <a:ln w="63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2" name="Rectangle 34"/>
          <p:cNvSpPr>
            <a:spLocks noChangeAspect="1" noChangeArrowheads="1"/>
          </p:cNvSpPr>
          <p:nvPr/>
        </p:nvSpPr>
        <p:spPr bwMode="auto">
          <a:xfrm>
            <a:off x="3556175" y="2690478"/>
            <a:ext cx="728413" cy="24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1.5m</a:t>
            </a:r>
          </a:p>
        </p:txBody>
      </p:sp>
      <p:sp>
        <p:nvSpPr>
          <p:cNvPr id="133" name="Rectangle 35"/>
          <p:cNvSpPr>
            <a:spLocks noChangeAspect="1" noChangeArrowheads="1"/>
          </p:cNvSpPr>
          <p:nvPr/>
        </p:nvSpPr>
        <p:spPr bwMode="auto">
          <a:xfrm>
            <a:off x="4974007" y="2690478"/>
            <a:ext cx="726853" cy="234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0" dirty="0">
                <a:solidFill>
                  <a:srgbClr val="0000FF"/>
                </a:solidFill>
                <a:latin typeface="Times New Roman" pitchFamily="18" charset="0"/>
                <a:ea typeface="宋体" pitchFamily="2" charset="-122"/>
              </a:rPr>
              <a:t>1.5m</a:t>
            </a:r>
          </a:p>
        </p:txBody>
      </p:sp>
      <p:sp>
        <p:nvSpPr>
          <p:cNvPr id="134" name="Rectangle 36"/>
          <p:cNvSpPr>
            <a:spLocks noChangeAspect="1" noChangeArrowheads="1"/>
          </p:cNvSpPr>
          <p:nvPr/>
        </p:nvSpPr>
        <p:spPr bwMode="auto">
          <a:xfrm>
            <a:off x="3771424" y="1390034"/>
            <a:ext cx="812641" cy="303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i="0" dirty="0">
                <a:latin typeface="Times New Roman" pitchFamily="18" charset="0"/>
                <a:ea typeface="宋体" pitchFamily="2" charset="-122"/>
              </a:rPr>
              <a:t>=8kN</a:t>
            </a:r>
          </a:p>
        </p:txBody>
      </p:sp>
      <p:sp>
        <p:nvSpPr>
          <p:cNvPr id="135" name="Rectangle 37"/>
          <p:cNvSpPr>
            <a:spLocks noChangeAspect="1" noChangeArrowheads="1"/>
          </p:cNvSpPr>
          <p:nvPr/>
        </p:nvSpPr>
        <p:spPr bwMode="auto">
          <a:xfrm>
            <a:off x="2960343" y="1943791"/>
            <a:ext cx="269840" cy="2768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solidFill>
                  <a:schemeClr val="tx1"/>
                </a:solidFill>
                <a:latin typeface="Times New Roman" pitchFamily="18" charset="0"/>
                <a:ea typeface="宋体" pitchFamily="2" charset="-122"/>
              </a:rPr>
              <a:t>A</a:t>
            </a:r>
          </a:p>
        </p:txBody>
      </p:sp>
      <p:sp>
        <p:nvSpPr>
          <p:cNvPr id="137" name="Rectangle 38"/>
          <p:cNvSpPr>
            <a:spLocks noChangeAspect="1" noChangeArrowheads="1"/>
          </p:cNvSpPr>
          <p:nvPr/>
        </p:nvSpPr>
        <p:spPr bwMode="auto">
          <a:xfrm>
            <a:off x="8759571" y="1936427"/>
            <a:ext cx="272960" cy="2783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solidFill>
                  <a:schemeClr val="tx1"/>
                </a:solidFill>
                <a:latin typeface="Times New Roman" pitchFamily="18" charset="0"/>
                <a:ea typeface="宋体" pitchFamily="2" charset="-122"/>
              </a:rPr>
              <a:t>B</a:t>
            </a:r>
            <a:endParaRPr lang="en-US" altLang="zh-CN" sz="1800" b="0" dirty="0">
              <a:solidFill>
                <a:srgbClr val="0000FF"/>
              </a:solidFill>
              <a:latin typeface="Times New Roman" pitchFamily="18" charset="0"/>
              <a:ea typeface="宋体" pitchFamily="2" charset="-122"/>
            </a:endParaRPr>
          </a:p>
        </p:txBody>
      </p:sp>
      <p:sp>
        <p:nvSpPr>
          <p:cNvPr id="139" name="Line 39"/>
          <p:cNvSpPr>
            <a:spLocks noChangeShapeType="1"/>
          </p:cNvSpPr>
          <p:nvPr/>
        </p:nvSpPr>
        <p:spPr bwMode="auto">
          <a:xfrm>
            <a:off x="3225504" y="2423909"/>
            <a:ext cx="0" cy="721651"/>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40" name="Line 40"/>
          <p:cNvSpPr>
            <a:spLocks noChangeAspect="1" noChangeShapeType="1"/>
          </p:cNvSpPr>
          <p:nvPr/>
        </p:nvSpPr>
        <p:spPr bwMode="auto">
          <a:xfrm>
            <a:off x="4579385" y="1450417"/>
            <a:ext cx="1560" cy="690723"/>
          </a:xfrm>
          <a:prstGeom prst="line">
            <a:avLst/>
          </a:prstGeom>
          <a:noFill/>
          <a:ln w="28575">
            <a:solidFill>
              <a:srgbClr val="FF0000"/>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49" name="Line 41"/>
          <p:cNvSpPr>
            <a:spLocks noChangeShapeType="1"/>
          </p:cNvSpPr>
          <p:nvPr/>
        </p:nvSpPr>
        <p:spPr bwMode="auto">
          <a:xfrm>
            <a:off x="8662865" y="2472510"/>
            <a:ext cx="0" cy="661268"/>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0" name="Line 65"/>
          <p:cNvSpPr>
            <a:spLocks noChangeShapeType="1"/>
          </p:cNvSpPr>
          <p:nvPr/>
        </p:nvSpPr>
        <p:spPr bwMode="auto">
          <a:xfrm>
            <a:off x="5967581" y="2472510"/>
            <a:ext cx="0" cy="683359"/>
          </a:xfrm>
          <a:prstGeom prst="line">
            <a:avLst/>
          </a:prstGeom>
          <a:noFill/>
          <a:ln w="6350">
            <a:solidFill>
              <a:srgbClr val="0000FF"/>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1" name="Rectangle 67"/>
          <p:cNvSpPr>
            <a:spLocks noChangeAspect="1" noChangeArrowheads="1"/>
          </p:cNvSpPr>
          <p:nvPr/>
        </p:nvSpPr>
        <p:spPr bwMode="auto">
          <a:xfrm>
            <a:off x="2892079" y="2688802"/>
            <a:ext cx="307455" cy="3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baseline="-25000" dirty="0">
                <a:latin typeface="Times New Roman" pitchFamily="18" charset="0"/>
                <a:ea typeface="宋体" pitchFamily="2" charset="-122"/>
              </a:rPr>
              <a:t>A</a:t>
            </a:r>
            <a:endParaRPr lang="en-US" altLang="zh-CN" sz="1800" b="0" dirty="0">
              <a:latin typeface="Times New Roman" pitchFamily="18" charset="0"/>
              <a:ea typeface="宋体" pitchFamily="2" charset="-122"/>
            </a:endParaRPr>
          </a:p>
        </p:txBody>
      </p:sp>
      <p:sp>
        <p:nvSpPr>
          <p:cNvPr id="152" name="Rectangle 68"/>
          <p:cNvSpPr>
            <a:spLocks noChangeAspect="1" noChangeArrowheads="1"/>
          </p:cNvSpPr>
          <p:nvPr/>
        </p:nvSpPr>
        <p:spPr bwMode="auto">
          <a:xfrm>
            <a:off x="8683797" y="2597139"/>
            <a:ext cx="424507" cy="33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F</a:t>
            </a:r>
            <a:r>
              <a:rPr lang="en-US" altLang="zh-CN" sz="1800" b="0" i="0" baseline="-25000" dirty="0">
                <a:latin typeface="Times New Roman" pitchFamily="18" charset="0"/>
                <a:ea typeface="宋体" pitchFamily="2" charset="-122"/>
              </a:rPr>
              <a:t>B</a:t>
            </a:r>
            <a:endParaRPr lang="en-US" altLang="zh-CN" sz="1800" b="0" i="0" dirty="0">
              <a:latin typeface="Times New Roman" pitchFamily="18" charset="0"/>
              <a:ea typeface="宋体" pitchFamily="2" charset="-122"/>
            </a:endParaRPr>
          </a:p>
        </p:txBody>
      </p:sp>
      <p:sp>
        <p:nvSpPr>
          <p:cNvPr id="153" name="Line 69"/>
          <p:cNvSpPr>
            <a:spLocks noChangeAspect="1" noChangeShapeType="1"/>
          </p:cNvSpPr>
          <p:nvPr/>
        </p:nvSpPr>
        <p:spPr bwMode="auto">
          <a:xfrm>
            <a:off x="3222028" y="2194944"/>
            <a:ext cx="1561" cy="862500"/>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54" name="Line 70"/>
          <p:cNvSpPr>
            <a:spLocks noChangeAspect="1" noChangeShapeType="1"/>
          </p:cNvSpPr>
          <p:nvPr/>
        </p:nvSpPr>
        <p:spPr bwMode="auto">
          <a:xfrm>
            <a:off x="8662583" y="2181144"/>
            <a:ext cx="1561" cy="828000"/>
          </a:xfrm>
          <a:prstGeom prst="line">
            <a:avLst/>
          </a:prstGeom>
          <a:noFill/>
          <a:ln w="28575">
            <a:solidFill>
              <a:srgbClr val="FF0000"/>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155" name="组合 224"/>
          <p:cNvGrpSpPr>
            <a:grpSpLocks/>
          </p:cNvGrpSpPr>
          <p:nvPr/>
        </p:nvGrpSpPr>
        <p:grpSpPr bwMode="auto">
          <a:xfrm>
            <a:off x="8432832" y="2178097"/>
            <a:ext cx="438150" cy="396875"/>
            <a:chOff x="6199814" y="5094185"/>
            <a:chExt cx="473132" cy="428316"/>
          </a:xfrm>
        </p:grpSpPr>
        <p:grpSp>
          <p:nvGrpSpPr>
            <p:cNvPr id="156" name="组合 225"/>
            <p:cNvGrpSpPr>
              <a:grpSpLocks/>
            </p:cNvGrpSpPr>
            <p:nvPr/>
          </p:nvGrpSpPr>
          <p:grpSpPr bwMode="auto">
            <a:xfrm>
              <a:off x="6199814" y="5451033"/>
              <a:ext cx="473132" cy="71468"/>
              <a:chOff x="2321750" y="5453423"/>
              <a:chExt cx="473132" cy="71468"/>
            </a:xfrm>
          </p:grpSpPr>
          <p:cxnSp>
            <p:nvCxnSpPr>
              <p:cNvPr id="160"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4"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5"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6"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7"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57" name="等腰三角形 226"/>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8" name="椭圆 227"/>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59" name="椭圆 228"/>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168" name="组合 237"/>
          <p:cNvGrpSpPr>
            <a:grpSpLocks/>
          </p:cNvGrpSpPr>
          <p:nvPr/>
        </p:nvGrpSpPr>
        <p:grpSpPr bwMode="auto">
          <a:xfrm>
            <a:off x="3043818" y="2150486"/>
            <a:ext cx="354013" cy="317500"/>
            <a:chOff x="2312606" y="5094185"/>
            <a:chExt cx="473132" cy="424341"/>
          </a:xfrm>
        </p:grpSpPr>
        <p:sp>
          <p:nvSpPr>
            <p:cNvPr id="169" name="等腰三角形 238"/>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170" name="组合 239"/>
            <p:cNvGrpSpPr>
              <a:grpSpLocks/>
            </p:cNvGrpSpPr>
            <p:nvPr/>
          </p:nvGrpSpPr>
          <p:grpSpPr bwMode="auto">
            <a:xfrm>
              <a:off x="2312606" y="5447058"/>
              <a:ext cx="473132" cy="71468"/>
              <a:chOff x="2321750" y="5453423"/>
              <a:chExt cx="473132" cy="71468"/>
            </a:xfrm>
          </p:grpSpPr>
          <p:cxnSp>
            <p:nvCxnSpPr>
              <p:cNvPr id="172"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4"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5"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6"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7"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8"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9"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80" name="Line 17"/>
          <p:cNvSpPr>
            <a:spLocks noChangeShapeType="1"/>
          </p:cNvSpPr>
          <p:nvPr/>
        </p:nvSpPr>
        <p:spPr bwMode="auto">
          <a:xfrm>
            <a:off x="3241244" y="3539212"/>
            <a:ext cx="1355796" cy="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1" name="Line 16"/>
          <p:cNvSpPr>
            <a:spLocks noChangeShapeType="1"/>
          </p:cNvSpPr>
          <p:nvPr/>
        </p:nvSpPr>
        <p:spPr bwMode="auto">
          <a:xfrm flipV="1">
            <a:off x="3248053" y="3539212"/>
            <a:ext cx="0" cy="53513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182" name="组合 181"/>
          <p:cNvGrpSpPr/>
          <p:nvPr/>
        </p:nvGrpSpPr>
        <p:grpSpPr>
          <a:xfrm>
            <a:off x="2956344" y="3339964"/>
            <a:ext cx="6259625" cy="1389555"/>
            <a:chOff x="2722865" y="3023954"/>
            <a:chExt cx="6259625" cy="1389555"/>
          </a:xfrm>
        </p:grpSpPr>
        <p:sp>
          <p:nvSpPr>
            <p:cNvPr id="183" name="Rectangle 19"/>
            <p:cNvSpPr>
              <a:spLocks noChangeAspect="1" noChangeArrowheads="1"/>
            </p:cNvSpPr>
            <p:nvPr/>
          </p:nvSpPr>
          <p:spPr bwMode="auto">
            <a:xfrm>
              <a:off x="8630065" y="3392615"/>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i="1" dirty="0">
                  <a:solidFill>
                    <a:schemeClr val="tx1"/>
                  </a:solidFill>
                  <a:latin typeface="Times New Roman" pitchFamily="18" charset="0"/>
                  <a:ea typeface="宋体" pitchFamily="2" charset="-122"/>
                </a:rPr>
                <a:t>x</a:t>
              </a:r>
            </a:p>
          </p:txBody>
        </p:sp>
        <p:sp>
          <p:nvSpPr>
            <p:cNvPr id="184" name="Line 23"/>
            <p:cNvSpPr>
              <a:spLocks noChangeShapeType="1"/>
            </p:cNvSpPr>
            <p:nvPr/>
          </p:nvSpPr>
          <p:spPr bwMode="auto">
            <a:xfrm>
              <a:off x="3011079" y="3758332"/>
              <a:ext cx="5805628" cy="0"/>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5" name="Line 24"/>
            <p:cNvSpPr>
              <a:spLocks noChangeShapeType="1"/>
            </p:cNvSpPr>
            <p:nvPr/>
          </p:nvSpPr>
          <p:spPr bwMode="auto">
            <a:xfrm flipV="1">
              <a:off x="3011079" y="3023954"/>
              <a:ext cx="0" cy="1389555"/>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6" name="Rectangle 19"/>
            <p:cNvSpPr>
              <a:spLocks noChangeAspect="1" noChangeArrowheads="1"/>
            </p:cNvSpPr>
            <p:nvPr/>
          </p:nvSpPr>
          <p:spPr bwMode="auto">
            <a:xfrm>
              <a:off x="2722865" y="3223202"/>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i="1" dirty="0" err="1">
                  <a:latin typeface="Times New Roman" pitchFamily="18" charset="0"/>
                  <a:ea typeface="宋体" pitchFamily="2" charset="-122"/>
                </a:rPr>
                <a:t>F</a:t>
              </a:r>
              <a:r>
                <a:rPr lang="en-US" altLang="zh-CN" sz="1800" b="0" i="1" baseline="-25000" dirty="0" err="1">
                  <a:latin typeface="Times New Roman" pitchFamily="18" charset="0"/>
                  <a:ea typeface="宋体" pitchFamily="2" charset="-122"/>
                </a:rPr>
                <a:t>s</a:t>
              </a:r>
              <a:endParaRPr lang="en-US" altLang="zh-CN" sz="1800" b="0" i="1" baseline="-25000" dirty="0">
                <a:latin typeface="Times New Roman" pitchFamily="18" charset="0"/>
                <a:ea typeface="宋体" pitchFamily="2" charset="-122"/>
              </a:endParaRPr>
            </a:p>
          </p:txBody>
        </p:sp>
      </p:grpSp>
      <p:sp>
        <p:nvSpPr>
          <p:cNvPr id="187" name="Line 16"/>
          <p:cNvSpPr>
            <a:spLocks noChangeShapeType="1"/>
          </p:cNvSpPr>
          <p:nvPr/>
        </p:nvSpPr>
        <p:spPr bwMode="auto">
          <a:xfrm flipH="1" flipV="1">
            <a:off x="4604839" y="3529718"/>
            <a:ext cx="0" cy="312706"/>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88" name="Text Box 106"/>
          <p:cNvSpPr txBox="1">
            <a:spLocks noChangeArrowheads="1"/>
          </p:cNvSpPr>
          <p:nvPr/>
        </p:nvSpPr>
        <p:spPr bwMode="auto">
          <a:xfrm>
            <a:off x="3308769" y="3169880"/>
            <a:ext cx="878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15kN</a:t>
            </a:r>
            <a:endParaRPr lang="zh-CN" altLang="en-US" sz="1800" b="0" i="0" dirty="0">
              <a:solidFill>
                <a:srgbClr val="0000FF"/>
              </a:solidFill>
              <a:latin typeface="Times New Roman" pitchFamily="18" charset="0"/>
              <a:ea typeface="+mn-ea"/>
              <a:cs typeface="Times New Roman" pitchFamily="18" charset="0"/>
            </a:endParaRPr>
          </a:p>
        </p:txBody>
      </p:sp>
      <p:sp>
        <p:nvSpPr>
          <p:cNvPr id="189" name="Line 16"/>
          <p:cNvSpPr>
            <a:spLocks noChangeShapeType="1"/>
          </p:cNvSpPr>
          <p:nvPr/>
        </p:nvSpPr>
        <p:spPr bwMode="auto">
          <a:xfrm flipV="1">
            <a:off x="8669562" y="4070754"/>
            <a:ext cx="0" cy="752466"/>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cxnSp>
        <p:nvCxnSpPr>
          <p:cNvPr id="190" name="直接连接符 189"/>
          <p:cNvCxnSpPr/>
          <p:nvPr/>
        </p:nvCxnSpPr>
        <p:spPr bwMode="auto">
          <a:xfrm>
            <a:off x="5937838" y="4498197"/>
            <a:ext cx="734263" cy="0"/>
          </a:xfrm>
          <a:prstGeom prst="line">
            <a:avLst/>
          </a:prstGeom>
          <a:noFill/>
          <a:ln w="6350"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1" name="Text Box 106"/>
          <p:cNvSpPr txBox="1">
            <a:spLocks noChangeArrowheads="1"/>
          </p:cNvSpPr>
          <p:nvPr/>
        </p:nvSpPr>
        <p:spPr bwMode="auto">
          <a:xfrm>
            <a:off x="5850206" y="4128865"/>
            <a:ext cx="9804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0.583m</a:t>
            </a:r>
            <a:endParaRPr lang="zh-CN" altLang="en-US" sz="1800" b="0" i="0" dirty="0">
              <a:solidFill>
                <a:srgbClr val="0000FF"/>
              </a:solidFill>
              <a:latin typeface="Times New Roman" pitchFamily="18" charset="0"/>
              <a:ea typeface="+mn-ea"/>
              <a:cs typeface="Times New Roman" pitchFamily="18" charset="0"/>
            </a:endParaRPr>
          </a:p>
        </p:txBody>
      </p:sp>
      <p:sp>
        <p:nvSpPr>
          <p:cNvPr id="192" name="Line 17"/>
          <p:cNvSpPr>
            <a:spLocks noChangeShapeType="1"/>
          </p:cNvSpPr>
          <p:nvPr/>
        </p:nvSpPr>
        <p:spPr bwMode="auto">
          <a:xfrm flipV="1">
            <a:off x="4601720" y="5368890"/>
            <a:ext cx="1336118" cy="239812"/>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93" name="Rectangle 19"/>
          <p:cNvSpPr>
            <a:spLocks noChangeAspect="1" noChangeArrowheads="1"/>
          </p:cNvSpPr>
          <p:nvPr/>
        </p:nvSpPr>
        <p:spPr bwMode="auto">
          <a:xfrm>
            <a:off x="2858561" y="5392472"/>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b="0" dirty="0">
                <a:latin typeface="Times New Roman" pitchFamily="18" charset="0"/>
                <a:ea typeface="宋体" pitchFamily="2" charset="-122"/>
              </a:rPr>
              <a:t>M</a:t>
            </a:r>
            <a:endParaRPr lang="en-US" altLang="zh-CN" sz="1800" b="0" baseline="-25000" dirty="0">
              <a:latin typeface="Times New Roman" pitchFamily="18" charset="0"/>
              <a:ea typeface="宋体" pitchFamily="2" charset="-122"/>
            </a:endParaRPr>
          </a:p>
        </p:txBody>
      </p:sp>
      <p:sp>
        <p:nvSpPr>
          <p:cNvPr id="194" name="Text Box 106"/>
          <p:cNvSpPr txBox="1">
            <a:spLocks noChangeArrowheads="1"/>
          </p:cNvSpPr>
          <p:nvPr/>
        </p:nvSpPr>
        <p:spPr bwMode="auto">
          <a:xfrm>
            <a:off x="3549912" y="5279524"/>
            <a:ext cx="120025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22.5kN</a:t>
            </a:r>
            <a:r>
              <a:rPr lang="en-US" altLang="zh-CN" sz="1800" b="0" i="0" dirty="0">
                <a:solidFill>
                  <a:srgbClr val="0000FF"/>
                </a:solidFill>
                <a:latin typeface="Times New Roman" pitchFamily="18" charset="0"/>
                <a:ea typeface="+mn-ea"/>
                <a:cs typeface="Times New Roman" pitchFamily="18" charset="0"/>
                <a:sym typeface="Symbol"/>
              </a:rPr>
              <a:t>m</a:t>
            </a:r>
            <a:endParaRPr lang="zh-CN" altLang="en-US" sz="1800" b="0" i="0" dirty="0">
              <a:solidFill>
                <a:srgbClr val="0000FF"/>
              </a:solidFill>
              <a:latin typeface="Times New Roman" pitchFamily="18" charset="0"/>
              <a:ea typeface="+mn-ea"/>
              <a:cs typeface="Times New Roman" pitchFamily="18" charset="0"/>
            </a:endParaRPr>
          </a:p>
        </p:txBody>
      </p:sp>
      <p:sp>
        <p:nvSpPr>
          <p:cNvPr id="195" name="Text Box 3"/>
          <p:cNvSpPr txBox="1">
            <a:spLocks noChangeArrowheads="1"/>
          </p:cNvSpPr>
          <p:nvPr/>
        </p:nvSpPr>
        <p:spPr bwMode="auto">
          <a:xfrm>
            <a:off x="6470980" y="3673147"/>
            <a:ext cx="105842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rgbClr val="FF0000"/>
                </a:solidFill>
                <a:latin typeface="楷体_GB2312" pitchFamily="49" charset="-122"/>
                <a:ea typeface="楷体_GB2312" pitchFamily="49" charset="-122"/>
              </a:defRPr>
            </a:lvl1pPr>
            <a:lvl2pPr marL="742950" indent="-285750" eaLnBrk="0" hangingPunct="0">
              <a:defRPr kumimoji="1" sz="2400" b="1">
                <a:solidFill>
                  <a:srgbClr val="FF0000"/>
                </a:solidFill>
                <a:latin typeface="楷体_GB2312" pitchFamily="49" charset="-122"/>
                <a:ea typeface="楷体_GB2312" pitchFamily="49" charset="-122"/>
              </a:defRPr>
            </a:lvl2pPr>
            <a:lvl3pPr marL="1143000" indent="-228600" eaLnBrk="0" hangingPunct="0">
              <a:defRPr kumimoji="1" sz="2400" b="1">
                <a:solidFill>
                  <a:srgbClr val="FF0000"/>
                </a:solidFill>
                <a:latin typeface="楷体_GB2312" pitchFamily="49" charset="-122"/>
                <a:ea typeface="楷体_GB2312" pitchFamily="49" charset="-122"/>
              </a:defRPr>
            </a:lvl3pPr>
            <a:lvl4pPr marL="1600200" indent="-228600" eaLnBrk="0" hangingPunct="0">
              <a:defRPr kumimoji="1" sz="2400" b="1">
                <a:solidFill>
                  <a:srgbClr val="FF0000"/>
                </a:solidFill>
                <a:latin typeface="楷体_GB2312" pitchFamily="49" charset="-122"/>
                <a:ea typeface="楷体_GB2312" pitchFamily="49" charset="-122"/>
              </a:defRPr>
            </a:lvl4pPr>
            <a:lvl5pPr marL="2057400" indent="-228600" eaLnBrk="0" hangingPunct="0">
              <a:defRPr kumimoji="1" sz="2400" b="1">
                <a:solidFill>
                  <a:srgbClr val="FF0000"/>
                </a:solidFill>
                <a:latin typeface="楷体_GB2312" pitchFamily="49" charset="-122"/>
                <a:ea typeface="楷体_GB2312" pitchFamily="49" charset="-122"/>
              </a:defRPr>
            </a:lvl5pPr>
            <a:lvl6pPr marL="25146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6pPr>
            <a:lvl7pPr marL="29718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7pPr>
            <a:lvl8pPr marL="34290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8pPr>
            <a:lvl9pPr marL="3886200" indent="-228600" eaLnBrk="0" fontAlgn="base" hangingPunct="0">
              <a:lnSpc>
                <a:spcPct val="115000"/>
              </a:lnSpc>
              <a:spcBef>
                <a:spcPct val="20000"/>
              </a:spcBef>
              <a:spcAft>
                <a:spcPct val="0"/>
              </a:spcAft>
              <a:defRPr kumimoji="1" sz="2400" b="1">
                <a:solidFill>
                  <a:srgbClr val="FF0000"/>
                </a:solidFill>
                <a:latin typeface="楷体_GB2312" pitchFamily="49" charset="-122"/>
                <a:ea typeface="楷体_GB2312" pitchFamily="49" charset="-122"/>
              </a:defRPr>
            </a:lvl9pPr>
          </a:lstStyle>
          <a:p>
            <a:pPr eaLnBrk="1" hangingPunct="1">
              <a:lnSpc>
                <a:spcPct val="100000"/>
              </a:lnSpc>
              <a:spcBef>
                <a:spcPct val="50000"/>
              </a:spcBef>
            </a:pPr>
            <a:r>
              <a:rPr lang="zh-CN" altLang="en-US" sz="1600" i="0" dirty="0">
                <a:solidFill>
                  <a:srgbClr val="0000FF"/>
                </a:solidFill>
                <a:latin typeface="Times New Roman" pitchFamily="18" charset="0"/>
                <a:ea typeface="宋体" pitchFamily="2" charset="-122"/>
              </a:rPr>
              <a:t>特征点</a:t>
            </a:r>
          </a:p>
        </p:txBody>
      </p:sp>
      <p:sp>
        <p:nvSpPr>
          <p:cNvPr id="196" name="Text Box 106"/>
          <p:cNvSpPr txBox="1">
            <a:spLocks noChangeArrowheads="1"/>
          </p:cNvSpPr>
          <p:nvPr/>
        </p:nvSpPr>
        <p:spPr bwMode="auto">
          <a:xfrm>
            <a:off x="6740694" y="4825873"/>
            <a:ext cx="13902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35.04kN</a:t>
            </a:r>
            <a:r>
              <a:rPr lang="en-US" altLang="zh-CN" sz="1800" b="0" i="0" dirty="0">
                <a:solidFill>
                  <a:srgbClr val="0000FF"/>
                </a:solidFill>
                <a:latin typeface="Times New Roman" pitchFamily="18" charset="0"/>
                <a:ea typeface="+mn-ea"/>
                <a:cs typeface="Times New Roman" pitchFamily="18" charset="0"/>
                <a:sym typeface="Symbol"/>
              </a:rPr>
              <a:t>m</a:t>
            </a:r>
            <a:endParaRPr lang="zh-CN" altLang="en-US" sz="1800" b="0" i="0" dirty="0">
              <a:solidFill>
                <a:srgbClr val="0000FF"/>
              </a:solidFill>
              <a:latin typeface="Times New Roman" pitchFamily="18" charset="0"/>
              <a:ea typeface="+mn-ea"/>
              <a:cs typeface="Times New Roman" pitchFamily="18" charset="0"/>
            </a:endParaRPr>
          </a:p>
        </p:txBody>
      </p:sp>
      <p:cxnSp>
        <p:nvCxnSpPr>
          <p:cNvPr id="197" name="直接连接符 196"/>
          <p:cNvCxnSpPr/>
          <p:nvPr/>
        </p:nvCxnSpPr>
        <p:spPr bwMode="auto">
          <a:xfrm>
            <a:off x="5937838" y="3860231"/>
            <a:ext cx="0" cy="66457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8" name="Text Box 106"/>
          <p:cNvSpPr txBox="1">
            <a:spLocks noChangeArrowheads="1"/>
          </p:cNvSpPr>
          <p:nvPr/>
        </p:nvSpPr>
        <p:spPr bwMode="auto">
          <a:xfrm>
            <a:off x="4718637" y="3316739"/>
            <a:ext cx="878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7kN</a:t>
            </a:r>
            <a:endParaRPr lang="zh-CN" altLang="en-US" sz="1800" b="0" i="0" dirty="0">
              <a:solidFill>
                <a:srgbClr val="0000FF"/>
              </a:solidFill>
              <a:latin typeface="Times New Roman" pitchFamily="18" charset="0"/>
              <a:ea typeface="+mn-ea"/>
              <a:cs typeface="Times New Roman" pitchFamily="18" charset="0"/>
            </a:endParaRPr>
          </a:p>
        </p:txBody>
      </p:sp>
      <p:cxnSp>
        <p:nvCxnSpPr>
          <p:cNvPr id="199" name="直接连接符 198"/>
          <p:cNvCxnSpPr>
            <a:endCxn id="187" idx="0"/>
          </p:cNvCxnSpPr>
          <p:nvPr/>
        </p:nvCxnSpPr>
        <p:spPr bwMode="auto">
          <a:xfrm flipH="1">
            <a:off x="4604839" y="3579705"/>
            <a:ext cx="290651" cy="262719"/>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0" name="Line 17"/>
          <p:cNvSpPr>
            <a:spLocks noChangeShapeType="1"/>
          </p:cNvSpPr>
          <p:nvPr/>
        </p:nvSpPr>
        <p:spPr bwMode="auto">
          <a:xfrm>
            <a:off x="4589241" y="3838510"/>
            <a:ext cx="1355796" cy="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1" name="Line 16"/>
          <p:cNvSpPr>
            <a:spLocks noChangeShapeType="1"/>
          </p:cNvSpPr>
          <p:nvPr/>
        </p:nvSpPr>
        <p:spPr bwMode="auto">
          <a:xfrm flipH="1" flipV="1">
            <a:off x="5945239" y="3832580"/>
            <a:ext cx="2724323" cy="990640"/>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cxnSp>
        <p:nvCxnSpPr>
          <p:cNvPr id="202" name="直接连接符 201"/>
          <p:cNvCxnSpPr>
            <a:endCxn id="209" idx="1"/>
          </p:cNvCxnSpPr>
          <p:nvPr/>
        </p:nvCxnSpPr>
        <p:spPr bwMode="auto">
          <a:xfrm>
            <a:off x="6639042" y="4034741"/>
            <a:ext cx="0" cy="1122648"/>
          </a:xfrm>
          <a:prstGeom prst="line">
            <a:avLst/>
          </a:prstGeom>
          <a:no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3" name="Line 17"/>
          <p:cNvSpPr>
            <a:spLocks noChangeShapeType="1"/>
          </p:cNvSpPr>
          <p:nvPr/>
        </p:nvSpPr>
        <p:spPr bwMode="auto">
          <a:xfrm flipV="1">
            <a:off x="3257196" y="5608702"/>
            <a:ext cx="1353882" cy="515972"/>
          </a:xfrm>
          <a:prstGeom prst="line">
            <a:avLst/>
          </a:prstGeom>
          <a:noFill/>
          <a:ln w="28575">
            <a:solidFill>
              <a:schemeClr val="tx1"/>
            </a:solidFill>
            <a:round/>
            <a:headEnd/>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nvGrpSpPr>
          <p:cNvPr id="204" name="组合 203"/>
          <p:cNvGrpSpPr/>
          <p:nvPr/>
        </p:nvGrpSpPr>
        <p:grpSpPr>
          <a:xfrm>
            <a:off x="3250908" y="5368888"/>
            <a:ext cx="5965061" cy="788968"/>
            <a:chOff x="3011079" y="3573313"/>
            <a:chExt cx="5965061" cy="788968"/>
          </a:xfrm>
        </p:grpSpPr>
        <p:sp>
          <p:nvSpPr>
            <p:cNvPr id="205" name="Rectangle 19"/>
            <p:cNvSpPr>
              <a:spLocks noChangeAspect="1" noChangeArrowheads="1"/>
            </p:cNvSpPr>
            <p:nvPr/>
          </p:nvSpPr>
          <p:spPr bwMode="auto">
            <a:xfrm>
              <a:off x="8623715" y="4059069"/>
              <a:ext cx="352425" cy="303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0" hangingPunct="0">
                <a:lnSpc>
                  <a:spcPct val="100000"/>
                </a:lnSpc>
                <a:spcBef>
                  <a:spcPct val="0"/>
                </a:spcBef>
              </a:pPr>
              <a:r>
                <a:rPr lang="en-US" altLang="zh-CN" sz="1800" i="1" dirty="0">
                  <a:solidFill>
                    <a:schemeClr val="tx1"/>
                  </a:solidFill>
                  <a:latin typeface="Times New Roman" pitchFamily="18" charset="0"/>
                  <a:ea typeface="宋体" pitchFamily="2" charset="-122"/>
                </a:rPr>
                <a:t>x</a:t>
              </a:r>
            </a:p>
          </p:txBody>
        </p:sp>
        <p:sp>
          <p:nvSpPr>
            <p:cNvPr id="206" name="Line 23"/>
            <p:cNvSpPr>
              <a:spLocks noChangeShapeType="1"/>
            </p:cNvSpPr>
            <p:nvPr/>
          </p:nvSpPr>
          <p:spPr bwMode="auto">
            <a:xfrm>
              <a:off x="3011079" y="4329099"/>
              <a:ext cx="5805628" cy="0"/>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207" name="Line 24"/>
            <p:cNvSpPr>
              <a:spLocks noChangeShapeType="1"/>
            </p:cNvSpPr>
            <p:nvPr/>
          </p:nvSpPr>
          <p:spPr bwMode="auto">
            <a:xfrm flipV="1">
              <a:off x="3017368" y="3573313"/>
              <a:ext cx="0" cy="788967"/>
            </a:xfrm>
            <a:prstGeom prst="line">
              <a:avLst/>
            </a:prstGeom>
            <a:noFill/>
            <a:ln w="63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208" name="Text Box 106"/>
          <p:cNvSpPr txBox="1">
            <a:spLocks noChangeArrowheads="1"/>
          </p:cNvSpPr>
          <p:nvPr/>
        </p:nvSpPr>
        <p:spPr bwMode="auto">
          <a:xfrm>
            <a:off x="4940494" y="5089051"/>
            <a:ext cx="1131569"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latin typeface="Times New Roman" pitchFamily="18" charset="0"/>
                <a:ea typeface="+mn-ea"/>
                <a:cs typeface="Times New Roman" pitchFamily="18" charset="0"/>
              </a:rPr>
              <a:t>33kN</a:t>
            </a:r>
            <a:r>
              <a:rPr lang="en-US" altLang="zh-CN" sz="1800" b="0" i="0" dirty="0">
                <a:solidFill>
                  <a:srgbClr val="0000FF"/>
                </a:solidFill>
                <a:latin typeface="Times New Roman" pitchFamily="18" charset="0"/>
                <a:cs typeface="Times New Roman" pitchFamily="18" charset="0"/>
                <a:sym typeface="Symbol"/>
              </a:rPr>
              <a:t>m</a:t>
            </a:r>
            <a:endParaRPr lang="zh-CN" altLang="en-US" sz="1800" b="0" i="0" dirty="0">
              <a:solidFill>
                <a:srgbClr val="0000FF"/>
              </a:solidFill>
              <a:latin typeface="Times New Roman" pitchFamily="18" charset="0"/>
              <a:cs typeface="Times New Roman" pitchFamily="18" charset="0"/>
            </a:endParaRPr>
          </a:p>
          <a:p>
            <a:pPr algn="ctr">
              <a:lnSpc>
                <a:spcPct val="100000"/>
              </a:lnSpc>
              <a:spcBef>
                <a:spcPct val="50000"/>
              </a:spcBef>
              <a:defRPr/>
            </a:pPr>
            <a:endParaRPr lang="zh-CN" altLang="en-US" sz="1800" dirty="0">
              <a:solidFill>
                <a:srgbClr val="0000FF"/>
              </a:solidFill>
              <a:latin typeface="Times New Roman" pitchFamily="18" charset="0"/>
              <a:ea typeface="+mn-ea"/>
              <a:cs typeface="Times New Roman" pitchFamily="18" charset="0"/>
            </a:endParaRPr>
          </a:p>
        </p:txBody>
      </p:sp>
      <p:sp>
        <p:nvSpPr>
          <p:cNvPr id="209" name="任意多边形 208"/>
          <p:cNvSpPr/>
          <p:nvPr/>
        </p:nvSpPr>
        <p:spPr bwMode="auto">
          <a:xfrm>
            <a:off x="5938954" y="5157372"/>
            <a:ext cx="2726531" cy="957279"/>
          </a:xfrm>
          <a:custGeom>
            <a:avLst/>
            <a:gdLst>
              <a:gd name="connsiteX0" fmla="*/ 0 w 2726531"/>
              <a:gd name="connsiteY0" fmla="*/ 211948 h 957279"/>
              <a:gd name="connsiteX1" fmla="*/ 700088 w 2726531"/>
              <a:gd name="connsiteY1" fmla="*/ 17 h 957279"/>
              <a:gd name="connsiteX2" fmla="*/ 1669256 w 2726531"/>
              <a:gd name="connsiteY2" fmla="*/ 221473 h 957279"/>
              <a:gd name="connsiteX3" fmla="*/ 2726531 w 2726531"/>
              <a:gd name="connsiteY3" fmla="*/ 957279 h 957279"/>
            </a:gdLst>
            <a:ahLst/>
            <a:cxnLst>
              <a:cxn ang="0">
                <a:pos x="connsiteX0" y="connsiteY0"/>
              </a:cxn>
              <a:cxn ang="0">
                <a:pos x="connsiteX1" y="connsiteY1"/>
              </a:cxn>
              <a:cxn ang="0">
                <a:pos x="connsiteX2" y="connsiteY2"/>
              </a:cxn>
              <a:cxn ang="0">
                <a:pos x="connsiteX3" y="connsiteY3"/>
              </a:cxn>
            </a:cxnLst>
            <a:rect l="l" t="t" r="r" b="b"/>
            <a:pathLst>
              <a:path w="2726531" h="957279">
                <a:moveTo>
                  <a:pt x="0" y="211948"/>
                </a:moveTo>
                <a:cubicBezTo>
                  <a:pt x="210939" y="105189"/>
                  <a:pt x="421879" y="-1570"/>
                  <a:pt x="700088" y="17"/>
                </a:cubicBezTo>
                <a:cubicBezTo>
                  <a:pt x="978297" y="1604"/>
                  <a:pt x="1331515" y="61929"/>
                  <a:pt x="1669256" y="221473"/>
                </a:cubicBezTo>
                <a:cubicBezTo>
                  <a:pt x="2006997" y="381017"/>
                  <a:pt x="2366764" y="669148"/>
                  <a:pt x="2726531" y="957279"/>
                </a:cubicBezTo>
              </a:path>
            </a:pathLst>
          </a:custGeom>
          <a:noFill/>
          <a:ln w="2857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15000"/>
              </a:lnSpc>
              <a:spcBef>
                <a:spcPct val="20000"/>
              </a:spcBef>
              <a:spcAft>
                <a:spcPct val="0"/>
              </a:spcAft>
              <a:buClrTx/>
              <a:buSzTx/>
              <a:buFontTx/>
              <a:buNone/>
              <a:tabLst/>
            </a:pPr>
            <a:endParaRPr kumimoji="1" lang="zh-CN" altLang="en-US" sz="2400" b="1" i="0" u="none" strike="noStrike" cap="none" normalizeH="0" baseline="0" dirty="0">
              <a:ln>
                <a:noFill/>
              </a:ln>
              <a:solidFill>
                <a:srgbClr val="FF0000"/>
              </a:solidFill>
              <a:effectLst/>
              <a:latin typeface="楷体_GB2312" pitchFamily="49" charset="-122"/>
              <a:ea typeface="楷体_GB2312" pitchFamily="49" charset="-122"/>
            </a:endParaRPr>
          </a:p>
        </p:txBody>
      </p:sp>
      <p:sp>
        <p:nvSpPr>
          <p:cNvPr id="3" name="Text Box 106">
            <a:extLst>
              <a:ext uri="{FF2B5EF4-FFF2-40B4-BE49-F238E27FC236}">
                <a16:creationId xmlns:a16="http://schemas.microsoft.com/office/drawing/2014/main" id="{527F8ED5-2961-E1A0-0623-D096325AC206}"/>
              </a:ext>
            </a:extLst>
          </p:cNvPr>
          <p:cNvSpPr txBox="1">
            <a:spLocks noChangeArrowheads="1"/>
          </p:cNvSpPr>
          <p:nvPr/>
        </p:nvSpPr>
        <p:spPr bwMode="auto">
          <a:xfrm>
            <a:off x="8220280" y="4847310"/>
            <a:ext cx="8789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lnSpc>
                <a:spcPct val="100000"/>
              </a:lnSpc>
              <a:spcBef>
                <a:spcPct val="50000"/>
              </a:spcBef>
              <a:defRPr/>
            </a:pPr>
            <a:r>
              <a:rPr lang="en-US" altLang="zh-CN" sz="1800" b="0" i="0" dirty="0">
                <a:solidFill>
                  <a:srgbClr val="0000FF"/>
                </a:solidFill>
                <a:ea typeface="+mn-ea"/>
                <a:cs typeface="Times New Roman" pitchFamily="18" charset="0"/>
              </a:rPr>
              <a:t>29</a:t>
            </a:r>
            <a:r>
              <a:rPr lang="en-US" altLang="zh-CN" sz="1800" b="0" i="0" dirty="0">
                <a:solidFill>
                  <a:srgbClr val="0000FF"/>
                </a:solidFill>
                <a:latin typeface="Times New Roman" pitchFamily="18" charset="0"/>
                <a:ea typeface="+mn-ea"/>
                <a:cs typeface="Times New Roman" pitchFamily="18" charset="0"/>
              </a:rPr>
              <a:t>kN</a:t>
            </a:r>
            <a:endParaRPr lang="zh-CN" altLang="en-US" sz="1800" b="0" i="0" dirty="0">
              <a:solidFill>
                <a:srgbClr val="0000FF"/>
              </a:solidFill>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306478419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55"/>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6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9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9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9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9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9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0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5"/>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9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04"/>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0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9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0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92"/>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0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9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1" grpId="0"/>
      <p:bldP spid="152" grpId="0"/>
      <p:bldP spid="153" grpId="0" animBg="1"/>
      <p:bldP spid="154" grpId="0" animBg="1"/>
      <p:bldP spid="180" grpId="0" animBg="1"/>
      <p:bldP spid="181" grpId="0" animBg="1"/>
      <p:bldP spid="187" grpId="0" animBg="1"/>
      <p:bldP spid="188" grpId="0"/>
      <p:bldP spid="189" grpId="0" animBg="1"/>
      <p:bldP spid="191" grpId="0"/>
      <p:bldP spid="192" grpId="0" animBg="1"/>
      <p:bldP spid="193" grpId="0"/>
      <p:bldP spid="194" grpId="0"/>
      <p:bldP spid="195" grpId="0"/>
      <p:bldP spid="196" grpId="0"/>
      <p:bldP spid="198" grpId="0"/>
      <p:bldP spid="200" grpId="0" animBg="1"/>
      <p:bldP spid="201" grpId="0" animBg="1"/>
      <p:bldP spid="203" grpId="0" animBg="1"/>
      <p:bldP spid="208" grpId="0"/>
      <p:bldP spid="209" grpId="0" animBg="1"/>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§10-2  </a:t>
            </a:r>
            <a:r>
              <a:rPr lang="zh-CN" altLang="en-US" sz="3000" i="0" dirty="0">
                <a:solidFill>
                  <a:schemeClr val="accent6">
                    <a:lumMod val="75000"/>
                  </a:schemeClr>
                </a:solidFill>
                <a:latin typeface="+mn-lt"/>
                <a:ea typeface="微软雅黑" panose="020B0503020204020204" pitchFamily="34" charset="-122"/>
              </a:rPr>
              <a:t>梁弯曲时的强度计算</a:t>
            </a:r>
          </a:p>
        </p:txBody>
      </p:sp>
      <p:sp>
        <p:nvSpPr>
          <p:cNvPr id="9" name="Rectangle 61"/>
          <p:cNvSpPr>
            <a:spLocks noChangeArrowheads="1"/>
          </p:cNvSpPr>
          <p:nvPr/>
        </p:nvSpPr>
        <p:spPr bwMode="auto">
          <a:xfrm>
            <a:off x="695400" y="1970219"/>
            <a:ext cx="10945216" cy="4288002"/>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6434" y="1367131"/>
            <a:ext cx="2108269" cy="1153329"/>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回顾与比较</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15" name="Text Box 5"/>
          <p:cNvSpPr txBox="1">
            <a:spLocks noChangeArrowheads="1"/>
          </p:cNvSpPr>
          <p:nvPr/>
        </p:nvSpPr>
        <p:spPr bwMode="auto">
          <a:xfrm>
            <a:off x="5184109" y="2275191"/>
            <a:ext cx="1079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内力</a:t>
            </a:r>
          </a:p>
        </p:txBody>
      </p:sp>
      <p:sp>
        <p:nvSpPr>
          <p:cNvPr id="16" name="Text Box 7"/>
          <p:cNvSpPr txBox="1">
            <a:spLocks noChangeArrowheads="1"/>
          </p:cNvSpPr>
          <p:nvPr/>
        </p:nvSpPr>
        <p:spPr bwMode="auto">
          <a:xfrm>
            <a:off x="8964253" y="2275191"/>
            <a:ext cx="1079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eaLnBrk="1" hangingPunct="1">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应力</a:t>
            </a:r>
          </a:p>
        </p:txBody>
      </p:sp>
      <p:grpSp>
        <p:nvGrpSpPr>
          <p:cNvPr id="17" name="Group 7"/>
          <p:cNvGrpSpPr>
            <a:grpSpLocks/>
          </p:cNvGrpSpPr>
          <p:nvPr/>
        </p:nvGrpSpPr>
        <p:grpSpPr bwMode="auto">
          <a:xfrm>
            <a:off x="4454959" y="2868128"/>
            <a:ext cx="2893986" cy="721977"/>
            <a:chOff x="1632" y="1285"/>
            <a:chExt cx="2381" cy="594"/>
          </a:xfrm>
        </p:grpSpPr>
        <p:grpSp>
          <p:nvGrpSpPr>
            <p:cNvPr id="18" name="Group 8"/>
            <p:cNvGrpSpPr>
              <a:grpSpLocks/>
            </p:cNvGrpSpPr>
            <p:nvPr/>
          </p:nvGrpSpPr>
          <p:grpSpPr bwMode="auto">
            <a:xfrm>
              <a:off x="3035" y="1346"/>
              <a:ext cx="978" cy="533"/>
              <a:chOff x="3035" y="1346"/>
              <a:chExt cx="978" cy="533"/>
            </a:xfrm>
          </p:grpSpPr>
          <p:sp>
            <p:nvSpPr>
              <p:cNvPr id="22" name="Rectangle 9"/>
              <p:cNvSpPr>
                <a:spLocks noChangeArrowheads="1"/>
              </p:cNvSpPr>
              <p:nvPr/>
            </p:nvSpPr>
            <p:spPr bwMode="auto">
              <a:xfrm>
                <a:off x="3376" y="1469"/>
                <a:ext cx="186"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eaLnBrk="1" hangingPunct="1"/>
                <a:r>
                  <a:rPr kumimoji="1" lang="en-US" altLang="zh-CN" sz="2000" b="0" i="1" dirty="0">
                    <a:solidFill>
                      <a:srgbClr val="000000"/>
                    </a:solidFill>
                    <a:latin typeface="Symbol" pitchFamily="18" charset="2"/>
                  </a:rPr>
                  <a:t>s</a:t>
                </a:r>
                <a:endParaRPr kumimoji="1" lang="en-US" altLang="zh-CN" sz="2000" b="0" dirty="0"/>
              </a:p>
            </p:txBody>
          </p:sp>
          <p:grpSp>
            <p:nvGrpSpPr>
              <p:cNvPr id="23" name="Group 10"/>
              <p:cNvGrpSpPr>
                <a:grpSpLocks/>
              </p:cNvGrpSpPr>
              <p:nvPr/>
            </p:nvGrpSpPr>
            <p:grpSpPr bwMode="auto">
              <a:xfrm>
                <a:off x="3035" y="1346"/>
                <a:ext cx="360" cy="533"/>
                <a:chOff x="3035" y="1346"/>
                <a:chExt cx="360" cy="533"/>
              </a:xfrm>
            </p:grpSpPr>
            <p:grpSp>
              <p:nvGrpSpPr>
                <p:cNvPr id="26" name="Group 11"/>
                <p:cNvGrpSpPr>
                  <a:grpSpLocks/>
                </p:cNvGrpSpPr>
                <p:nvPr/>
              </p:nvGrpSpPr>
              <p:grpSpPr bwMode="auto">
                <a:xfrm>
                  <a:off x="3035" y="1346"/>
                  <a:ext cx="360" cy="77"/>
                  <a:chOff x="3035" y="1346"/>
                  <a:chExt cx="360" cy="77"/>
                </a:xfrm>
              </p:grpSpPr>
              <p:sp>
                <p:nvSpPr>
                  <p:cNvPr id="42" name="Rectangle 12"/>
                  <p:cNvSpPr>
                    <a:spLocks noChangeArrowheads="1"/>
                  </p:cNvSpPr>
                  <p:nvPr/>
                </p:nvSpPr>
                <p:spPr bwMode="auto">
                  <a:xfrm>
                    <a:off x="3035" y="1378"/>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43" name="Freeform 13"/>
                  <p:cNvSpPr>
                    <a:spLocks/>
                  </p:cNvSpPr>
                  <p:nvPr/>
                </p:nvSpPr>
                <p:spPr bwMode="auto">
                  <a:xfrm>
                    <a:off x="3318" y="1346"/>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7" name="Group 14"/>
                <p:cNvGrpSpPr>
                  <a:grpSpLocks/>
                </p:cNvGrpSpPr>
                <p:nvPr/>
              </p:nvGrpSpPr>
              <p:grpSpPr bwMode="auto">
                <a:xfrm>
                  <a:off x="3035" y="1442"/>
                  <a:ext cx="360" cy="77"/>
                  <a:chOff x="3035" y="1442"/>
                  <a:chExt cx="360" cy="77"/>
                </a:xfrm>
              </p:grpSpPr>
              <p:sp>
                <p:nvSpPr>
                  <p:cNvPr id="40" name="Rectangle 15"/>
                  <p:cNvSpPr>
                    <a:spLocks noChangeArrowheads="1"/>
                  </p:cNvSpPr>
                  <p:nvPr/>
                </p:nvSpPr>
                <p:spPr bwMode="auto">
                  <a:xfrm>
                    <a:off x="3035" y="147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41" name="Freeform 16"/>
                  <p:cNvSpPr>
                    <a:spLocks/>
                  </p:cNvSpPr>
                  <p:nvPr/>
                </p:nvSpPr>
                <p:spPr bwMode="auto">
                  <a:xfrm>
                    <a:off x="3318" y="144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8" name="Group 17"/>
                <p:cNvGrpSpPr>
                  <a:grpSpLocks/>
                </p:cNvGrpSpPr>
                <p:nvPr/>
              </p:nvGrpSpPr>
              <p:grpSpPr bwMode="auto">
                <a:xfrm>
                  <a:off x="3035" y="1622"/>
                  <a:ext cx="360" cy="77"/>
                  <a:chOff x="3035" y="1622"/>
                  <a:chExt cx="360" cy="77"/>
                </a:xfrm>
              </p:grpSpPr>
              <p:sp>
                <p:nvSpPr>
                  <p:cNvPr id="38" name="Rectangle 18"/>
                  <p:cNvSpPr>
                    <a:spLocks noChangeArrowheads="1"/>
                  </p:cNvSpPr>
                  <p:nvPr/>
                </p:nvSpPr>
                <p:spPr bwMode="auto">
                  <a:xfrm>
                    <a:off x="3035" y="165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9" name="Freeform 19"/>
                  <p:cNvSpPr>
                    <a:spLocks/>
                  </p:cNvSpPr>
                  <p:nvPr/>
                </p:nvSpPr>
                <p:spPr bwMode="auto">
                  <a:xfrm>
                    <a:off x="3318" y="162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9" name="Group 20"/>
                <p:cNvGrpSpPr>
                  <a:grpSpLocks/>
                </p:cNvGrpSpPr>
                <p:nvPr/>
              </p:nvGrpSpPr>
              <p:grpSpPr bwMode="auto">
                <a:xfrm>
                  <a:off x="3035" y="1802"/>
                  <a:ext cx="360" cy="77"/>
                  <a:chOff x="3035" y="1802"/>
                  <a:chExt cx="360" cy="77"/>
                </a:xfrm>
              </p:grpSpPr>
              <p:sp>
                <p:nvSpPr>
                  <p:cNvPr id="36" name="Rectangle 21"/>
                  <p:cNvSpPr>
                    <a:spLocks noChangeArrowheads="1"/>
                  </p:cNvSpPr>
                  <p:nvPr/>
                </p:nvSpPr>
                <p:spPr bwMode="auto">
                  <a:xfrm>
                    <a:off x="3035" y="1834"/>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7" name="Freeform 22"/>
                  <p:cNvSpPr>
                    <a:spLocks/>
                  </p:cNvSpPr>
                  <p:nvPr/>
                </p:nvSpPr>
                <p:spPr bwMode="auto">
                  <a:xfrm>
                    <a:off x="3318" y="1802"/>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0" name="Group 23"/>
                <p:cNvGrpSpPr>
                  <a:grpSpLocks/>
                </p:cNvGrpSpPr>
                <p:nvPr/>
              </p:nvGrpSpPr>
              <p:grpSpPr bwMode="auto">
                <a:xfrm>
                  <a:off x="3035" y="1538"/>
                  <a:ext cx="360" cy="77"/>
                  <a:chOff x="3035" y="1538"/>
                  <a:chExt cx="360" cy="77"/>
                </a:xfrm>
              </p:grpSpPr>
              <p:sp>
                <p:nvSpPr>
                  <p:cNvPr id="34" name="Rectangle 24"/>
                  <p:cNvSpPr>
                    <a:spLocks noChangeArrowheads="1"/>
                  </p:cNvSpPr>
                  <p:nvPr/>
                </p:nvSpPr>
                <p:spPr bwMode="auto">
                  <a:xfrm>
                    <a:off x="3035" y="1570"/>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5" name="Freeform 25"/>
                  <p:cNvSpPr>
                    <a:spLocks/>
                  </p:cNvSpPr>
                  <p:nvPr/>
                </p:nvSpPr>
                <p:spPr bwMode="auto">
                  <a:xfrm>
                    <a:off x="3318" y="1538"/>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31" name="Group 26"/>
                <p:cNvGrpSpPr>
                  <a:grpSpLocks/>
                </p:cNvGrpSpPr>
                <p:nvPr/>
              </p:nvGrpSpPr>
              <p:grpSpPr bwMode="auto">
                <a:xfrm>
                  <a:off x="3035" y="1718"/>
                  <a:ext cx="360" cy="77"/>
                  <a:chOff x="3035" y="1718"/>
                  <a:chExt cx="360" cy="77"/>
                </a:xfrm>
              </p:grpSpPr>
              <p:sp>
                <p:nvSpPr>
                  <p:cNvPr id="32" name="Rectangle 27"/>
                  <p:cNvSpPr>
                    <a:spLocks noChangeArrowheads="1"/>
                  </p:cNvSpPr>
                  <p:nvPr/>
                </p:nvSpPr>
                <p:spPr bwMode="auto">
                  <a:xfrm>
                    <a:off x="3035" y="1750"/>
                    <a:ext cx="28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Tx/>
                      <a:buChar char="•"/>
                    </a:pPr>
                    <a:endParaRPr lang="zh-CN" altLang="en-US"/>
                  </a:p>
                </p:txBody>
              </p:sp>
              <p:sp>
                <p:nvSpPr>
                  <p:cNvPr id="33" name="Freeform 28"/>
                  <p:cNvSpPr>
                    <a:spLocks/>
                  </p:cNvSpPr>
                  <p:nvPr/>
                </p:nvSpPr>
                <p:spPr bwMode="auto">
                  <a:xfrm>
                    <a:off x="3318" y="1718"/>
                    <a:ext cx="77" cy="77"/>
                  </a:xfrm>
                  <a:custGeom>
                    <a:avLst/>
                    <a:gdLst>
                      <a:gd name="T0" fmla="*/ 0 w 77"/>
                      <a:gd name="T1" fmla="*/ 77 h 77"/>
                      <a:gd name="T2" fmla="*/ 77 w 77"/>
                      <a:gd name="T3" fmla="*/ 38 h 77"/>
                      <a:gd name="T4" fmla="*/ 0 w 77"/>
                      <a:gd name="T5" fmla="*/ 0 h 77"/>
                      <a:gd name="T6" fmla="*/ 0 w 77"/>
                      <a:gd name="T7" fmla="*/ 77 h 77"/>
                      <a:gd name="T8" fmla="*/ 0 60000 65536"/>
                      <a:gd name="T9" fmla="*/ 0 60000 65536"/>
                      <a:gd name="T10" fmla="*/ 0 60000 65536"/>
                      <a:gd name="T11" fmla="*/ 0 60000 65536"/>
                      <a:gd name="T12" fmla="*/ 0 w 77"/>
                      <a:gd name="T13" fmla="*/ 0 h 77"/>
                      <a:gd name="T14" fmla="*/ 77 w 77"/>
                      <a:gd name="T15" fmla="*/ 77 h 77"/>
                    </a:gdLst>
                    <a:ahLst/>
                    <a:cxnLst>
                      <a:cxn ang="T8">
                        <a:pos x="T0" y="T1"/>
                      </a:cxn>
                      <a:cxn ang="T9">
                        <a:pos x="T2" y="T3"/>
                      </a:cxn>
                      <a:cxn ang="T10">
                        <a:pos x="T4" y="T5"/>
                      </a:cxn>
                      <a:cxn ang="T11">
                        <a:pos x="T6" y="T7"/>
                      </a:cxn>
                    </a:cxnLst>
                    <a:rect l="T12" t="T13" r="T14" b="T15"/>
                    <a:pathLst>
                      <a:path w="77" h="77">
                        <a:moveTo>
                          <a:pt x="0" y="77"/>
                        </a:moveTo>
                        <a:lnTo>
                          <a:pt x="77" y="38"/>
                        </a:lnTo>
                        <a:lnTo>
                          <a:pt x="0" y="0"/>
                        </a:lnTo>
                        <a:lnTo>
                          <a:pt x="0" y="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sp>
            <p:nvSpPr>
              <p:cNvPr id="24" name="Freeform 29"/>
              <p:cNvSpPr>
                <a:spLocks/>
              </p:cNvSpPr>
              <p:nvPr/>
            </p:nvSpPr>
            <p:spPr bwMode="auto">
              <a:xfrm>
                <a:off x="3551" y="1372"/>
                <a:ext cx="179" cy="479"/>
              </a:xfrm>
              <a:custGeom>
                <a:avLst/>
                <a:gdLst>
                  <a:gd name="T0" fmla="*/ 0 w 179"/>
                  <a:gd name="T1" fmla="*/ 0 h 479"/>
                  <a:gd name="T2" fmla="*/ 18 w 179"/>
                  <a:gd name="T3" fmla="*/ 1 h 479"/>
                  <a:gd name="T4" fmla="*/ 35 w 179"/>
                  <a:gd name="T5" fmla="*/ 3 h 479"/>
                  <a:gd name="T6" fmla="*/ 50 w 179"/>
                  <a:gd name="T7" fmla="*/ 7 h 479"/>
                  <a:gd name="T8" fmla="*/ 63 w 179"/>
                  <a:gd name="T9" fmla="*/ 12 h 479"/>
                  <a:gd name="T10" fmla="*/ 74 w 179"/>
                  <a:gd name="T11" fmla="*/ 18 h 479"/>
                  <a:gd name="T12" fmla="*/ 82 w 179"/>
                  <a:gd name="T13" fmla="*/ 25 h 479"/>
                  <a:gd name="T14" fmla="*/ 87 w 179"/>
                  <a:gd name="T15" fmla="*/ 32 h 479"/>
                  <a:gd name="T16" fmla="*/ 89 w 179"/>
                  <a:gd name="T17" fmla="*/ 40 h 479"/>
                  <a:gd name="T18" fmla="*/ 89 w 179"/>
                  <a:gd name="T19" fmla="*/ 200 h 479"/>
                  <a:gd name="T20" fmla="*/ 91 w 179"/>
                  <a:gd name="T21" fmla="*/ 208 h 479"/>
                  <a:gd name="T22" fmla="*/ 96 w 179"/>
                  <a:gd name="T23" fmla="*/ 215 h 479"/>
                  <a:gd name="T24" fmla="*/ 105 w 179"/>
                  <a:gd name="T25" fmla="*/ 222 h 479"/>
                  <a:gd name="T26" fmla="*/ 116 w 179"/>
                  <a:gd name="T27" fmla="*/ 228 h 479"/>
                  <a:gd name="T28" fmla="*/ 129 w 179"/>
                  <a:gd name="T29" fmla="*/ 232 h 479"/>
                  <a:gd name="T30" fmla="*/ 144 w 179"/>
                  <a:gd name="T31" fmla="*/ 236 h 479"/>
                  <a:gd name="T32" fmla="*/ 161 w 179"/>
                  <a:gd name="T33" fmla="*/ 238 h 479"/>
                  <a:gd name="T34" fmla="*/ 179 w 179"/>
                  <a:gd name="T35" fmla="*/ 239 h 479"/>
                  <a:gd name="T36" fmla="*/ 161 w 179"/>
                  <a:gd name="T37" fmla="*/ 240 h 479"/>
                  <a:gd name="T38" fmla="*/ 144 w 179"/>
                  <a:gd name="T39" fmla="*/ 242 h 479"/>
                  <a:gd name="T40" fmla="*/ 129 w 179"/>
                  <a:gd name="T41" fmla="*/ 246 h 479"/>
                  <a:gd name="T42" fmla="*/ 116 w 179"/>
                  <a:gd name="T43" fmla="*/ 251 h 479"/>
                  <a:gd name="T44" fmla="*/ 105 w 179"/>
                  <a:gd name="T45" fmla="*/ 257 h 479"/>
                  <a:gd name="T46" fmla="*/ 96 w 179"/>
                  <a:gd name="T47" fmla="*/ 264 h 479"/>
                  <a:gd name="T48" fmla="*/ 91 w 179"/>
                  <a:gd name="T49" fmla="*/ 271 h 479"/>
                  <a:gd name="T50" fmla="*/ 89 w 179"/>
                  <a:gd name="T51" fmla="*/ 279 h 479"/>
                  <a:gd name="T52" fmla="*/ 89 w 179"/>
                  <a:gd name="T53" fmla="*/ 439 h 479"/>
                  <a:gd name="T54" fmla="*/ 87 w 179"/>
                  <a:gd name="T55" fmla="*/ 447 h 479"/>
                  <a:gd name="T56" fmla="*/ 82 w 179"/>
                  <a:gd name="T57" fmla="*/ 455 h 479"/>
                  <a:gd name="T58" fmla="*/ 74 w 179"/>
                  <a:gd name="T59" fmla="*/ 461 h 479"/>
                  <a:gd name="T60" fmla="*/ 63 w 179"/>
                  <a:gd name="T61" fmla="*/ 467 h 479"/>
                  <a:gd name="T62" fmla="*/ 50 w 179"/>
                  <a:gd name="T63" fmla="*/ 472 h 479"/>
                  <a:gd name="T64" fmla="*/ 35 w 179"/>
                  <a:gd name="T65" fmla="*/ 476 h 479"/>
                  <a:gd name="T66" fmla="*/ 18 w 179"/>
                  <a:gd name="T67" fmla="*/ 478 h 479"/>
                  <a:gd name="T68" fmla="*/ 0 w 179"/>
                  <a:gd name="T69" fmla="*/ 479 h 47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9"/>
                  <a:gd name="T106" fmla="*/ 0 h 479"/>
                  <a:gd name="T107" fmla="*/ 179 w 179"/>
                  <a:gd name="T108" fmla="*/ 479 h 47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9" h="479">
                    <a:moveTo>
                      <a:pt x="0" y="0"/>
                    </a:moveTo>
                    <a:lnTo>
                      <a:pt x="18" y="1"/>
                    </a:lnTo>
                    <a:lnTo>
                      <a:pt x="35" y="3"/>
                    </a:lnTo>
                    <a:lnTo>
                      <a:pt x="50" y="7"/>
                    </a:lnTo>
                    <a:lnTo>
                      <a:pt x="63" y="12"/>
                    </a:lnTo>
                    <a:lnTo>
                      <a:pt x="74" y="18"/>
                    </a:lnTo>
                    <a:lnTo>
                      <a:pt x="82" y="25"/>
                    </a:lnTo>
                    <a:lnTo>
                      <a:pt x="87" y="32"/>
                    </a:lnTo>
                    <a:lnTo>
                      <a:pt x="89" y="40"/>
                    </a:lnTo>
                    <a:lnTo>
                      <a:pt x="89" y="200"/>
                    </a:lnTo>
                    <a:lnTo>
                      <a:pt x="91" y="208"/>
                    </a:lnTo>
                    <a:lnTo>
                      <a:pt x="96" y="215"/>
                    </a:lnTo>
                    <a:lnTo>
                      <a:pt x="105" y="222"/>
                    </a:lnTo>
                    <a:lnTo>
                      <a:pt x="116" y="228"/>
                    </a:lnTo>
                    <a:lnTo>
                      <a:pt x="129" y="232"/>
                    </a:lnTo>
                    <a:lnTo>
                      <a:pt x="144" y="236"/>
                    </a:lnTo>
                    <a:lnTo>
                      <a:pt x="161" y="238"/>
                    </a:lnTo>
                    <a:lnTo>
                      <a:pt x="179" y="239"/>
                    </a:lnTo>
                    <a:lnTo>
                      <a:pt x="161" y="240"/>
                    </a:lnTo>
                    <a:lnTo>
                      <a:pt x="144" y="242"/>
                    </a:lnTo>
                    <a:lnTo>
                      <a:pt x="129" y="246"/>
                    </a:lnTo>
                    <a:lnTo>
                      <a:pt x="116" y="251"/>
                    </a:lnTo>
                    <a:lnTo>
                      <a:pt x="105" y="257"/>
                    </a:lnTo>
                    <a:lnTo>
                      <a:pt x="96" y="264"/>
                    </a:lnTo>
                    <a:lnTo>
                      <a:pt x="91" y="271"/>
                    </a:lnTo>
                    <a:lnTo>
                      <a:pt x="89" y="279"/>
                    </a:lnTo>
                    <a:lnTo>
                      <a:pt x="89" y="439"/>
                    </a:lnTo>
                    <a:lnTo>
                      <a:pt x="87" y="447"/>
                    </a:lnTo>
                    <a:lnTo>
                      <a:pt x="82" y="455"/>
                    </a:lnTo>
                    <a:lnTo>
                      <a:pt x="74" y="461"/>
                    </a:lnTo>
                    <a:lnTo>
                      <a:pt x="63" y="467"/>
                    </a:lnTo>
                    <a:lnTo>
                      <a:pt x="50" y="472"/>
                    </a:lnTo>
                    <a:lnTo>
                      <a:pt x="35" y="476"/>
                    </a:lnTo>
                    <a:lnTo>
                      <a:pt x="18" y="478"/>
                    </a:lnTo>
                    <a:lnTo>
                      <a:pt x="0" y="479"/>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 name="Rectangle 30"/>
              <p:cNvSpPr>
                <a:spLocks noChangeArrowheads="1"/>
              </p:cNvSpPr>
              <p:nvPr/>
            </p:nvSpPr>
            <p:spPr bwMode="auto">
              <a:xfrm>
                <a:off x="3782" y="1480"/>
                <a:ext cx="231"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b="0" i="1" dirty="0">
                    <a:solidFill>
                      <a:srgbClr val="000000"/>
                    </a:solidFill>
                  </a:rPr>
                  <a:t>F</a:t>
                </a:r>
                <a:r>
                  <a:rPr kumimoji="1" lang="en-US" altLang="zh-CN" sz="2000" b="0" i="0" baseline="-25000" dirty="0">
                    <a:solidFill>
                      <a:srgbClr val="000000"/>
                    </a:solidFill>
                  </a:rPr>
                  <a:t>N</a:t>
                </a:r>
                <a:endParaRPr kumimoji="1" lang="en-US" altLang="zh-CN" sz="2000" b="0" i="0" dirty="0"/>
              </a:p>
            </p:txBody>
          </p:sp>
        </p:grpSp>
        <p:sp>
          <p:nvSpPr>
            <p:cNvPr id="19" name="Rectangle 31"/>
            <p:cNvSpPr>
              <a:spLocks noChangeArrowheads="1"/>
            </p:cNvSpPr>
            <p:nvPr/>
          </p:nvSpPr>
          <p:spPr bwMode="auto">
            <a:xfrm>
              <a:off x="2055" y="1369"/>
              <a:ext cx="985" cy="481"/>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1" hangingPunct="1">
                <a:buFontTx/>
                <a:buChar char="•"/>
              </a:pPr>
              <a:endParaRPr lang="zh-CN" altLang="en-US"/>
            </a:p>
          </p:txBody>
        </p:sp>
        <p:sp>
          <p:nvSpPr>
            <p:cNvPr id="20" name="Rectangle 32"/>
            <p:cNvSpPr>
              <a:spLocks noChangeArrowheads="1"/>
            </p:cNvSpPr>
            <p:nvPr/>
          </p:nvSpPr>
          <p:spPr bwMode="auto">
            <a:xfrm>
              <a:off x="1635" y="1285"/>
              <a:ext cx="12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hangingPunct="1"/>
              <a:r>
                <a:rPr kumimoji="1" lang="en-US" altLang="zh-CN" sz="2000" i="1" dirty="0">
                  <a:solidFill>
                    <a:srgbClr val="000000"/>
                  </a:solidFill>
                </a:rPr>
                <a:t>F</a:t>
              </a:r>
              <a:endParaRPr kumimoji="1" lang="en-US" altLang="zh-CN" sz="2000" b="0" dirty="0"/>
            </a:p>
          </p:txBody>
        </p:sp>
        <p:sp>
          <p:nvSpPr>
            <p:cNvPr id="21" name="Line 33"/>
            <p:cNvSpPr>
              <a:spLocks noChangeShapeType="1"/>
            </p:cNvSpPr>
            <p:nvPr/>
          </p:nvSpPr>
          <p:spPr bwMode="auto">
            <a:xfrm flipH="1">
              <a:off x="1632" y="1584"/>
              <a:ext cx="432" cy="0"/>
            </a:xfrm>
            <a:prstGeom prst="line">
              <a:avLst/>
            </a:prstGeom>
            <a:noFill/>
            <a:ln w="381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44" name="Object 34"/>
          <p:cNvGraphicFramePr>
            <a:graphicFrameLocks noChangeAspect="1"/>
          </p:cNvGraphicFramePr>
          <p:nvPr>
            <p:extLst>
              <p:ext uri="{D42A27DB-BD31-4B8C-83A1-F6EECF244321}">
                <p14:modId xmlns:p14="http://schemas.microsoft.com/office/powerpoint/2010/main" val="1811636249"/>
              </p:ext>
            </p:extLst>
          </p:nvPr>
        </p:nvGraphicFramePr>
        <p:xfrm>
          <a:off x="8597900" y="2689225"/>
          <a:ext cx="1395413" cy="1004888"/>
        </p:xfrm>
        <a:graphic>
          <a:graphicData uri="http://schemas.openxmlformats.org/presentationml/2006/ole">
            <mc:AlternateContent xmlns:mc="http://schemas.openxmlformats.org/markup-compatibility/2006">
              <mc:Choice xmlns:v="urn:schemas-microsoft-com:vml" Requires="v">
                <p:oleObj name="Equation" r:id="rId3" imgW="545760" imgH="393480" progId="Equation.DSMT4">
                  <p:embed/>
                </p:oleObj>
              </mc:Choice>
              <mc:Fallback>
                <p:oleObj name="Equation" r:id="rId3" imgW="545760" imgH="393480" progId="Equation.DSMT4">
                  <p:embed/>
                  <p:pic>
                    <p:nvPicPr>
                      <p:cNvPr id="0" name=""/>
                      <p:cNvPicPr>
                        <a:picLocks noChangeAspect="1" noChangeArrowheads="1"/>
                      </p:cNvPicPr>
                      <p:nvPr/>
                    </p:nvPicPr>
                    <p:blipFill>
                      <a:blip r:embed="rId4"/>
                      <a:srcRect/>
                      <a:stretch>
                        <a:fillRect/>
                      </a:stretch>
                    </p:blipFill>
                    <p:spPr bwMode="auto">
                      <a:xfrm>
                        <a:off x="8597900" y="2689225"/>
                        <a:ext cx="1395413" cy="1004888"/>
                      </a:xfrm>
                      <a:prstGeom prst="rect">
                        <a:avLst/>
                      </a:prstGeom>
                      <a:noFill/>
                      <a:ln>
                        <a:noFill/>
                      </a:ln>
                    </p:spPr>
                  </p:pic>
                </p:oleObj>
              </mc:Fallback>
            </mc:AlternateContent>
          </a:graphicData>
        </a:graphic>
      </p:graphicFrame>
      <p:sp>
        <p:nvSpPr>
          <p:cNvPr id="45" name="Text Box 5"/>
          <p:cNvSpPr txBox="1">
            <a:spLocks noChangeArrowheads="1"/>
          </p:cNvSpPr>
          <p:nvPr/>
        </p:nvSpPr>
        <p:spPr bwMode="auto">
          <a:xfrm>
            <a:off x="2021312" y="2307196"/>
            <a:ext cx="149631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zh-CN" altLang="en-US" i="0" dirty="0">
                <a:solidFill>
                  <a:srgbClr val="FF00FF"/>
                </a:solidFill>
                <a:latin typeface="微软雅黑" panose="020B0503020204020204" pitchFamily="34" charset="-122"/>
                <a:ea typeface="微软雅黑" panose="020B0503020204020204" pitchFamily="34" charset="-122"/>
              </a:rPr>
              <a:t>基本变形</a:t>
            </a:r>
          </a:p>
        </p:txBody>
      </p:sp>
      <p:sp>
        <p:nvSpPr>
          <p:cNvPr id="51" name="Text Box 5"/>
          <p:cNvSpPr txBox="1">
            <a:spLocks noChangeArrowheads="1"/>
          </p:cNvSpPr>
          <p:nvPr/>
        </p:nvSpPr>
        <p:spPr bwMode="auto">
          <a:xfrm>
            <a:off x="2034362" y="3036874"/>
            <a:ext cx="14832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轴向拉压</a:t>
            </a:r>
          </a:p>
        </p:txBody>
      </p:sp>
      <p:grpSp>
        <p:nvGrpSpPr>
          <p:cNvPr id="54" name="Group 10"/>
          <p:cNvGrpSpPr>
            <a:grpSpLocks/>
          </p:cNvGrpSpPr>
          <p:nvPr/>
        </p:nvGrpSpPr>
        <p:grpSpPr bwMode="auto">
          <a:xfrm>
            <a:off x="4814978" y="3704233"/>
            <a:ext cx="2029538" cy="1163313"/>
            <a:chOff x="3378" y="2065"/>
            <a:chExt cx="1442" cy="831"/>
          </a:xfrm>
        </p:grpSpPr>
        <p:sp>
          <p:nvSpPr>
            <p:cNvPr id="55" name="Rectangle 15"/>
            <p:cNvSpPr>
              <a:spLocks noChangeArrowheads="1"/>
            </p:cNvSpPr>
            <p:nvPr/>
          </p:nvSpPr>
          <p:spPr bwMode="auto">
            <a:xfrm>
              <a:off x="3409" y="2065"/>
              <a:ext cx="283" cy="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a:buFontTx/>
                <a:buNone/>
              </a:pPr>
              <a:r>
                <a:rPr kumimoji="1" lang="en-US" altLang="zh-CN" sz="2000" b="0" i="1" dirty="0">
                  <a:latin typeface="Times New Roman" pitchFamily="18" charset="0"/>
                </a:rPr>
                <a:t>M</a:t>
              </a:r>
              <a:endParaRPr kumimoji="1" lang="en-US" altLang="zh-CN" sz="2000" b="0" i="1" baseline="-25000" dirty="0">
                <a:latin typeface="Times New Roman" pitchFamily="18" charset="0"/>
              </a:endParaRPr>
            </a:p>
          </p:txBody>
        </p:sp>
        <p:grpSp>
          <p:nvGrpSpPr>
            <p:cNvPr id="56" name="Group 17"/>
            <p:cNvGrpSpPr>
              <a:grpSpLocks/>
            </p:cNvGrpSpPr>
            <p:nvPr/>
          </p:nvGrpSpPr>
          <p:grpSpPr bwMode="auto">
            <a:xfrm>
              <a:off x="3378" y="2155"/>
              <a:ext cx="1442" cy="741"/>
              <a:chOff x="3438" y="2251"/>
              <a:chExt cx="1442" cy="741"/>
            </a:xfrm>
          </p:grpSpPr>
          <p:sp>
            <p:nvSpPr>
              <p:cNvPr id="60" name="Oval 18"/>
              <p:cNvSpPr>
                <a:spLocks noChangeArrowheads="1"/>
              </p:cNvSpPr>
              <p:nvPr/>
            </p:nvSpPr>
            <p:spPr bwMode="auto">
              <a:xfrm>
                <a:off x="3888" y="2448"/>
                <a:ext cx="816" cy="544"/>
              </a:xfrm>
              <a:prstGeom prst="ellipse">
                <a:avLst/>
              </a:prstGeom>
              <a:gradFill rotWithShape="0">
                <a:gsLst>
                  <a:gs pos="0">
                    <a:srgbClr val="765E2F"/>
                  </a:gs>
                  <a:gs pos="100000">
                    <a:srgbClr val="FFCC66"/>
                  </a:gs>
                </a:gsLst>
                <a:lin ang="18900000" scaled="1"/>
              </a:gradFill>
              <a:ln w="9525">
                <a:round/>
                <a:headEnd/>
                <a:tailEnd/>
              </a:ln>
              <a:scene3d>
                <a:camera prst="legacyObliqueTopRight">
                  <a:rot lat="20099998" lon="16199997" rev="0"/>
                </a:camera>
                <a:lightRig rig="legacyFlat3" dir="b"/>
              </a:scene3d>
              <a:sp3d extrusionH="887400" prstMaterial="legacyMatte">
                <a:bevelT w="13500" h="13500" prst="angle"/>
                <a:bevelB w="13500" h="13500" prst="angle"/>
                <a:extrusionClr>
                  <a:srgbClr val="FFCC66"/>
                </a:extrusionClr>
              </a:sp3d>
            </p:spPr>
            <p:txBody>
              <a:bodyPr wrap="none" anchor="ctr">
                <a:flatTx/>
              </a:bodyPr>
              <a:lstStyle/>
              <a:p>
                <a:endParaRPr lang="zh-CN" altLang="en-US"/>
              </a:p>
            </p:txBody>
          </p:sp>
          <p:grpSp>
            <p:nvGrpSpPr>
              <p:cNvPr id="61" name="Group 19"/>
              <p:cNvGrpSpPr>
                <a:grpSpLocks/>
              </p:cNvGrpSpPr>
              <p:nvPr/>
            </p:nvGrpSpPr>
            <p:grpSpPr bwMode="auto">
              <a:xfrm>
                <a:off x="3438" y="2251"/>
                <a:ext cx="1442" cy="741"/>
                <a:chOff x="3342" y="2395"/>
                <a:chExt cx="1442" cy="741"/>
              </a:xfrm>
            </p:grpSpPr>
            <p:sp>
              <p:nvSpPr>
                <p:cNvPr id="62" name="Arc 21"/>
                <p:cNvSpPr>
                  <a:spLocks/>
                </p:cNvSpPr>
                <p:nvPr/>
              </p:nvSpPr>
              <p:spPr bwMode="auto">
                <a:xfrm flipH="1" flipV="1">
                  <a:off x="3342" y="2563"/>
                  <a:ext cx="288" cy="573"/>
                </a:xfrm>
                <a:custGeom>
                  <a:avLst/>
                  <a:gdLst>
                    <a:gd name="T0" fmla="*/ 210 w 21600"/>
                    <a:gd name="T1" fmla="*/ 0 h 31485"/>
                    <a:gd name="T2" fmla="*/ 182 w 21600"/>
                    <a:gd name="T3" fmla="*/ 573 h 31485"/>
                    <a:gd name="T4" fmla="*/ 0 w 21600"/>
                    <a:gd name="T5" fmla="*/ 269 h 31485"/>
                    <a:gd name="T6" fmla="*/ 0 60000 65536"/>
                    <a:gd name="T7" fmla="*/ 0 60000 65536"/>
                    <a:gd name="T8" fmla="*/ 0 60000 65536"/>
                  </a:gdLst>
                  <a:ahLst/>
                  <a:cxnLst>
                    <a:cxn ang="T6">
                      <a:pos x="T0" y="T1"/>
                    </a:cxn>
                    <a:cxn ang="T7">
                      <a:pos x="T2" y="T3"/>
                    </a:cxn>
                    <a:cxn ang="T8">
                      <a:pos x="T4" y="T5"/>
                    </a:cxn>
                  </a:cxnLst>
                  <a:rect l="0" t="0" r="r" b="b"/>
                  <a:pathLst>
                    <a:path w="21600" h="31485" fill="none" extrusionOk="0">
                      <a:moveTo>
                        <a:pt x="15758" y="-1"/>
                      </a:moveTo>
                      <a:cubicBezTo>
                        <a:pt x="19511" y="4003"/>
                        <a:pt x="21600" y="9285"/>
                        <a:pt x="21600" y="14773"/>
                      </a:cubicBezTo>
                      <a:cubicBezTo>
                        <a:pt x="21600" y="21248"/>
                        <a:pt x="18694" y="27382"/>
                        <a:pt x="13684" y="31485"/>
                      </a:cubicBezTo>
                    </a:path>
                    <a:path w="21600" h="31485" stroke="0" extrusionOk="0">
                      <a:moveTo>
                        <a:pt x="15758" y="-1"/>
                      </a:moveTo>
                      <a:cubicBezTo>
                        <a:pt x="19511" y="4003"/>
                        <a:pt x="21600" y="9285"/>
                        <a:pt x="21600" y="14773"/>
                      </a:cubicBezTo>
                      <a:cubicBezTo>
                        <a:pt x="21600" y="21248"/>
                        <a:pt x="18694" y="27382"/>
                        <a:pt x="13684" y="31485"/>
                      </a:cubicBezTo>
                      <a:lnTo>
                        <a:pt x="0" y="14773"/>
                      </a:lnTo>
                      <a:lnTo>
                        <a:pt x="15758" y="-1"/>
                      </a:lnTo>
                      <a:close/>
                    </a:path>
                  </a:pathLst>
                </a:custGeom>
                <a:noFill/>
                <a:ln w="38100">
                  <a:solidFill>
                    <a:srgbClr val="CC3300"/>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sp>
              <p:nvSpPr>
                <p:cNvPr id="63" name="Text Box 23"/>
                <p:cNvSpPr txBox="1">
                  <a:spLocks noChangeArrowheads="1"/>
                </p:cNvSpPr>
                <p:nvPr/>
              </p:nvSpPr>
              <p:spPr bwMode="auto">
                <a:xfrm>
                  <a:off x="4272" y="2395"/>
                  <a:ext cx="512" cy="2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eaLnBrk="0" fontAlgn="base" hangingPunct="0">
                    <a:spcBef>
                      <a:spcPct val="0"/>
                    </a:spcBef>
                    <a:spcAft>
                      <a:spcPct val="0"/>
                    </a:spcAft>
                    <a:buChar char="•"/>
                    <a:defRPr>
                      <a:solidFill>
                        <a:schemeClr val="tx1"/>
                      </a:solidFill>
                      <a:latin typeface="Arial" charset="0"/>
                      <a:ea typeface="宋体" pitchFamily="2" charset="-122"/>
                    </a:defRPr>
                  </a:lvl9pPr>
                </a:lstStyle>
                <a:p>
                  <a:pPr eaLnBrk="1" hangingPunct="1">
                    <a:spcBef>
                      <a:spcPct val="50000"/>
                    </a:spcBef>
                    <a:buFontTx/>
                    <a:buNone/>
                  </a:pPr>
                  <a:r>
                    <a:rPr kumimoji="1" lang="en-US" altLang="zh-CN" sz="2000" b="0" dirty="0" err="1">
                      <a:latin typeface="Times New Roman" pitchFamily="18" charset="0"/>
                    </a:rPr>
                    <a:t>M</a:t>
                  </a:r>
                  <a:r>
                    <a:rPr kumimoji="1" lang="en-US" altLang="zh-CN" sz="2000" b="0" i="0" baseline="-25000" dirty="0" err="1">
                      <a:latin typeface="Times New Roman" pitchFamily="18" charset="0"/>
                    </a:rPr>
                    <a:t>n</a:t>
                  </a:r>
                  <a:endParaRPr kumimoji="1" lang="en-US" altLang="zh-CN" sz="1800" i="0" dirty="0">
                    <a:latin typeface="Times New Roman" pitchFamily="18" charset="0"/>
                  </a:endParaRPr>
                </a:p>
              </p:txBody>
            </p:sp>
            <p:sp>
              <p:nvSpPr>
                <p:cNvPr id="64" name="Arc 24"/>
                <p:cNvSpPr>
                  <a:spLocks/>
                </p:cNvSpPr>
                <p:nvPr/>
              </p:nvSpPr>
              <p:spPr bwMode="auto">
                <a:xfrm flipH="1">
                  <a:off x="4128" y="2659"/>
                  <a:ext cx="288" cy="448"/>
                </a:xfrm>
                <a:custGeom>
                  <a:avLst/>
                  <a:gdLst>
                    <a:gd name="T0" fmla="*/ 210 w 21600"/>
                    <a:gd name="T1" fmla="*/ 0 h 30874"/>
                    <a:gd name="T2" fmla="*/ 192 w 21600"/>
                    <a:gd name="T3" fmla="*/ 352 h 30874"/>
                    <a:gd name="T4" fmla="*/ 0 w 21600"/>
                    <a:gd name="T5" fmla="*/ 168 h 30874"/>
                    <a:gd name="T6" fmla="*/ 0 60000 65536"/>
                    <a:gd name="T7" fmla="*/ 0 60000 65536"/>
                    <a:gd name="T8" fmla="*/ 0 60000 65536"/>
                  </a:gdLst>
                  <a:ahLst/>
                  <a:cxnLst>
                    <a:cxn ang="T6">
                      <a:pos x="T0" y="T1"/>
                    </a:cxn>
                    <a:cxn ang="T7">
                      <a:pos x="T2" y="T3"/>
                    </a:cxn>
                    <a:cxn ang="T8">
                      <a:pos x="T4" y="T5"/>
                    </a:cxn>
                  </a:cxnLst>
                  <a:rect l="0" t="0" r="r" b="b"/>
                  <a:pathLst>
                    <a:path w="21600" h="30874" fill="none" extrusionOk="0">
                      <a:moveTo>
                        <a:pt x="15758" y="-1"/>
                      </a:moveTo>
                      <a:cubicBezTo>
                        <a:pt x="19511" y="4003"/>
                        <a:pt x="21600" y="9285"/>
                        <a:pt x="21600" y="14773"/>
                      </a:cubicBezTo>
                      <a:cubicBezTo>
                        <a:pt x="21600" y="20920"/>
                        <a:pt x="18980" y="26776"/>
                        <a:pt x="14398" y="30873"/>
                      </a:cubicBezTo>
                    </a:path>
                    <a:path w="21600" h="30874" stroke="0" extrusionOk="0">
                      <a:moveTo>
                        <a:pt x="15758" y="-1"/>
                      </a:moveTo>
                      <a:cubicBezTo>
                        <a:pt x="19511" y="4003"/>
                        <a:pt x="21600" y="9285"/>
                        <a:pt x="21600" y="14773"/>
                      </a:cubicBezTo>
                      <a:cubicBezTo>
                        <a:pt x="21600" y="20920"/>
                        <a:pt x="18980" y="26776"/>
                        <a:pt x="14398" y="30873"/>
                      </a:cubicBezTo>
                      <a:lnTo>
                        <a:pt x="0" y="14773"/>
                      </a:lnTo>
                      <a:lnTo>
                        <a:pt x="15758" y="-1"/>
                      </a:lnTo>
                      <a:close/>
                    </a:path>
                  </a:pathLst>
                </a:custGeom>
                <a:noFill/>
                <a:ln w="38100">
                  <a:solidFill>
                    <a:schemeClr val="accent2"/>
                  </a:solidFill>
                  <a:round/>
                  <a:headEnd/>
                  <a:tailEnd type="stealth" w="med" len="lg"/>
                </a:ln>
                <a:extLst>
                  <a:ext uri="{909E8E84-426E-40DD-AFC4-6F175D3DCCD1}">
                    <a14:hiddenFill xmlns:a14="http://schemas.microsoft.com/office/drawing/2010/main">
                      <a:solidFill>
                        <a:schemeClr val="accent1"/>
                      </a:solidFill>
                    </a14:hiddenFill>
                  </a:ext>
                </a:extLst>
              </p:spPr>
              <p:txBody>
                <a:bodyPr wrap="none" anchor="ctr"/>
                <a:lstStyle/>
                <a:p>
                  <a:endParaRPr lang="zh-CN" altLang="en-US"/>
                </a:p>
              </p:txBody>
            </p:sp>
          </p:grpSp>
        </p:grpSp>
        <p:grpSp>
          <p:nvGrpSpPr>
            <p:cNvPr id="57" name="Group 25"/>
            <p:cNvGrpSpPr>
              <a:grpSpLocks/>
            </p:cNvGrpSpPr>
            <p:nvPr/>
          </p:nvGrpSpPr>
          <p:grpSpPr bwMode="auto">
            <a:xfrm>
              <a:off x="4224" y="2543"/>
              <a:ext cx="500" cy="252"/>
              <a:chOff x="4224" y="2639"/>
              <a:chExt cx="500" cy="252"/>
            </a:xfrm>
          </p:grpSpPr>
          <p:sp>
            <p:nvSpPr>
              <p:cNvPr id="58" name="Line 26"/>
              <p:cNvSpPr>
                <a:spLocks noChangeShapeType="1"/>
              </p:cNvSpPr>
              <p:nvPr/>
            </p:nvSpPr>
            <p:spPr bwMode="auto">
              <a:xfrm>
                <a:off x="4224" y="2736"/>
                <a:ext cx="284" cy="0"/>
              </a:xfrm>
              <a:prstGeom prst="line">
                <a:avLst/>
              </a:prstGeom>
              <a:noFill/>
              <a:ln w="12700">
                <a:solidFill>
                  <a:schemeClr val="tx1"/>
                </a:solidFill>
                <a:round/>
                <a:headEnd/>
                <a:tailEnd type="stealth"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Text Box 27"/>
              <p:cNvSpPr txBox="1">
                <a:spLocks noChangeArrowheads="1"/>
              </p:cNvSpPr>
              <p:nvPr/>
            </p:nvSpPr>
            <p:spPr bwMode="auto">
              <a:xfrm>
                <a:off x="4292" y="2639"/>
                <a:ext cx="432" cy="2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Char char="•"/>
                  <a:defRPr>
                    <a:solidFill>
                      <a:schemeClr val="tx1"/>
                    </a:solidFill>
                    <a:latin typeface="Arial" charset="0"/>
                    <a:ea typeface="宋体" pitchFamily="2" charset="-122"/>
                  </a:defRPr>
                </a:lvl6pPr>
                <a:lvl7pPr marL="2971800" indent="-228600" eaLnBrk="0" fontAlgn="base" hangingPunct="0">
                  <a:spcBef>
                    <a:spcPct val="0"/>
                  </a:spcBef>
                  <a:spcAft>
                    <a:spcPct val="0"/>
                  </a:spcAft>
                  <a:buChar char="•"/>
                  <a:defRPr>
                    <a:solidFill>
                      <a:schemeClr val="tx1"/>
                    </a:solidFill>
                    <a:latin typeface="Arial" charset="0"/>
                    <a:ea typeface="宋体" pitchFamily="2" charset="-122"/>
                  </a:defRPr>
                </a:lvl7pPr>
                <a:lvl8pPr marL="3429000" indent="-228600" eaLnBrk="0" fontAlgn="base" hangingPunct="0">
                  <a:spcBef>
                    <a:spcPct val="0"/>
                  </a:spcBef>
                  <a:spcAft>
                    <a:spcPct val="0"/>
                  </a:spcAft>
                  <a:buChar char="•"/>
                  <a:defRPr>
                    <a:solidFill>
                      <a:schemeClr val="tx1"/>
                    </a:solidFill>
                    <a:latin typeface="Arial" charset="0"/>
                    <a:ea typeface="宋体" pitchFamily="2" charset="-122"/>
                  </a:defRPr>
                </a:lvl8pPr>
                <a:lvl9pPr marL="3886200" indent="-228600" eaLnBrk="0" fontAlgn="base" hangingPunct="0">
                  <a:spcBef>
                    <a:spcPct val="0"/>
                  </a:spcBef>
                  <a:spcAft>
                    <a:spcPct val="0"/>
                  </a:spcAft>
                  <a:buChar char="•"/>
                  <a:defRPr>
                    <a:solidFill>
                      <a:schemeClr val="tx1"/>
                    </a:solidFill>
                    <a:latin typeface="Arial" charset="0"/>
                    <a:ea typeface="宋体" pitchFamily="2" charset="-122"/>
                  </a:defRPr>
                </a:lvl9pPr>
              </a:lstStyle>
              <a:p>
                <a:pPr eaLnBrk="1" hangingPunct="1">
                  <a:spcBef>
                    <a:spcPct val="50000"/>
                  </a:spcBef>
                  <a:buFontTx/>
                  <a:buNone/>
                </a:pPr>
                <a:r>
                  <a:rPr kumimoji="1" lang="en-US" altLang="zh-CN" sz="2000" i="1" dirty="0">
                    <a:latin typeface="Times New Roman" pitchFamily="18" charset="0"/>
                  </a:rPr>
                  <a:t>x</a:t>
                </a:r>
              </a:p>
            </p:txBody>
          </p:sp>
        </p:grpSp>
      </p:grpSp>
      <p:graphicFrame>
        <p:nvGraphicFramePr>
          <p:cNvPr id="65" name="对象 64"/>
          <p:cNvGraphicFramePr>
            <a:graphicFrameLocks noChangeAspect="1"/>
          </p:cNvGraphicFramePr>
          <p:nvPr>
            <p:extLst>
              <p:ext uri="{D42A27DB-BD31-4B8C-83A1-F6EECF244321}">
                <p14:modId xmlns:p14="http://schemas.microsoft.com/office/powerpoint/2010/main" val="3392933816"/>
              </p:ext>
            </p:extLst>
          </p:nvPr>
        </p:nvGraphicFramePr>
        <p:xfrm>
          <a:off x="8355013" y="4021138"/>
          <a:ext cx="1751012" cy="1038225"/>
        </p:xfrm>
        <a:graphic>
          <a:graphicData uri="http://schemas.openxmlformats.org/presentationml/2006/ole">
            <mc:AlternateContent xmlns:mc="http://schemas.openxmlformats.org/markup-compatibility/2006">
              <mc:Choice xmlns:v="urn:schemas-microsoft-com:vml" Requires="v">
                <p:oleObj name="Equation" r:id="rId5" imgW="749160" imgH="444240" progId="Equation.DSMT4">
                  <p:embed/>
                </p:oleObj>
              </mc:Choice>
              <mc:Fallback>
                <p:oleObj name="Equation" r:id="rId5" imgW="749160" imgH="444240" progId="Equation.DSMT4">
                  <p:embed/>
                  <p:pic>
                    <p:nvPicPr>
                      <p:cNvPr id="0" name=""/>
                      <p:cNvPicPr>
                        <a:picLocks noChangeAspect="1" noChangeArrowheads="1"/>
                      </p:cNvPicPr>
                      <p:nvPr/>
                    </p:nvPicPr>
                    <p:blipFill>
                      <a:blip r:embed="rId6"/>
                      <a:srcRect/>
                      <a:stretch>
                        <a:fillRect/>
                      </a:stretch>
                    </p:blipFill>
                    <p:spPr bwMode="auto">
                      <a:xfrm>
                        <a:off x="8355013" y="4021138"/>
                        <a:ext cx="1751012" cy="1038225"/>
                      </a:xfrm>
                      <a:prstGeom prst="rect">
                        <a:avLst/>
                      </a:prstGeom>
                      <a:noFill/>
                      <a:ln>
                        <a:noFill/>
                      </a:ln>
                      <a:effectLst/>
                    </p:spPr>
                  </p:pic>
                </p:oleObj>
              </mc:Fallback>
            </mc:AlternateContent>
          </a:graphicData>
        </a:graphic>
      </p:graphicFrame>
      <p:sp>
        <p:nvSpPr>
          <p:cNvPr id="66" name="Text Box 5"/>
          <p:cNvSpPr txBox="1">
            <a:spLocks noChangeArrowheads="1"/>
          </p:cNvSpPr>
          <p:nvPr/>
        </p:nvSpPr>
        <p:spPr bwMode="auto">
          <a:xfrm>
            <a:off x="2017817" y="4199929"/>
            <a:ext cx="1259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扭转</a:t>
            </a:r>
          </a:p>
        </p:txBody>
      </p:sp>
      <p:graphicFrame>
        <p:nvGraphicFramePr>
          <p:cNvPr id="67" name="对象 66"/>
          <p:cNvGraphicFramePr>
            <a:graphicFrameLocks noChangeAspect="1"/>
          </p:cNvGraphicFramePr>
          <p:nvPr>
            <p:extLst>
              <p:ext uri="{D42A27DB-BD31-4B8C-83A1-F6EECF244321}">
                <p14:modId xmlns:p14="http://schemas.microsoft.com/office/powerpoint/2010/main" val="216768997"/>
              </p:ext>
            </p:extLst>
          </p:nvPr>
        </p:nvGraphicFramePr>
        <p:xfrm>
          <a:off x="8814541" y="5200265"/>
          <a:ext cx="926505" cy="1033409"/>
        </p:xfrm>
        <a:graphic>
          <a:graphicData uri="http://schemas.openxmlformats.org/presentationml/2006/ole">
            <mc:AlternateContent xmlns:mc="http://schemas.openxmlformats.org/markup-compatibility/2006">
              <mc:Choice xmlns:v="urn:schemas-microsoft-com:vml" Requires="v">
                <p:oleObj name="Equation" r:id="rId7" imgW="330120" imgH="368280" progId="Equation.DSMT4">
                  <p:embed/>
                </p:oleObj>
              </mc:Choice>
              <mc:Fallback>
                <p:oleObj name="Equation" r:id="rId7" imgW="330120" imgH="368280" progId="Equation.DSMT4">
                  <p:embed/>
                  <p:pic>
                    <p:nvPicPr>
                      <p:cNvPr id="0" name=""/>
                      <p:cNvPicPr>
                        <a:picLocks noChangeAspect="1" noChangeArrowheads="1"/>
                      </p:cNvPicPr>
                      <p:nvPr/>
                    </p:nvPicPr>
                    <p:blipFill>
                      <a:blip r:embed="rId8"/>
                      <a:srcRect/>
                      <a:stretch>
                        <a:fillRect/>
                      </a:stretch>
                    </p:blipFill>
                    <p:spPr bwMode="auto">
                      <a:xfrm>
                        <a:off x="8814541" y="5200265"/>
                        <a:ext cx="926505" cy="1033409"/>
                      </a:xfrm>
                      <a:prstGeom prst="rect">
                        <a:avLst/>
                      </a:prstGeom>
                      <a:noFill/>
                      <a:ln>
                        <a:noFill/>
                      </a:ln>
                      <a:effectLst/>
                    </p:spPr>
                  </p:pic>
                </p:oleObj>
              </mc:Fallback>
            </mc:AlternateContent>
          </a:graphicData>
        </a:graphic>
      </p:graphicFrame>
      <p:sp>
        <p:nvSpPr>
          <p:cNvPr id="68" name="Text Box 5"/>
          <p:cNvSpPr txBox="1">
            <a:spLocks noChangeArrowheads="1"/>
          </p:cNvSpPr>
          <p:nvPr/>
        </p:nvSpPr>
        <p:spPr bwMode="auto">
          <a:xfrm>
            <a:off x="2034362" y="5407608"/>
            <a:ext cx="12598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spcBef>
                <a:spcPct val="50000"/>
              </a:spcBef>
            </a:pPr>
            <a:r>
              <a:rPr kumimoji="1" lang="zh-CN" altLang="en-US" i="0" dirty="0">
                <a:solidFill>
                  <a:schemeClr val="tx1"/>
                </a:solidFill>
                <a:latin typeface="微软雅黑" panose="020B0503020204020204" pitchFamily="34" charset="-122"/>
                <a:ea typeface="微软雅黑" panose="020B0503020204020204" pitchFamily="34" charset="-122"/>
              </a:rPr>
              <a:t>弯曲</a:t>
            </a:r>
          </a:p>
        </p:txBody>
      </p:sp>
      <p:grpSp>
        <p:nvGrpSpPr>
          <p:cNvPr id="69" name="组合 68"/>
          <p:cNvGrpSpPr/>
          <p:nvPr/>
        </p:nvGrpSpPr>
        <p:grpSpPr>
          <a:xfrm>
            <a:off x="4369395" y="4897360"/>
            <a:ext cx="2560142" cy="1222946"/>
            <a:chOff x="7715593" y="4158332"/>
            <a:chExt cx="2560142" cy="1222946"/>
          </a:xfrm>
        </p:grpSpPr>
        <p:cxnSp>
          <p:nvCxnSpPr>
            <p:cNvPr id="70" name="直接连接符 223"/>
            <p:cNvCxnSpPr>
              <a:cxnSpLocks noChangeShapeType="1"/>
              <a:stCxn id="89" idx="0"/>
              <a:endCxn id="100" idx="0"/>
            </p:cNvCxnSpPr>
            <p:nvPr/>
          </p:nvCxnSpPr>
          <p:spPr bwMode="auto">
            <a:xfrm>
              <a:off x="7907860" y="4984403"/>
              <a:ext cx="2145865"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1" name="组合 224"/>
            <p:cNvGrpSpPr>
              <a:grpSpLocks/>
            </p:cNvGrpSpPr>
            <p:nvPr/>
          </p:nvGrpSpPr>
          <p:grpSpPr bwMode="auto">
            <a:xfrm>
              <a:off x="9837585" y="4984403"/>
              <a:ext cx="438150" cy="396875"/>
              <a:chOff x="6199814" y="5094185"/>
              <a:chExt cx="473132" cy="428316"/>
            </a:xfrm>
          </p:grpSpPr>
          <p:grpSp>
            <p:nvGrpSpPr>
              <p:cNvPr id="99" name="组合 225"/>
              <p:cNvGrpSpPr>
                <a:grpSpLocks/>
              </p:cNvGrpSpPr>
              <p:nvPr/>
            </p:nvGrpSpPr>
            <p:grpSpPr bwMode="auto">
              <a:xfrm>
                <a:off x="6199814" y="5451033"/>
                <a:ext cx="473132" cy="71468"/>
                <a:chOff x="2321750" y="5453423"/>
                <a:chExt cx="473132" cy="71468"/>
              </a:xfrm>
            </p:grpSpPr>
            <p:cxnSp>
              <p:nvCxnSpPr>
                <p:cNvPr id="103" name="直接连接符 229"/>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4" name="直接连接符 230"/>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直接连接符 231"/>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直接连接符 232"/>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直接连接符 233"/>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直接连接符 234"/>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直接连接符 235"/>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 name="直接连接符 236"/>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00" name="等腰三角形 226"/>
              <p:cNvSpPr>
                <a:spLocks noChangeArrowheads="1"/>
              </p:cNvSpPr>
              <p:nvPr/>
            </p:nvSpPr>
            <p:spPr bwMode="auto">
              <a:xfrm>
                <a:off x="6314202" y="5094185"/>
                <a:ext cx="238018" cy="271521"/>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1" name="椭圆 227"/>
              <p:cNvSpPr>
                <a:spLocks noChangeArrowheads="1"/>
              </p:cNvSpPr>
              <p:nvPr/>
            </p:nvSpPr>
            <p:spPr bwMode="auto">
              <a:xfrm>
                <a:off x="6314202" y="5376794"/>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02" name="椭圆 228"/>
              <p:cNvSpPr>
                <a:spLocks noChangeArrowheads="1"/>
              </p:cNvSpPr>
              <p:nvPr/>
            </p:nvSpPr>
            <p:spPr bwMode="auto">
              <a:xfrm>
                <a:off x="6484713" y="5383526"/>
                <a:ext cx="67507" cy="67507"/>
              </a:xfrm>
              <a:prstGeom prst="ellipse">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grpSp>
          <p:nvGrpSpPr>
            <p:cNvPr id="72" name="组合 237"/>
            <p:cNvGrpSpPr>
              <a:grpSpLocks/>
            </p:cNvGrpSpPr>
            <p:nvPr/>
          </p:nvGrpSpPr>
          <p:grpSpPr bwMode="auto">
            <a:xfrm>
              <a:off x="7715593" y="4984403"/>
              <a:ext cx="354013" cy="317500"/>
              <a:chOff x="2312606" y="5094185"/>
              <a:chExt cx="473132" cy="424341"/>
            </a:xfrm>
          </p:grpSpPr>
          <p:sp>
            <p:nvSpPr>
              <p:cNvPr id="89" name="等腰三角形 238"/>
              <p:cNvSpPr>
                <a:spLocks noChangeArrowheads="1"/>
              </p:cNvSpPr>
              <p:nvPr/>
            </p:nvSpPr>
            <p:spPr bwMode="auto">
              <a:xfrm>
                <a:off x="2411760" y="5094185"/>
                <a:ext cx="315615" cy="360040"/>
              </a:xfrm>
              <a:prstGeom prst="triangle">
                <a:avLst>
                  <a:gd name="adj" fmla="val 50000"/>
                </a:avLst>
              </a:prstGeom>
              <a:noFill/>
              <a:ln w="28575" cap="sq" algn="ctr">
                <a:solidFill>
                  <a:schemeClr val="tx1"/>
                </a:solidFill>
                <a:round/>
                <a:headEnd/>
                <a:tailEn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grpSp>
            <p:nvGrpSpPr>
              <p:cNvPr id="90" name="组合 239"/>
              <p:cNvGrpSpPr>
                <a:grpSpLocks/>
              </p:cNvGrpSpPr>
              <p:nvPr/>
            </p:nvGrpSpPr>
            <p:grpSpPr bwMode="auto">
              <a:xfrm>
                <a:off x="2312606" y="5447058"/>
                <a:ext cx="473132" cy="71468"/>
                <a:chOff x="2321750" y="5453423"/>
                <a:chExt cx="473132" cy="71468"/>
              </a:xfrm>
            </p:grpSpPr>
            <p:cxnSp>
              <p:nvCxnSpPr>
                <p:cNvPr id="91" name="直接连接符 240"/>
                <p:cNvCxnSpPr>
                  <a:cxnSpLocks noChangeShapeType="1"/>
                </p:cNvCxnSpPr>
                <p:nvPr/>
              </p:nvCxnSpPr>
              <p:spPr bwMode="auto">
                <a:xfrm>
                  <a:off x="2344252" y="5454225"/>
                  <a:ext cx="450630" cy="0"/>
                </a:xfrm>
                <a:prstGeom prst="line">
                  <a:avLst/>
                </a:prstGeom>
                <a:noFill/>
                <a:ln w="28575"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直接连接符 241"/>
                <p:cNvCxnSpPr>
                  <a:cxnSpLocks noChangeShapeType="1"/>
                </p:cNvCxnSpPr>
                <p:nvPr/>
              </p:nvCxnSpPr>
              <p:spPr bwMode="auto">
                <a:xfrm flipH="1">
                  <a:off x="2321750"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3" name="直接连接符 242"/>
                <p:cNvCxnSpPr>
                  <a:cxnSpLocks noChangeShapeType="1"/>
                </p:cNvCxnSpPr>
                <p:nvPr/>
              </p:nvCxnSpPr>
              <p:spPr bwMode="auto">
                <a:xfrm flipH="1">
                  <a:off x="2389258" y="5454225"/>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接连接符 243"/>
                <p:cNvCxnSpPr>
                  <a:cxnSpLocks noChangeShapeType="1"/>
                </p:cNvCxnSpPr>
                <p:nvPr/>
              </p:nvCxnSpPr>
              <p:spPr bwMode="auto">
                <a:xfrm flipH="1">
                  <a:off x="2456766"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连接符 244"/>
                <p:cNvCxnSpPr>
                  <a:cxnSpLocks noChangeShapeType="1"/>
                </p:cNvCxnSpPr>
                <p:nvPr/>
              </p:nvCxnSpPr>
              <p:spPr bwMode="auto">
                <a:xfrm flipH="1">
                  <a:off x="2524274" y="545342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245"/>
                <p:cNvCxnSpPr>
                  <a:cxnSpLocks noChangeShapeType="1"/>
                </p:cNvCxnSpPr>
                <p:nvPr/>
              </p:nvCxnSpPr>
              <p:spPr bwMode="auto">
                <a:xfrm flipH="1">
                  <a:off x="2591782"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246"/>
                <p:cNvCxnSpPr>
                  <a:cxnSpLocks noChangeShapeType="1"/>
                </p:cNvCxnSpPr>
                <p:nvPr/>
              </p:nvCxnSpPr>
              <p:spPr bwMode="auto">
                <a:xfrm flipH="1">
                  <a:off x="2659290"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247"/>
                <p:cNvCxnSpPr>
                  <a:cxnSpLocks noChangeShapeType="1"/>
                </p:cNvCxnSpPr>
                <p:nvPr/>
              </p:nvCxnSpPr>
              <p:spPr bwMode="auto">
                <a:xfrm flipH="1">
                  <a:off x="2726215" y="5457383"/>
                  <a:ext cx="67508" cy="67508"/>
                </a:xfrm>
                <a:prstGeom prst="line">
                  <a:avLst/>
                </a:prstGeom>
                <a:noFill/>
                <a:ln w="127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73" name="直接箭头连接符 250"/>
            <p:cNvCxnSpPr>
              <a:cxnSpLocks noChangeShapeType="1"/>
            </p:cNvCxnSpPr>
            <p:nvPr/>
          </p:nvCxnSpPr>
          <p:spPr bwMode="auto">
            <a:xfrm>
              <a:off x="8217405" y="4521891"/>
              <a:ext cx="0" cy="45085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4" name="Text Box 106"/>
            <p:cNvSpPr txBox="1">
              <a:spLocks noChangeArrowheads="1"/>
            </p:cNvSpPr>
            <p:nvPr/>
          </p:nvSpPr>
          <p:spPr bwMode="auto">
            <a:xfrm>
              <a:off x="8127395" y="4462508"/>
              <a:ext cx="481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F</a:t>
              </a:r>
              <a:endParaRPr lang="zh-CN" altLang="en-US" sz="2000" b="0" i="1" dirty="0">
                <a:latin typeface="Times New Roman" pitchFamily="18" charset="0"/>
                <a:ea typeface="+mn-ea"/>
                <a:cs typeface="Times New Roman" pitchFamily="18" charset="0"/>
              </a:endParaRPr>
            </a:p>
          </p:txBody>
        </p:sp>
        <p:grpSp>
          <p:nvGrpSpPr>
            <p:cNvPr id="75" name="组合 252"/>
            <p:cNvGrpSpPr>
              <a:grpSpLocks/>
            </p:cNvGrpSpPr>
            <p:nvPr/>
          </p:nvGrpSpPr>
          <p:grpSpPr bwMode="auto">
            <a:xfrm>
              <a:off x="9297525" y="4771307"/>
              <a:ext cx="519112" cy="411163"/>
              <a:chOff x="1206785" y="4804081"/>
              <a:chExt cx="519740" cy="411196"/>
            </a:xfrm>
          </p:grpSpPr>
          <p:cxnSp>
            <p:nvCxnSpPr>
              <p:cNvPr id="86" name="直接箭头连接符 253"/>
              <p:cNvCxnSpPr>
                <a:cxnSpLocks noChangeShapeType="1"/>
              </p:cNvCxnSpPr>
              <p:nvPr/>
            </p:nvCxnSpPr>
            <p:spPr bwMode="auto">
              <a:xfrm>
                <a:off x="1466655" y="4804081"/>
                <a:ext cx="259870" cy="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接箭头连接符 254"/>
              <p:cNvCxnSpPr>
                <a:cxnSpLocks noChangeShapeType="1"/>
              </p:cNvCxnSpPr>
              <p:nvPr/>
            </p:nvCxnSpPr>
            <p:spPr bwMode="auto">
              <a:xfrm>
                <a:off x="1466655" y="4806189"/>
                <a:ext cx="0" cy="409088"/>
              </a:xfrm>
              <a:prstGeom prst="straightConnector1">
                <a:avLst/>
              </a:prstGeom>
              <a:noFill/>
              <a:ln w="28575" cap="sq"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接箭头连接符 255"/>
              <p:cNvCxnSpPr>
                <a:cxnSpLocks noChangeShapeType="1"/>
              </p:cNvCxnSpPr>
              <p:nvPr/>
            </p:nvCxnSpPr>
            <p:spPr bwMode="auto">
              <a:xfrm flipH="1">
                <a:off x="1206785" y="5215277"/>
                <a:ext cx="259870" cy="0"/>
              </a:xfrm>
              <a:prstGeom prst="straightConnector1">
                <a:avLst/>
              </a:prstGeom>
              <a:noFill/>
              <a:ln w="28575"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6" name="Text Box 106"/>
            <p:cNvSpPr txBox="1">
              <a:spLocks noChangeArrowheads="1"/>
            </p:cNvSpPr>
            <p:nvPr/>
          </p:nvSpPr>
          <p:spPr bwMode="auto">
            <a:xfrm>
              <a:off x="9509118" y="4422428"/>
              <a:ext cx="48101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M</a:t>
              </a:r>
              <a:endParaRPr lang="zh-CN" altLang="en-US" sz="2000" b="0" i="1" dirty="0">
                <a:latin typeface="Times New Roman" pitchFamily="18" charset="0"/>
                <a:ea typeface="+mn-ea"/>
                <a:cs typeface="Times New Roman" pitchFamily="18" charset="0"/>
              </a:endParaRPr>
            </a:p>
          </p:txBody>
        </p:sp>
        <p:grpSp>
          <p:nvGrpSpPr>
            <p:cNvPr id="77" name="组合 23"/>
            <p:cNvGrpSpPr>
              <a:grpSpLocks/>
            </p:cNvGrpSpPr>
            <p:nvPr/>
          </p:nvGrpSpPr>
          <p:grpSpPr bwMode="auto">
            <a:xfrm>
              <a:off x="8587058" y="4492690"/>
              <a:ext cx="617314" cy="479245"/>
              <a:chOff x="5581650" y="2447596"/>
              <a:chExt cx="859131" cy="666369"/>
            </a:xfrm>
          </p:grpSpPr>
          <p:sp>
            <p:nvSpPr>
              <p:cNvPr id="79" name="任意多边形 13"/>
              <p:cNvSpPr>
                <a:spLocks/>
              </p:cNvSpPr>
              <p:nvPr/>
            </p:nvSpPr>
            <p:spPr bwMode="auto">
              <a:xfrm>
                <a:off x="5581650" y="2447596"/>
                <a:ext cx="856343" cy="216319"/>
              </a:xfrm>
              <a:custGeom>
                <a:avLst/>
                <a:gdLst>
                  <a:gd name="T0" fmla="*/ 0 w 856343"/>
                  <a:gd name="T1" fmla="*/ 216319 h 216319"/>
                  <a:gd name="T2" fmla="*/ 406400 w 856343"/>
                  <a:gd name="T3" fmla="*/ 13119 h 216319"/>
                  <a:gd name="T4" fmla="*/ 856343 w 856343"/>
                  <a:gd name="T5" fmla="*/ 13119 h 216319"/>
                  <a:gd name="T6" fmla="*/ 0 60000 65536"/>
                  <a:gd name="T7" fmla="*/ 0 60000 65536"/>
                  <a:gd name="T8" fmla="*/ 0 60000 65536"/>
                </a:gdLst>
                <a:ahLst/>
                <a:cxnLst>
                  <a:cxn ang="T6">
                    <a:pos x="T0" y="T1"/>
                  </a:cxn>
                  <a:cxn ang="T7">
                    <a:pos x="T2" y="T3"/>
                  </a:cxn>
                  <a:cxn ang="T8">
                    <a:pos x="T4" y="T5"/>
                  </a:cxn>
                </a:cxnLst>
                <a:rect l="0" t="0" r="r" b="b"/>
                <a:pathLst>
                  <a:path w="856343" h="216319">
                    <a:moveTo>
                      <a:pt x="0" y="216319"/>
                    </a:moveTo>
                    <a:cubicBezTo>
                      <a:pt x="131838" y="131652"/>
                      <a:pt x="263676" y="46986"/>
                      <a:pt x="406400" y="13119"/>
                    </a:cubicBezTo>
                    <a:cubicBezTo>
                      <a:pt x="549124" y="-20748"/>
                      <a:pt x="778934" y="22795"/>
                      <a:pt x="856343" y="13119"/>
                    </a:cubicBezTo>
                  </a:path>
                </a:pathLst>
              </a:custGeom>
              <a:noFill/>
              <a:ln w="9525" cap="sq"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cxnSp>
            <p:nvCxnSpPr>
              <p:cNvPr id="80" name="直接箭头连接符 260"/>
              <p:cNvCxnSpPr>
                <a:cxnSpLocks noChangeShapeType="1"/>
              </p:cNvCxnSpPr>
              <p:nvPr/>
            </p:nvCxnSpPr>
            <p:spPr bwMode="auto">
              <a:xfrm>
                <a:off x="5588497" y="2663915"/>
                <a:ext cx="0" cy="45005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直接箭头连接符 261"/>
              <p:cNvCxnSpPr>
                <a:cxnSpLocks noChangeShapeType="1"/>
              </p:cNvCxnSpPr>
              <p:nvPr/>
            </p:nvCxnSpPr>
            <p:spPr bwMode="auto">
              <a:xfrm>
                <a:off x="5746892" y="2573905"/>
                <a:ext cx="0" cy="54006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直接箭头连接符 264"/>
              <p:cNvCxnSpPr>
                <a:cxnSpLocks noChangeShapeType="1"/>
              </p:cNvCxnSpPr>
              <p:nvPr/>
            </p:nvCxnSpPr>
            <p:spPr bwMode="auto">
              <a:xfrm>
                <a:off x="5910542" y="2483895"/>
                <a:ext cx="2084" cy="62898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直接箭头连接符 265"/>
              <p:cNvCxnSpPr>
                <a:cxnSpLocks noChangeShapeType="1"/>
              </p:cNvCxnSpPr>
              <p:nvPr/>
            </p:nvCxnSpPr>
            <p:spPr bwMode="auto">
              <a:xfrm>
                <a:off x="6073692" y="2460715"/>
                <a:ext cx="0" cy="652160"/>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箭头连接符 266"/>
              <p:cNvCxnSpPr>
                <a:cxnSpLocks noChangeShapeType="1"/>
              </p:cNvCxnSpPr>
              <p:nvPr/>
            </p:nvCxnSpPr>
            <p:spPr bwMode="auto">
              <a:xfrm>
                <a:off x="6253852" y="2460715"/>
                <a:ext cx="0" cy="648416"/>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直接箭头连接符 267"/>
              <p:cNvCxnSpPr>
                <a:cxnSpLocks noChangeShapeType="1"/>
                <a:stCxn id="79" idx="2"/>
              </p:cNvCxnSpPr>
              <p:nvPr/>
            </p:nvCxnSpPr>
            <p:spPr bwMode="auto">
              <a:xfrm>
                <a:off x="6437993" y="2460715"/>
                <a:ext cx="2788" cy="648416"/>
              </a:xfrm>
              <a:prstGeom prst="straightConnector1">
                <a:avLst/>
              </a:prstGeom>
              <a:noFill/>
              <a:ln w="19050" cap="sq" algn="ctr">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78" name="Text Box 106"/>
            <p:cNvSpPr txBox="1">
              <a:spLocks noChangeArrowheads="1"/>
            </p:cNvSpPr>
            <p:nvPr/>
          </p:nvSpPr>
          <p:spPr bwMode="auto">
            <a:xfrm>
              <a:off x="8457212" y="4158332"/>
              <a:ext cx="9667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defRPr/>
              </a:pPr>
              <a:r>
                <a:rPr lang="en-US" altLang="zh-CN" sz="2000" b="0" i="1" dirty="0">
                  <a:latin typeface="Times New Roman" pitchFamily="18" charset="0"/>
                  <a:ea typeface="+mn-ea"/>
                  <a:cs typeface="Times New Roman" pitchFamily="18" charset="0"/>
                </a:rPr>
                <a:t>q</a:t>
              </a:r>
              <a:r>
                <a:rPr lang="en-US" altLang="zh-CN" sz="2000" b="0" dirty="0">
                  <a:latin typeface="Times New Roman" pitchFamily="18" charset="0"/>
                  <a:ea typeface="+mn-ea"/>
                  <a:cs typeface="Times New Roman" pitchFamily="18" charset="0"/>
                </a:rPr>
                <a:t>(</a:t>
              </a:r>
              <a:r>
                <a:rPr lang="en-US" altLang="zh-CN" sz="2000" b="0" i="1" dirty="0">
                  <a:latin typeface="Times New Roman" pitchFamily="18" charset="0"/>
                  <a:ea typeface="+mn-ea"/>
                  <a:cs typeface="Times New Roman" pitchFamily="18" charset="0"/>
                </a:rPr>
                <a:t>x</a:t>
              </a:r>
              <a:r>
                <a:rPr lang="en-US" altLang="zh-CN" sz="2000" b="0" dirty="0">
                  <a:latin typeface="Times New Roman" pitchFamily="18" charset="0"/>
                  <a:ea typeface="+mn-ea"/>
                  <a:cs typeface="Times New Roman" pitchFamily="18" charset="0"/>
                </a:rPr>
                <a:t>)</a:t>
              </a:r>
              <a:endParaRPr lang="zh-CN" altLang="en-US" sz="2000" b="0" dirty="0">
                <a:latin typeface="Times New Roman" pitchFamily="18" charset="0"/>
                <a:ea typeface="+mn-ea"/>
                <a:cs typeface="Times New Roman" pitchFamily="18" charset="0"/>
              </a:endParaRPr>
            </a:p>
          </p:txBody>
        </p:sp>
      </p:grpSp>
    </p:spTree>
    <p:extLst>
      <p:ext uri="{BB962C8B-B14F-4D97-AF65-F5344CB8AC3E}">
        <p14:creationId xmlns:p14="http://schemas.microsoft.com/office/powerpoint/2010/main" val="378685695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p:bldP spid="16" grpId="0"/>
      <p:bldP spid="45" grpId="0"/>
      <p:bldP spid="51" grpId="0"/>
      <p:bldP spid="66" grpId="0"/>
      <p:bldP spid="6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392144" y="908720"/>
            <a:ext cx="4464496" cy="5277493"/>
          </a:xfrm>
          <a:prstGeom prst="rect">
            <a:avLst/>
          </a:prstGeom>
          <a:solidFill>
            <a:srgbClr val="B9CDE5"/>
          </a:solidFill>
          <a:ln>
            <a:noFill/>
          </a:ln>
          <a:effectLst/>
        </p:spPr>
        <p:txBody>
          <a:bodyPr wrap="none" anchor="ctr"/>
          <a:lstStyle/>
          <a:p>
            <a:endParaRPr lang="zh-CN" altLang="en-US" dirty="0"/>
          </a:p>
        </p:txBody>
      </p:sp>
      <p:sp>
        <p:nvSpPr>
          <p:cNvPr id="111" name="Text Box 1032"/>
          <p:cNvSpPr txBox="1">
            <a:spLocks noChangeArrowheads="1"/>
          </p:cNvSpPr>
          <p:nvPr/>
        </p:nvSpPr>
        <p:spPr bwMode="auto">
          <a:xfrm>
            <a:off x="335360" y="1019991"/>
            <a:ext cx="6624736"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当梁上有横向外力作用时</a:t>
            </a:r>
            <a:r>
              <a:rPr kumimoji="1" lang="zh-CN" altLang="en-US" sz="2800" i="0" dirty="0">
                <a:ea typeface="微软雅黑" panose="020B0503020204020204" pitchFamily="34" charset="-122"/>
              </a:rPr>
              <a:t>，</a:t>
            </a:r>
            <a:r>
              <a:rPr kumimoji="1" lang="zh-CN" altLang="en-US" sz="2800" i="0" dirty="0">
                <a:latin typeface="+mn-lt"/>
                <a:ea typeface="微软雅黑" panose="020B0503020204020204" pitchFamily="34" charset="-122"/>
              </a:rPr>
              <a:t>一般情况下</a:t>
            </a:r>
            <a:r>
              <a:rPr kumimoji="1" lang="zh-CN" altLang="en-US" sz="2800" i="0" dirty="0">
                <a:ea typeface="微软雅黑" panose="020B0503020204020204" pitchFamily="34" charset="-122"/>
              </a:rPr>
              <a:t>，</a:t>
            </a:r>
            <a:r>
              <a:rPr kumimoji="1" lang="zh-CN" altLang="en-US" sz="2800" i="0" dirty="0">
                <a:latin typeface="+mn-lt"/>
                <a:ea typeface="微软雅黑" panose="020B0503020204020204" pitchFamily="34" charset="-122"/>
              </a:rPr>
              <a:t>梁的横截面上既又弯矩</a:t>
            </a:r>
            <a:r>
              <a:rPr kumimoji="1" lang="en-US" altLang="zh-CN" sz="2800" b="0" dirty="0">
                <a:latin typeface="+mn-lt"/>
                <a:ea typeface="微软雅黑" panose="020B0503020204020204" pitchFamily="34" charset="-122"/>
              </a:rPr>
              <a:t>M</a:t>
            </a:r>
            <a:r>
              <a:rPr kumimoji="1" lang="zh-CN" altLang="en-US" sz="2800" i="0" dirty="0">
                <a:latin typeface="+mn-lt"/>
                <a:ea typeface="微软雅黑" panose="020B0503020204020204" pitchFamily="34" charset="-122"/>
              </a:rPr>
              <a:t>，又有剪力</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 </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a:p>
            <a:pPr lvl="0" algn="just">
              <a:lnSpc>
                <a:spcPct val="120000"/>
              </a:lnSpc>
            </a:pPr>
            <a:endParaRPr lang="zh-CN" altLang="en-US" sz="2800" i="0" dirty="0">
              <a:latin typeface="+mj-lt"/>
              <a:ea typeface="微软雅黑" panose="020B0503020204020204" pitchFamily="34" charset="-122"/>
            </a:endParaRPr>
          </a:p>
        </p:txBody>
      </p:sp>
      <p:grpSp>
        <p:nvGrpSpPr>
          <p:cNvPr id="112" name="Group 83"/>
          <p:cNvGrpSpPr>
            <a:grpSpLocks/>
          </p:cNvGrpSpPr>
          <p:nvPr/>
        </p:nvGrpSpPr>
        <p:grpSpPr bwMode="auto">
          <a:xfrm>
            <a:off x="924819" y="2055204"/>
            <a:ext cx="4479926" cy="1206500"/>
            <a:chOff x="140" y="1735"/>
            <a:chExt cx="2822" cy="760"/>
          </a:xfrm>
        </p:grpSpPr>
        <p:sp>
          <p:nvSpPr>
            <p:cNvPr id="113" name="AutoShape 18"/>
            <p:cNvSpPr>
              <a:spLocks/>
            </p:cNvSpPr>
            <p:nvPr/>
          </p:nvSpPr>
          <p:spPr bwMode="auto">
            <a:xfrm>
              <a:off x="748" y="1900"/>
              <a:ext cx="91" cy="464"/>
            </a:xfrm>
            <a:prstGeom prst="leftBrace">
              <a:avLst>
                <a:gd name="adj1" fmla="val 42491"/>
                <a:gd name="adj2" fmla="val 50000"/>
              </a:avLst>
            </a:prstGeom>
            <a:noFill/>
            <a:ln w="28575">
              <a:solidFill>
                <a:srgbClr val="006600"/>
              </a:solidFill>
              <a:round/>
              <a:headEnd/>
              <a:tailEnd/>
            </a:ln>
            <a:extLst>
              <a:ext uri="{909E8E84-426E-40DD-AFC4-6F175D3DCCD1}">
                <a14:hiddenFill xmlns:a14="http://schemas.microsoft.com/office/drawing/2010/main">
                  <a:solidFill>
                    <a:schemeClr val="accent1"/>
                  </a:solidFill>
                </a14:hiddenFill>
              </a:ext>
            </a:extLst>
          </p:spPr>
          <p:txBody>
            <a:bodyPr wrap="none" anchor="ctr"/>
            <a:lstStyle/>
            <a:p>
              <a:pPr eaLnBrk="1" hangingPunct="1"/>
              <a:endParaRPr kumimoji="1" lang="zh-CN" altLang="zh-CN" sz="2000">
                <a:latin typeface="+mn-lt"/>
                <a:ea typeface="+mn-ea"/>
              </a:endParaRPr>
            </a:p>
          </p:txBody>
        </p:sp>
        <p:sp>
          <p:nvSpPr>
            <p:cNvPr id="114" name="Text Box 19"/>
            <p:cNvSpPr txBox="1">
              <a:spLocks noChangeArrowheads="1"/>
            </p:cNvSpPr>
            <p:nvPr/>
          </p:nvSpPr>
          <p:spPr bwMode="auto">
            <a:xfrm>
              <a:off x="850" y="1735"/>
              <a:ext cx="211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spAutoFit/>
            </a:bodyPr>
            <a:lstStyle/>
            <a:p>
              <a:pPr algn="l" eaLnBrk="1" hangingPunct="1">
                <a:spcBef>
                  <a:spcPct val="50000"/>
                </a:spcBef>
                <a:defRPr/>
              </a:pPr>
              <a:r>
                <a:rPr kumimoji="1" lang="zh-CN" altLang="en-US" sz="2800" i="0" dirty="0">
                  <a:solidFill>
                    <a:schemeClr val="tx1"/>
                  </a:solidFill>
                  <a:latin typeface="+mn-lt"/>
                  <a:ea typeface="微软雅黑" panose="020B0503020204020204" pitchFamily="34" charset="-122"/>
                </a:rPr>
                <a:t>剪力</a:t>
              </a:r>
              <a:r>
                <a:rPr kumimoji="1" lang="en-US" altLang="zh-CN" sz="2800" b="0" dirty="0">
                  <a:solidFill>
                    <a:schemeClr val="tx1"/>
                  </a:solidFill>
                  <a:latin typeface="+mn-lt"/>
                  <a:ea typeface="微软雅黑" panose="020B0503020204020204" pitchFamily="34" charset="-122"/>
                </a:rPr>
                <a:t>F</a:t>
              </a:r>
              <a:r>
                <a:rPr kumimoji="1" lang="en-US" altLang="zh-CN" sz="2800" b="0" i="0" baseline="-25000" dirty="0">
                  <a:solidFill>
                    <a:schemeClr val="tx1"/>
                  </a:solidFill>
                  <a:latin typeface="+mn-lt"/>
                  <a:ea typeface="微软雅黑" panose="020B0503020204020204" pitchFamily="34" charset="-122"/>
                </a:rPr>
                <a:t>Q</a:t>
              </a:r>
              <a:r>
                <a:rPr kumimoji="1" lang="en-US" altLang="zh-CN" sz="2800" i="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切应力</a:t>
              </a:r>
              <a:r>
                <a:rPr kumimoji="1" lang="en-US" altLang="zh-CN" sz="2800" b="0" dirty="0">
                  <a:solidFill>
                    <a:schemeClr val="tx1"/>
                  </a:solidFill>
                  <a:latin typeface="+mn-lt"/>
                  <a:ea typeface="微软雅黑" panose="020B0503020204020204" pitchFamily="34" charset="-122"/>
                  <a:sym typeface="Symbol"/>
                </a:rPr>
                <a:t></a:t>
              </a:r>
              <a:endParaRPr kumimoji="1" lang="en-US" altLang="zh-CN" sz="2800" b="0" dirty="0">
                <a:solidFill>
                  <a:schemeClr val="tx1"/>
                </a:solidFill>
                <a:latin typeface="+mn-lt"/>
                <a:ea typeface="微软雅黑" panose="020B0503020204020204" pitchFamily="34" charset="-122"/>
              </a:endParaRPr>
            </a:p>
          </p:txBody>
        </p:sp>
        <p:sp>
          <p:nvSpPr>
            <p:cNvPr id="115" name="Line 20"/>
            <p:cNvSpPr>
              <a:spLocks noChangeShapeType="1"/>
            </p:cNvSpPr>
            <p:nvPr/>
          </p:nvSpPr>
          <p:spPr bwMode="auto">
            <a:xfrm>
              <a:off x="1654" y="1904"/>
              <a:ext cx="384" cy="0"/>
            </a:xfrm>
            <a:prstGeom prst="line">
              <a:avLst/>
            </a:prstGeom>
            <a:noFill/>
            <a:ln w="38100">
              <a:solidFill>
                <a:srgbClr val="0066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2000">
                <a:effectLst>
                  <a:outerShdw blurRad="38100" dist="38100" dir="2700000" algn="tl">
                    <a:srgbClr val="000000">
                      <a:alpha val="43137"/>
                    </a:srgbClr>
                  </a:outerShdw>
                </a:effectLst>
                <a:latin typeface="+mn-lt"/>
                <a:ea typeface="+mn-ea"/>
              </a:endParaRPr>
            </a:p>
          </p:txBody>
        </p:sp>
        <p:sp>
          <p:nvSpPr>
            <p:cNvPr id="116" name="Text Box 23"/>
            <p:cNvSpPr txBox="1">
              <a:spLocks noChangeArrowheads="1"/>
            </p:cNvSpPr>
            <p:nvPr/>
          </p:nvSpPr>
          <p:spPr bwMode="auto">
            <a:xfrm>
              <a:off x="140" y="1873"/>
              <a:ext cx="638"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zh-CN"/>
              </a:defPPr>
              <a:lvl1pPr algn="l">
                <a:lnSpc>
                  <a:spcPct val="150000"/>
                </a:lnSpc>
                <a:spcBef>
                  <a:spcPct val="50000"/>
                </a:spcBef>
                <a:defRPr kumimoji="1" sz="2000" b="1">
                  <a:latin typeface="+mn-ea"/>
                  <a:ea typeface="+mn-ea"/>
                </a:defRPr>
              </a:lvl1pPr>
            </a:lstStyle>
            <a:p>
              <a:r>
                <a:rPr lang="zh-CN" altLang="en-US" sz="2800" i="0" dirty="0">
                  <a:solidFill>
                    <a:schemeClr val="tx1"/>
                  </a:solidFill>
                  <a:latin typeface="+mn-lt"/>
                  <a:ea typeface="微软雅黑" panose="020B0503020204020204" pitchFamily="34" charset="-122"/>
                </a:rPr>
                <a:t>内力</a:t>
              </a:r>
            </a:p>
          </p:txBody>
        </p:sp>
        <p:sp>
          <p:nvSpPr>
            <p:cNvPr id="117" name="Text Box 19"/>
            <p:cNvSpPr txBox="1">
              <a:spLocks noChangeArrowheads="1"/>
            </p:cNvSpPr>
            <p:nvPr/>
          </p:nvSpPr>
          <p:spPr bwMode="auto">
            <a:xfrm>
              <a:off x="833" y="2165"/>
              <a:ext cx="2112" cy="3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Lst>
          </p:spPr>
          <p:txBody>
            <a:bodyPr>
              <a:spAutoFit/>
            </a:bodyPr>
            <a:lstStyle/>
            <a:p>
              <a:pPr algn="l" eaLnBrk="1" hangingPunct="1">
                <a:spcBef>
                  <a:spcPct val="50000"/>
                </a:spcBef>
                <a:defRPr/>
              </a:pPr>
              <a:r>
                <a:rPr kumimoji="1" lang="zh-CN" altLang="en-US" sz="2800" i="0" dirty="0">
                  <a:solidFill>
                    <a:schemeClr val="tx1"/>
                  </a:solidFill>
                  <a:latin typeface="+mn-lt"/>
                  <a:ea typeface="微软雅黑" panose="020B0503020204020204" pitchFamily="34" charset="-122"/>
                </a:rPr>
                <a:t>弯矩</a:t>
              </a:r>
              <a:r>
                <a:rPr kumimoji="1" lang="en-US" altLang="zh-CN" sz="2800" b="0" dirty="0">
                  <a:solidFill>
                    <a:schemeClr val="tx1"/>
                  </a:solidFill>
                  <a:latin typeface="+mn-lt"/>
                  <a:ea typeface="微软雅黑" panose="020B0503020204020204" pitchFamily="34" charset="-122"/>
                </a:rPr>
                <a:t>M </a:t>
              </a:r>
              <a:r>
                <a:rPr kumimoji="1" lang="en-US" altLang="zh-CN" sz="2800" i="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正应力</a:t>
              </a:r>
              <a:r>
                <a:rPr kumimoji="1" lang="en-US" altLang="zh-CN" sz="2800" b="0" dirty="0">
                  <a:solidFill>
                    <a:schemeClr val="tx1"/>
                  </a:solidFill>
                  <a:latin typeface="+mn-lt"/>
                  <a:ea typeface="微软雅黑" panose="020B0503020204020204" pitchFamily="34" charset="-122"/>
                  <a:sym typeface="Symbol"/>
                </a:rPr>
                <a:t></a:t>
              </a:r>
              <a:endParaRPr kumimoji="1" lang="en-US" altLang="zh-CN" sz="2800" b="0" dirty="0">
                <a:solidFill>
                  <a:schemeClr val="tx1"/>
                </a:solidFill>
                <a:latin typeface="+mn-lt"/>
                <a:ea typeface="微软雅黑" panose="020B0503020204020204" pitchFamily="34" charset="-122"/>
              </a:endParaRPr>
            </a:p>
          </p:txBody>
        </p:sp>
        <p:sp>
          <p:nvSpPr>
            <p:cNvPr id="118" name="Line 20"/>
            <p:cNvSpPr>
              <a:spLocks noChangeShapeType="1"/>
            </p:cNvSpPr>
            <p:nvPr/>
          </p:nvSpPr>
          <p:spPr bwMode="auto">
            <a:xfrm>
              <a:off x="1640" y="2330"/>
              <a:ext cx="384" cy="0"/>
            </a:xfrm>
            <a:prstGeom prst="line">
              <a:avLst/>
            </a:prstGeom>
            <a:noFill/>
            <a:ln w="38100">
              <a:solidFill>
                <a:srgbClr val="006600"/>
              </a:solidFill>
              <a:round/>
              <a:headEnd/>
              <a:tailEnd type="triangle" w="sm" len="lg"/>
            </a:ln>
            <a:extLst>
              <a:ext uri="{909E8E84-426E-40DD-AFC4-6F175D3DCCD1}">
                <a14:hiddenFill xmlns:a14="http://schemas.microsoft.com/office/drawing/2010/main">
                  <a:noFill/>
                </a14:hiddenFill>
              </a:ext>
            </a:extLst>
          </p:spPr>
          <p:txBody>
            <a:bodyPr wrap="none" anchor="ctr"/>
            <a:lstStyle/>
            <a:p>
              <a:pPr>
                <a:defRPr/>
              </a:pPr>
              <a:endParaRPr lang="zh-CN" altLang="en-US" sz="2000">
                <a:effectLst>
                  <a:outerShdw blurRad="38100" dist="38100" dir="2700000" algn="tl">
                    <a:srgbClr val="000000">
                      <a:alpha val="43137"/>
                    </a:srgbClr>
                  </a:outerShdw>
                </a:effectLst>
                <a:latin typeface="+mn-lt"/>
                <a:ea typeface="+mn-ea"/>
              </a:endParaRPr>
            </a:p>
          </p:txBody>
        </p:sp>
      </p:grpSp>
      <p:sp>
        <p:nvSpPr>
          <p:cNvPr id="119" name="Rectangle 79"/>
          <p:cNvSpPr>
            <a:spLocks noChangeArrowheads="1"/>
          </p:cNvSpPr>
          <p:nvPr/>
        </p:nvSpPr>
        <p:spPr bwMode="auto">
          <a:xfrm>
            <a:off x="376117" y="3302233"/>
            <a:ext cx="5893084"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0"/>
              </a:spcBef>
            </a:pPr>
            <a:r>
              <a:rPr kumimoji="1" lang="zh-CN" altLang="en-US" sz="2800" i="0" dirty="0">
                <a:solidFill>
                  <a:schemeClr val="tx1"/>
                </a:solidFill>
                <a:latin typeface="+mn-lt"/>
                <a:ea typeface="微软雅黑" panose="020B0503020204020204" pitchFamily="34" charset="-122"/>
              </a:rPr>
              <a:t>只有与切应力有关的切向内力元素： </a:t>
            </a:r>
          </a:p>
          <a:p>
            <a:pPr algn="l">
              <a:lnSpc>
                <a:spcPct val="150000"/>
              </a:lnSpc>
              <a:spcBef>
                <a:spcPts val="0"/>
              </a:spcBef>
            </a:pPr>
            <a:r>
              <a:rPr kumimoji="1" lang="en-US" altLang="zh-CN" sz="2000" b="1" dirty="0">
                <a:latin typeface="+mn-lt"/>
                <a:ea typeface="+mn-ea"/>
              </a:rPr>
              <a:t>                           </a:t>
            </a:r>
            <a:r>
              <a:rPr kumimoji="1" lang="en-US" altLang="zh-CN" sz="2800" b="0" i="0" dirty="0" err="1">
                <a:solidFill>
                  <a:schemeClr val="tx1"/>
                </a:solidFill>
                <a:latin typeface="+mn-lt"/>
                <a:ea typeface="微软雅黑" panose="020B0503020204020204" pitchFamily="34" charset="-122"/>
              </a:rPr>
              <a:t>d</a:t>
            </a:r>
            <a:r>
              <a:rPr kumimoji="1" lang="en-US" altLang="zh-CN" sz="2800" b="0" dirty="0" err="1">
                <a:solidFill>
                  <a:schemeClr val="tx1"/>
                </a:solidFill>
                <a:latin typeface="+mn-lt"/>
                <a:ea typeface="微软雅黑" panose="020B0503020204020204" pitchFamily="34" charset="-122"/>
              </a:rPr>
              <a:t>F</a:t>
            </a:r>
            <a:r>
              <a:rPr kumimoji="1" lang="en-US" altLang="zh-CN" sz="2800" b="0" i="0" baseline="-25000" dirty="0" err="1">
                <a:solidFill>
                  <a:schemeClr val="tx1"/>
                </a:solidFill>
                <a:latin typeface="+mn-lt"/>
                <a:ea typeface="微软雅黑" panose="020B0503020204020204" pitchFamily="34" charset="-122"/>
              </a:rPr>
              <a:t>S</a:t>
            </a:r>
            <a:r>
              <a:rPr kumimoji="1" lang="en-US" altLang="zh-CN" sz="2800" b="0" i="0" dirty="0">
                <a:solidFill>
                  <a:schemeClr val="tx1"/>
                </a:solidFill>
                <a:latin typeface="+mn-lt"/>
                <a:ea typeface="微软雅黑" panose="020B0503020204020204" pitchFamily="34" charset="-122"/>
              </a:rPr>
              <a:t>=</a:t>
            </a:r>
            <a:r>
              <a:rPr kumimoji="1" lang="en-US" altLang="zh-CN" sz="2800" b="0" dirty="0">
                <a:solidFill>
                  <a:schemeClr val="tx1"/>
                </a:solidFill>
                <a:latin typeface="+mn-lt"/>
                <a:ea typeface="微软雅黑" panose="020B0503020204020204" pitchFamily="34" charset="-122"/>
                <a:sym typeface="Symbol" pitchFamily="18" charset="2"/>
              </a:rPr>
              <a:t> </a:t>
            </a:r>
            <a:r>
              <a:rPr kumimoji="1" lang="en-US" altLang="zh-CN" sz="2800" b="0" i="0" dirty="0" err="1">
                <a:solidFill>
                  <a:schemeClr val="tx1"/>
                </a:solidFill>
                <a:latin typeface="+mn-lt"/>
                <a:ea typeface="微软雅黑" panose="020B0503020204020204" pitchFamily="34" charset="-122"/>
                <a:sym typeface="Symbol" pitchFamily="18" charset="2"/>
              </a:rPr>
              <a:t>d</a:t>
            </a:r>
            <a:r>
              <a:rPr kumimoji="1" lang="en-US" altLang="zh-CN" sz="2800" b="0" dirty="0" err="1">
                <a:solidFill>
                  <a:schemeClr val="tx1"/>
                </a:solidFill>
                <a:latin typeface="+mn-lt"/>
                <a:ea typeface="微软雅黑" panose="020B0503020204020204" pitchFamily="34" charset="-122"/>
                <a:sym typeface="Symbol" pitchFamily="18" charset="2"/>
              </a:rPr>
              <a:t>A</a:t>
            </a:r>
            <a:r>
              <a:rPr kumimoji="1" lang="en-US" altLang="zh-CN" sz="2800" b="0" dirty="0">
                <a:solidFill>
                  <a:schemeClr val="tx1"/>
                </a:solidFill>
                <a:latin typeface="+mn-lt"/>
                <a:ea typeface="微软雅黑" panose="020B0503020204020204" pitchFamily="34" charset="-122"/>
                <a:sym typeface="Symbol" pitchFamily="18" charset="2"/>
              </a:rPr>
              <a:t> </a:t>
            </a:r>
            <a:r>
              <a:rPr kumimoji="1" lang="zh-CN" altLang="en-US" sz="2800" i="0" dirty="0">
                <a:solidFill>
                  <a:schemeClr val="tx1"/>
                </a:solidFill>
                <a:latin typeface="+mn-lt"/>
                <a:ea typeface="微软雅黑" panose="020B0503020204020204" pitchFamily="34" charset="-122"/>
                <a:sym typeface="Symbol" pitchFamily="18" charset="2"/>
              </a:rPr>
              <a:t>才能合成</a:t>
            </a:r>
            <a:r>
              <a:rPr kumimoji="1" lang="zh-CN" altLang="en-US" sz="2800" i="0" dirty="0">
                <a:solidFill>
                  <a:schemeClr val="tx1"/>
                </a:solidFill>
                <a:latin typeface="+mn-lt"/>
                <a:ea typeface="微软雅黑" panose="020B0503020204020204" pitchFamily="34" charset="-122"/>
              </a:rPr>
              <a:t>剪力；</a:t>
            </a:r>
            <a:endParaRPr kumimoji="1" lang="en-US" altLang="zh-CN" sz="2800" i="0" dirty="0">
              <a:solidFill>
                <a:schemeClr val="tx1"/>
              </a:solidFill>
              <a:latin typeface="+mn-lt"/>
              <a:ea typeface="微软雅黑" panose="020B0503020204020204" pitchFamily="34" charset="-122"/>
            </a:endParaRPr>
          </a:p>
        </p:txBody>
      </p:sp>
      <p:sp>
        <p:nvSpPr>
          <p:cNvPr id="120" name="Rectangle 79"/>
          <p:cNvSpPr>
            <a:spLocks noChangeArrowheads="1"/>
          </p:cNvSpPr>
          <p:nvPr/>
        </p:nvSpPr>
        <p:spPr bwMode="auto">
          <a:xfrm>
            <a:off x="463602" y="4690385"/>
            <a:ext cx="60371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ts val="0"/>
              </a:spcBef>
            </a:pPr>
            <a:r>
              <a:rPr kumimoji="1" lang="zh-CN" altLang="en-US" sz="2800" i="0" dirty="0">
                <a:solidFill>
                  <a:schemeClr val="tx1"/>
                </a:solidFill>
                <a:latin typeface="+mn-lt"/>
                <a:ea typeface="微软雅黑" panose="020B0503020204020204" pitchFamily="34" charset="-122"/>
              </a:rPr>
              <a:t>只有与正应力有关的法向内力元素： </a:t>
            </a:r>
          </a:p>
          <a:p>
            <a:pPr algn="l">
              <a:lnSpc>
                <a:spcPct val="150000"/>
              </a:lnSpc>
              <a:spcBef>
                <a:spcPts val="0"/>
              </a:spcBef>
            </a:pPr>
            <a:r>
              <a:rPr kumimoji="1" lang="en-US" altLang="zh-CN" sz="2800" i="0" dirty="0">
                <a:solidFill>
                  <a:schemeClr val="tx1"/>
                </a:solidFill>
                <a:latin typeface="+mn-lt"/>
                <a:ea typeface="微软雅黑" panose="020B0503020204020204" pitchFamily="34" charset="-122"/>
              </a:rPr>
              <a:t>                 </a:t>
            </a:r>
            <a:r>
              <a:rPr kumimoji="1" lang="en-US" altLang="zh-CN" sz="2800" b="0" i="0" dirty="0" err="1">
                <a:solidFill>
                  <a:schemeClr val="tx1"/>
                </a:solidFill>
                <a:latin typeface="+mn-lt"/>
                <a:ea typeface="微软雅黑" panose="020B0503020204020204" pitchFamily="34" charset="-122"/>
              </a:rPr>
              <a:t>d</a:t>
            </a:r>
            <a:r>
              <a:rPr kumimoji="1" lang="en-US" altLang="zh-CN" sz="2800" b="0" dirty="0" err="1">
                <a:solidFill>
                  <a:schemeClr val="tx1"/>
                </a:solidFill>
                <a:latin typeface="+mn-lt"/>
                <a:ea typeface="微软雅黑" panose="020B0503020204020204" pitchFamily="34" charset="-122"/>
              </a:rPr>
              <a:t>F</a:t>
            </a:r>
            <a:r>
              <a:rPr kumimoji="1" lang="en-US" altLang="zh-CN" sz="2800" b="0" i="0" baseline="-25000" dirty="0" err="1">
                <a:solidFill>
                  <a:schemeClr val="tx1"/>
                </a:solidFill>
                <a:latin typeface="+mn-lt"/>
                <a:ea typeface="微软雅黑" panose="020B0503020204020204" pitchFamily="34" charset="-122"/>
              </a:rPr>
              <a:t>N</a:t>
            </a:r>
            <a:r>
              <a:rPr kumimoji="1" lang="en-US" altLang="zh-CN" sz="2800" b="0" i="0" dirty="0">
                <a:solidFill>
                  <a:schemeClr val="tx1"/>
                </a:solidFill>
                <a:latin typeface="+mn-lt"/>
                <a:ea typeface="微软雅黑" panose="020B0503020204020204" pitchFamily="34" charset="-122"/>
              </a:rPr>
              <a:t>=</a:t>
            </a:r>
            <a:r>
              <a:rPr kumimoji="1" lang="en-US" altLang="zh-CN" sz="2800" b="0" dirty="0">
                <a:solidFill>
                  <a:schemeClr val="tx1"/>
                </a:solidFill>
                <a:latin typeface="+mn-lt"/>
                <a:ea typeface="微软雅黑" panose="020B0503020204020204" pitchFamily="34" charset="-122"/>
                <a:sym typeface="Symbol"/>
              </a:rPr>
              <a:t></a:t>
            </a:r>
            <a:r>
              <a:rPr kumimoji="1" lang="en-US" altLang="zh-CN" sz="2800" b="0" i="0" dirty="0">
                <a:solidFill>
                  <a:schemeClr val="tx1"/>
                </a:solidFill>
                <a:latin typeface="+mn-lt"/>
                <a:ea typeface="微软雅黑" panose="020B0503020204020204" pitchFamily="34" charset="-122"/>
                <a:sym typeface="Symbol"/>
              </a:rPr>
              <a:t> </a:t>
            </a:r>
            <a:r>
              <a:rPr kumimoji="1" lang="en-US" altLang="zh-CN" sz="2800" b="0" i="0" dirty="0" err="1">
                <a:solidFill>
                  <a:schemeClr val="tx1"/>
                </a:solidFill>
                <a:latin typeface="+mn-lt"/>
                <a:ea typeface="微软雅黑" panose="020B0503020204020204" pitchFamily="34" charset="-122"/>
                <a:sym typeface="Symbol" pitchFamily="18" charset="2"/>
              </a:rPr>
              <a:t>d</a:t>
            </a:r>
            <a:r>
              <a:rPr kumimoji="1" lang="en-US" altLang="zh-CN" sz="2800" b="0" dirty="0" err="1">
                <a:solidFill>
                  <a:schemeClr val="tx1"/>
                </a:solidFill>
                <a:latin typeface="+mn-lt"/>
                <a:ea typeface="微软雅黑" panose="020B0503020204020204" pitchFamily="34" charset="-122"/>
                <a:sym typeface="Symbol" pitchFamily="18" charset="2"/>
              </a:rPr>
              <a:t>A</a:t>
            </a:r>
            <a:r>
              <a:rPr kumimoji="1" lang="en-US" altLang="zh-CN" sz="2800" b="0" dirty="0">
                <a:solidFill>
                  <a:schemeClr val="tx1"/>
                </a:solidFill>
                <a:latin typeface="+mn-lt"/>
                <a:ea typeface="微软雅黑" panose="020B0503020204020204" pitchFamily="34" charset="-122"/>
                <a:sym typeface="Symbol" pitchFamily="18" charset="2"/>
              </a:rPr>
              <a:t> </a:t>
            </a:r>
            <a:r>
              <a:rPr kumimoji="1" lang="zh-CN" altLang="en-US" sz="2800" i="0" dirty="0">
                <a:solidFill>
                  <a:schemeClr val="tx1"/>
                </a:solidFill>
                <a:latin typeface="+mn-lt"/>
                <a:ea typeface="微软雅黑" panose="020B0503020204020204" pitchFamily="34" charset="-122"/>
                <a:sym typeface="Symbol" pitchFamily="18" charset="2"/>
              </a:rPr>
              <a:t>才能合成弯矩。</a:t>
            </a:r>
            <a:endParaRPr kumimoji="1" lang="en-US" altLang="zh-CN" sz="2800" i="0" dirty="0">
              <a:solidFill>
                <a:schemeClr val="tx1"/>
              </a:solidFill>
              <a:latin typeface="+mn-lt"/>
              <a:ea typeface="微软雅黑" panose="020B0503020204020204" pitchFamily="34" charset="-122"/>
            </a:endParaRPr>
          </a:p>
        </p:txBody>
      </p:sp>
      <p:grpSp>
        <p:nvGrpSpPr>
          <p:cNvPr id="121" name="Group 81"/>
          <p:cNvGrpSpPr>
            <a:grpSpLocks/>
          </p:cNvGrpSpPr>
          <p:nvPr/>
        </p:nvGrpSpPr>
        <p:grpSpPr bwMode="auto">
          <a:xfrm>
            <a:off x="8782794" y="1245858"/>
            <a:ext cx="1979613" cy="1522413"/>
            <a:chOff x="4267" y="1105"/>
            <a:chExt cx="1247" cy="959"/>
          </a:xfrm>
        </p:grpSpPr>
        <p:sp>
          <p:nvSpPr>
            <p:cNvPr id="122" name="Rectangle 4"/>
            <p:cNvSpPr>
              <a:spLocks noChangeArrowheads="1"/>
            </p:cNvSpPr>
            <p:nvPr/>
          </p:nvSpPr>
          <p:spPr bwMode="auto">
            <a:xfrm>
              <a:off x="4380" y="1336"/>
              <a:ext cx="688" cy="537"/>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23" name="Text Box 6"/>
            <p:cNvSpPr txBox="1">
              <a:spLocks noChangeArrowheads="1"/>
            </p:cNvSpPr>
            <p:nvPr/>
          </p:nvSpPr>
          <p:spPr bwMode="auto">
            <a:xfrm>
              <a:off x="4915" y="1105"/>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24" name="Text Box 7"/>
            <p:cNvSpPr txBox="1">
              <a:spLocks noChangeArrowheads="1"/>
            </p:cNvSpPr>
            <p:nvPr/>
          </p:nvSpPr>
          <p:spPr bwMode="auto">
            <a:xfrm>
              <a:off x="4905" y="181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25" name="Line 8"/>
            <p:cNvSpPr>
              <a:spLocks noChangeShapeType="1"/>
            </p:cNvSpPr>
            <p:nvPr/>
          </p:nvSpPr>
          <p:spPr bwMode="auto">
            <a:xfrm>
              <a:off x="4267" y="1605"/>
              <a:ext cx="897" cy="0"/>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26" name="Group 9"/>
            <p:cNvGrpSpPr>
              <a:grpSpLocks/>
            </p:cNvGrpSpPr>
            <p:nvPr/>
          </p:nvGrpSpPr>
          <p:grpSpPr bwMode="auto">
            <a:xfrm>
              <a:off x="5116" y="1326"/>
              <a:ext cx="336" cy="683"/>
              <a:chOff x="1776" y="2400"/>
              <a:chExt cx="336" cy="683"/>
            </a:xfrm>
          </p:grpSpPr>
          <p:sp>
            <p:nvSpPr>
              <p:cNvPr id="130" name="Line 10"/>
              <p:cNvSpPr>
                <a:spLocks noChangeShapeType="1"/>
              </p:cNvSpPr>
              <p:nvPr/>
            </p:nvSpPr>
            <p:spPr bwMode="auto">
              <a:xfrm>
                <a:off x="1806" y="2400"/>
                <a:ext cx="0" cy="52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31" name="Text Box 11"/>
              <p:cNvSpPr txBox="1">
                <a:spLocks noChangeArrowheads="1"/>
              </p:cNvSpPr>
              <p:nvPr/>
            </p:nvSpPr>
            <p:spPr bwMode="auto">
              <a:xfrm>
                <a:off x="1776" y="2831"/>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1" hangingPunct="1">
                  <a:spcBef>
                    <a:spcPct val="50000"/>
                  </a:spcBef>
                  <a:defRPr/>
                </a:pPr>
                <a:r>
                  <a:rPr kumimoji="1" lang="en-US" altLang="zh-CN" sz="2000" b="0" dirty="0">
                    <a:solidFill>
                      <a:srgbClr val="FF0000"/>
                    </a:solidFill>
                    <a:latin typeface="+mn-lt"/>
                    <a:ea typeface="+mn-ea"/>
                  </a:rPr>
                  <a:t>F</a:t>
                </a:r>
                <a:r>
                  <a:rPr kumimoji="1" lang="en-US" altLang="zh-CN" sz="2000" b="0" i="0" baseline="-25000" dirty="0">
                    <a:solidFill>
                      <a:srgbClr val="FF0000"/>
                    </a:solidFill>
                    <a:latin typeface="+mn-lt"/>
                    <a:ea typeface="+mn-ea"/>
                  </a:rPr>
                  <a:t>Q</a:t>
                </a:r>
              </a:p>
            </p:txBody>
          </p:sp>
        </p:grpSp>
        <p:grpSp>
          <p:nvGrpSpPr>
            <p:cNvPr id="127" name="Group 12"/>
            <p:cNvGrpSpPr>
              <a:grpSpLocks/>
            </p:cNvGrpSpPr>
            <p:nvPr/>
          </p:nvGrpSpPr>
          <p:grpSpPr bwMode="auto">
            <a:xfrm>
              <a:off x="5062" y="1190"/>
              <a:ext cx="452" cy="575"/>
              <a:chOff x="1674" y="2321"/>
              <a:chExt cx="452" cy="575"/>
            </a:xfrm>
          </p:grpSpPr>
          <p:sp>
            <p:nvSpPr>
              <p:cNvPr id="128" name="Arc 13"/>
              <p:cNvSpPr>
                <a:spLocks/>
              </p:cNvSpPr>
              <p:nvPr/>
            </p:nvSpPr>
            <p:spPr bwMode="auto">
              <a:xfrm rot="1887873">
                <a:off x="1674" y="2529"/>
                <a:ext cx="269" cy="36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29" name="Text Box 14"/>
              <p:cNvSpPr txBox="1">
                <a:spLocks noChangeArrowheads="1"/>
              </p:cNvSpPr>
              <p:nvPr/>
            </p:nvSpPr>
            <p:spPr bwMode="auto">
              <a:xfrm>
                <a:off x="1838" y="2321"/>
                <a:ext cx="288"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rPr>
                  <a:t>M</a:t>
                </a:r>
              </a:p>
            </p:txBody>
          </p:sp>
        </p:grpSp>
      </p:grpSp>
      <p:grpSp>
        <p:nvGrpSpPr>
          <p:cNvPr id="132" name="组合 131"/>
          <p:cNvGrpSpPr/>
          <p:nvPr/>
        </p:nvGrpSpPr>
        <p:grpSpPr>
          <a:xfrm>
            <a:off x="8784840" y="3050988"/>
            <a:ext cx="2063752" cy="1522414"/>
            <a:chOff x="6282196" y="3076718"/>
            <a:chExt cx="2063752" cy="1522414"/>
          </a:xfrm>
        </p:grpSpPr>
        <p:sp>
          <p:nvSpPr>
            <p:cNvPr id="133" name="Rectangle 4"/>
            <p:cNvSpPr>
              <a:spLocks noChangeArrowheads="1"/>
            </p:cNvSpPr>
            <p:nvPr/>
          </p:nvSpPr>
          <p:spPr bwMode="auto">
            <a:xfrm>
              <a:off x="6461584" y="3443431"/>
              <a:ext cx="1092201" cy="852488"/>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4" name="Text Box 6"/>
            <p:cNvSpPr txBox="1">
              <a:spLocks noChangeArrowheads="1"/>
            </p:cNvSpPr>
            <p:nvPr/>
          </p:nvSpPr>
          <p:spPr bwMode="auto">
            <a:xfrm>
              <a:off x="7310897" y="3076718"/>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35" name="Text Box 7"/>
            <p:cNvSpPr txBox="1">
              <a:spLocks noChangeArrowheads="1"/>
            </p:cNvSpPr>
            <p:nvPr/>
          </p:nvSpPr>
          <p:spPr bwMode="auto">
            <a:xfrm>
              <a:off x="7295022" y="4202257"/>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36" name="Line 8"/>
            <p:cNvSpPr>
              <a:spLocks noChangeShapeType="1"/>
            </p:cNvSpPr>
            <p:nvPr/>
          </p:nvSpPr>
          <p:spPr bwMode="auto">
            <a:xfrm>
              <a:off x="6282196" y="3870469"/>
              <a:ext cx="1423989" cy="0"/>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37" name="Group 9"/>
            <p:cNvGrpSpPr>
              <a:grpSpLocks/>
            </p:cNvGrpSpPr>
            <p:nvPr/>
          </p:nvGrpSpPr>
          <p:grpSpPr bwMode="auto">
            <a:xfrm>
              <a:off x="7628397" y="3233881"/>
              <a:ext cx="717551" cy="1050926"/>
              <a:chOff x="1775" y="2278"/>
              <a:chExt cx="452" cy="662"/>
            </a:xfrm>
          </p:grpSpPr>
          <p:sp>
            <p:nvSpPr>
              <p:cNvPr id="143" name="Line 10"/>
              <p:cNvSpPr>
                <a:spLocks noChangeShapeType="1"/>
              </p:cNvSpPr>
              <p:nvPr/>
            </p:nvSpPr>
            <p:spPr bwMode="auto">
              <a:xfrm>
                <a:off x="1891" y="2412"/>
                <a:ext cx="0" cy="528"/>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4" name="Text Box 11"/>
              <p:cNvSpPr txBox="1">
                <a:spLocks noChangeArrowheads="1"/>
              </p:cNvSpPr>
              <p:nvPr/>
            </p:nvSpPr>
            <p:spPr bwMode="auto">
              <a:xfrm>
                <a:off x="1891" y="2278"/>
                <a:ext cx="336"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kumimoji="1" lang="en-US" altLang="zh-CN" sz="2000" b="0" dirty="0">
                    <a:solidFill>
                      <a:srgbClr val="FF0000"/>
                    </a:solidFill>
                  </a:rPr>
                  <a:t>F</a:t>
                </a:r>
                <a:r>
                  <a:rPr kumimoji="1" lang="en-US" altLang="zh-CN" sz="2000" b="0" i="0" baseline="-25000" dirty="0">
                    <a:solidFill>
                      <a:srgbClr val="FF0000"/>
                    </a:solidFill>
                  </a:rPr>
                  <a:t>Q</a:t>
                </a:r>
              </a:p>
            </p:txBody>
          </p:sp>
          <p:sp>
            <p:nvSpPr>
              <p:cNvPr id="145" name="Line 10"/>
              <p:cNvSpPr>
                <a:spLocks noChangeShapeType="1"/>
              </p:cNvSpPr>
              <p:nvPr/>
            </p:nvSpPr>
            <p:spPr bwMode="auto">
              <a:xfrm>
                <a:off x="1775" y="2427"/>
                <a:ext cx="2" cy="96"/>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sp>
          <p:nvSpPr>
            <p:cNvPr id="138" name="Text Box 7"/>
            <p:cNvSpPr txBox="1">
              <a:spLocks noChangeArrowheads="1"/>
            </p:cNvSpPr>
            <p:nvPr/>
          </p:nvSpPr>
          <p:spPr bwMode="auto">
            <a:xfrm>
              <a:off x="7566485" y="4119707"/>
              <a:ext cx="3778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sym typeface="Symbol"/>
                </a:rPr>
                <a:t></a:t>
              </a:r>
              <a:endParaRPr kumimoji="1" lang="en-US" altLang="zh-CN" sz="2000" b="0" i="1" dirty="0">
                <a:solidFill>
                  <a:srgbClr val="FF0000"/>
                </a:solidFill>
              </a:endParaRPr>
            </a:p>
          </p:txBody>
        </p:sp>
        <p:sp>
          <p:nvSpPr>
            <p:cNvPr id="139" name="Line 10"/>
            <p:cNvSpPr>
              <a:spLocks noChangeShapeType="1"/>
            </p:cNvSpPr>
            <p:nvPr/>
          </p:nvSpPr>
          <p:spPr bwMode="auto">
            <a:xfrm>
              <a:off x="7631570" y="363378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0" name="Line 10"/>
            <p:cNvSpPr>
              <a:spLocks noChangeShapeType="1"/>
            </p:cNvSpPr>
            <p:nvPr/>
          </p:nvSpPr>
          <p:spPr bwMode="auto">
            <a:xfrm>
              <a:off x="7634745" y="380333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1" name="Line 10"/>
            <p:cNvSpPr>
              <a:spLocks noChangeShapeType="1"/>
            </p:cNvSpPr>
            <p:nvPr/>
          </p:nvSpPr>
          <p:spPr bwMode="auto">
            <a:xfrm>
              <a:off x="7637920" y="397668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42" name="Line 10"/>
            <p:cNvSpPr>
              <a:spLocks noChangeShapeType="1"/>
            </p:cNvSpPr>
            <p:nvPr/>
          </p:nvSpPr>
          <p:spPr bwMode="auto">
            <a:xfrm>
              <a:off x="7637920" y="4151457"/>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grpSp>
        <p:nvGrpSpPr>
          <p:cNvPr id="146" name="组合 145"/>
          <p:cNvGrpSpPr/>
          <p:nvPr/>
        </p:nvGrpSpPr>
        <p:grpSpPr>
          <a:xfrm>
            <a:off x="8801955" y="4710576"/>
            <a:ext cx="2044166" cy="1522414"/>
            <a:chOff x="6299311" y="4736306"/>
            <a:chExt cx="2044166" cy="1522414"/>
          </a:xfrm>
        </p:grpSpPr>
        <p:sp>
          <p:nvSpPr>
            <p:cNvPr id="147" name="Rectangle 4"/>
            <p:cNvSpPr>
              <a:spLocks noChangeArrowheads="1"/>
            </p:cNvSpPr>
            <p:nvPr/>
          </p:nvSpPr>
          <p:spPr bwMode="auto">
            <a:xfrm>
              <a:off x="6478699" y="5103019"/>
              <a:ext cx="1092201" cy="852488"/>
            </a:xfrm>
            <a:prstGeom prst="rect">
              <a:avLst/>
            </a:prstGeom>
            <a:solidFill>
              <a:srgbClr val="FFFFCC"/>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48" name="Text Box 6"/>
            <p:cNvSpPr txBox="1">
              <a:spLocks noChangeArrowheads="1"/>
            </p:cNvSpPr>
            <p:nvPr/>
          </p:nvSpPr>
          <p:spPr bwMode="auto">
            <a:xfrm>
              <a:off x="7328012" y="4736306"/>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49" name="Text Box 7"/>
            <p:cNvSpPr txBox="1">
              <a:spLocks noChangeArrowheads="1"/>
            </p:cNvSpPr>
            <p:nvPr/>
          </p:nvSpPr>
          <p:spPr bwMode="auto">
            <a:xfrm>
              <a:off x="7312137" y="5861845"/>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i="1" dirty="0">
                  <a:solidFill>
                    <a:schemeClr val="tx1"/>
                  </a:solidFill>
                </a:rPr>
                <a:t>m</a:t>
              </a:r>
              <a:endParaRPr kumimoji="1" lang="en-US" altLang="zh-CN" sz="2000" b="0" i="1" dirty="0">
                <a:solidFill>
                  <a:schemeClr val="tx1"/>
                </a:solidFill>
              </a:endParaRPr>
            </a:p>
          </p:txBody>
        </p:sp>
        <p:sp>
          <p:nvSpPr>
            <p:cNvPr id="150" name="Line 8"/>
            <p:cNvSpPr>
              <a:spLocks noChangeShapeType="1"/>
            </p:cNvSpPr>
            <p:nvPr/>
          </p:nvSpPr>
          <p:spPr bwMode="auto">
            <a:xfrm>
              <a:off x="6299311" y="5530056"/>
              <a:ext cx="1513236" cy="1"/>
            </a:xfrm>
            <a:prstGeom prst="line">
              <a:avLst/>
            </a:prstGeom>
            <a:noFill/>
            <a:ln w="19050">
              <a:solidFill>
                <a:srgbClr val="FF3300"/>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1" name="Line 10"/>
            <p:cNvSpPr>
              <a:spLocks noChangeShapeType="1"/>
            </p:cNvSpPr>
            <p:nvPr/>
          </p:nvSpPr>
          <p:spPr bwMode="auto">
            <a:xfrm rot="5400000">
              <a:off x="7645508" y="5244598"/>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2" name="Text Box 7"/>
            <p:cNvSpPr txBox="1">
              <a:spLocks noChangeArrowheads="1"/>
            </p:cNvSpPr>
            <p:nvPr/>
          </p:nvSpPr>
          <p:spPr bwMode="auto">
            <a:xfrm flipH="1">
              <a:off x="7677345" y="5819426"/>
              <a:ext cx="3778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sym typeface="Symbol"/>
                </a:rPr>
                <a:t></a:t>
              </a:r>
              <a:endParaRPr kumimoji="1" lang="en-US" altLang="zh-CN" sz="2000" b="0" i="1" dirty="0">
                <a:solidFill>
                  <a:srgbClr val="FF0000"/>
                </a:solidFill>
              </a:endParaRPr>
            </a:p>
          </p:txBody>
        </p:sp>
        <p:sp>
          <p:nvSpPr>
            <p:cNvPr id="153" name="Arc 13"/>
            <p:cNvSpPr>
              <a:spLocks/>
            </p:cNvSpPr>
            <p:nvPr/>
          </p:nvSpPr>
          <p:spPr bwMode="auto">
            <a:xfrm rot="1800000">
              <a:off x="7677478" y="5216881"/>
              <a:ext cx="427038" cy="582613"/>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4" name="Text Box 14"/>
            <p:cNvSpPr txBox="1">
              <a:spLocks noChangeArrowheads="1"/>
            </p:cNvSpPr>
            <p:nvPr/>
          </p:nvSpPr>
          <p:spPr bwMode="auto">
            <a:xfrm>
              <a:off x="7886277" y="4914165"/>
              <a:ext cx="45720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rgbClr val="006600"/>
                  </a:solidFill>
                  <a:latin typeface="Times New Roman" pitchFamily="18" charset="0"/>
                  <a:ea typeface="宋体" pitchFamily="2" charset="-122"/>
                </a:defRPr>
              </a:lvl1pPr>
              <a:lvl2pPr marL="742950" indent="-285750">
                <a:defRPr sz="2400" b="1">
                  <a:solidFill>
                    <a:srgbClr val="006600"/>
                  </a:solidFill>
                  <a:latin typeface="Times New Roman" pitchFamily="18" charset="0"/>
                  <a:ea typeface="宋体" pitchFamily="2" charset="-122"/>
                </a:defRPr>
              </a:lvl2pPr>
              <a:lvl3pPr marL="1143000" indent="-228600">
                <a:defRPr sz="2400" b="1">
                  <a:solidFill>
                    <a:srgbClr val="006600"/>
                  </a:solidFill>
                  <a:latin typeface="Times New Roman" pitchFamily="18" charset="0"/>
                  <a:ea typeface="宋体" pitchFamily="2" charset="-122"/>
                </a:defRPr>
              </a:lvl3pPr>
              <a:lvl4pPr marL="1600200" indent="-228600">
                <a:defRPr sz="2400" b="1">
                  <a:solidFill>
                    <a:srgbClr val="006600"/>
                  </a:solidFill>
                  <a:latin typeface="Times New Roman" pitchFamily="18" charset="0"/>
                  <a:ea typeface="宋体" pitchFamily="2" charset="-122"/>
                </a:defRPr>
              </a:lvl4pPr>
              <a:lvl5pPr marL="2057400" indent="-228600">
                <a:defRPr sz="2400" b="1">
                  <a:solidFill>
                    <a:srgbClr val="006600"/>
                  </a:solidFill>
                  <a:latin typeface="Times New Roman" pitchFamily="18" charset="0"/>
                  <a:ea typeface="宋体" pitchFamily="2" charset="-122"/>
                </a:defRPr>
              </a:lvl5pPr>
              <a:lvl6pPr marL="25146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6pPr>
              <a:lvl7pPr marL="29718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7pPr>
              <a:lvl8pPr marL="34290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8pPr>
              <a:lvl9pPr marL="3886200" indent="-228600" algn="ctr" eaLnBrk="0" fontAlgn="base" hangingPunct="0">
                <a:spcBef>
                  <a:spcPct val="0"/>
                </a:spcBef>
                <a:spcAft>
                  <a:spcPct val="0"/>
                </a:spcAft>
                <a:defRPr sz="2400" b="1">
                  <a:solidFill>
                    <a:srgbClr val="006600"/>
                  </a:solidFill>
                  <a:latin typeface="Times New Roman" pitchFamily="18" charset="0"/>
                  <a:ea typeface="宋体" pitchFamily="2" charset="-122"/>
                </a:defRPr>
              </a:lvl9pPr>
            </a:lstStyle>
            <a:p>
              <a:pPr algn="l" eaLnBrk="1" hangingPunct="1">
                <a:spcBef>
                  <a:spcPct val="50000"/>
                </a:spcBef>
              </a:pPr>
              <a:r>
                <a:rPr kumimoji="1" lang="en-US" altLang="zh-CN" sz="2000" b="0" i="1" dirty="0">
                  <a:solidFill>
                    <a:srgbClr val="FF0000"/>
                  </a:solidFill>
                </a:rPr>
                <a:t>M</a:t>
              </a:r>
            </a:p>
          </p:txBody>
        </p:sp>
        <p:cxnSp>
          <p:nvCxnSpPr>
            <p:cNvPr id="155" name="直接连接符 154"/>
            <p:cNvCxnSpPr/>
            <p:nvPr/>
          </p:nvCxnSpPr>
          <p:spPr bwMode="auto">
            <a:xfrm flipV="1">
              <a:off x="7583600" y="5094185"/>
              <a:ext cx="273765" cy="435873"/>
            </a:xfrm>
            <a:prstGeom prst="lin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56" name="Line 10"/>
            <p:cNvSpPr>
              <a:spLocks noChangeShapeType="1"/>
            </p:cNvSpPr>
            <p:nvPr/>
          </p:nvSpPr>
          <p:spPr bwMode="auto">
            <a:xfrm rot="5400000">
              <a:off x="7604408" y="5365926"/>
              <a:ext cx="0" cy="85375"/>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7" name="Line 10"/>
            <p:cNvSpPr>
              <a:spLocks noChangeShapeType="1"/>
            </p:cNvSpPr>
            <p:nvPr/>
          </p:nvSpPr>
          <p:spPr bwMode="auto">
            <a:xfrm rot="5400000">
              <a:off x="7671309" y="5128418"/>
              <a:ext cx="0" cy="192091"/>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8" name="Line 10"/>
            <p:cNvSpPr>
              <a:spLocks noChangeShapeType="1"/>
            </p:cNvSpPr>
            <p:nvPr/>
          </p:nvSpPr>
          <p:spPr bwMode="auto">
            <a:xfrm rot="5400000">
              <a:off x="7711924" y="4959169"/>
              <a:ext cx="0" cy="29088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59" name="Line 10"/>
            <p:cNvSpPr>
              <a:spLocks noChangeShapeType="1"/>
            </p:cNvSpPr>
            <p:nvPr/>
          </p:nvSpPr>
          <p:spPr bwMode="auto">
            <a:xfrm rot="5400000" flipH="1" flipV="1">
              <a:off x="7645508" y="5662323"/>
              <a:ext cx="3175" cy="15240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cxnSp>
          <p:nvCxnSpPr>
            <p:cNvPr id="160" name="直接连接符 159"/>
            <p:cNvCxnSpPr/>
            <p:nvPr/>
          </p:nvCxnSpPr>
          <p:spPr bwMode="auto">
            <a:xfrm>
              <a:off x="7583600" y="5529263"/>
              <a:ext cx="273765" cy="435873"/>
            </a:xfrm>
            <a:prstGeom prst="lin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1" name="Line 10"/>
            <p:cNvSpPr>
              <a:spLocks noChangeShapeType="1"/>
            </p:cNvSpPr>
            <p:nvPr/>
          </p:nvSpPr>
          <p:spPr bwMode="auto">
            <a:xfrm rot="5400000" flipH="1" flipV="1">
              <a:off x="7604408" y="5608020"/>
              <a:ext cx="0" cy="85375"/>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62" name="Line 10"/>
            <p:cNvSpPr>
              <a:spLocks noChangeShapeType="1"/>
            </p:cNvSpPr>
            <p:nvPr/>
          </p:nvSpPr>
          <p:spPr bwMode="auto">
            <a:xfrm rot="5400000" flipH="1" flipV="1">
              <a:off x="7671309" y="5738812"/>
              <a:ext cx="0" cy="192091"/>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sp>
          <p:nvSpPr>
            <p:cNvPr id="163" name="Line 10"/>
            <p:cNvSpPr>
              <a:spLocks noChangeShapeType="1"/>
            </p:cNvSpPr>
            <p:nvPr/>
          </p:nvSpPr>
          <p:spPr bwMode="auto">
            <a:xfrm rot="5400000" flipH="1" flipV="1">
              <a:off x="7711924" y="5809272"/>
              <a:ext cx="0" cy="290880"/>
            </a:xfrm>
            <a:prstGeom prst="line">
              <a:avLst/>
            </a:prstGeom>
            <a:noFill/>
            <a:ln w="19050">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2000">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val="10048801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1" grpId="0" autoUpdateAnimBg="0"/>
      <p:bldP spid="119" grpId="0"/>
      <p:bldP spid="12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839416" y="3487785"/>
            <a:ext cx="10153128" cy="2770435"/>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6434" y="884653"/>
            <a:ext cx="2877711"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实验观察与假设</a:t>
            </a:r>
          </a:p>
        </p:txBody>
      </p:sp>
      <p:sp>
        <p:nvSpPr>
          <p:cNvPr id="111" name="Text Box 1032"/>
          <p:cNvSpPr txBox="1">
            <a:spLocks noChangeArrowheads="1"/>
          </p:cNvSpPr>
          <p:nvPr/>
        </p:nvSpPr>
        <p:spPr bwMode="auto">
          <a:xfrm>
            <a:off x="839416" y="1371244"/>
            <a:ext cx="10212704"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为了研究梁横截面上的正应力分布规律，可取一矩形截面等直梁，在表面画些平行于梁轴线的纵线和垂直于梁轴线的横线。在梁的两端施加一对位于梁纵向对称面内的力偶，这样梁上的内力只有弯矩而无剪力，称为</a:t>
            </a:r>
            <a:r>
              <a:rPr kumimoji="1" lang="zh-CN" altLang="en-US" sz="2800" i="0" dirty="0">
                <a:solidFill>
                  <a:srgbClr val="FF00FF"/>
                </a:solidFill>
                <a:latin typeface="+mn-lt"/>
                <a:ea typeface="微软雅黑" panose="020B0503020204020204" pitchFamily="34" charset="-122"/>
              </a:rPr>
              <a:t>纯弯曲梁 </a:t>
            </a:r>
            <a:r>
              <a:rPr kumimoji="1" lang="zh-CN" altLang="en-US" sz="2800" i="0" dirty="0">
                <a:latin typeface="+mn-lt"/>
                <a:ea typeface="微软雅黑" panose="020B0503020204020204" pitchFamily="34" charset="-122"/>
              </a:rPr>
              <a:t>。</a:t>
            </a:r>
            <a:endParaRPr lang="zh-CN" altLang="en-US" sz="2800" i="0" dirty="0">
              <a:latin typeface="+mj-lt"/>
              <a:ea typeface="微软雅黑" panose="020B0503020204020204" pitchFamily="34" charset="-122"/>
            </a:endParaRPr>
          </a:p>
        </p:txBody>
      </p:sp>
      <p:grpSp>
        <p:nvGrpSpPr>
          <p:cNvPr id="112" name="Group 4"/>
          <p:cNvGrpSpPr>
            <a:grpSpLocks/>
          </p:cNvGrpSpPr>
          <p:nvPr/>
        </p:nvGrpSpPr>
        <p:grpSpPr bwMode="auto">
          <a:xfrm>
            <a:off x="7176201" y="5015825"/>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7296851" y="3974425"/>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7106351" y="4291925"/>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8497001" y="3968075"/>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7715951" y="3977600"/>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7715951" y="4120475"/>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7715951" y="4463375"/>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9468551" y="3796625"/>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7554026" y="3606125"/>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7563551" y="4577675"/>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8344601" y="3593425"/>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8344601" y="4558625"/>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7487351" y="4244300"/>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34" name="Text Box 26"/>
          <p:cNvSpPr txBox="1">
            <a:spLocks noChangeAspect="1" noChangeArrowheads="1"/>
          </p:cNvSpPr>
          <p:nvPr/>
        </p:nvSpPr>
        <p:spPr bwMode="auto">
          <a:xfrm>
            <a:off x="8449376" y="42538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35" name="Text Box 27"/>
          <p:cNvSpPr txBox="1">
            <a:spLocks noChangeAspect="1" noChangeArrowheads="1"/>
          </p:cNvSpPr>
          <p:nvPr/>
        </p:nvSpPr>
        <p:spPr bwMode="auto">
          <a:xfrm>
            <a:off x="7465126" y="387441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36" name="Text Box 28"/>
          <p:cNvSpPr txBox="1">
            <a:spLocks noChangeAspect="1" noChangeArrowheads="1"/>
          </p:cNvSpPr>
          <p:nvPr/>
        </p:nvSpPr>
        <p:spPr bwMode="auto">
          <a:xfrm>
            <a:off x="8449376" y="3910925"/>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8368414" y="5287288"/>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7582601" y="5263475"/>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7811201" y="5358725"/>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7638164" y="5749250"/>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7735001" y="48951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7344476" y="58730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8179501" y="4882475"/>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8516051" y="5844500"/>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7466714" y="51745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46" name="Text Box 38"/>
          <p:cNvSpPr txBox="1">
            <a:spLocks noChangeAspect="1" noChangeArrowheads="1"/>
          </p:cNvSpPr>
          <p:nvPr/>
        </p:nvSpPr>
        <p:spPr bwMode="auto">
          <a:xfrm>
            <a:off x="7319076" y="54857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47" name="Text Box 39"/>
          <p:cNvSpPr txBox="1">
            <a:spLocks noChangeAspect="1" noChangeArrowheads="1"/>
          </p:cNvSpPr>
          <p:nvPr/>
        </p:nvSpPr>
        <p:spPr bwMode="auto">
          <a:xfrm>
            <a:off x="8344601" y="51682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d'</a:t>
            </a:r>
          </a:p>
        </p:txBody>
      </p:sp>
      <p:sp>
        <p:nvSpPr>
          <p:cNvPr id="148" name="Text Box 40"/>
          <p:cNvSpPr txBox="1">
            <a:spLocks noChangeAspect="1" noChangeArrowheads="1"/>
          </p:cNvSpPr>
          <p:nvPr/>
        </p:nvSpPr>
        <p:spPr bwMode="auto">
          <a:xfrm>
            <a:off x="8458901" y="5511125"/>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49" name="Arc 41"/>
          <p:cNvSpPr>
            <a:spLocks noChangeAspect="1"/>
          </p:cNvSpPr>
          <p:nvPr/>
        </p:nvSpPr>
        <p:spPr bwMode="auto">
          <a:xfrm rot="4171949" flipH="1" flipV="1">
            <a:off x="7105558" y="5184894"/>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6749164" y="51714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9105014" y="523807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2" name="Arc 44"/>
          <p:cNvSpPr>
            <a:spLocks noChangeAspect="1"/>
          </p:cNvSpPr>
          <p:nvPr/>
        </p:nvSpPr>
        <p:spPr bwMode="auto">
          <a:xfrm rot="17357411" flipV="1">
            <a:off x="8848633" y="5213469"/>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9573326" y="4996775"/>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8838314" y="409031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7085714" y="409031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9063739" y="41220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6742814" y="40887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7673089" y="3469600"/>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7696901" y="4060150"/>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pic>
        <p:nvPicPr>
          <p:cNvPr id="2" name="dh6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979283" y="3610551"/>
            <a:ext cx="3366536" cy="2524902"/>
          </a:xfrm>
          <a:prstGeom prst="rect">
            <a:avLst/>
          </a:prstGeom>
        </p:spPr>
      </p:pic>
    </p:spTree>
    <p:extLst>
      <p:ext uri="{BB962C8B-B14F-4D97-AF65-F5344CB8AC3E}">
        <p14:creationId xmlns:p14="http://schemas.microsoft.com/office/powerpoint/2010/main" val="16968582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6" presetClass="entr" presetSubtype="37"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barn(outVertical)">
                                      <p:cBhvr>
                                        <p:cTn id="15" dur="3000"/>
                                        <p:tgtEl>
                                          <p:spTgt spid="119"/>
                                        </p:tgtEl>
                                      </p:cBhvr>
                                    </p:animEffect>
                                  </p:childTnLst>
                                  <p:subTnLst>
                                    <p:audio>
                                      <p:cMediaNode>
                                        <p:cTn display="0" masterRel="sameClick">
                                          <p:stCondLst>
                                            <p:cond evt="begin" delay="0">
                                              <p:tn val="13"/>
                                            </p:cond>
                                          </p:stCondLst>
                                          <p:endCondLst>
                                            <p:cond evt="onStopAudio" delay="0">
                                              <p:tgtEl>
                                                <p:sldTgt/>
                                              </p:tgtEl>
                                            </p:cond>
                                          </p:endCondLst>
                                        </p:cTn>
                                        <p:tgtEl>
                                          <p:sndTgt r:embed="rId5" name="CAMERA.WAV"/>
                                        </p:tgtEl>
                                      </p:cMediaNode>
                                    </p:audio>
                                  </p:subTnLst>
                                </p:cTn>
                              </p:par>
                              <p:par>
                                <p:cTn id="16" presetID="16" presetClass="entr" presetSubtype="37" fill="hold" grpId="0" nodeType="with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barn(outVertical)">
                                      <p:cBhvr>
                                        <p:cTn id="18" dur="5000"/>
                                        <p:tgtEl>
                                          <p:spTgt spid="120"/>
                                        </p:tgtEl>
                                      </p:cBhvr>
                                    </p:animEffect>
                                  </p:childTnLst>
                                  <p:subTnLst>
                                    <p:audio>
                                      <p:cMediaNode>
                                        <p:cTn display="0" masterRel="sameClick">
                                          <p:stCondLst>
                                            <p:cond evt="begin" delay="0">
                                              <p:tn val="16"/>
                                            </p:cond>
                                          </p:stCondLst>
                                          <p:endCondLst>
                                            <p:cond evt="onStopAudio" delay="0">
                                              <p:tgtEl>
                                                <p:sldTgt/>
                                              </p:tgtEl>
                                            </p:cond>
                                          </p:endCondLst>
                                        </p:cTn>
                                        <p:tgtEl>
                                          <p:sndTgt r:embed="rId6" name="CHIMES.WAV"/>
                                        </p:tgtEl>
                                      </p:cMediaNode>
                                    </p:audio>
                                  </p:subTnLst>
                                </p:cTn>
                              </p:par>
                              <p:par>
                                <p:cTn id="19" presetID="10" presetClass="entr" presetSubtype="0" fill="hold" nodeType="with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fade">
                                      <p:cBhvr>
                                        <p:cTn id="21" dur="5000"/>
                                        <p:tgtEl>
                                          <p:spTgt spid="125"/>
                                        </p:tgtEl>
                                      </p:cBhvr>
                                    </p:animEffect>
                                  </p:childTnLst>
                                  <p:subTnLst>
                                    <p:audio>
                                      <p:cMediaNode>
                                        <p:cTn display="0" masterRel="sameClick">
                                          <p:stCondLst>
                                            <p:cond evt="begin" delay="0">
                                              <p:tn val="19"/>
                                            </p:cond>
                                          </p:stCondLst>
                                          <p:endCondLst>
                                            <p:cond evt="onStopAudio" delay="0">
                                              <p:tgtEl>
                                                <p:sldTgt/>
                                              </p:tgtEl>
                                            </p:cond>
                                          </p:endCondLst>
                                        </p:cTn>
                                        <p:tgtEl>
                                          <p:sndTgt r:embed="rId5"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barn(outHorizontal)">
                                      <p:cBhvr>
                                        <p:cTn id="26" dur="5000"/>
                                        <p:tgtEl>
                                          <p:spTgt spid="122"/>
                                        </p:tgtEl>
                                      </p:cBhvr>
                                    </p:animEffect>
                                  </p:childTnLst>
                                  <p:subTnLst>
                                    <p:audio>
                                      <p:cMediaNode>
                                        <p:cTn display="0" masterRel="sameClick">
                                          <p:stCondLst>
                                            <p:cond evt="begin" delay="0">
                                              <p:tn val="24"/>
                                            </p:cond>
                                          </p:stCondLst>
                                          <p:endCondLst>
                                            <p:cond evt="onStopAudio" delay="0">
                                              <p:tgtEl>
                                                <p:sldTgt/>
                                              </p:tgtEl>
                                            </p:cond>
                                          </p:endCondLst>
                                        </p:cTn>
                                        <p:tgtEl>
                                          <p:sndTgt r:embed="rId6" name="CHIMES.WAV"/>
                                        </p:tgtEl>
                                      </p:cMediaNode>
                                    </p:audio>
                                  </p:subTnLst>
                                </p:cTn>
                              </p:par>
                              <p:par>
                                <p:cTn id="27" presetID="19" presetClass="entr" presetSubtype="10"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anim calcmode="lin" valueType="num">
                                      <p:cBhvr>
                                        <p:cTn id="29" dur="5000" fill="hold"/>
                                        <p:tgtEl>
                                          <p:spTgt spid="165"/>
                                        </p:tgtEl>
                                        <p:attrNameLst>
                                          <p:attrName>ppt_w</p:attrName>
                                        </p:attrNameLst>
                                      </p:cBhvr>
                                      <p:tavLst>
                                        <p:tav tm="0" fmla="#ppt_w*sin(2.5*pi*$)">
                                          <p:val>
                                            <p:fltVal val="0"/>
                                          </p:val>
                                        </p:tav>
                                        <p:tav tm="100000">
                                          <p:val>
                                            <p:fltVal val="1"/>
                                          </p:val>
                                        </p:tav>
                                      </p:tavLst>
                                    </p:anim>
                                    <p:anim calcmode="lin" valueType="num">
                                      <p:cBhvr>
                                        <p:cTn id="30"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6" name="CHIMES.WAV"/>
                                        </p:tgtEl>
                                      </p:cMediaNode>
                                    </p:audio>
                                  </p:subTnLst>
                                </p:cTn>
                              </p:par>
                              <p:par>
                                <p:cTn id="31" presetID="16" presetClass="entr" presetSubtype="42"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barn(outHorizontal)">
                                      <p:cBhvr>
                                        <p:cTn id="33" dur="5000"/>
                                        <p:tgtEl>
                                          <p:spTgt spid="121"/>
                                        </p:tgtEl>
                                      </p:cBhvr>
                                    </p:animEffect>
                                  </p:childTnLst>
                                  <p:subTnLst>
                                    <p:audio>
                                      <p:cMediaNode>
                                        <p:cTn display="0" masterRel="sameClick">
                                          <p:stCondLst>
                                            <p:cond evt="begin" delay="0">
                                              <p:tn val="31"/>
                                            </p:cond>
                                          </p:stCondLst>
                                          <p:endCondLst>
                                            <p:cond evt="onStopAudio" delay="0">
                                              <p:tgtEl>
                                                <p:sldTgt/>
                                              </p:tgtEl>
                                            </p:cond>
                                          </p:endCondLst>
                                        </p:cTn>
                                        <p:tgtEl>
                                          <p:sndTgt r:embed="rId6" name="CHIMES.WAV"/>
                                        </p:tgtEl>
                                      </p:cMediaNode>
                                    </p:audio>
                                  </p:subTnLst>
                                </p:cTn>
                              </p:par>
                            </p:childTnLst>
                          </p:cTn>
                        </p:par>
                        <p:par>
                          <p:cTn id="34" fill="hold">
                            <p:stCondLst>
                              <p:cond delay="5000"/>
                            </p:stCondLst>
                            <p:childTnLst>
                              <p:par>
                                <p:cTn id="35" presetID="17" presetClass="entr" presetSubtype="10" fill="hold" grpId="0" nodeType="afterEffect">
                                  <p:stCondLst>
                                    <p:cond delay="300"/>
                                  </p:stCondLst>
                                  <p:childTnLst>
                                    <p:set>
                                      <p:cBhvr>
                                        <p:cTn id="36" dur="1" fill="hold">
                                          <p:stCondLst>
                                            <p:cond delay="0"/>
                                          </p:stCondLst>
                                        </p:cTn>
                                        <p:tgtEl>
                                          <p:spTgt spid="129"/>
                                        </p:tgtEl>
                                        <p:attrNameLst>
                                          <p:attrName>style.visibility</p:attrName>
                                        </p:attrNameLst>
                                      </p:cBhvr>
                                      <p:to>
                                        <p:strVal val="visible"/>
                                      </p:to>
                                    </p:set>
                                    <p:anim calcmode="lin" valueType="num">
                                      <p:cBhvr>
                                        <p:cTn id="37" dur="2000" fill="hold"/>
                                        <p:tgtEl>
                                          <p:spTgt spid="129"/>
                                        </p:tgtEl>
                                        <p:attrNameLst>
                                          <p:attrName>ppt_w</p:attrName>
                                        </p:attrNameLst>
                                      </p:cBhvr>
                                      <p:tavLst>
                                        <p:tav tm="0">
                                          <p:val>
                                            <p:fltVal val="0"/>
                                          </p:val>
                                        </p:tav>
                                        <p:tav tm="100000">
                                          <p:val>
                                            <p:strVal val="#ppt_w"/>
                                          </p:val>
                                        </p:tav>
                                      </p:tavLst>
                                    </p:anim>
                                    <p:anim calcmode="lin" valueType="num">
                                      <p:cBhvr>
                                        <p:cTn id="38"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par>
                                <p:cTn id="39" presetID="17" presetClass="entr" presetSubtype="10" fill="hold" grpId="0" nodeType="withEffect">
                                  <p:stCondLst>
                                    <p:cond delay="300"/>
                                  </p:stCondLst>
                                  <p:childTnLst>
                                    <p:set>
                                      <p:cBhvr>
                                        <p:cTn id="40" dur="1" fill="hold">
                                          <p:stCondLst>
                                            <p:cond delay="0"/>
                                          </p:stCondLst>
                                        </p:cTn>
                                        <p:tgtEl>
                                          <p:spTgt spid="130"/>
                                        </p:tgtEl>
                                        <p:attrNameLst>
                                          <p:attrName>style.visibility</p:attrName>
                                        </p:attrNameLst>
                                      </p:cBhvr>
                                      <p:to>
                                        <p:strVal val="visible"/>
                                      </p:to>
                                    </p:set>
                                    <p:anim calcmode="lin" valueType="num">
                                      <p:cBhvr>
                                        <p:cTn id="41" dur="2000" fill="hold"/>
                                        <p:tgtEl>
                                          <p:spTgt spid="130"/>
                                        </p:tgtEl>
                                        <p:attrNameLst>
                                          <p:attrName>ppt_w</p:attrName>
                                        </p:attrNameLst>
                                      </p:cBhvr>
                                      <p:tavLst>
                                        <p:tav tm="0">
                                          <p:val>
                                            <p:fltVal val="0"/>
                                          </p:val>
                                        </p:tav>
                                        <p:tav tm="100000">
                                          <p:val>
                                            <p:strVal val="#ppt_w"/>
                                          </p:val>
                                        </p:tav>
                                      </p:tavLst>
                                    </p:anim>
                                    <p:anim calcmode="lin" valueType="num">
                                      <p:cBhvr>
                                        <p:cTn id="42"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6" name="CHIMES.WAV"/>
                                        </p:tgtEl>
                                      </p:cMediaNode>
                                    </p:audio>
                                  </p:subTnLst>
                                </p:cTn>
                              </p:par>
                              <p:par>
                                <p:cTn id="43" presetID="17" presetClass="entr" presetSubtype="10" fill="hold" grpId="0" nodeType="withEffect">
                                  <p:stCondLst>
                                    <p:cond delay="300"/>
                                  </p:stCondLst>
                                  <p:childTnLst>
                                    <p:set>
                                      <p:cBhvr>
                                        <p:cTn id="44" dur="1" fill="hold">
                                          <p:stCondLst>
                                            <p:cond delay="0"/>
                                          </p:stCondLst>
                                        </p:cTn>
                                        <p:tgtEl>
                                          <p:spTgt spid="131"/>
                                        </p:tgtEl>
                                        <p:attrNameLst>
                                          <p:attrName>style.visibility</p:attrName>
                                        </p:attrNameLst>
                                      </p:cBhvr>
                                      <p:to>
                                        <p:strVal val="visible"/>
                                      </p:to>
                                    </p:set>
                                    <p:anim calcmode="lin" valueType="num">
                                      <p:cBhvr>
                                        <p:cTn id="45" dur="2000" fill="hold"/>
                                        <p:tgtEl>
                                          <p:spTgt spid="131"/>
                                        </p:tgtEl>
                                        <p:attrNameLst>
                                          <p:attrName>ppt_w</p:attrName>
                                        </p:attrNameLst>
                                      </p:cBhvr>
                                      <p:tavLst>
                                        <p:tav tm="0">
                                          <p:val>
                                            <p:fltVal val="0"/>
                                          </p:val>
                                        </p:tav>
                                        <p:tav tm="100000">
                                          <p:val>
                                            <p:strVal val="#ppt_w"/>
                                          </p:val>
                                        </p:tav>
                                      </p:tavLst>
                                    </p:anim>
                                    <p:anim calcmode="lin" valueType="num">
                                      <p:cBhvr>
                                        <p:cTn id="46"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6" name="CHIMES.WAV"/>
                                        </p:tgtEl>
                                      </p:cMediaNode>
                                    </p:audio>
                                  </p:subTnLst>
                                </p:cTn>
                              </p:par>
                              <p:par>
                                <p:cTn id="47" presetID="17" presetClass="entr" presetSubtype="10" fill="hold" grpId="0" nodeType="withEffect">
                                  <p:stCondLst>
                                    <p:cond delay="300"/>
                                  </p:stCondLst>
                                  <p:childTnLst>
                                    <p:set>
                                      <p:cBhvr>
                                        <p:cTn id="48" dur="1" fill="hold">
                                          <p:stCondLst>
                                            <p:cond delay="0"/>
                                          </p:stCondLst>
                                        </p:cTn>
                                        <p:tgtEl>
                                          <p:spTgt spid="132"/>
                                        </p:tgtEl>
                                        <p:attrNameLst>
                                          <p:attrName>style.visibility</p:attrName>
                                        </p:attrNameLst>
                                      </p:cBhvr>
                                      <p:to>
                                        <p:strVal val="visible"/>
                                      </p:to>
                                    </p:set>
                                    <p:anim calcmode="lin" valueType="num">
                                      <p:cBhvr>
                                        <p:cTn id="49" dur="2000" fill="hold"/>
                                        <p:tgtEl>
                                          <p:spTgt spid="132"/>
                                        </p:tgtEl>
                                        <p:attrNameLst>
                                          <p:attrName>ppt_w</p:attrName>
                                        </p:attrNameLst>
                                      </p:cBhvr>
                                      <p:tavLst>
                                        <p:tav tm="0">
                                          <p:val>
                                            <p:fltVal val="0"/>
                                          </p:val>
                                        </p:tav>
                                        <p:tav tm="100000">
                                          <p:val>
                                            <p:strVal val="#ppt_w"/>
                                          </p:val>
                                        </p:tav>
                                      </p:tavLst>
                                    </p:anim>
                                    <p:anim calcmode="lin" valueType="num">
                                      <p:cBhvr>
                                        <p:cTn id="50"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6" name="CHIMES.WAV"/>
                                        </p:tgtEl>
                                      </p:cMediaNode>
                                    </p:audio>
                                  </p:subTnLst>
                                </p:cTn>
                              </p:par>
                            </p:childTnLst>
                          </p:cTn>
                        </p:par>
                      </p:childTnLst>
                    </p:cTn>
                  </p:par>
                  <p:par>
                    <p:cTn id="51" fill="hold">
                      <p:stCondLst>
                        <p:cond delay="indefinite"/>
                      </p:stCondLst>
                      <p:childTnLst>
                        <p:par>
                          <p:cTn id="52" fill="hold">
                            <p:stCondLst>
                              <p:cond delay="0"/>
                            </p:stCondLst>
                            <p:childTnLst>
                              <p:par>
                                <p:cTn id="53" presetID="16" presetClass="entr" presetSubtype="37" fill="hold" grpId="0" nodeType="clickEffect">
                                  <p:stCondLst>
                                    <p:cond delay="0"/>
                                  </p:stCondLst>
                                  <p:childTnLst>
                                    <p:set>
                                      <p:cBhvr>
                                        <p:cTn id="54" dur="1" fill="hold">
                                          <p:stCondLst>
                                            <p:cond delay="0"/>
                                          </p:stCondLst>
                                        </p:cTn>
                                        <p:tgtEl>
                                          <p:spTgt spid="124"/>
                                        </p:tgtEl>
                                        <p:attrNameLst>
                                          <p:attrName>style.visibility</p:attrName>
                                        </p:attrNameLst>
                                      </p:cBhvr>
                                      <p:to>
                                        <p:strVal val="visible"/>
                                      </p:to>
                                    </p:set>
                                    <p:animEffect transition="in" filter="barn(outVertical)">
                                      <p:cBhvr>
                                        <p:cTn id="55" dur="5000"/>
                                        <p:tgtEl>
                                          <p:spTgt spid="124"/>
                                        </p:tgtEl>
                                      </p:cBhvr>
                                    </p:animEffect>
                                  </p:childTnLst>
                                  <p:subTnLst>
                                    <p:audio>
                                      <p:cMediaNode>
                                        <p:cTn display="0" masterRel="sameClick">
                                          <p:stCondLst>
                                            <p:cond evt="begin" delay="0">
                                              <p:tn val="53"/>
                                            </p:cond>
                                          </p:stCondLst>
                                          <p:endCondLst>
                                            <p:cond evt="onStopAudio" delay="0">
                                              <p:tgtEl>
                                                <p:sldTgt/>
                                              </p:tgtEl>
                                            </p:cond>
                                          </p:endCondLst>
                                        </p:cTn>
                                        <p:tgtEl>
                                          <p:sndTgt r:embed="rId6"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66"/>
                                        </p:tgtEl>
                                        <p:attrNameLst>
                                          <p:attrName>style.visibility</p:attrName>
                                        </p:attrNameLst>
                                      </p:cBhvr>
                                      <p:to>
                                        <p:strVal val="visible"/>
                                      </p:to>
                                    </p:set>
                                    <p:anim calcmode="lin" valueType="num">
                                      <p:cBhvr>
                                        <p:cTn id="58" dur="5000" fill="hold"/>
                                        <p:tgtEl>
                                          <p:spTgt spid="166"/>
                                        </p:tgtEl>
                                        <p:attrNameLst>
                                          <p:attrName>ppt_w</p:attrName>
                                        </p:attrNameLst>
                                      </p:cBhvr>
                                      <p:tavLst>
                                        <p:tav tm="0" fmla="#ppt_w*sin(2.5*pi*$)">
                                          <p:val>
                                            <p:fltVal val="0"/>
                                          </p:val>
                                        </p:tav>
                                        <p:tav tm="100000">
                                          <p:val>
                                            <p:fltVal val="1"/>
                                          </p:val>
                                        </p:tav>
                                      </p:tavLst>
                                    </p:anim>
                                    <p:anim calcmode="lin" valueType="num">
                                      <p:cBhvr>
                                        <p:cTn id="59"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6" name="CHIMES.WAV"/>
                                        </p:tgtEl>
                                      </p:cMediaNode>
                                    </p:audio>
                                  </p:subTnLst>
                                </p:cTn>
                              </p:par>
                              <p:par>
                                <p:cTn id="60" presetID="16" presetClass="entr" presetSubtype="37" fill="hold" grpId="0" nodeType="withEffect">
                                  <p:stCondLst>
                                    <p:cond delay="0"/>
                                  </p:stCondLst>
                                  <p:childTnLst>
                                    <p:set>
                                      <p:cBhvr>
                                        <p:cTn id="61" dur="1" fill="hold">
                                          <p:stCondLst>
                                            <p:cond delay="0"/>
                                          </p:stCondLst>
                                        </p:cTn>
                                        <p:tgtEl>
                                          <p:spTgt spid="123"/>
                                        </p:tgtEl>
                                        <p:attrNameLst>
                                          <p:attrName>style.visibility</p:attrName>
                                        </p:attrNameLst>
                                      </p:cBhvr>
                                      <p:to>
                                        <p:strVal val="visible"/>
                                      </p:to>
                                    </p:set>
                                    <p:animEffect transition="in" filter="barn(outVertical)">
                                      <p:cBhvr>
                                        <p:cTn id="62" dur="5000"/>
                                        <p:tgtEl>
                                          <p:spTgt spid="123"/>
                                        </p:tgtEl>
                                      </p:cBhvr>
                                    </p:animEffect>
                                  </p:childTnLst>
                                  <p:subTnLst>
                                    <p:audio>
                                      <p:cMediaNode>
                                        <p:cTn display="0" masterRel="sameClick">
                                          <p:stCondLst>
                                            <p:cond evt="begin" delay="0">
                                              <p:tn val="60"/>
                                            </p:cond>
                                          </p:stCondLst>
                                          <p:endCondLst>
                                            <p:cond evt="onStopAudio" delay="0">
                                              <p:tgtEl>
                                                <p:sldTgt/>
                                              </p:tgtEl>
                                            </p:cond>
                                          </p:endCondLst>
                                        </p:cTn>
                                        <p:tgtEl>
                                          <p:sndTgt r:embed="rId6" name="CHIMES.WAV"/>
                                        </p:tgtEl>
                                      </p:cMediaNode>
                                    </p:audio>
                                  </p:subTnLst>
                                </p:cTn>
                              </p:par>
                            </p:childTnLst>
                          </p:cTn>
                        </p:par>
                        <p:par>
                          <p:cTn id="63" fill="hold">
                            <p:stCondLst>
                              <p:cond delay="5000"/>
                            </p:stCondLst>
                            <p:childTnLst>
                              <p:par>
                                <p:cTn id="64" presetID="17" presetClass="entr" presetSubtype="10" fill="hold" grpId="0" nodeType="afterEffect">
                                  <p:stCondLst>
                                    <p:cond delay="300"/>
                                  </p:stCondLst>
                                  <p:childTnLst>
                                    <p:set>
                                      <p:cBhvr>
                                        <p:cTn id="65" dur="1" fill="hold">
                                          <p:stCondLst>
                                            <p:cond delay="0"/>
                                          </p:stCondLst>
                                        </p:cTn>
                                        <p:tgtEl>
                                          <p:spTgt spid="133"/>
                                        </p:tgtEl>
                                        <p:attrNameLst>
                                          <p:attrName>style.visibility</p:attrName>
                                        </p:attrNameLst>
                                      </p:cBhvr>
                                      <p:to>
                                        <p:strVal val="visible"/>
                                      </p:to>
                                    </p:set>
                                    <p:anim calcmode="lin" valueType="num">
                                      <p:cBhvr>
                                        <p:cTn id="66" dur="2000" fill="hold"/>
                                        <p:tgtEl>
                                          <p:spTgt spid="133"/>
                                        </p:tgtEl>
                                        <p:attrNameLst>
                                          <p:attrName>ppt_w</p:attrName>
                                        </p:attrNameLst>
                                      </p:cBhvr>
                                      <p:tavLst>
                                        <p:tav tm="0">
                                          <p:val>
                                            <p:fltVal val="0"/>
                                          </p:val>
                                        </p:tav>
                                        <p:tav tm="100000">
                                          <p:val>
                                            <p:strVal val="#ppt_w"/>
                                          </p:val>
                                        </p:tav>
                                      </p:tavLst>
                                    </p:anim>
                                    <p:anim calcmode="lin" valueType="num">
                                      <p:cBhvr>
                                        <p:cTn id="67"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6" name="CHIMES.WAV"/>
                                        </p:tgtEl>
                                      </p:cMediaNode>
                                    </p:audio>
                                  </p:subTnLst>
                                </p:cTn>
                              </p:par>
                              <p:par>
                                <p:cTn id="68" presetID="17" presetClass="entr" presetSubtype="10" fill="hold" grpId="0" nodeType="withEffect">
                                  <p:stCondLst>
                                    <p:cond delay="300"/>
                                  </p:stCondLst>
                                  <p:childTnLst>
                                    <p:set>
                                      <p:cBhvr>
                                        <p:cTn id="69" dur="1" fill="hold">
                                          <p:stCondLst>
                                            <p:cond delay="0"/>
                                          </p:stCondLst>
                                        </p:cTn>
                                        <p:tgtEl>
                                          <p:spTgt spid="134"/>
                                        </p:tgtEl>
                                        <p:attrNameLst>
                                          <p:attrName>style.visibility</p:attrName>
                                        </p:attrNameLst>
                                      </p:cBhvr>
                                      <p:to>
                                        <p:strVal val="visible"/>
                                      </p:to>
                                    </p:set>
                                    <p:anim calcmode="lin" valueType="num">
                                      <p:cBhvr>
                                        <p:cTn id="70" dur="2000" fill="hold"/>
                                        <p:tgtEl>
                                          <p:spTgt spid="134"/>
                                        </p:tgtEl>
                                        <p:attrNameLst>
                                          <p:attrName>ppt_w</p:attrName>
                                        </p:attrNameLst>
                                      </p:cBhvr>
                                      <p:tavLst>
                                        <p:tav tm="0">
                                          <p:val>
                                            <p:fltVal val="0"/>
                                          </p:val>
                                        </p:tav>
                                        <p:tav tm="100000">
                                          <p:val>
                                            <p:strVal val="#ppt_w"/>
                                          </p:val>
                                        </p:tav>
                                      </p:tavLst>
                                    </p:anim>
                                    <p:anim calcmode="lin" valueType="num">
                                      <p:cBhvr>
                                        <p:cTn id="71"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6" name="CHIMES.WAV"/>
                                        </p:tgtEl>
                                      </p:cMediaNode>
                                    </p:audio>
                                  </p:subTnLst>
                                </p:cTn>
                              </p:par>
                              <p:par>
                                <p:cTn id="72" presetID="17" presetClass="entr" presetSubtype="10" fill="hold" grpId="0" nodeType="withEffect">
                                  <p:stCondLst>
                                    <p:cond delay="300"/>
                                  </p:stCondLst>
                                  <p:childTnLst>
                                    <p:set>
                                      <p:cBhvr>
                                        <p:cTn id="73" dur="1" fill="hold">
                                          <p:stCondLst>
                                            <p:cond delay="0"/>
                                          </p:stCondLst>
                                        </p:cTn>
                                        <p:tgtEl>
                                          <p:spTgt spid="135"/>
                                        </p:tgtEl>
                                        <p:attrNameLst>
                                          <p:attrName>style.visibility</p:attrName>
                                        </p:attrNameLst>
                                      </p:cBhvr>
                                      <p:to>
                                        <p:strVal val="visible"/>
                                      </p:to>
                                    </p:set>
                                    <p:anim calcmode="lin" valueType="num">
                                      <p:cBhvr>
                                        <p:cTn id="74" dur="2000" fill="hold"/>
                                        <p:tgtEl>
                                          <p:spTgt spid="135"/>
                                        </p:tgtEl>
                                        <p:attrNameLst>
                                          <p:attrName>ppt_w</p:attrName>
                                        </p:attrNameLst>
                                      </p:cBhvr>
                                      <p:tavLst>
                                        <p:tav tm="0">
                                          <p:val>
                                            <p:fltVal val="0"/>
                                          </p:val>
                                        </p:tav>
                                        <p:tav tm="100000">
                                          <p:val>
                                            <p:strVal val="#ppt_w"/>
                                          </p:val>
                                        </p:tav>
                                      </p:tavLst>
                                    </p:anim>
                                    <p:anim calcmode="lin" valueType="num">
                                      <p:cBhvr>
                                        <p:cTn id="75"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6" name="CHIMES.WAV"/>
                                        </p:tgtEl>
                                      </p:cMediaNode>
                                    </p:audio>
                                  </p:subTnLst>
                                </p:cTn>
                              </p:par>
                              <p:par>
                                <p:cTn id="76" presetID="17" presetClass="entr" presetSubtype="10" fill="hold" grpId="0" nodeType="withEffect">
                                  <p:stCondLst>
                                    <p:cond delay="300"/>
                                  </p:stCondLst>
                                  <p:childTnLst>
                                    <p:set>
                                      <p:cBhvr>
                                        <p:cTn id="77" dur="1" fill="hold">
                                          <p:stCondLst>
                                            <p:cond delay="0"/>
                                          </p:stCondLst>
                                        </p:cTn>
                                        <p:tgtEl>
                                          <p:spTgt spid="136"/>
                                        </p:tgtEl>
                                        <p:attrNameLst>
                                          <p:attrName>style.visibility</p:attrName>
                                        </p:attrNameLst>
                                      </p:cBhvr>
                                      <p:to>
                                        <p:strVal val="visible"/>
                                      </p:to>
                                    </p:set>
                                    <p:anim calcmode="lin" valueType="num">
                                      <p:cBhvr>
                                        <p:cTn id="78" dur="2000" fill="hold"/>
                                        <p:tgtEl>
                                          <p:spTgt spid="136"/>
                                        </p:tgtEl>
                                        <p:attrNameLst>
                                          <p:attrName>ppt_w</p:attrName>
                                        </p:attrNameLst>
                                      </p:cBhvr>
                                      <p:tavLst>
                                        <p:tav tm="0">
                                          <p:val>
                                            <p:fltVal val="0"/>
                                          </p:val>
                                        </p:tav>
                                        <p:tav tm="100000">
                                          <p:val>
                                            <p:strVal val="#ppt_w"/>
                                          </p:val>
                                        </p:tav>
                                      </p:tavLst>
                                    </p:anim>
                                    <p:anim calcmode="lin" valueType="num">
                                      <p:cBhvr>
                                        <p:cTn id="79"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6" name="CHIMES.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61"/>
                                        </p:tgtEl>
                                        <p:attrNameLst>
                                          <p:attrName>style.visibility</p:attrName>
                                        </p:attrNameLst>
                                      </p:cBhvr>
                                      <p:to>
                                        <p:strVal val="visible"/>
                                      </p:to>
                                    </p:set>
                                    <p:animEffect transition="in" filter="wipe(down)">
                                      <p:cBhvr>
                                        <p:cTn id="84" dur="5000"/>
                                        <p:tgtEl>
                                          <p:spTgt spid="161"/>
                                        </p:tgtEl>
                                      </p:cBhvr>
                                    </p:animEffect>
                                  </p:childTnLst>
                                  <p:subTnLst>
                                    <p:audio>
                                      <p:cMediaNode>
                                        <p:cTn display="0" masterRel="sameClick">
                                          <p:stCondLst>
                                            <p:cond evt="begin" delay="0">
                                              <p:tn val="82"/>
                                            </p:cond>
                                          </p:stCondLst>
                                          <p:endCondLst>
                                            <p:cond evt="onStopAudio" delay="0">
                                              <p:tgtEl>
                                                <p:sldTgt/>
                                              </p:tgtEl>
                                            </p:cond>
                                          </p:endCondLst>
                                        </p:cTn>
                                        <p:tgtEl>
                                          <p:sndTgt r:embed="rId5" name="CAMERA.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wipe(down)">
                                      <p:cBhvr>
                                        <p:cTn id="87" dur="5000"/>
                                        <p:tgtEl>
                                          <p:spTgt spid="162"/>
                                        </p:tgtEl>
                                      </p:cBhvr>
                                    </p:animEffect>
                                  </p:childTnLst>
                                  <p:subTnLst>
                                    <p:audio>
                                      <p:cMediaNode>
                                        <p:cTn display="0" masterRel="sameClick">
                                          <p:stCondLst>
                                            <p:cond evt="begin" delay="0">
                                              <p:tn val="85"/>
                                            </p:cond>
                                          </p:stCondLst>
                                          <p:endCondLst>
                                            <p:cond evt="onStopAudio" delay="0">
                                              <p:tgtEl>
                                                <p:sldTgt/>
                                              </p:tgtEl>
                                            </p:cond>
                                          </p:endCondLst>
                                        </p:cTn>
                                        <p:tgtEl>
                                          <p:sndTgt r:embed="rId5" name="CAMERA.WAV"/>
                                        </p:tgtEl>
                                      </p:cMediaNode>
                                    </p:audio>
                                  </p:subTnLst>
                                </p:cTn>
                              </p:par>
                              <p:par>
                                <p:cTn id="88" presetID="19" presetClass="entr" presetSubtype="10" fill="hold" grpId="0" nodeType="withEffect">
                                  <p:stCondLst>
                                    <p:cond delay="0"/>
                                  </p:stCondLst>
                                  <p:childTnLst>
                                    <p:set>
                                      <p:cBhvr>
                                        <p:cTn id="89" dur="1" fill="hold">
                                          <p:stCondLst>
                                            <p:cond delay="0"/>
                                          </p:stCondLst>
                                        </p:cTn>
                                        <p:tgtEl>
                                          <p:spTgt spid="163"/>
                                        </p:tgtEl>
                                        <p:attrNameLst>
                                          <p:attrName>style.visibility</p:attrName>
                                        </p:attrNameLst>
                                      </p:cBhvr>
                                      <p:to>
                                        <p:strVal val="visible"/>
                                      </p:to>
                                    </p:set>
                                    <p:anim calcmode="lin" valueType="num">
                                      <p:cBhvr>
                                        <p:cTn id="90" dur="5000" fill="hold"/>
                                        <p:tgtEl>
                                          <p:spTgt spid="163"/>
                                        </p:tgtEl>
                                        <p:attrNameLst>
                                          <p:attrName>ppt_w</p:attrName>
                                        </p:attrNameLst>
                                      </p:cBhvr>
                                      <p:tavLst>
                                        <p:tav tm="0" fmla="#ppt_w*sin(2.5*pi*$)">
                                          <p:val>
                                            <p:fltVal val="0"/>
                                          </p:val>
                                        </p:tav>
                                        <p:tav tm="100000">
                                          <p:val>
                                            <p:fltVal val="1"/>
                                          </p:val>
                                        </p:tav>
                                      </p:tavLst>
                                    </p:anim>
                                    <p:anim calcmode="lin" valueType="num">
                                      <p:cBhvr>
                                        <p:cTn id="91"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5" name="CAMERA.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64"/>
                                        </p:tgtEl>
                                        <p:attrNameLst>
                                          <p:attrName>style.visibility</p:attrName>
                                        </p:attrNameLst>
                                      </p:cBhvr>
                                      <p:to>
                                        <p:strVal val="visible"/>
                                      </p:to>
                                    </p:set>
                                    <p:anim calcmode="lin" valueType="num">
                                      <p:cBhvr>
                                        <p:cTn id="94" dur="5000" fill="hold"/>
                                        <p:tgtEl>
                                          <p:spTgt spid="164"/>
                                        </p:tgtEl>
                                        <p:attrNameLst>
                                          <p:attrName>ppt_w</p:attrName>
                                        </p:attrNameLst>
                                      </p:cBhvr>
                                      <p:tavLst>
                                        <p:tav tm="0" fmla="#ppt_w*sin(2.5*pi*$)">
                                          <p:val>
                                            <p:fltVal val="0"/>
                                          </p:val>
                                        </p:tav>
                                        <p:tav tm="100000">
                                          <p:val>
                                            <p:fltVal val="1"/>
                                          </p:val>
                                        </p:tav>
                                      </p:tavLst>
                                    </p:anim>
                                    <p:anim calcmode="lin" valueType="num">
                                      <p:cBhvr>
                                        <p:cTn id="95"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5" name="CAMERA.WAV"/>
                                        </p:tgtEl>
                                      </p:cMediaNode>
                                    </p:audio>
                                  </p:subTnLst>
                                </p:cTn>
                              </p:par>
                            </p:childTnLst>
                          </p:cTn>
                        </p:par>
                        <p:par>
                          <p:cTn id="96" fill="hold">
                            <p:stCondLst>
                              <p:cond delay="5000"/>
                            </p:stCondLst>
                            <p:childTnLst>
                              <p:par>
                                <p:cTn id="97" presetID="17" presetClass="entr" presetSubtype="1" fill="hold" nodeType="afterEffect">
                                  <p:stCondLst>
                                    <p:cond delay="0"/>
                                  </p:stCondLst>
                                  <p:childTnLst>
                                    <p:set>
                                      <p:cBhvr>
                                        <p:cTn id="98" dur="1" fill="hold">
                                          <p:stCondLst>
                                            <p:cond delay="0"/>
                                          </p:stCondLst>
                                        </p:cTn>
                                        <p:tgtEl>
                                          <p:spTgt spid="112"/>
                                        </p:tgtEl>
                                        <p:attrNameLst>
                                          <p:attrName>style.visibility</p:attrName>
                                        </p:attrNameLst>
                                      </p:cBhvr>
                                      <p:to>
                                        <p:strVal val="visible"/>
                                      </p:to>
                                    </p:set>
                                    <p:anim calcmode="lin" valueType="num">
                                      <p:cBhvr>
                                        <p:cTn id="99" dur="500" fill="hold"/>
                                        <p:tgtEl>
                                          <p:spTgt spid="112"/>
                                        </p:tgtEl>
                                        <p:attrNameLst>
                                          <p:attrName>ppt_x</p:attrName>
                                        </p:attrNameLst>
                                      </p:cBhvr>
                                      <p:tavLst>
                                        <p:tav tm="0">
                                          <p:val>
                                            <p:strVal val="#ppt_x"/>
                                          </p:val>
                                        </p:tav>
                                        <p:tav tm="100000">
                                          <p:val>
                                            <p:strVal val="#ppt_x"/>
                                          </p:val>
                                        </p:tav>
                                      </p:tavLst>
                                    </p:anim>
                                    <p:anim calcmode="lin" valueType="num">
                                      <p:cBhvr>
                                        <p:cTn id="100" dur="500" fill="hold"/>
                                        <p:tgtEl>
                                          <p:spTgt spid="112"/>
                                        </p:tgtEl>
                                        <p:attrNameLst>
                                          <p:attrName>ppt_y</p:attrName>
                                        </p:attrNameLst>
                                      </p:cBhvr>
                                      <p:tavLst>
                                        <p:tav tm="0">
                                          <p:val>
                                            <p:strVal val="#ppt_y-#ppt_h/2"/>
                                          </p:val>
                                        </p:tav>
                                        <p:tav tm="100000">
                                          <p:val>
                                            <p:strVal val="#ppt_y"/>
                                          </p:val>
                                        </p:tav>
                                      </p:tavLst>
                                    </p:anim>
                                    <p:anim calcmode="lin" valueType="num">
                                      <p:cBhvr>
                                        <p:cTn id="101" dur="500" fill="hold"/>
                                        <p:tgtEl>
                                          <p:spTgt spid="112"/>
                                        </p:tgtEl>
                                        <p:attrNameLst>
                                          <p:attrName>ppt_w</p:attrName>
                                        </p:attrNameLst>
                                      </p:cBhvr>
                                      <p:tavLst>
                                        <p:tav tm="0">
                                          <p:val>
                                            <p:strVal val="#ppt_w"/>
                                          </p:val>
                                        </p:tav>
                                        <p:tav tm="100000">
                                          <p:val>
                                            <p:strVal val="#ppt_w"/>
                                          </p:val>
                                        </p:tav>
                                      </p:tavLst>
                                    </p:anim>
                                    <p:anim calcmode="lin" valueType="num">
                                      <p:cBhvr>
                                        <p:cTn id="102"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5" name="CAMERA.WAV"/>
                                        </p:tgtEl>
                                      </p:cMediaNode>
                                    </p:audio>
                                  </p:subTnLst>
                                </p:cTn>
                              </p:par>
                              <p:par>
                                <p:cTn id="103" presetID="10" presetClass="entr" presetSubtype="0" fill="hold" nodeType="withEffect">
                                  <p:stCondLst>
                                    <p:cond delay="0"/>
                                  </p:stCondLst>
                                  <p:childTnLst>
                                    <p:set>
                                      <p:cBhvr>
                                        <p:cTn id="104" dur="1" fill="hold">
                                          <p:stCondLst>
                                            <p:cond delay="0"/>
                                          </p:stCondLst>
                                        </p:cTn>
                                        <p:tgtEl>
                                          <p:spTgt spid="153"/>
                                        </p:tgtEl>
                                        <p:attrNameLst>
                                          <p:attrName>style.visibility</p:attrName>
                                        </p:attrNameLst>
                                      </p:cBhvr>
                                      <p:to>
                                        <p:strVal val="visible"/>
                                      </p:to>
                                    </p:set>
                                    <p:animEffect transition="in" filter="fade">
                                      <p:cBhvr>
                                        <p:cTn id="105" dur="2000"/>
                                        <p:tgtEl>
                                          <p:spTgt spid="153"/>
                                        </p:tgtEl>
                                      </p:cBhvr>
                                    </p:animEffect>
                                  </p:childTnLst>
                                  <p:subTnLst>
                                    <p:audio>
                                      <p:cMediaNode>
                                        <p:cTn display="0" masterRel="sameClick">
                                          <p:stCondLst>
                                            <p:cond evt="begin" delay="0">
                                              <p:tn val="103"/>
                                            </p:cond>
                                          </p:stCondLst>
                                          <p:endCondLst>
                                            <p:cond evt="onStopAudio" delay="0">
                                              <p:tgtEl>
                                                <p:sldTgt/>
                                              </p:tgtEl>
                                            </p:cond>
                                          </p:endCondLst>
                                        </p:cTn>
                                        <p:tgtEl>
                                          <p:sndTgt r:embed="rId5" name="CAMERA.WAV"/>
                                        </p:tgtEl>
                                      </p:cMediaNode>
                                    </p:audio>
                                  </p:subTnLst>
                                </p:cTn>
                              </p:par>
                              <p:par>
                                <p:cTn id="106" presetID="22" presetClass="entr" presetSubtype="4" fill="hold" grpId="0" nodeType="withEffect">
                                  <p:stCondLst>
                                    <p:cond delay="0"/>
                                  </p:stCondLst>
                                  <p:childTnLst>
                                    <p:set>
                                      <p:cBhvr>
                                        <p:cTn id="107" dur="1" fill="hold">
                                          <p:stCondLst>
                                            <p:cond delay="0"/>
                                          </p:stCondLst>
                                        </p:cTn>
                                        <p:tgtEl>
                                          <p:spTgt spid="149"/>
                                        </p:tgtEl>
                                        <p:attrNameLst>
                                          <p:attrName>style.visibility</p:attrName>
                                        </p:attrNameLst>
                                      </p:cBhvr>
                                      <p:to>
                                        <p:strVal val="visible"/>
                                      </p:to>
                                    </p:set>
                                    <p:animEffect transition="in" filter="wipe(down)">
                                      <p:cBhvr>
                                        <p:cTn id="108" dur="5000"/>
                                        <p:tgtEl>
                                          <p:spTgt spid="149"/>
                                        </p:tgtEl>
                                      </p:cBhvr>
                                    </p:animEffect>
                                  </p:childTnLst>
                                  <p:subTnLst>
                                    <p:audio>
                                      <p:cMediaNode>
                                        <p:cTn display="0" masterRel="sameClick">
                                          <p:stCondLst>
                                            <p:cond evt="begin" delay="0">
                                              <p:tn val="106"/>
                                            </p:cond>
                                          </p:stCondLst>
                                          <p:endCondLst>
                                            <p:cond evt="onStopAudio" delay="0">
                                              <p:tgtEl>
                                                <p:sldTgt/>
                                              </p:tgtEl>
                                            </p:cond>
                                          </p:endCondLst>
                                        </p:cTn>
                                        <p:tgtEl>
                                          <p:sndTgt r:embed="rId5" name="CAMERA.WAV"/>
                                        </p:tgtEl>
                                      </p:cMediaNode>
                                    </p:audio>
                                  </p:subTnLst>
                                </p:cTn>
                              </p:par>
                              <p:par>
                                <p:cTn id="109" presetID="55" presetClass="exit" presetSubtype="0" fill="hold" grpId="1" nodeType="withEffect">
                                  <p:stCondLst>
                                    <p:cond delay="0"/>
                                  </p:stCondLst>
                                  <p:childTnLst>
                                    <p:anim calcmode="lin" valueType="num">
                                      <p:cBhvr>
                                        <p:cTn id="110" dur="1000"/>
                                        <p:tgtEl>
                                          <p:spTgt spid="162"/>
                                        </p:tgtEl>
                                        <p:attrNameLst>
                                          <p:attrName>ppt_w</p:attrName>
                                        </p:attrNameLst>
                                      </p:cBhvr>
                                      <p:tavLst>
                                        <p:tav tm="0">
                                          <p:val>
                                            <p:strVal val="ppt_w"/>
                                          </p:val>
                                        </p:tav>
                                        <p:tav tm="100000">
                                          <p:val>
                                            <p:strVal val="ppt_w*0.70"/>
                                          </p:val>
                                        </p:tav>
                                      </p:tavLst>
                                    </p:anim>
                                    <p:anim calcmode="lin" valueType="num">
                                      <p:cBhvr>
                                        <p:cTn id="111" dur="1000"/>
                                        <p:tgtEl>
                                          <p:spTgt spid="162"/>
                                        </p:tgtEl>
                                        <p:attrNameLst>
                                          <p:attrName>ppt_h</p:attrName>
                                        </p:attrNameLst>
                                      </p:cBhvr>
                                      <p:tavLst>
                                        <p:tav tm="0">
                                          <p:val>
                                            <p:strVal val="ppt_h"/>
                                          </p:val>
                                        </p:tav>
                                        <p:tav tm="100000">
                                          <p:val>
                                            <p:strVal val="ppt_h"/>
                                          </p:val>
                                        </p:tav>
                                      </p:tavLst>
                                    </p:anim>
                                    <p:animEffect transition="out" filter="fade">
                                      <p:cBhvr>
                                        <p:cTn id="112" dur="1000"/>
                                        <p:tgtEl>
                                          <p:spTgt spid="162"/>
                                        </p:tgtEl>
                                      </p:cBhvr>
                                    </p:animEffect>
                                    <p:set>
                                      <p:cBhvr>
                                        <p:cTn id="113" dur="1" fill="hold">
                                          <p:stCondLst>
                                            <p:cond delay="999"/>
                                          </p:stCondLst>
                                        </p:cTn>
                                        <p:tgtEl>
                                          <p:spTgt spid="162"/>
                                        </p:tgtEl>
                                        <p:attrNameLst>
                                          <p:attrName>style.visibility</p:attrName>
                                        </p:attrNameLst>
                                      </p:cBhvr>
                                      <p:to>
                                        <p:strVal val="hidden"/>
                                      </p:to>
                                    </p:set>
                                  </p:childTnLst>
                                </p:cTn>
                              </p:par>
                              <p:par>
                                <p:cTn id="114" presetID="22" presetClass="entr" presetSubtype="4" fill="hold" grpId="0" nodeType="withEffect">
                                  <p:stCondLst>
                                    <p:cond delay="0"/>
                                  </p:stCondLst>
                                  <p:childTnLst>
                                    <p:set>
                                      <p:cBhvr>
                                        <p:cTn id="115" dur="1" fill="hold">
                                          <p:stCondLst>
                                            <p:cond delay="0"/>
                                          </p:stCondLst>
                                        </p:cTn>
                                        <p:tgtEl>
                                          <p:spTgt spid="152"/>
                                        </p:tgtEl>
                                        <p:attrNameLst>
                                          <p:attrName>style.visibility</p:attrName>
                                        </p:attrNameLst>
                                      </p:cBhvr>
                                      <p:to>
                                        <p:strVal val="visible"/>
                                      </p:to>
                                    </p:set>
                                    <p:animEffect transition="in" filter="wipe(down)">
                                      <p:cBhvr>
                                        <p:cTn id="116" dur="5000"/>
                                        <p:tgtEl>
                                          <p:spTgt spid="152"/>
                                        </p:tgtEl>
                                      </p:cBhvr>
                                    </p:animEffect>
                                  </p:childTnLst>
                                  <p:subTnLst>
                                    <p:audio>
                                      <p:cMediaNode>
                                        <p:cTn display="0" masterRel="sameClick">
                                          <p:stCondLst>
                                            <p:cond evt="begin" delay="0">
                                              <p:tn val="114"/>
                                            </p:cond>
                                          </p:stCondLst>
                                          <p:endCondLst>
                                            <p:cond evt="onStopAudio" delay="0">
                                              <p:tgtEl>
                                                <p:sldTgt/>
                                              </p:tgtEl>
                                            </p:cond>
                                          </p:endCondLst>
                                        </p:cTn>
                                        <p:tgtEl>
                                          <p:sndTgt r:embed="rId5" name="CAMERA.WAV"/>
                                        </p:tgtEl>
                                      </p:cMediaNode>
                                    </p:audio>
                                  </p:subTnLst>
                                </p:cTn>
                              </p:par>
                              <p:par>
                                <p:cTn id="117" presetID="55" presetClass="exit" presetSubtype="0" fill="hold" grpId="1" nodeType="withEffect">
                                  <p:stCondLst>
                                    <p:cond delay="0"/>
                                  </p:stCondLst>
                                  <p:childTnLst>
                                    <p:anim calcmode="lin" valueType="num">
                                      <p:cBhvr>
                                        <p:cTn id="118" dur="1000"/>
                                        <p:tgtEl>
                                          <p:spTgt spid="161"/>
                                        </p:tgtEl>
                                        <p:attrNameLst>
                                          <p:attrName>ppt_w</p:attrName>
                                        </p:attrNameLst>
                                      </p:cBhvr>
                                      <p:tavLst>
                                        <p:tav tm="0">
                                          <p:val>
                                            <p:strVal val="ppt_w"/>
                                          </p:val>
                                        </p:tav>
                                        <p:tav tm="100000">
                                          <p:val>
                                            <p:strVal val="ppt_w*0.70"/>
                                          </p:val>
                                        </p:tav>
                                      </p:tavLst>
                                    </p:anim>
                                    <p:anim calcmode="lin" valueType="num">
                                      <p:cBhvr>
                                        <p:cTn id="119" dur="1000"/>
                                        <p:tgtEl>
                                          <p:spTgt spid="161"/>
                                        </p:tgtEl>
                                        <p:attrNameLst>
                                          <p:attrName>ppt_h</p:attrName>
                                        </p:attrNameLst>
                                      </p:cBhvr>
                                      <p:tavLst>
                                        <p:tav tm="0">
                                          <p:val>
                                            <p:strVal val="ppt_h"/>
                                          </p:val>
                                        </p:tav>
                                        <p:tav tm="100000">
                                          <p:val>
                                            <p:strVal val="ppt_h"/>
                                          </p:val>
                                        </p:tav>
                                      </p:tavLst>
                                    </p:anim>
                                    <p:animEffect transition="out" filter="fade">
                                      <p:cBhvr>
                                        <p:cTn id="120" dur="1000"/>
                                        <p:tgtEl>
                                          <p:spTgt spid="161"/>
                                        </p:tgtEl>
                                      </p:cBhvr>
                                    </p:animEffect>
                                    <p:set>
                                      <p:cBhvr>
                                        <p:cTn id="121" dur="1" fill="hold">
                                          <p:stCondLst>
                                            <p:cond delay="999"/>
                                          </p:stCondLst>
                                        </p:cTn>
                                        <p:tgtEl>
                                          <p:spTgt spid="161"/>
                                        </p:tgtEl>
                                        <p:attrNameLst>
                                          <p:attrName>style.visibility</p:attrName>
                                        </p:attrNameLst>
                                      </p:cBhvr>
                                      <p:to>
                                        <p:strVal val="hidden"/>
                                      </p:to>
                                    </p:set>
                                  </p:childTnLst>
                                </p:cTn>
                              </p:par>
                              <p:par>
                                <p:cTn id="122" presetID="19" presetClass="entr" presetSubtype="10" fill="hold" grpId="0" nodeType="withEffect">
                                  <p:stCondLst>
                                    <p:cond delay="0"/>
                                  </p:stCondLst>
                                  <p:childTnLst>
                                    <p:set>
                                      <p:cBhvr>
                                        <p:cTn id="123" dur="1" fill="hold">
                                          <p:stCondLst>
                                            <p:cond delay="0"/>
                                          </p:stCondLst>
                                        </p:cTn>
                                        <p:tgtEl>
                                          <p:spTgt spid="150"/>
                                        </p:tgtEl>
                                        <p:attrNameLst>
                                          <p:attrName>style.visibility</p:attrName>
                                        </p:attrNameLst>
                                      </p:cBhvr>
                                      <p:to>
                                        <p:strVal val="visible"/>
                                      </p:to>
                                    </p:set>
                                    <p:anim calcmode="lin" valueType="num">
                                      <p:cBhvr>
                                        <p:cTn id="124" dur="5000" fill="hold"/>
                                        <p:tgtEl>
                                          <p:spTgt spid="150"/>
                                        </p:tgtEl>
                                        <p:attrNameLst>
                                          <p:attrName>ppt_w</p:attrName>
                                        </p:attrNameLst>
                                      </p:cBhvr>
                                      <p:tavLst>
                                        <p:tav tm="0" fmla="#ppt_w*sin(2.5*pi*$)">
                                          <p:val>
                                            <p:fltVal val="0"/>
                                          </p:val>
                                        </p:tav>
                                        <p:tav tm="100000">
                                          <p:val>
                                            <p:fltVal val="1"/>
                                          </p:val>
                                        </p:tav>
                                      </p:tavLst>
                                    </p:anim>
                                    <p:anim calcmode="lin" valueType="num">
                                      <p:cBhvr>
                                        <p:cTn id="125"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2"/>
                                            </p:cond>
                                          </p:stCondLst>
                                          <p:endCondLst>
                                            <p:cond evt="onStopAudio" delay="0">
                                              <p:tgtEl>
                                                <p:sldTgt/>
                                              </p:tgtEl>
                                            </p:cond>
                                          </p:endCondLst>
                                        </p:cTn>
                                        <p:tgtEl>
                                          <p:sndTgt r:embed="rId5" name="CAMERA.WAV"/>
                                        </p:tgtEl>
                                      </p:cMediaNode>
                                    </p:audio>
                                  </p:subTnLst>
                                </p:cTn>
                              </p:par>
                              <p:par>
                                <p:cTn id="126" presetID="55" presetClass="exit" presetSubtype="0" fill="hold" grpId="1" nodeType="withEffect">
                                  <p:stCondLst>
                                    <p:cond delay="0"/>
                                  </p:stCondLst>
                                  <p:childTnLst>
                                    <p:anim calcmode="lin" valueType="num">
                                      <p:cBhvr>
                                        <p:cTn id="127" dur="1000"/>
                                        <p:tgtEl>
                                          <p:spTgt spid="163"/>
                                        </p:tgtEl>
                                        <p:attrNameLst>
                                          <p:attrName>ppt_w</p:attrName>
                                        </p:attrNameLst>
                                      </p:cBhvr>
                                      <p:tavLst>
                                        <p:tav tm="0">
                                          <p:val>
                                            <p:strVal val="ppt_w"/>
                                          </p:val>
                                        </p:tav>
                                        <p:tav tm="100000">
                                          <p:val>
                                            <p:strVal val="ppt_w*0.70"/>
                                          </p:val>
                                        </p:tav>
                                      </p:tavLst>
                                    </p:anim>
                                    <p:anim calcmode="lin" valueType="num">
                                      <p:cBhvr>
                                        <p:cTn id="128" dur="1000"/>
                                        <p:tgtEl>
                                          <p:spTgt spid="163"/>
                                        </p:tgtEl>
                                        <p:attrNameLst>
                                          <p:attrName>ppt_h</p:attrName>
                                        </p:attrNameLst>
                                      </p:cBhvr>
                                      <p:tavLst>
                                        <p:tav tm="0">
                                          <p:val>
                                            <p:strVal val="ppt_h"/>
                                          </p:val>
                                        </p:tav>
                                        <p:tav tm="100000">
                                          <p:val>
                                            <p:strVal val="ppt_h"/>
                                          </p:val>
                                        </p:tav>
                                      </p:tavLst>
                                    </p:anim>
                                    <p:animEffect transition="out" filter="fade">
                                      <p:cBhvr>
                                        <p:cTn id="129" dur="1000"/>
                                        <p:tgtEl>
                                          <p:spTgt spid="163"/>
                                        </p:tgtEl>
                                      </p:cBhvr>
                                    </p:animEffect>
                                    <p:set>
                                      <p:cBhvr>
                                        <p:cTn id="130" dur="1" fill="hold">
                                          <p:stCondLst>
                                            <p:cond delay="999"/>
                                          </p:stCondLst>
                                        </p:cTn>
                                        <p:tgtEl>
                                          <p:spTgt spid="163"/>
                                        </p:tgtEl>
                                        <p:attrNameLst>
                                          <p:attrName>style.visibility</p:attrName>
                                        </p:attrNameLst>
                                      </p:cBhvr>
                                      <p:to>
                                        <p:strVal val="hidden"/>
                                      </p:to>
                                    </p:set>
                                  </p:childTnLst>
                                </p:cTn>
                              </p:par>
                              <p:par>
                                <p:cTn id="131" presetID="19" presetClass="entr" presetSubtype="10" fill="hold" grpId="0" nodeType="withEffect">
                                  <p:stCondLst>
                                    <p:cond delay="0"/>
                                  </p:stCondLst>
                                  <p:childTnLst>
                                    <p:set>
                                      <p:cBhvr>
                                        <p:cTn id="132" dur="1" fill="hold">
                                          <p:stCondLst>
                                            <p:cond delay="0"/>
                                          </p:stCondLst>
                                        </p:cTn>
                                        <p:tgtEl>
                                          <p:spTgt spid="151"/>
                                        </p:tgtEl>
                                        <p:attrNameLst>
                                          <p:attrName>style.visibility</p:attrName>
                                        </p:attrNameLst>
                                      </p:cBhvr>
                                      <p:to>
                                        <p:strVal val="visible"/>
                                      </p:to>
                                    </p:set>
                                    <p:anim calcmode="lin" valueType="num">
                                      <p:cBhvr>
                                        <p:cTn id="133" dur="5000" fill="hold"/>
                                        <p:tgtEl>
                                          <p:spTgt spid="151"/>
                                        </p:tgtEl>
                                        <p:attrNameLst>
                                          <p:attrName>ppt_w</p:attrName>
                                        </p:attrNameLst>
                                      </p:cBhvr>
                                      <p:tavLst>
                                        <p:tav tm="0" fmla="#ppt_w*sin(2.5*pi*$)">
                                          <p:val>
                                            <p:fltVal val="0"/>
                                          </p:val>
                                        </p:tav>
                                        <p:tav tm="100000">
                                          <p:val>
                                            <p:fltVal val="1"/>
                                          </p:val>
                                        </p:tav>
                                      </p:tavLst>
                                    </p:anim>
                                    <p:anim calcmode="lin" valueType="num">
                                      <p:cBhvr>
                                        <p:cTn id="13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1"/>
                                            </p:cond>
                                          </p:stCondLst>
                                          <p:endCondLst>
                                            <p:cond evt="onStopAudio" delay="0">
                                              <p:tgtEl>
                                                <p:sldTgt/>
                                              </p:tgtEl>
                                            </p:cond>
                                          </p:endCondLst>
                                        </p:cTn>
                                        <p:tgtEl>
                                          <p:sndTgt r:embed="rId5" name="CAMERA.WAV"/>
                                        </p:tgtEl>
                                      </p:cMediaNode>
                                    </p:audio>
                                  </p:subTnLst>
                                </p:cTn>
                              </p:par>
                              <p:par>
                                <p:cTn id="135" presetID="55" presetClass="exit" presetSubtype="0" fill="hold" grpId="1" nodeType="withEffect">
                                  <p:stCondLst>
                                    <p:cond delay="0"/>
                                  </p:stCondLst>
                                  <p:childTnLst>
                                    <p:anim calcmode="lin" valueType="num">
                                      <p:cBhvr>
                                        <p:cTn id="136" dur="1000"/>
                                        <p:tgtEl>
                                          <p:spTgt spid="164"/>
                                        </p:tgtEl>
                                        <p:attrNameLst>
                                          <p:attrName>ppt_w</p:attrName>
                                        </p:attrNameLst>
                                      </p:cBhvr>
                                      <p:tavLst>
                                        <p:tav tm="0">
                                          <p:val>
                                            <p:strVal val="ppt_w"/>
                                          </p:val>
                                        </p:tav>
                                        <p:tav tm="100000">
                                          <p:val>
                                            <p:strVal val="ppt_w*0.70"/>
                                          </p:val>
                                        </p:tav>
                                      </p:tavLst>
                                    </p:anim>
                                    <p:anim calcmode="lin" valueType="num">
                                      <p:cBhvr>
                                        <p:cTn id="137" dur="1000"/>
                                        <p:tgtEl>
                                          <p:spTgt spid="164"/>
                                        </p:tgtEl>
                                        <p:attrNameLst>
                                          <p:attrName>ppt_h</p:attrName>
                                        </p:attrNameLst>
                                      </p:cBhvr>
                                      <p:tavLst>
                                        <p:tav tm="0">
                                          <p:val>
                                            <p:strVal val="ppt_h"/>
                                          </p:val>
                                        </p:tav>
                                        <p:tav tm="100000">
                                          <p:val>
                                            <p:strVal val="ppt_h"/>
                                          </p:val>
                                        </p:tav>
                                      </p:tavLst>
                                    </p:anim>
                                    <p:animEffect transition="out" filter="fade">
                                      <p:cBhvr>
                                        <p:cTn id="138" dur="1000"/>
                                        <p:tgtEl>
                                          <p:spTgt spid="164"/>
                                        </p:tgtEl>
                                      </p:cBhvr>
                                    </p:animEffect>
                                    <p:set>
                                      <p:cBhvr>
                                        <p:cTn id="139" dur="1" fill="hold">
                                          <p:stCondLst>
                                            <p:cond delay="999"/>
                                          </p:stCondLst>
                                        </p:cTn>
                                        <p:tgtEl>
                                          <p:spTgt spid="164"/>
                                        </p:tgtEl>
                                        <p:attrNameLst>
                                          <p:attrName>style.visibility</p:attrName>
                                        </p:attrNameLst>
                                      </p:cBhvr>
                                      <p:to>
                                        <p:strVal val="hidden"/>
                                      </p:to>
                                    </p:set>
                                  </p:childTnLst>
                                </p:cTn>
                              </p:par>
                              <p:par>
                                <p:cTn id="140" presetID="18" presetClass="entr" presetSubtype="12" fill="hold" grpId="0" nodeType="withEffect">
                                  <p:stCondLst>
                                    <p:cond delay="0"/>
                                  </p:stCondLst>
                                  <p:childTnLst>
                                    <p:set>
                                      <p:cBhvr>
                                        <p:cTn id="141" dur="1" fill="hold">
                                          <p:stCondLst>
                                            <p:cond delay="0"/>
                                          </p:stCondLst>
                                        </p:cTn>
                                        <p:tgtEl>
                                          <p:spTgt spid="138"/>
                                        </p:tgtEl>
                                        <p:attrNameLst>
                                          <p:attrName>style.visibility</p:attrName>
                                        </p:attrNameLst>
                                      </p:cBhvr>
                                      <p:to>
                                        <p:strVal val="visible"/>
                                      </p:to>
                                    </p:set>
                                    <p:animEffect transition="in" filter="strips(downLeft)">
                                      <p:cBhvr>
                                        <p:cTn id="142" dur="5000"/>
                                        <p:tgtEl>
                                          <p:spTgt spid="138"/>
                                        </p:tgtEl>
                                      </p:cBhvr>
                                    </p:animEffect>
                                  </p:childTnLst>
                                  <p:subTnLst>
                                    <p:audio>
                                      <p:cMediaNode>
                                        <p:cTn display="0" masterRel="sameClick">
                                          <p:stCondLst>
                                            <p:cond evt="begin" delay="0">
                                              <p:tn val="140"/>
                                            </p:cond>
                                          </p:stCondLst>
                                          <p:endCondLst>
                                            <p:cond evt="onStopAudio" delay="0">
                                              <p:tgtEl>
                                                <p:sldTgt/>
                                              </p:tgtEl>
                                            </p:cond>
                                          </p:endCondLst>
                                        </p:cTn>
                                        <p:tgtEl>
                                          <p:sndTgt r:embed="rId6" name="CHIMES.WAV"/>
                                        </p:tgtEl>
                                      </p:cMediaNode>
                                    </p:audio>
                                  </p:subTnLst>
                                </p:cTn>
                              </p:par>
                              <p:par>
                                <p:cTn id="143" presetID="18" presetClass="entr" presetSubtype="6" fill="hold" grpId="0" nodeType="withEffect">
                                  <p:stCondLst>
                                    <p:cond delay="0"/>
                                  </p:stCondLst>
                                  <p:childTnLst>
                                    <p:set>
                                      <p:cBhvr>
                                        <p:cTn id="144" dur="1" fill="hold">
                                          <p:stCondLst>
                                            <p:cond delay="0"/>
                                          </p:stCondLst>
                                        </p:cTn>
                                        <p:tgtEl>
                                          <p:spTgt spid="137"/>
                                        </p:tgtEl>
                                        <p:attrNameLst>
                                          <p:attrName>style.visibility</p:attrName>
                                        </p:attrNameLst>
                                      </p:cBhvr>
                                      <p:to>
                                        <p:strVal val="visible"/>
                                      </p:to>
                                    </p:set>
                                    <p:animEffect transition="in" filter="strips(downRight)">
                                      <p:cBhvr>
                                        <p:cTn id="145" dur="5000"/>
                                        <p:tgtEl>
                                          <p:spTgt spid="137"/>
                                        </p:tgtEl>
                                      </p:cBhvr>
                                    </p:animEffect>
                                  </p:childTnLst>
                                  <p:subTnLst>
                                    <p:audio>
                                      <p:cMediaNode>
                                        <p:cTn display="0" masterRel="sameClick">
                                          <p:stCondLst>
                                            <p:cond evt="begin" delay="0">
                                              <p:tn val="143"/>
                                            </p:cond>
                                          </p:stCondLst>
                                          <p:endCondLst>
                                            <p:cond evt="onStopAudio" delay="0">
                                              <p:tgtEl>
                                                <p:sldTgt/>
                                              </p:tgtEl>
                                            </p:cond>
                                          </p:endCondLst>
                                        </p:cTn>
                                        <p:tgtEl>
                                          <p:sndTgt r:embed="rId6" name="CHIMES.WAV"/>
                                        </p:tgtEl>
                                      </p:cMediaNode>
                                    </p:audio>
                                  </p:subTnLst>
                                </p:cTn>
                              </p:par>
                              <p:par>
                                <p:cTn id="146" presetID="16" presetClass="entr" presetSubtype="37" fill="hold" grpId="0" nodeType="withEffect">
                                  <p:stCondLst>
                                    <p:cond delay="0"/>
                                  </p:stCondLst>
                                  <p:childTnLst>
                                    <p:set>
                                      <p:cBhvr>
                                        <p:cTn id="147" dur="1" fill="hold">
                                          <p:stCondLst>
                                            <p:cond delay="0"/>
                                          </p:stCondLst>
                                        </p:cTn>
                                        <p:tgtEl>
                                          <p:spTgt spid="140"/>
                                        </p:tgtEl>
                                        <p:attrNameLst>
                                          <p:attrName>style.visibility</p:attrName>
                                        </p:attrNameLst>
                                      </p:cBhvr>
                                      <p:to>
                                        <p:strVal val="visible"/>
                                      </p:to>
                                    </p:set>
                                    <p:animEffect transition="in" filter="barn(outVertical)">
                                      <p:cBhvr>
                                        <p:cTn id="148" dur="5000"/>
                                        <p:tgtEl>
                                          <p:spTgt spid="140"/>
                                        </p:tgtEl>
                                      </p:cBhvr>
                                    </p:animEffect>
                                  </p:childTnLst>
                                  <p:subTnLst>
                                    <p:audio>
                                      <p:cMediaNode>
                                        <p:cTn display="0" masterRel="sameClick">
                                          <p:stCondLst>
                                            <p:cond evt="begin" delay="0">
                                              <p:tn val="146"/>
                                            </p:cond>
                                          </p:stCondLst>
                                          <p:endCondLst>
                                            <p:cond evt="onStopAudio" delay="0">
                                              <p:tgtEl>
                                                <p:sldTgt/>
                                              </p:tgtEl>
                                            </p:cond>
                                          </p:endCondLst>
                                        </p:cTn>
                                        <p:tgtEl>
                                          <p:sndTgt r:embed="rId6" name="CHIMES.WAV"/>
                                        </p:tgtEl>
                                      </p:cMediaNode>
                                    </p:audio>
                                  </p:subTnLst>
                                </p:cTn>
                              </p:par>
                              <p:par>
                                <p:cTn id="149" presetID="16" presetClass="entr" presetSubtype="37" fill="hold" grpId="0" nodeType="withEffect">
                                  <p:stCondLst>
                                    <p:cond delay="0"/>
                                  </p:stCondLst>
                                  <p:childTnLst>
                                    <p:set>
                                      <p:cBhvr>
                                        <p:cTn id="150" dur="1" fill="hold">
                                          <p:stCondLst>
                                            <p:cond delay="0"/>
                                          </p:stCondLst>
                                        </p:cTn>
                                        <p:tgtEl>
                                          <p:spTgt spid="139"/>
                                        </p:tgtEl>
                                        <p:attrNameLst>
                                          <p:attrName>style.visibility</p:attrName>
                                        </p:attrNameLst>
                                      </p:cBhvr>
                                      <p:to>
                                        <p:strVal val="visible"/>
                                      </p:to>
                                    </p:set>
                                    <p:animEffect transition="in" filter="barn(outVertical)">
                                      <p:cBhvr>
                                        <p:cTn id="151" dur="5000"/>
                                        <p:tgtEl>
                                          <p:spTgt spid="139"/>
                                        </p:tgtEl>
                                      </p:cBhvr>
                                    </p:animEffect>
                                  </p:childTnLst>
                                  <p:subTnLst>
                                    <p:audio>
                                      <p:cMediaNode>
                                        <p:cTn display="0" masterRel="sameClick">
                                          <p:stCondLst>
                                            <p:cond evt="begin" delay="0">
                                              <p:tn val="149"/>
                                            </p:cond>
                                          </p:stCondLst>
                                          <p:endCondLst>
                                            <p:cond evt="onStopAudio" delay="0">
                                              <p:tgtEl>
                                                <p:sldTgt/>
                                              </p:tgtEl>
                                            </p:cond>
                                          </p:endCondLst>
                                        </p:cTn>
                                        <p:tgtEl>
                                          <p:sndTgt r:embed="rId6" name="CHIMES.WAV"/>
                                        </p:tgtEl>
                                      </p:cMediaNode>
                                    </p:audio>
                                  </p:subTnLst>
                                </p:cTn>
                              </p:par>
                            </p:childTnLst>
                          </p:cTn>
                        </p:par>
                        <p:par>
                          <p:cTn id="152" fill="hold">
                            <p:stCondLst>
                              <p:cond delay="10000"/>
                            </p:stCondLst>
                            <p:childTnLst>
                              <p:par>
                                <p:cTn id="153" presetID="20" presetClass="entr" presetSubtype="0" fill="hold" grpId="0" nodeType="afterEffect">
                                  <p:stCondLst>
                                    <p:cond delay="300"/>
                                  </p:stCondLst>
                                  <p:childTnLst>
                                    <p:set>
                                      <p:cBhvr>
                                        <p:cTn id="154" dur="1" fill="hold">
                                          <p:stCondLst>
                                            <p:cond delay="0"/>
                                          </p:stCondLst>
                                        </p:cTn>
                                        <p:tgtEl>
                                          <p:spTgt spid="141"/>
                                        </p:tgtEl>
                                        <p:attrNameLst>
                                          <p:attrName>style.visibility</p:attrName>
                                        </p:attrNameLst>
                                      </p:cBhvr>
                                      <p:to>
                                        <p:strVal val="visible"/>
                                      </p:to>
                                    </p:set>
                                    <p:animEffect transition="in" filter="wedge">
                                      <p:cBhvr>
                                        <p:cTn id="155" dur="2000"/>
                                        <p:tgtEl>
                                          <p:spTgt spid="141"/>
                                        </p:tgtEl>
                                      </p:cBhvr>
                                    </p:animEffect>
                                  </p:childTnLst>
                                  <p:subTnLst>
                                    <p:audio>
                                      <p:cMediaNode>
                                        <p:cTn display="0" masterRel="sameClick">
                                          <p:stCondLst>
                                            <p:cond evt="begin" delay="0">
                                              <p:tn val="153"/>
                                            </p:cond>
                                          </p:stCondLst>
                                          <p:endCondLst>
                                            <p:cond evt="onStopAudio" delay="0">
                                              <p:tgtEl>
                                                <p:sldTgt/>
                                              </p:tgtEl>
                                            </p:cond>
                                          </p:endCondLst>
                                        </p:cTn>
                                        <p:tgtEl>
                                          <p:sndTgt r:embed="rId6"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2"/>
                                        </p:tgtEl>
                                        <p:attrNameLst>
                                          <p:attrName>style.visibility</p:attrName>
                                        </p:attrNameLst>
                                      </p:cBhvr>
                                      <p:to>
                                        <p:strVal val="visible"/>
                                      </p:to>
                                    </p:set>
                                    <p:animEffect transition="in" filter="wedge">
                                      <p:cBhvr>
                                        <p:cTn id="158" dur="2000"/>
                                        <p:tgtEl>
                                          <p:spTgt spid="142"/>
                                        </p:tgtEl>
                                      </p:cBhvr>
                                    </p:animEffect>
                                  </p:childTnLst>
                                  <p:subTnLst>
                                    <p:audio>
                                      <p:cMediaNode>
                                        <p:cTn display="0" masterRel="sameClick">
                                          <p:stCondLst>
                                            <p:cond evt="begin" delay="0">
                                              <p:tn val="156"/>
                                            </p:cond>
                                          </p:stCondLst>
                                          <p:endCondLst>
                                            <p:cond evt="onStopAudio" delay="0">
                                              <p:tgtEl>
                                                <p:sldTgt/>
                                              </p:tgtEl>
                                            </p:cond>
                                          </p:endCondLst>
                                        </p:cTn>
                                        <p:tgtEl>
                                          <p:sndTgt r:embed="rId6" name="CHIMES.WAV"/>
                                        </p:tgtEl>
                                      </p:cMediaNode>
                                    </p:audio>
                                  </p:subTnLst>
                                </p:cTn>
                              </p:par>
                              <p:par>
                                <p:cTn id="159" presetID="20" presetClass="entr" presetSubtype="0" fill="hold" grpId="0" nodeType="withEffect">
                                  <p:stCondLst>
                                    <p:cond delay="300"/>
                                  </p:stCondLst>
                                  <p:childTnLst>
                                    <p:set>
                                      <p:cBhvr>
                                        <p:cTn id="160" dur="1" fill="hold">
                                          <p:stCondLst>
                                            <p:cond delay="0"/>
                                          </p:stCondLst>
                                        </p:cTn>
                                        <p:tgtEl>
                                          <p:spTgt spid="143"/>
                                        </p:tgtEl>
                                        <p:attrNameLst>
                                          <p:attrName>style.visibility</p:attrName>
                                        </p:attrNameLst>
                                      </p:cBhvr>
                                      <p:to>
                                        <p:strVal val="visible"/>
                                      </p:to>
                                    </p:set>
                                    <p:animEffect transition="in" filter="wedge">
                                      <p:cBhvr>
                                        <p:cTn id="161" dur="2000"/>
                                        <p:tgtEl>
                                          <p:spTgt spid="143"/>
                                        </p:tgtEl>
                                      </p:cBhvr>
                                    </p:animEffect>
                                  </p:childTnLst>
                                  <p:subTnLst>
                                    <p:audio>
                                      <p:cMediaNode>
                                        <p:cTn display="0" masterRel="sameClick">
                                          <p:stCondLst>
                                            <p:cond evt="begin" delay="0">
                                              <p:tn val="159"/>
                                            </p:cond>
                                          </p:stCondLst>
                                          <p:endCondLst>
                                            <p:cond evt="onStopAudio" delay="0">
                                              <p:tgtEl>
                                                <p:sldTgt/>
                                              </p:tgtEl>
                                            </p:cond>
                                          </p:endCondLst>
                                        </p:cTn>
                                        <p:tgtEl>
                                          <p:sndTgt r:embed="rId6" name="CHIMES.WAV"/>
                                        </p:tgtEl>
                                      </p:cMediaNode>
                                    </p:audio>
                                  </p:subTnLst>
                                </p:cTn>
                              </p:par>
                              <p:par>
                                <p:cTn id="162" presetID="20" presetClass="entr" presetSubtype="0" fill="hold" grpId="0" nodeType="withEffect">
                                  <p:stCondLst>
                                    <p:cond delay="300"/>
                                  </p:stCondLst>
                                  <p:childTnLst>
                                    <p:set>
                                      <p:cBhvr>
                                        <p:cTn id="163" dur="1" fill="hold">
                                          <p:stCondLst>
                                            <p:cond delay="0"/>
                                          </p:stCondLst>
                                        </p:cTn>
                                        <p:tgtEl>
                                          <p:spTgt spid="144"/>
                                        </p:tgtEl>
                                        <p:attrNameLst>
                                          <p:attrName>style.visibility</p:attrName>
                                        </p:attrNameLst>
                                      </p:cBhvr>
                                      <p:to>
                                        <p:strVal val="visible"/>
                                      </p:to>
                                    </p:set>
                                    <p:animEffect transition="in" filter="wedge">
                                      <p:cBhvr>
                                        <p:cTn id="164" dur="2000"/>
                                        <p:tgtEl>
                                          <p:spTgt spid="144"/>
                                        </p:tgtEl>
                                      </p:cBhvr>
                                    </p:animEffect>
                                  </p:childTnLst>
                                  <p:subTnLst>
                                    <p:audio>
                                      <p:cMediaNode>
                                        <p:cTn display="0" masterRel="sameClick">
                                          <p:stCondLst>
                                            <p:cond evt="begin" delay="0">
                                              <p:tn val="162"/>
                                            </p:cond>
                                          </p:stCondLst>
                                          <p:endCondLst>
                                            <p:cond evt="onStopAudio" delay="0">
                                              <p:tgtEl>
                                                <p:sldTgt/>
                                              </p:tgtEl>
                                            </p:cond>
                                          </p:endCondLst>
                                        </p:cTn>
                                        <p:tgtEl>
                                          <p:sndTgt r:embed="rId6" name="CHIMES.WAV"/>
                                        </p:tgtEl>
                                      </p:cMediaNode>
                                    </p:audio>
                                  </p:subTnLst>
                                </p:cTn>
                              </p:par>
                            </p:childTnLst>
                          </p:cTn>
                        </p:par>
                        <p:par>
                          <p:cTn id="165" fill="hold">
                            <p:stCondLst>
                              <p:cond delay="12300"/>
                            </p:stCondLst>
                            <p:childTnLst>
                              <p:par>
                                <p:cTn id="166" presetID="20" presetClass="entr" presetSubtype="0" fill="hold" grpId="0" nodeType="afterEffect">
                                  <p:stCondLst>
                                    <p:cond delay="300"/>
                                  </p:stCondLst>
                                  <p:childTnLst>
                                    <p:set>
                                      <p:cBhvr>
                                        <p:cTn id="167" dur="1" fill="hold">
                                          <p:stCondLst>
                                            <p:cond delay="0"/>
                                          </p:stCondLst>
                                        </p:cTn>
                                        <p:tgtEl>
                                          <p:spTgt spid="146"/>
                                        </p:tgtEl>
                                        <p:attrNameLst>
                                          <p:attrName>style.visibility</p:attrName>
                                        </p:attrNameLst>
                                      </p:cBhvr>
                                      <p:to>
                                        <p:strVal val="visible"/>
                                      </p:to>
                                    </p:set>
                                    <p:animEffect transition="in" filter="wedge">
                                      <p:cBhvr>
                                        <p:cTn id="168" dur="2000"/>
                                        <p:tgtEl>
                                          <p:spTgt spid="146"/>
                                        </p:tgtEl>
                                      </p:cBhvr>
                                    </p:animEffect>
                                  </p:childTnLst>
                                  <p:subTnLst>
                                    <p:audio>
                                      <p:cMediaNode>
                                        <p:cTn display="0" masterRel="sameClick">
                                          <p:stCondLst>
                                            <p:cond evt="begin" delay="0">
                                              <p:tn val="166"/>
                                            </p:cond>
                                          </p:stCondLst>
                                          <p:endCondLst>
                                            <p:cond evt="onStopAudio" delay="0">
                                              <p:tgtEl>
                                                <p:sldTgt/>
                                              </p:tgtEl>
                                            </p:cond>
                                          </p:endCondLst>
                                        </p:cTn>
                                        <p:tgtEl>
                                          <p:sndTgt r:embed="rId6"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8"/>
                                        </p:tgtEl>
                                        <p:attrNameLst>
                                          <p:attrName>style.visibility</p:attrName>
                                        </p:attrNameLst>
                                      </p:cBhvr>
                                      <p:to>
                                        <p:strVal val="visible"/>
                                      </p:to>
                                    </p:set>
                                    <p:animEffect transition="in" filter="wedge">
                                      <p:cBhvr>
                                        <p:cTn id="171" dur="2000"/>
                                        <p:tgtEl>
                                          <p:spTgt spid="148"/>
                                        </p:tgtEl>
                                      </p:cBhvr>
                                    </p:animEffect>
                                  </p:childTnLst>
                                  <p:subTnLst>
                                    <p:audio>
                                      <p:cMediaNode>
                                        <p:cTn display="0" masterRel="sameClick">
                                          <p:stCondLst>
                                            <p:cond evt="begin" delay="0">
                                              <p:tn val="169"/>
                                            </p:cond>
                                          </p:stCondLst>
                                          <p:endCondLst>
                                            <p:cond evt="onStopAudio" delay="0">
                                              <p:tgtEl>
                                                <p:sldTgt/>
                                              </p:tgtEl>
                                            </p:cond>
                                          </p:endCondLst>
                                        </p:cTn>
                                        <p:tgtEl>
                                          <p:sndTgt r:embed="rId6" name="CHIMES.WAV"/>
                                        </p:tgtEl>
                                      </p:cMediaNode>
                                    </p:audio>
                                  </p:subTnLst>
                                </p:cTn>
                              </p:par>
                              <p:par>
                                <p:cTn id="172" presetID="20" presetClass="entr" presetSubtype="0" fill="hold" grpId="0" nodeType="withEffect">
                                  <p:stCondLst>
                                    <p:cond delay="300"/>
                                  </p:stCondLst>
                                  <p:childTnLst>
                                    <p:set>
                                      <p:cBhvr>
                                        <p:cTn id="173" dur="1" fill="hold">
                                          <p:stCondLst>
                                            <p:cond delay="0"/>
                                          </p:stCondLst>
                                        </p:cTn>
                                        <p:tgtEl>
                                          <p:spTgt spid="145"/>
                                        </p:tgtEl>
                                        <p:attrNameLst>
                                          <p:attrName>style.visibility</p:attrName>
                                        </p:attrNameLst>
                                      </p:cBhvr>
                                      <p:to>
                                        <p:strVal val="visible"/>
                                      </p:to>
                                    </p:set>
                                    <p:animEffect transition="in" filter="wedge">
                                      <p:cBhvr>
                                        <p:cTn id="174" dur="2000"/>
                                        <p:tgtEl>
                                          <p:spTgt spid="145"/>
                                        </p:tgtEl>
                                      </p:cBhvr>
                                    </p:animEffect>
                                  </p:childTnLst>
                                  <p:subTnLst>
                                    <p:audio>
                                      <p:cMediaNode>
                                        <p:cTn display="0" masterRel="sameClick">
                                          <p:stCondLst>
                                            <p:cond evt="begin" delay="0">
                                              <p:tn val="172"/>
                                            </p:cond>
                                          </p:stCondLst>
                                          <p:endCondLst>
                                            <p:cond evt="onStopAudio" delay="0">
                                              <p:tgtEl>
                                                <p:sldTgt/>
                                              </p:tgtEl>
                                            </p:cond>
                                          </p:endCondLst>
                                        </p:cTn>
                                        <p:tgtEl>
                                          <p:sndTgt r:embed="rId6" name="CHIMES.WAV"/>
                                        </p:tgtEl>
                                      </p:cMediaNode>
                                    </p:audio>
                                  </p:subTnLst>
                                </p:cTn>
                              </p:par>
                              <p:par>
                                <p:cTn id="175" presetID="20" presetClass="entr" presetSubtype="0" fill="hold" grpId="0" nodeType="withEffect">
                                  <p:stCondLst>
                                    <p:cond delay="300"/>
                                  </p:stCondLst>
                                  <p:childTnLst>
                                    <p:set>
                                      <p:cBhvr>
                                        <p:cTn id="176" dur="1" fill="hold">
                                          <p:stCondLst>
                                            <p:cond delay="0"/>
                                          </p:stCondLst>
                                        </p:cTn>
                                        <p:tgtEl>
                                          <p:spTgt spid="147"/>
                                        </p:tgtEl>
                                        <p:attrNameLst>
                                          <p:attrName>style.visibility</p:attrName>
                                        </p:attrNameLst>
                                      </p:cBhvr>
                                      <p:to>
                                        <p:strVal val="visible"/>
                                      </p:to>
                                    </p:set>
                                    <p:animEffect transition="in" filter="wedge">
                                      <p:cBhvr>
                                        <p:cTn id="177" dur="2000"/>
                                        <p:tgtEl>
                                          <p:spTgt spid="147"/>
                                        </p:tgtEl>
                                      </p:cBhvr>
                                    </p:animEffect>
                                  </p:childTnLst>
                                  <p:subTnLst>
                                    <p:audio>
                                      <p:cMediaNode>
                                        <p:cTn display="0" masterRel="sameClick">
                                          <p:stCondLst>
                                            <p:cond evt="begin" delay="0">
                                              <p:tn val="175"/>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seq concurrent="1" nextAc="seek">
              <p:cTn id="178" restart="whenNotActive" fill="hold" evtFilter="cancelBubble" nodeType="interactiveSeq">
                <p:stCondLst>
                  <p:cond evt="onClick" delay="0">
                    <p:tgtEl>
                      <p:spTgt spid="2"/>
                    </p:tgtEl>
                  </p:cond>
                </p:stCondLst>
                <p:endSync evt="end" delay="0">
                  <p:rtn val="all"/>
                </p:endSync>
                <p:childTnLst>
                  <p:par>
                    <p:cTn id="179" fill="hold">
                      <p:stCondLst>
                        <p:cond delay="0"/>
                      </p:stCondLst>
                      <p:childTnLst>
                        <p:par>
                          <p:cTn id="180" fill="hold">
                            <p:stCondLst>
                              <p:cond delay="0"/>
                            </p:stCondLst>
                            <p:childTnLst>
                              <p:par>
                                <p:cTn id="181" presetID="2" presetClass="mediacall" presetSubtype="0" fill="hold" nodeType="clickEffect">
                                  <p:stCondLst>
                                    <p:cond delay="0"/>
                                  </p:stCondLst>
                                  <p:childTnLst>
                                    <p:cmd type="call" cmd="togglePause">
                                      <p:cBhvr>
                                        <p:cTn id="182" dur="1" fill="hold"/>
                                        <p:tgtEl>
                                          <p:spTgt spid="2"/>
                                        </p:tgtEl>
                                      </p:cBhvr>
                                    </p:cmd>
                                  </p:childTnLst>
                                </p:cTn>
                              </p:par>
                            </p:childTnLst>
                          </p:cTn>
                        </p:par>
                      </p:childTnLst>
                    </p:cTn>
                  </p:par>
                </p:childTnLst>
              </p:cTn>
              <p:nextCondLst>
                <p:cond evt="onClick" delay="0">
                  <p:tgtEl>
                    <p:spTgt spid="2"/>
                  </p:tgtEl>
                </p:cond>
              </p:nextCondLst>
            </p:seq>
            <p:video>
              <p:cMediaNode vol="80000">
                <p:cTn id="183" fill="hold" display="0">
                  <p:stCondLst>
                    <p:cond delay="indefinite"/>
                  </p:stCondLst>
                </p:cTn>
                <p:tgtEl>
                  <p:spTgt spid="2"/>
                </p:tgtEl>
              </p:cMediaNode>
            </p:video>
          </p:childTnLst>
        </p:cTn>
      </p:par>
    </p:tnLst>
    <p:bldLst>
      <p:bldP spid="9" grpId="0" animBg="1"/>
      <p:bldP spid="111" grpId="0" autoUpdateAnimBg="0"/>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854102"/>
            <a:ext cx="4651988" cy="5417341"/>
          </a:xfrm>
          <a:prstGeom prst="rect">
            <a:avLst/>
          </a:prstGeom>
          <a:solidFill>
            <a:srgbClr val="B9CDE5"/>
          </a:solidFill>
          <a:ln>
            <a:noFill/>
          </a:ln>
          <a:effectLst/>
        </p:spPr>
        <p:txBody>
          <a:bodyPr wrap="none" anchor="ctr"/>
          <a:lstStyle/>
          <a:p>
            <a:endParaRPr lang="zh-CN" altLang="en-US" dirty="0"/>
          </a:p>
        </p:txBody>
      </p:sp>
      <p:sp>
        <p:nvSpPr>
          <p:cNvPr id="111" name="Text Box 1032"/>
          <p:cNvSpPr txBox="1">
            <a:spLocks noChangeArrowheads="1"/>
          </p:cNvSpPr>
          <p:nvPr/>
        </p:nvSpPr>
        <p:spPr bwMode="auto">
          <a:xfrm>
            <a:off x="20960" y="854102"/>
            <a:ext cx="7266366" cy="2160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gn="just">
              <a:lnSpc>
                <a:spcPct val="120000"/>
              </a:lnSpc>
            </a:pPr>
            <a:r>
              <a:rPr kumimoji="1" lang="zh-CN" altLang="en-US" sz="2800" i="0" dirty="0">
                <a:latin typeface="+mn-lt"/>
                <a:ea typeface="微软雅黑" panose="020B0503020204020204" pitchFamily="34" charset="-122"/>
              </a:rPr>
              <a:t>通过梁的纯弯曲实验观察到如下现象： </a:t>
            </a:r>
          </a:p>
          <a:p>
            <a:pPr lvl="0" algn="just">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latin typeface="+mn-lt"/>
                <a:ea typeface="微软雅黑" panose="020B0503020204020204" pitchFamily="34" charset="-122"/>
              </a:rPr>
              <a:t>纵向线弯曲成圆弧线，其间距不变。 </a:t>
            </a:r>
          </a:p>
          <a:p>
            <a:pPr lvl="0" algn="just">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latin typeface="+mn-lt"/>
                <a:ea typeface="微软雅黑" panose="020B0503020204020204" pitchFamily="34" charset="-122"/>
              </a:rPr>
              <a:t>横向线仍为直线，且与纵向线正交，横向线间只是相对地转过了一个微小的角度。 </a:t>
            </a:r>
          </a:p>
        </p:txBody>
      </p:sp>
      <p:grpSp>
        <p:nvGrpSpPr>
          <p:cNvPr id="112" name="Group 4"/>
          <p:cNvGrpSpPr>
            <a:grpSpLocks/>
          </p:cNvGrpSpPr>
          <p:nvPr/>
        </p:nvGrpSpPr>
        <p:grpSpPr bwMode="auto">
          <a:xfrm>
            <a:off x="8435283" y="5029048"/>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3987648"/>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4305148"/>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3981298"/>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3990823"/>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4133698"/>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4476598"/>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3809848"/>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3619348"/>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4590898"/>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360664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4571848"/>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425752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34" name="Text Box 26"/>
          <p:cNvSpPr txBox="1">
            <a:spLocks noChangeAspect="1" noChangeArrowheads="1"/>
          </p:cNvSpPr>
          <p:nvPr/>
        </p:nvSpPr>
        <p:spPr bwMode="auto">
          <a:xfrm>
            <a:off x="9708458" y="42670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35" name="Text Box 27"/>
          <p:cNvSpPr txBox="1">
            <a:spLocks noChangeAspect="1" noChangeArrowheads="1"/>
          </p:cNvSpPr>
          <p:nvPr/>
        </p:nvSpPr>
        <p:spPr bwMode="auto">
          <a:xfrm>
            <a:off x="8724208" y="388763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36" name="Text Box 28"/>
          <p:cNvSpPr txBox="1">
            <a:spLocks noChangeAspect="1" noChangeArrowheads="1"/>
          </p:cNvSpPr>
          <p:nvPr/>
        </p:nvSpPr>
        <p:spPr bwMode="auto">
          <a:xfrm>
            <a:off x="9708458" y="392414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9627496" y="5300511"/>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5276698"/>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5371948"/>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5762473"/>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490839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588629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489569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585772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5187798"/>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46" name="Text Box 38"/>
          <p:cNvSpPr txBox="1">
            <a:spLocks noChangeAspect="1" noChangeArrowheads="1"/>
          </p:cNvSpPr>
          <p:nvPr/>
        </p:nvSpPr>
        <p:spPr bwMode="auto">
          <a:xfrm>
            <a:off x="8578158" y="54989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47" name="Text Box 39"/>
          <p:cNvSpPr txBox="1">
            <a:spLocks noChangeAspect="1" noChangeArrowheads="1"/>
          </p:cNvSpPr>
          <p:nvPr/>
        </p:nvSpPr>
        <p:spPr bwMode="auto">
          <a:xfrm>
            <a:off x="9603683" y="51814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d'</a:t>
            </a:r>
          </a:p>
        </p:txBody>
      </p:sp>
      <p:sp>
        <p:nvSpPr>
          <p:cNvPr id="148" name="Text Box 40"/>
          <p:cNvSpPr txBox="1">
            <a:spLocks noChangeAspect="1" noChangeArrowheads="1"/>
          </p:cNvSpPr>
          <p:nvPr/>
        </p:nvSpPr>
        <p:spPr bwMode="auto">
          <a:xfrm>
            <a:off x="9717983" y="552434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49" name="Arc 41"/>
          <p:cNvSpPr>
            <a:spLocks noChangeAspect="1"/>
          </p:cNvSpPr>
          <p:nvPr/>
        </p:nvSpPr>
        <p:spPr bwMode="auto">
          <a:xfrm rot="4171949" flipH="1" flipV="1">
            <a:off x="8364640" y="519811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518462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10364096" y="525129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2" name="Arc 44"/>
          <p:cNvSpPr>
            <a:spLocks noChangeAspect="1"/>
          </p:cNvSpPr>
          <p:nvPr/>
        </p:nvSpPr>
        <p:spPr bwMode="auto">
          <a:xfrm rot="17357411" flipV="1">
            <a:off x="10107715" y="5226692"/>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5009998"/>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410353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410353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413528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8001896" y="410194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8932171" y="3482823"/>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4073373"/>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pic>
        <p:nvPicPr>
          <p:cNvPr id="2" name="dh6_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91231" y="908533"/>
            <a:ext cx="3250353" cy="2437765"/>
          </a:xfrm>
          <a:prstGeom prst="rect">
            <a:avLst/>
          </a:prstGeom>
        </p:spPr>
      </p:pic>
      <p:sp>
        <p:nvSpPr>
          <p:cNvPr id="62" name="Text Box 1032"/>
          <p:cNvSpPr txBox="1">
            <a:spLocks noChangeArrowheads="1"/>
          </p:cNvSpPr>
          <p:nvPr/>
        </p:nvSpPr>
        <p:spPr bwMode="auto">
          <a:xfrm>
            <a:off x="20960" y="3126887"/>
            <a:ext cx="7266366"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zh-CN" altLang="en-US" sz="2800" i="0" dirty="0">
                <a:latin typeface="+mn-lt"/>
                <a:ea typeface="微软雅黑" panose="020B0503020204020204" pitchFamily="34" charset="-122"/>
              </a:rPr>
              <a:t>根据上述现象，可对梁的变形提出如下假设：       </a:t>
            </a:r>
          </a:p>
          <a:p>
            <a:pPr algn="just" eaLnBrk="1" hangingPunct="1">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solidFill>
                  <a:srgbClr val="FF00FF"/>
                </a:solidFill>
                <a:latin typeface="+mn-lt"/>
                <a:ea typeface="微软雅黑" panose="020B0503020204020204" pitchFamily="34" charset="-122"/>
              </a:rPr>
              <a:t>平面假设：</a:t>
            </a:r>
            <a:r>
              <a:rPr kumimoji="1" lang="zh-CN" altLang="en-US" sz="2800" i="0" dirty="0">
                <a:latin typeface="+mn-lt"/>
                <a:ea typeface="微软雅黑" panose="020B0503020204020204" pitchFamily="34" charset="-122"/>
              </a:rPr>
              <a:t>梁弯曲变形时，横截面仍保持平面，且绕某轴转过了一个微小的角度。</a:t>
            </a:r>
          </a:p>
          <a:p>
            <a:pPr algn="just" eaLnBrk="1" hangingPunct="1">
              <a:lnSpc>
                <a:spcPct val="12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solidFill>
                  <a:srgbClr val="FF00FF"/>
                </a:solidFill>
                <a:latin typeface="+mn-lt"/>
                <a:ea typeface="微软雅黑" panose="020B0503020204020204" pitchFamily="34" charset="-122"/>
              </a:rPr>
              <a:t>单向受力假设：</a:t>
            </a:r>
            <a:r>
              <a:rPr kumimoji="1" lang="zh-CN" altLang="en-US" sz="2800" i="0" dirty="0">
                <a:latin typeface="+mn-lt"/>
                <a:ea typeface="微软雅黑" panose="020B0503020204020204" pitchFamily="34" charset="-122"/>
              </a:rPr>
              <a:t>设梁由无数纵向纤维组成，则这些纤维处于单向受拉或单向受压状态。</a:t>
            </a:r>
          </a:p>
        </p:txBody>
      </p:sp>
    </p:spTree>
    <p:extLst>
      <p:ext uri="{BB962C8B-B14F-4D97-AF65-F5344CB8AC3E}">
        <p14:creationId xmlns:p14="http://schemas.microsoft.com/office/powerpoint/2010/main" val="158571879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1"/>
                                        </p:tgtEl>
                                        <p:attrNameLst>
                                          <p:attrName>style.visibility</p:attrName>
                                        </p:attrNameLst>
                                      </p:cBhvr>
                                      <p:to>
                                        <p:strVal val="visible"/>
                                      </p:to>
                                    </p:set>
                                  </p:childTnLst>
                                </p:cTn>
                              </p:par>
                              <p:par>
                                <p:cTn id="13" presetID="16" presetClass="entr" presetSubtype="37" fill="hold" grpId="0" nodeType="withEffect">
                                  <p:stCondLst>
                                    <p:cond delay="0"/>
                                  </p:stCondLst>
                                  <p:childTnLst>
                                    <p:set>
                                      <p:cBhvr>
                                        <p:cTn id="14" dur="1" fill="hold">
                                          <p:stCondLst>
                                            <p:cond delay="0"/>
                                          </p:stCondLst>
                                        </p:cTn>
                                        <p:tgtEl>
                                          <p:spTgt spid="119"/>
                                        </p:tgtEl>
                                        <p:attrNameLst>
                                          <p:attrName>style.visibility</p:attrName>
                                        </p:attrNameLst>
                                      </p:cBhvr>
                                      <p:to>
                                        <p:strVal val="visible"/>
                                      </p:to>
                                    </p:set>
                                    <p:animEffect transition="in" filter="barn(outVertical)">
                                      <p:cBhvr>
                                        <p:cTn id="15" dur="3000"/>
                                        <p:tgtEl>
                                          <p:spTgt spid="119"/>
                                        </p:tgtEl>
                                      </p:cBhvr>
                                    </p:animEffect>
                                  </p:childTnLst>
                                  <p:subTnLst>
                                    <p:audio>
                                      <p:cMediaNode>
                                        <p:cTn display="0" masterRel="sameClick">
                                          <p:stCondLst>
                                            <p:cond evt="begin" delay="0">
                                              <p:tn val="13"/>
                                            </p:cond>
                                          </p:stCondLst>
                                          <p:endCondLst>
                                            <p:cond evt="onStopAudio" delay="0">
                                              <p:tgtEl>
                                                <p:sldTgt/>
                                              </p:tgtEl>
                                            </p:cond>
                                          </p:endCondLst>
                                        </p:cTn>
                                        <p:tgtEl>
                                          <p:sndTgt r:embed="rId5" name="CAMERA.WAV"/>
                                        </p:tgtEl>
                                      </p:cMediaNode>
                                    </p:audio>
                                  </p:subTnLst>
                                </p:cTn>
                              </p:par>
                              <p:par>
                                <p:cTn id="16" presetID="16" presetClass="entr" presetSubtype="37" fill="hold" grpId="0" nodeType="withEffect">
                                  <p:stCondLst>
                                    <p:cond delay="0"/>
                                  </p:stCondLst>
                                  <p:childTnLst>
                                    <p:set>
                                      <p:cBhvr>
                                        <p:cTn id="17" dur="1" fill="hold">
                                          <p:stCondLst>
                                            <p:cond delay="0"/>
                                          </p:stCondLst>
                                        </p:cTn>
                                        <p:tgtEl>
                                          <p:spTgt spid="120"/>
                                        </p:tgtEl>
                                        <p:attrNameLst>
                                          <p:attrName>style.visibility</p:attrName>
                                        </p:attrNameLst>
                                      </p:cBhvr>
                                      <p:to>
                                        <p:strVal val="visible"/>
                                      </p:to>
                                    </p:set>
                                    <p:animEffect transition="in" filter="barn(outVertical)">
                                      <p:cBhvr>
                                        <p:cTn id="18" dur="5000"/>
                                        <p:tgtEl>
                                          <p:spTgt spid="120"/>
                                        </p:tgtEl>
                                      </p:cBhvr>
                                    </p:animEffect>
                                  </p:childTnLst>
                                  <p:subTnLst>
                                    <p:audio>
                                      <p:cMediaNode>
                                        <p:cTn display="0" masterRel="sameClick">
                                          <p:stCondLst>
                                            <p:cond evt="begin" delay="0">
                                              <p:tn val="16"/>
                                            </p:cond>
                                          </p:stCondLst>
                                          <p:endCondLst>
                                            <p:cond evt="onStopAudio" delay="0">
                                              <p:tgtEl>
                                                <p:sldTgt/>
                                              </p:tgtEl>
                                            </p:cond>
                                          </p:endCondLst>
                                        </p:cTn>
                                        <p:tgtEl>
                                          <p:sndTgt r:embed="rId6" name="CHIMES.WAV"/>
                                        </p:tgtEl>
                                      </p:cMediaNode>
                                    </p:audio>
                                  </p:subTnLst>
                                </p:cTn>
                              </p:par>
                              <p:par>
                                <p:cTn id="19" presetID="10" presetClass="entr" presetSubtype="0" fill="hold" nodeType="withEffect">
                                  <p:stCondLst>
                                    <p:cond delay="0"/>
                                  </p:stCondLst>
                                  <p:childTnLst>
                                    <p:set>
                                      <p:cBhvr>
                                        <p:cTn id="20" dur="1" fill="hold">
                                          <p:stCondLst>
                                            <p:cond delay="0"/>
                                          </p:stCondLst>
                                        </p:cTn>
                                        <p:tgtEl>
                                          <p:spTgt spid="125"/>
                                        </p:tgtEl>
                                        <p:attrNameLst>
                                          <p:attrName>style.visibility</p:attrName>
                                        </p:attrNameLst>
                                      </p:cBhvr>
                                      <p:to>
                                        <p:strVal val="visible"/>
                                      </p:to>
                                    </p:set>
                                    <p:animEffect transition="in" filter="fade">
                                      <p:cBhvr>
                                        <p:cTn id="21" dur="5000"/>
                                        <p:tgtEl>
                                          <p:spTgt spid="125"/>
                                        </p:tgtEl>
                                      </p:cBhvr>
                                    </p:animEffect>
                                  </p:childTnLst>
                                  <p:subTnLst>
                                    <p:audio>
                                      <p:cMediaNode>
                                        <p:cTn display="0" masterRel="sameClick">
                                          <p:stCondLst>
                                            <p:cond evt="begin" delay="0">
                                              <p:tn val="19"/>
                                            </p:cond>
                                          </p:stCondLst>
                                          <p:endCondLst>
                                            <p:cond evt="onStopAudio" delay="0">
                                              <p:tgtEl>
                                                <p:sldTgt/>
                                              </p:tgtEl>
                                            </p:cond>
                                          </p:endCondLst>
                                        </p:cTn>
                                        <p:tgtEl>
                                          <p:sndTgt r:embed="rId5" name="CAMERA.WAV"/>
                                        </p:tgtEl>
                                      </p:cMediaNode>
                                    </p:audio>
                                  </p:sub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Effect transition="in" filter="barn(outHorizontal)">
                                      <p:cBhvr>
                                        <p:cTn id="26" dur="5000"/>
                                        <p:tgtEl>
                                          <p:spTgt spid="122"/>
                                        </p:tgtEl>
                                      </p:cBhvr>
                                    </p:animEffect>
                                  </p:childTnLst>
                                  <p:subTnLst>
                                    <p:audio>
                                      <p:cMediaNode>
                                        <p:cTn display="0" masterRel="sameClick">
                                          <p:stCondLst>
                                            <p:cond evt="begin" delay="0">
                                              <p:tn val="24"/>
                                            </p:cond>
                                          </p:stCondLst>
                                          <p:endCondLst>
                                            <p:cond evt="onStopAudio" delay="0">
                                              <p:tgtEl>
                                                <p:sldTgt/>
                                              </p:tgtEl>
                                            </p:cond>
                                          </p:endCondLst>
                                        </p:cTn>
                                        <p:tgtEl>
                                          <p:sndTgt r:embed="rId6" name="CHIMES.WAV"/>
                                        </p:tgtEl>
                                      </p:cMediaNode>
                                    </p:audio>
                                  </p:subTnLst>
                                </p:cTn>
                              </p:par>
                              <p:par>
                                <p:cTn id="27" presetID="19" presetClass="entr" presetSubtype="10" fill="hold" grpId="0" nodeType="withEffect">
                                  <p:stCondLst>
                                    <p:cond delay="0"/>
                                  </p:stCondLst>
                                  <p:childTnLst>
                                    <p:set>
                                      <p:cBhvr>
                                        <p:cTn id="28" dur="1" fill="hold">
                                          <p:stCondLst>
                                            <p:cond delay="0"/>
                                          </p:stCondLst>
                                        </p:cTn>
                                        <p:tgtEl>
                                          <p:spTgt spid="165"/>
                                        </p:tgtEl>
                                        <p:attrNameLst>
                                          <p:attrName>style.visibility</p:attrName>
                                        </p:attrNameLst>
                                      </p:cBhvr>
                                      <p:to>
                                        <p:strVal val="visible"/>
                                      </p:to>
                                    </p:set>
                                    <p:anim calcmode="lin" valueType="num">
                                      <p:cBhvr>
                                        <p:cTn id="29" dur="5000" fill="hold"/>
                                        <p:tgtEl>
                                          <p:spTgt spid="165"/>
                                        </p:tgtEl>
                                        <p:attrNameLst>
                                          <p:attrName>ppt_w</p:attrName>
                                        </p:attrNameLst>
                                      </p:cBhvr>
                                      <p:tavLst>
                                        <p:tav tm="0" fmla="#ppt_w*sin(2.5*pi*$)">
                                          <p:val>
                                            <p:fltVal val="0"/>
                                          </p:val>
                                        </p:tav>
                                        <p:tav tm="100000">
                                          <p:val>
                                            <p:fltVal val="1"/>
                                          </p:val>
                                        </p:tav>
                                      </p:tavLst>
                                    </p:anim>
                                    <p:anim calcmode="lin" valueType="num">
                                      <p:cBhvr>
                                        <p:cTn id="30"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6" name="CHIMES.WAV"/>
                                        </p:tgtEl>
                                      </p:cMediaNode>
                                    </p:audio>
                                  </p:subTnLst>
                                </p:cTn>
                              </p:par>
                              <p:par>
                                <p:cTn id="31" presetID="16" presetClass="entr" presetSubtype="42" fill="hold" grpId="0" nodeType="withEffect">
                                  <p:stCondLst>
                                    <p:cond delay="0"/>
                                  </p:stCondLst>
                                  <p:childTnLst>
                                    <p:set>
                                      <p:cBhvr>
                                        <p:cTn id="32" dur="1" fill="hold">
                                          <p:stCondLst>
                                            <p:cond delay="0"/>
                                          </p:stCondLst>
                                        </p:cTn>
                                        <p:tgtEl>
                                          <p:spTgt spid="121"/>
                                        </p:tgtEl>
                                        <p:attrNameLst>
                                          <p:attrName>style.visibility</p:attrName>
                                        </p:attrNameLst>
                                      </p:cBhvr>
                                      <p:to>
                                        <p:strVal val="visible"/>
                                      </p:to>
                                    </p:set>
                                    <p:animEffect transition="in" filter="barn(outHorizontal)">
                                      <p:cBhvr>
                                        <p:cTn id="33" dur="5000"/>
                                        <p:tgtEl>
                                          <p:spTgt spid="121"/>
                                        </p:tgtEl>
                                      </p:cBhvr>
                                    </p:animEffect>
                                  </p:childTnLst>
                                  <p:subTnLst>
                                    <p:audio>
                                      <p:cMediaNode>
                                        <p:cTn display="0" masterRel="sameClick">
                                          <p:stCondLst>
                                            <p:cond evt="begin" delay="0">
                                              <p:tn val="31"/>
                                            </p:cond>
                                          </p:stCondLst>
                                          <p:endCondLst>
                                            <p:cond evt="onStopAudio" delay="0">
                                              <p:tgtEl>
                                                <p:sldTgt/>
                                              </p:tgtEl>
                                            </p:cond>
                                          </p:endCondLst>
                                        </p:cTn>
                                        <p:tgtEl>
                                          <p:sndTgt r:embed="rId6" name="CHIMES.WAV"/>
                                        </p:tgtEl>
                                      </p:cMediaNode>
                                    </p:audio>
                                  </p:subTnLst>
                                </p:cTn>
                              </p:par>
                            </p:childTnLst>
                          </p:cTn>
                        </p:par>
                        <p:par>
                          <p:cTn id="34" fill="hold">
                            <p:stCondLst>
                              <p:cond delay="5000"/>
                            </p:stCondLst>
                            <p:childTnLst>
                              <p:par>
                                <p:cTn id="35" presetID="17" presetClass="entr" presetSubtype="10" fill="hold" grpId="0" nodeType="afterEffect">
                                  <p:stCondLst>
                                    <p:cond delay="300"/>
                                  </p:stCondLst>
                                  <p:childTnLst>
                                    <p:set>
                                      <p:cBhvr>
                                        <p:cTn id="36" dur="1" fill="hold">
                                          <p:stCondLst>
                                            <p:cond delay="0"/>
                                          </p:stCondLst>
                                        </p:cTn>
                                        <p:tgtEl>
                                          <p:spTgt spid="129"/>
                                        </p:tgtEl>
                                        <p:attrNameLst>
                                          <p:attrName>style.visibility</p:attrName>
                                        </p:attrNameLst>
                                      </p:cBhvr>
                                      <p:to>
                                        <p:strVal val="visible"/>
                                      </p:to>
                                    </p:set>
                                    <p:anim calcmode="lin" valueType="num">
                                      <p:cBhvr>
                                        <p:cTn id="37" dur="2000" fill="hold"/>
                                        <p:tgtEl>
                                          <p:spTgt spid="129"/>
                                        </p:tgtEl>
                                        <p:attrNameLst>
                                          <p:attrName>ppt_w</p:attrName>
                                        </p:attrNameLst>
                                      </p:cBhvr>
                                      <p:tavLst>
                                        <p:tav tm="0">
                                          <p:val>
                                            <p:fltVal val="0"/>
                                          </p:val>
                                        </p:tav>
                                        <p:tav tm="100000">
                                          <p:val>
                                            <p:strVal val="#ppt_w"/>
                                          </p:val>
                                        </p:tav>
                                      </p:tavLst>
                                    </p:anim>
                                    <p:anim calcmode="lin" valueType="num">
                                      <p:cBhvr>
                                        <p:cTn id="38"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5"/>
                                            </p:cond>
                                          </p:stCondLst>
                                          <p:endCondLst>
                                            <p:cond evt="onStopAudio" delay="0">
                                              <p:tgtEl>
                                                <p:sldTgt/>
                                              </p:tgtEl>
                                            </p:cond>
                                          </p:endCondLst>
                                        </p:cTn>
                                        <p:tgtEl>
                                          <p:sndTgt r:embed="rId6" name="CHIMES.WAV"/>
                                        </p:tgtEl>
                                      </p:cMediaNode>
                                    </p:audio>
                                  </p:subTnLst>
                                </p:cTn>
                              </p:par>
                              <p:par>
                                <p:cTn id="39" presetID="17" presetClass="entr" presetSubtype="10" fill="hold" grpId="0" nodeType="withEffect">
                                  <p:stCondLst>
                                    <p:cond delay="300"/>
                                  </p:stCondLst>
                                  <p:childTnLst>
                                    <p:set>
                                      <p:cBhvr>
                                        <p:cTn id="40" dur="1" fill="hold">
                                          <p:stCondLst>
                                            <p:cond delay="0"/>
                                          </p:stCondLst>
                                        </p:cTn>
                                        <p:tgtEl>
                                          <p:spTgt spid="130"/>
                                        </p:tgtEl>
                                        <p:attrNameLst>
                                          <p:attrName>style.visibility</p:attrName>
                                        </p:attrNameLst>
                                      </p:cBhvr>
                                      <p:to>
                                        <p:strVal val="visible"/>
                                      </p:to>
                                    </p:set>
                                    <p:anim calcmode="lin" valueType="num">
                                      <p:cBhvr>
                                        <p:cTn id="41" dur="2000" fill="hold"/>
                                        <p:tgtEl>
                                          <p:spTgt spid="130"/>
                                        </p:tgtEl>
                                        <p:attrNameLst>
                                          <p:attrName>ppt_w</p:attrName>
                                        </p:attrNameLst>
                                      </p:cBhvr>
                                      <p:tavLst>
                                        <p:tav tm="0">
                                          <p:val>
                                            <p:fltVal val="0"/>
                                          </p:val>
                                        </p:tav>
                                        <p:tav tm="100000">
                                          <p:val>
                                            <p:strVal val="#ppt_w"/>
                                          </p:val>
                                        </p:tav>
                                      </p:tavLst>
                                    </p:anim>
                                    <p:anim calcmode="lin" valueType="num">
                                      <p:cBhvr>
                                        <p:cTn id="42"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6" name="CHIMES.WAV"/>
                                        </p:tgtEl>
                                      </p:cMediaNode>
                                    </p:audio>
                                  </p:subTnLst>
                                </p:cTn>
                              </p:par>
                              <p:par>
                                <p:cTn id="43" presetID="17" presetClass="entr" presetSubtype="10" fill="hold" grpId="0" nodeType="withEffect">
                                  <p:stCondLst>
                                    <p:cond delay="300"/>
                                  </p:stCondLst>
                                  <p:childTnLst>
                                    <p:set>
                                      <p:cBhvr>
                                        <p:cTn id="44" dur="1" fill="hold">
                                          <p:stCondLst>
                                            <p:cond delay="0"/>
                                          </p:stCondLst>
                                        </p:cTn>
                                        <p:tgtEl>
                                          <p:spTgt spid="131"/>
                                        </p:tgtEl>
                                        <p:attrNameLst>
                                          <p:attrName>style.visibility</p:attrName>
                                        </p:attrNameLst>
                                      </p:cBhvr>
                                      <p:to>
                                        <p:strVal val="visible"/>
                                      </p:to>
                                    </p:set>
                                    <p:anim calcmode="lin" valueType="num">
                                      <p:cBhvr>
                                        <p:cTn id="45" dur="2000" fill="hold"/>
                                        <p:tgtEl>
                                          <p:spTgt spid="131"/>
                                        </p:tgtEl>
                                        <p:attrNameLst>
                                          <p:attrName>ppt_w</p:attrName>
                                        </p:attrNameLst>
                                      </p:cBhvr>
                                      <p:tavLst>
                                        <p:tav tm="0">
                                          <p:val>
                                            <p:fltVal val="0"/>
                                          </p:val>
                                        </p:tav>
                                        <p:tav tm="100000">
                                          <p:val>
                                            <p:strVal val="#ppt_w"/>
                                          </p:val>
                                        </p:tav>
                                      </p:tavLst>
                                    </p:anim>
                                    <p:anim calcmode="lin" valueType="num">
                                      <p:cBhvr>
                                        <p:cTn id="46"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3"/>
                                            </p:cond>
                                          </p:stCondLst>
                                          <p:endCondLst>
                                            <p:cond evt="onStopAudio" delay="0">
                                              <p:tgtEl>
                                                <p:sldTgt/>
                                              </p:tgtEl>
                                            </p:cond>
                                          </p:endCondLst>
                                        </p:cTn>
                                        <p:tgtEl>
                                          <p:sndTgt r:embed="rId6" name="CHIMES.WAV"/>
                                        </p:tgtEl>
                                      </p:cMediaNode>
                                    </p:audio>
                                  </p:subTnLst>
                                </p:cTn>
                              </p:par>
                              <p:par>
                                <p:cTn id="47" presetID="17" presetClass="entr" presetSubtype="10" fill="hold" grpId="0" nodeType="withEffect">
                                  <p:stCondLst>
                                    <p:cond delay="300"/>
                                  </p:stCondLst>
                                  <p:childTnLst>
                                    <p:set>
                                      <p:cBhvr>
                                        <p:cTn id="48" dur="1" fill="hold">
                                          <p:stCondLst>
                                            <p:cond delay="0"/>
                                          </p:stCondLst>
                                        </p:cTn>
                                        <p:tgtEl>
                                          <p:spTgt spid="132"/>
                                        </p:tgtEl>
                                        <p:attrNameLst>
                                          <p:attrName>style.visibility</p:attrName>
                                        </p:attrNameLst>
                                      </p:cBhvr>
                                      <p:to>
                                        <p:strVal val="visible"/>
                                      </p:to>
                                    </p:set>
                                    <p:anim calcmode="lin" valueType="num">
                                      <p:cBhvr>
                                        <p:cTn id="49" dur="2000" fill="hold"/>
                                        <p:tgtEl>
                                          <p:spTgt spid="132"/>
                                        </p:tgtEl>
                                        <p:attrNameLst>
                                          <p:attrName>ppt_w</p:attrName>
                                        </p:attrNameLst>
                                      </p:cBhvr>
                                      <p:tavLst>
                                        <p:tav tm="0">
                                          <p:val>
                                            <p:fltVal val="0"/>
                                          </p:val>
                                        </p:tav>
                                        <p:tav tm="100000">
                                          <p:val>
                                            <p:strVal val="#ppt_w"/>
                                          </p:val>
                                        </p:tav>
                                      </p:tavLst>
                                    </p:anim>
                                    <p:anim calcmode="lin" valueType="num">
                                      <p:cBhvr>
                                        <p:cTn id="50"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6" name="CHIMES.WAV"/>
                                        </p:tgtEl>
                                      </p:cMediaNode>
                                    </p:audio>
                                  </p:subTnLst>
                                </p:cTn>
                              </p:par>
                            </p:childTnLst>
                          </p:cTn>
                        </p:par>
                      </p:childTnLst>
                    </p:cTn>
                  </p:par>
                  <p:par>
                    <p:cTn id="51" fill="hold">
                      <p:stCondLst>
                        <p:cond delay="indefinite"/>
                      </p:stCondLst>
                      <p:childTnLst>
                        <p:par>
                          <p:cTn id="52" fill="hold">
                            <p:stCondLst>
                              <p:cond delay="0"/>
                            </p:stCondLst>
                            <p:childTnLst>
                              <p:par>
                                <p:cTn id="53" presetID="16" presetClass="entr" presetSubtype="37" fill="hold" grpId="0" nodeType="clickEffect">
                                  <p:stCondLst>
                                    <p:cond delay="0"/>
                                  </p:stCondLst>
                                  <p:childTnLst>
                                    <p:set>
                                      <p:cBhvr>
                                        <p:cTn id="54" dur="1" fill="hold">
                                          <p:stCondLst>
                                            <p:cond delay="0"/>
                                          </p:stCondLst>
                                        </p:cTn>
                                        <p:tgtEl>
                                          <p:spTgt spid="124"/>
                                        </p:tgtEl>
                                        <p:attrNameLst>
                                          <p:attrName>style.visibility</p:attrName>
                                        </p:attrNameLst>
                                      </p:cBhvr>
                                      <p:to>
                                        <p:strVal val="visible"/>
                                      </p:to>
                                    </p:set>
                                    <p:animEffect transition="in" filter="barn(outVertical)">
                                      <p:cBhvr>
                                        <p:cTn id="55" dur="5000"/>
                                        <p:tgtEl>
                                          <p:spTgt spid="124"/>
                                        </p:tgtEl>
                                      </p:cBhvr>
                                    </p:animEffect>
                                  </p:childTnLst>
                                  <p:subTnLst>
                                    <p:audio>
                                      <p:cMediaNode>
                                        <p:cTn display="0" masterRel="sameClick">
                                          <p:stCondLst>
                                            <p:cond evt="begin" delay="0">
                                              <p:tn val="53"/>
                                            </p:cond>
                                          </p:stCondLst>
                                          <p:endCondLst>
                                            <p:cond evt="onStopAudio" delay="0">
                                              <p:tgtEl>
                                                <p:sldTgt/>
                                              </p:tgtEl>
                                            </p:cond>
                                          </p:endCondLst>
                                        </p:cTn>
                                        <p:tgtEl>
                                          <p:sndTgt r:embed="rId6" name="CHIMES.WAV"/>
                                        </p:tgtEl>
                                      </p:cMediaNode>
                                    </p:audio>
                                  </p:subTnLst>
                                </p:cTn>
                              </p:par>
                              <p:par>
                                <p:cTn id="56" presetID="19" presetClass="entr" presetSubtype="10" fill="hold" grpId="0" nodeType="withEffect">
                                  <p:stCondLst>
                                    <p:cond delay="0"/>
                                  </p:stCondLst>
                                  <p:childTnLst>
                                    <p:set>
                                      <p:cBhvr>
                                        <p:cTn id="57" dur="1" fill="hold">
                                          <p:stCondLst>
                                            <p:cond delay="0"/>
                                          </p:stCondLst>
                                        </p:cTn>
                                        <p:tgtEl>
                                          <p:spTgt spid="166"/>
                                        </p:tgtEl>
                                        <p:attrNameLst>
                                          <p:attrName>style.visibility</p:attrName>
                                        </p:attrNameLst>
                                      </p:cBhvr>
                                      <p:to>
                                        <p:strVal val="visible"/>
                                      </p:to>
                                    </p:set>
                                    <p:anim calcmode="lin" valueType="num">
                                      <p:cBhvr>
                                        <p:cTn id="58" dur="5000" fill="hold"/>
                                        <p:tgtEl>
                                          <p:spTgt spid="166"/>
                                        </p:tgtEl>
                                        <p:attrNameLst>
                                          <p:attrName>ppt_w</p:attrName>
                                        </p:attrNameLst>
                                      </p:cBhvr>
                                      <p:tavLst>
                                        <p:tav tm="0" fmla="#ppt_w*sin(2.5*pi*$)">
                                          <p:val>
                                            <p:fltVal val="0"/>
                                          </p:val>
                                        </p:tav>
                                        <p:tav tm="100000">
                                          <p:val>
                                            <p:fltVal val="1"/>
                                          </p:val>
                                        </p:tav>
                                      </p:tavLst>
                                    </p:anim>
                                    <p:anim calcmode="lin" valueType="num">
                                      <p:cBhvr>
                                        <p:cTn id="59"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6"/>
                                            </p:cond>
                                          </p:stCondLst>
                                          <p:endCondLst>
                                            <p:cond evt="onStopAudio" delay="0">
                                              <p:tgtEl>
                                                <p:sldTgt/>
                                              </p:tgtEl>
                                            </p:cond>
                                          </p:endCondLst>
                                        </p:cTn>
                                        <p:tgtEl>
                                          <p:sndTgt r:embed="rId6" name="CHIMES.WAV"/>
                                        </p:tgtEl>
                                      </p:cMediaNode>
                                    </p:audio>
                                  </p:subTnLst>
                                </p:cTn>
                              </p:par>
                              <p:par>
                                <p:cTn id="60" presetID="16" presetClass="entr" presetSubtype="37" fill="hold" grpId="0" nodeType="withEffect">
                                  <p:stCondLst>
                                    <p:cond delay="0"/>
                                  </p:stCondLst>
                                  <p:childTnLst>
                                    <p:set>
                                      <p:cBhvr>
                                        <p:cTn id="61" dur="1" fill="hold">
                                          <p:stCondLst>
                                            <p:cond delay="0"/>
                                          </p:stCondLst>
                                        </p:cTn>
                                        <p:tgtEl>
                                          <p:spTgt spid="123"/>
                                        </p:tgtEl>
                                        <p:attrNameLst>
                                          <p:attrName>style.visibility</p:attrName>
                                        </p:attrNameLst>
                                      </p:cBhvr>
                                      <p:to>
                                        <p:strVal val="visible"/>
                                      </p:to>
                                    </p:set>
                                    <p:animEffect transition="in" filter="barn(outVertical)">
                                      <p:cBhvr>
                                        <p:cTn id="62" dur="5000"/>
                                        <p:tgtEl>
                                          <p:spTgt spid="123"/>
                                        </p:tgtEl>
                                      </p:cBhvr>
                                    </p:animEffect>
                                  </p:childTnLst>
                                  <p:subTnLst>
                                    <p:audio>
                                      <p:cMediaNode>
                                        <p:cTn display="0" masterRel="sameClick">
                                          <p:stCondLst>
                                            <p:cond evt="begin" delay="0">
                                              <p:tn val="60"/>
                                            </p:cond>
                                          </p:stCondLst>
                                          <p:endCondLst>
                                            <p:cond evt="onStopAudio" delay="0">
                                              <p:tgtEl>
                                                <p:sldTgt/>
                                              </p:tgtEl>
                                            </p:cond>
                                          </p:endCondLst>
                                        </p:cTn>
                                        <p:tgtEl>
                                          <p:sndTgt r:embed="rId6" name="CHIMES.WAV"/>
                                        </p:tgtEl>
                                      </p:cMediaNode>
                                    </p:audio>
                                  </p:subTnLst>
                                </p:cTn>
                              </p:par>
                            </p:childTnLst>
                          </p:cTn>
                        </p:par>
                        <p:par>
                          <p:cTn id="63" fill="hold">
                            <p:stCondLst>
                              <p:cond delay="5000"/>
                            </p:stCondLst>
                            <p:childTnLst>
                              <p:par>
                                <p:cTn id="64" presetID="17" presetClass="entr" presetSubtype="10" fill="hold" grpId="0" nodeType="afterEffect">
                                  <p:stCondLst>
                                    <p:cond delay="300"/>
                                  </p:stCondLst>
                                  <p:childTnLst>
                                    <p:set>
                                      <p:cBhvr>
                                        <p:cTn id="65" dur="1" fill="hold">
                                          <p:stCondLst>
                                            <p:cond delay="0"/>
                                          </p:stCondLst>
                                        </p:cTn>
                                        <p:tgtEl>
                                          <p:spTgt spid="133"/>
                                        </p:tgtEl>
                                        <p:attrNameLst>
                                          <p:attrName>style.visibility</p:attrName>
                                        </p:attrNameLst>
                                      </p:cBhvr>
                                      <p:to>
                                        <p:strVal val="visible"/>
                                      </p:to>
                                    </p:set>
                                    <p:anim calcmode="lin" valueType="num">
                                      <p:cBhvr>
                                        <p:cTn id="66" dur="2000" fill="hold"/>
                                        <p:tgtEl>
                                          <p:spTgt spid="133"/>
                                        </p:tgtEl>
                                        <p:attrNameLst>
                                          <p:attrName>ppt_w</p:attrName>
                                        </p:attrNameLst>
                                      </p:cBhvr>
                                      <p:tavLst>
                                        <p:tav tm="0">
                                          <p:val>
                                            <p:fltVal val="0"/>
                                          </p:val>
                                        </p:tav>
                                        <p:tav tm="100000">
                                          <p:val>
                                            <p:strVal val="#ppt_w"/>
                                          </p:val>
                                        </p:tav>
                                      </p:tavLst>
                                    </p:anim>
                                    <p:anim calcmode="lin" valueType="num">
                                      <p:cBhvr>
                                        <p:cTn id="67"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4"/>
                                            </p:cond>
                                          </p:stCondLst>
                                          <p:endCondLst>
                                            <p:cond evt="onStopAudio" delay="0">
                                              <p:tgtEl>
                                                <p:sldTgt/>
                                              </p:tgtEl>
                                            </p:cond>
                                          </p:endCondLst>
                                        </p:cTn>
                                        <p:tgtEl>
                                          <p:sndTgt r:embed="rId6" name="CHIMES.WAV"/>
                                        </p:tgtEl>
                                      </p:cMediaNode>
                                    </p:audio>
                                  </p:subTnLst>
                                </p:cTn>
                              </p:par>
                              <p:par>
                                <p:cTn id="68" presetID="17" presetClass="entr" presetSubtype="10" fill="hold" grpId="0" nodeType="withEffect">
                                  <p:stCondLst>
                                    <p:cond delay="300"/>
                                  </p:stCondLst>
                                  <p:childTnLst>
                                    <p:set>
                                      <p:cBhvr>
                                        <p:cTn id="69" dur="1" fill="hold">
                                          <p:stCondLst>
                                            <p:cond delay="0"/>
                                          </p:stCondLst>
                                        </p:cTn>
                                        <p:tgtEl>
                                          <p:spTgt spid="134"/>
                                        </p:tgtEl>
                                        <p:attrNameLst>
                                          <p:attrName>style.visibility</p:attrName>
                                        </p:attrNameLst>
                                      </p:cBhvr>
                                      <p:to>
                                        <p:strVal val="visible"/>
                                      </p:to>
                                    </p:set>
                                    <p:anim calcmode="lin" valueType="num">
                                      <p:cBhvr>
                                        <p:cTn id="70" dur="2000" fill="hold"/>
                                        <p:tgtEl>
                                          <p:spTgt spid="134"/>
                                        </p:tgtEl>
                                        <p:attrNameLst>
                                          <p:attrName>ppt_w</p:attrName>
                                        </p:attrNameLst>
                                      </p:cBhvr>
                                      <p:tavLst>
                                        <p:tav tm="0">
                                          <p:val>
                                            <p:fltVal val="0"/>
                                          </p:val>
                                        </p:tav>
                                        <p:tav tm="100000">
                                          <p:val>
                                            <p:strVal val="#ppt_w"/>
                                          </p:val>
                                        </p:tav>
                                      </p:tavLst>
                                    </p:anim>
                                    <p:anim calcmode="lin" valueType="num">
                                      <p:cBhvr>
                                        <p:cTn id="71"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8"/>
                                            </p:cond>
                                          </p:stCondLst>
                                          <p:endCondLst>
                                            <p:cond evt="onStopAudio" delay="0">
                                              <p:tgtEl>
                                                <p:sldTgt/>
                                              </p:tgtEl>
                                            </p:cond>
                                          </p:endCondLst>
                                        </p:cTn>
                                        <p:tgtEl>
                                          <p:sndTgt r:embed="rId6" name="CHIMES.WAV"/>
                                        </p:tgtEl>
                                      </p:cMediaNode>
                                    </p:audio>
                                  </p:subTnLst>
                                </p:cTn>
                              </p:par>
                              <p:par>
                                <p:cTn id="72" presetID="17" presetClass="entr" presetSubtype="10" fill="hold" grpId="0" nodeType="withEffect">
                                  <p:stCondLst>
                                    <p:cond delay="300"/>
                                  </p:stCondLst>
                                  <p:childTnLst>
                                    <p:set>
                                      <p:cBhvr>
                                        <p:cTn id="73" dur="1" fill="hold">
                                          <p:stCondLst>
                                            <p:cond delay="0"/>
                                          </p:stCondLst>
                                        </p:cTn>
                                        <p:tgtEl>
                                          <p:spTgt spid="135"/>
                                        </p:tgtEl>
                                        <p:attrNameLst>
                                          <p:attrName>style.visibility</p:attrName>
                                        </p:attrNameLst>
                                      </p:cBhvr>
                                      <p:to>
                                        <p:strVal val="visible"/>
                                      </p:to>
                                    </p:set>
                                    <p:anim calcmode="lin" valueType="num">
                                      <p:cBhvr>
                                        <p:cTn id="74" dur="2000" fill="hold"/>
                                        <p:tgtEl>
                                          <p:spTgt spid="135"/>
                                        </p:tgtEl>
                                        <p:attrNameLst>
                                          <p:attrName>ppt_w</p:attrName>
                                        </p:attrNameLst>
                                      </p:cBhvr>
                                      <p:tavLst>
                                        <p:tav tm="0">
                                          <p:val>
                                            <p:fltVal val="0"/>
                                          </p:val>
                                        </p:tav>
                                        <p:tav tm="100000">
                                          <p:val>
                                            <p:strVal val="#ppt_w"/>
                                          </p:val>
                                        </p:tav>
                                      </p:tavLst>
                                    </p:anim>
                                    <p:anim calcmode="lin" valueType="num">
                                      <p:cBhvr>
                                        <p:cTn id="75"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6" name="CHIMES.WAV"/>
                                        </p:tgtEl>
                                      </p:cMediaNode>
                                    </p:audio>
                                  </p:subTnLst>
                                </p:cTn>
                              </p:par>
                              <p:par>
                                <p:cTn id="76" presetID="17" presetClass="entr" presetSubtype="10" fill="hold" grpId="0" nodeType="withEffect">
                                  <p:stCondLst>
                                    <p:cond delay="300"/>
                                  </p:stCondLst>
                                  <p:childTnLst>
                                    <p:set>
                                      <p:cBhvr>
                                        <p:cTn id="77" dur="1" fill="hold">
                                          <p:stCondLst>
                                            <p:cond delay="0"/>
                                          </p:stCondLst>
                                        </p:cTn>
                                        <p:tgtEl>
                                          <p:spTgt spid="136"/>
                                        </p:tgtEl>
                                        <p:attrNameLst>
                                          <p:attrName>style.visibility</p:attrName>
                                        </p:attrNameLst>
                                      </p:cBhvr>
                                      <p:to>
                                        <p:strVal val="visible"/>
                                      </p:to>
                                    </p:set>
                                    <p:anim calcmode="lin" valueType="num">
                                      <p:cBhvr>
                                        <p:cTn id="78" dur="2000" fill="hold"/>
                                        <p:tgtEl>
                                          <p:spTgt spid="136"/>
                                        </p:tgtEl>
                                        <p:attrNameLst>
                                          <p:attrName>ppt_w</p:attrName>
                                        </p:attrNameLst>
                                      </p:cBhvr>
                                      <p:tavLst>
                                        <p:tav tm="0">
                                          <p:val>
                                            <p:fltVal val="0"/>
                                          </p:val>
                                        </p:tav>
                                        <p:tav tm="100000">
                                          <p:val>
                                            <p:strVal val="#ppt_w"/>
                                          </p:val>
                                        </p:tav>
                                      </p:tavLst>
                                    </p:anim>
                                    <p:anim calcmode="lin" valueType="num">
                                      <p:cBhvr>
                                        <p:cTn id="79"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6" name="CHIMES.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61"/>
                                        </p:tgtEl>
                                        <p:attrNameLst>
                                          <p:attrName>style.visibility</p:attrName>
                                        </p:attrNameLst>
                                      </p:cBhvr>
                                      <p:to>
                                        <p:strVal val="visible"/>
                                      </p:to>
                                    </p:set>
                                    <p:animEffect transition="in" filter="wipe(down)">
                                      <p:cBhvr>
                                        <p:cTn id="84" dur="5000"/>
                                        <p:tgtEl>
                                          <p:spTgt spid="161"/>
                                        </p:tgtEl>
                                      </p:cBhvr>
                                    </p:animEffect>
                                  </p:childTnLst>
                                  <p:subTnLst>
                                    <p:audio>
                                      <p:cMediaNode>
                                        <p:cTn display="0" masterRel="sameClick">
                                          <p:stCondLst>
                                            <p:cond evt="begin" delay="0">
                                              <p:tn val="82"/>
                                            </p:cond>
                                          </p:stCondLst>
                                          <p:endCondLst>
                                            <p:cond evt="onStopAudio" delay="0">
                                              <p:tgtEl>
                                                <p:sldTgt/>
                                              </p:tgtEl>
                                            </p:cond>
                                          </p:endCondLst>
                                        </p:cTn>
                                        <p:tgtEl>
                                          <p:sndTgt r:embed="rId5" name="CAMERA.WAV"/>
                                        </p:tgtEl>
                                      </p:cMediaNode>
                                    </p:audio>
                                  </p:subTnLst>
                                </p:cTn>
                              </p:par>
                              <p:par>
                                <p:cTn id="85" presetID="22" presetClass="entr" presetSubtype="4" fill="hold" grpId="0" nodeType="withEffect">
                                  <p:stCondLst>
                                    <p:cond delay="0"/>
                                  </p:stCondLst>
                                  <p:childTnLst>
                                    <p:set>
                                      <p:cBhvr>
                                        <p:cTn id="86" dur="1" fill="hold">
                                          <p:stCondLst>
                                            <p:cond delay="0"/>
                                          </p:stCondLst>
                                        </p:cTn>
                                        <p:tgtEl>
                                          <p:spTgt spid="162"/>
                                        </p:tgtEl>
                                        <p:attrNameLst>
                                          <p:attrName>style.visibility</p:attrName>
                                        </p:attrNameLst>
                                      </p:cBhvr>
                                      <p:to>
                                        <p:strVal val="visible"/>
                                      </p:to>
                                    </p:set>
                                    <p:animEffect transition="in" filter="wipe(down)">
                                      <p:cBhvr>
                                        <p:cTn id="87" dur="5000"/>
                                        <p:tgtEl>
                                          <p:spTgt spid="162"/>
                                        </p:tgtEl>
                                      </p:cBhvr>
                                    </p:animEffect>
                                  </p:childTnLst>
                                  <p:subTnLst>
                                    <p:audio>
                                      <p:cMediaNode>
                                        <p:cTn display="0" masterRel="sameClick">
                                          <p:stCondLst>
                                            <p:cond evt="begin" delay="0">
                                              <p:tn val="85"/>
                                            </p:cond>
                                          </p:stCondLst>
                                          <p:endCondLst>
                                            <p:cond evt="onStopAudio" delay="0">
                                              <p:tgtEl>
                                                <p:sldTgt/>
                                              </p:tgtEl>
                                            </p:cond>
                                          </p:endCondLst>
                                        </p:cTn>
                                        <p:tgtEl>
                                          <p:sndTgt r:embed="rId5" name="CAMERA.WAV"/>
                                        </p:tgtEl>
                                      </p:cMediaNode>
                                    </p:audio>
                                  </p:subTnLst>
                                </p:cTn>
                              </p:par>
                              <p:par>
                                <p:cTn id="88" presetID="19" presetClass="entr" presetSubtype="10" fill="hold" grpId="0" nodeType="withEffect">
                                  <p:stCondLst>
                                    <p:cond delay="0"/>
                                  </p:stCondLst>
                                  <p:childTnLst>
                                    <p:set>
                                      <p:cBhvr>
                                        <p:cTn id="89" dur="1" fill="hold">
                                          <p:stCondLst>
                                            <p:cond delay="0"/>
                                          </p:stCondLst>
                                        </p:cTn>
                                        <p:tgtEl>
                                          <p:spTgt spid="163"/>
                                        </p:tgtEl>
                                        <p:attrNameLst>
                                          <p:attrName>style.visibility</p:attrName>
                                        </p:attrNameLst>
                                      </p:cBhvr>
                                      <p:to>
                                        <p:strVal val="visible"/>
                                      </p:to>
                                    </p:set>
                                    <p:anim calcmode="lin" valueType="num">
                                      <p:cBhvr>
                                        <p:cTn id="90" dur="5000" fill="hold"/>
                                        <p:tgtEl>
                                          <p:spTgt spid="163"/>
                                        </p:tgtEl>
                                        <p:attrNameLst>
                                          <p:attrName>ppt_w</p:attrName>
                                        </p:attrNameLst>
                                      </p:cBhvr>
                                      <p:tavLst>
                                        <p:tav tm="0" fmla="#ppt_w*sin(2.5*pi*$)">
                                          <p:val>
                                            <p:fltVal val="0"/>
                                          </p:val>
                                        </p:tav>
                                        <p:tav tm="100000">
                                          <p:val>
                                            <p:fltVal val="1"/>
                                          </p:val>
                                        </p:tav>
                                      </p:tavLst>
                                    </p:anim>
                                    <p:anim calcmode="lin" valueType="num">
                                      <p:cBhvr>
                                        <p:cTn id="91"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5" name="CAMERA.WAV"/>
                                        </p:tgtEl>
                                      </p:cMediaNode>
                                    </p:audio>
                                  </p:subTnLst>
                                </p:cTn>
                              </p:par>
                              <p:par>
                                <p:cTn id="92" presetID="19" presetClass="entr" presetSubtype="10" fill="hold" grpId="0" nodeType="withEffect">
                                  <p:stCondLst>
                                    <p:cond delay="0"/>
                                  </p:stCondLst>
                                  <p:childTnLst>
                                    <p:set>
                                      <p:cBhvr>
                                        <p:cTn id="93" dur="1" fill="hold">
                                          <p:stCondLst>
                                            <p:cond delay="0"/>
                                          </p:stCondLst>
                                        </p:cTn>
                                        <p:tgtEl>
                                          <p:spTgt spid="164"/>
                                        </p:tgtEl>
                                        <p:attrNameLst>
                                          <p:attrName>style.visibility</p:attrName>
                                        </p:attrNameLst>
                                      </p:cBhvr>
                                      <p:to>
                                        <p:strVal val="visible"/>
                                      </p:to>
                                    </p:set>
                                    <p:anim calcmode="lin" valueType="num">
                                      <p:cBhvr>
                                        <p:cTn id="94" dur="5000" fill="hold"/>
                                        <p:tgtEl>
                                          <p:spTgt spid="164"/>
                                        </p:tgtEl>
                                        <p:attrNameLst>
                                          <p:attrName>ppt_w</p:attrName>
                                        </p:attrNameLst>
                                      </p:cBhvr>
                                      <p:tavLst>
                                        <p:tav tm="0" fmla="#ppt_w*sin(2.5*pi*$)">
                                          <p:val>
                                            <p:fltVal val="0"/>
                                          </p:val>
                                        </p:tav>
                                        <p:tav tm="100000">
                                          <p:val>
                                            <p:fltVal val="1"/>
                                          </p:val>
                                        </p:tav>
                                      </p:tavLst>
                                    </p:anim>
                                    <p:anim calcmode="lin" valueType="num">
                                      <p:cBhvr>
                                        <p:cTn id="95"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2"/>
                                            </p:cond>
                                          </p:stCondLst>
                                          <p:endCondLst>
                                            <p:cond evt="onStopAudio" delay="0">
                                              <p:tgtEl>
                                                <p:sldTgt/>
                                              </p:tgtEl>
                                            </p:cond>
                                          </p:endCondLst>
                                        </p:cTn>
                                        <p:tgtEl>
                                          <p:sndTgt r:embed="rId5" name="CAMERA.WAV"/>
                                        </p:tgtEl>
                                      </p:cMediaNode>
                                    </p:audio>
                                  </p:subTnLst>
                                </p:cTn>
                              </p:par>
                            </p:childTnLst>
                          </p:cTn>
                        </p:par>
                        <p:par>
                          <p:cTn id="96" fill="hold">
                            <p:stCondLst>
                              <p:cond delay="5000"/>
                            </p:stCondLst>
                            <p:childTnLst>
                              <p:par>
                                <p:cTn id="97" presetID="17" presetClass="entr" presetSubtype="1" fill="hold" nodeType="afterEffect">
                                  <p:stCondLst>
                                    <p:cond delay="0"/>
                                  </p:stCondLst>
                                  <p:childTnLst>
                                    <p:set>
                                      <p:cBhvr>
                                        <p:cTn id="98" dur="1" fill="hold">
                                          <p:stCondLst>
                                            <p:cond delay="0"/>
                                          </p:stCondLst>
                                        </p:cTn>
                                        <p:tgtEl>
                                          <p:spTgt spid="112"/>
                                        </p:tgtEl>
                                        <p:attrNameLst>
                                          <p:attrName>style.visibility</p:attrName>
                                        </p:attrNameLst>
                                      </p:cBhvr>
                                      <p:to>
                                        <p:strVal val="visible"/>
                                      </p:to>
                                    </p:set>
                                    <p:anim calcmode="lin" valueType="num">
                                      <p:cBhvr>
                                        <p:cTn id="99" dur="500" fill="hold"/>
                                        <p:tgtEl>
                                          <p:spTgt spid="112"/>
                                        </p:tgtEl>
                                        <p:attrNameLst>
                                          <p:attrName>ppt_x</p:attrName>
                                        </p:attrNameLst>
                                      </p:cBhvr>
                                      <p:tavLst>
                                        <p:tav tm="0">
                                          <p:val>
                                            <p:strVal val="#ppt_x"/>
                                          </p:val>
                                        </p:tav>
                                        <p:tav tm="100000">
                                          <p:val>
                                            <p:strVal val="#ppt_x"/>
                                          </p:val>
                                        </p:tav>
                                      </p:tavLst>
                                    </p:anim>
                                    <p:anim calcmode="lin" valueType="num">
                                      <p:cBhvr>
                                        <p:cTn id="100" dur="500" fill="hold"/>
                                        <p:tgtEl>
                                          <p:spTgt spid="112"/>
                                        </p:tgtEl>
                                        <p:attrNameLst>
                                          <p:attrName>ppt_y</p:attrName>
                                        </p:attrNameLst>
                                      </p:cBhvr>
                                      <p:tavLst>
                                        <p:tav tm="0">
                                          <p:val>
                                            <p:strVal val="#ppt_y-#ppt_h/2"/>
                                          </p:val>
                                        </p:tav>
                                        <p:tav tm="100000">
                                          <p:val>
                                            <p:strVal val="#ppt_y"/>
                                          </p:val>
                                        </p:tav>
                                      </p:tavLst>
                                    </p:anim>
                                    <p:anim calcmode="lin" valueType="num">
                                      <p:cBhvr>
                                        <p:cTn id="101" dur="500" fill="hold"/>
                                        <p:tgtEl>
                                          <p:spTgt spid="112"/>
                                        </p:tgtEl>
                                        <p:attrNameLst>
                                          <p:attrName>ppt_w</p:attrName>
                                        </p:attrNameLst>
                                      </p:cBhvr>
                                      <p:tavLst>
                                        <p:tav tm="0">
                                          <p:val>
                                            <p:strVal val="#ppt_w"/>
                                          </p:val>
                                        </p:tav>
                                        <p:tav tm="100000">
                                          <p:val>
                                            <p:strVal val="#ppt_w"/>
                                          </p:val>
                                        </p:tav>
                                      </p:tavLst>
                                    </p:anim>
                                    <p:anim calcmode="lin" valueType="num">
                                      <p:cBhvr>
                                        <p:cTn id="102"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7"/>
                                            </p:cond>
                                          </p:stCondLst>
                                          <p:endCondLst>
                                            <p:cond evt="onStopAudio" delay="0">
                                              <p:tgtEl>
                                                <p:sldTgt/>
                                              </p:tgtEl>
                                            </p:cond>
                                          </p:endCondLst>
                                        </p:cTn>
                                        <p:tgtEl>
                                          <p:sndTgt r:embed="rId5" name="CAMERA.WAV"/>
                                        </p:tgtEl>
                                      </p:cMediaNode>
                                    </p:audio>
                                  </p:subTnLst>
                                </p:cTn>
                              </p:par>
                              <p:par>
                                <p:cTn id="103" presetID="10" presetClass="entr" presetSubtype="0" fill="hold" nodeType="withEffect">
                                  <p:stCondLst>
                                    <p:cond delay="0"/>
                                  </p:stCondLst>
                                  <p:childTnLst>
                                    <p:set>
                                      <p:cBhvr>
                                        <p:cTn id="104" dur="1" fill="hold">
                                          <p:stCondLst>
                                            <p:cond delay="0"/>
                                          </p:stCondLst>
                                        </p:cTn>
                                        <p:tgtEl>
                                          <p:spTgt spid="153"/>
                                        </p:tgtEl>
                                        <p:attrNameLst>
                                          <p:attrName>style.visibility</p:attrName>
                                        </p:attrNameLst>
                                      </p:cBhvr>
                                      <p:to>
                                        <p:strVal val="visible"/>
                                      </p:to>
                                    </p:set>
                                    <p:animEffect transition="in" filter="fade">
                                      <p:cBhvr>
                                        <p:cTn id="105" dur="2000"/>
                                        <p:tgtEl>
                                          <p:spTgt spid="153"/>
                                        </p:tgtEl>
                                      </p:cBhvr>
                                    </p:animEffect>
                                  </p:childTnLst>
                                  <p:subTnLst>
                                    <p:audio>
                                      <p:cMediaNode>
                                        <p:cTn display="0" masterRel="sameClick">
                                          <p:stCondLst>
                                            <p:cond evt="begin" delay="0">
                                              <p:tn val="103"/>
                                            </p:cond>
                                          </p:stCondLst>
                                          <p:endCondLst>
                                            <p:cond evt="onStopAudio" delay="0">
                                              <p:tgtEl>
                                                <p:sldTgt/>
                                              </p:tgtEl>
                                            </p:cond>
                                          </p:endCondLst>
                                        </p:cTn>
                                        <p:tgtEl>
                                          <p:sndTgt r:embed="rId5" name="CAMERA.WAV"/>
                                        </p:tgtEl>
                                      </p:cMediaNode>
                                    </p:audio>
                                  </p:subTnLst>
                                </p:cTn>
                              </p:par>
                              <p:par>
                                <p:cTn id="106" presetID="22" presetClass="entr" presetSubtype="4" fill="hold" grpId="0" nodeType="withEffect">
                                  <p:stCondLst>
                                    <p:cond delay="0"/>
                                  </p:stCondLst>
                                  <p:childTnLst>
                                    <p:set>
                                      <p:cBhvr>
                                        <p:cTn id="107" dur="1" fill="hold">
                                          <p:stCondLst>
                                            <p:cond delay="0"/>
                                          </p:stCondLst>
                                        </p:cTn>
                                        <p:tgtEl>
                                          <p:spTgt spid="149"/>
                                        </p:tgtEl>
                                        <p:attrNameLst>
                                          <p:attrName>style.visibility</p:attrName>
                                        </p:attrNameLst>
                                      </p:cBhvr>
                                      <p:to>
                                        <p:strVal val="visible"/>
                                      </p:to>
                                    </p:set>
                                    <p:animEffect transition="in" filter="wipe(down)">
                                      <p:cBhvr>
                                        <p:cTn id="108" dur="5000"/>
                                        <p:tgtEl>
                                          <p:spTgt spid="149"/>
                                        </p:tgtEl>
                                      </p:cBhvr>
                                    </p:animEffect>
                                  </p:childTnLst>
                                  <p:subTnLst>
                                    <p:audio>
                                      <p:cMediaNode>
                                        <p:cTn display="0" masterRel="sameClick">
                                          <p:stCondLst>
                                            <p:cond evt="begin" delay="0">
                                              <p:tn val="106"/>
                                            </p:cond>
                                          </p:stCondLst>
                                          <p:endCondLst>
                                            <p:cond evt="onStopAudio" delay="0">
                                              <p:tgtEl>
                                                <p:sldTgt/>
                                              </p:tgtEl>
                                            </p:cond>
                                          </p:endCondLst>
                                        </p:cTn>
                                        <p:tgtEl>
                                          <p:sndTgt r:embed="rId5" name="CAMERA.WAV"/>
                                        </p:tgtEl>
                                      </p:cMediaNode>
                                    </p:audio>
                                  </p:subTnLst>
                                </p:cTn>
                              </p:par>
                              <p:par>
                                <p:cTn id="109" presetID="55" presetClass="exit" presetSubtype="0" fill="hold" grpId="1" nodeType="withEffect">
                                  <p:stCondLst>
                                    <p:cond delay="0"/>
                                  </p:stCondLst>
                                  <p:childTnLst>
                                    <p:anim calcmode="lin" valueType="num">
                                      <p:cBhvr>
                                        <p:cTn id="110" dur="1000"/>
                                        <p:tgtEl>
                                          <p:spTgt spid="162"/>
                                        </p:tgtEl>
                                        <p:attrNameLst>
                                          <p:attrName>ppt_w</p:attrName>
                                        </p:attrNameLst>
                                      </p:cBhvr>
                                      <p:tavLst>
                                        <p:tav tm="0">
                                          <p:val>
                                            <p:strVal val="ppt_w"/>
                                          </p:val>
                                        </p:tav>
                                        <p:tav tm="100000">
                                          <p:val>
                                            <p:strVal val="ppt_w*0.70"/>
                                          </p:val>
                                        </p:tav>
                                      </p:tavLst>
                                    </p:anim>
                                    <p:anim calcmode="lin" valueType="num">
                                      <p:cBhvr>
                                        <p:cTn id="111" dur="1000"/>
                                        <p:tgtEl>
                                          <p:spTgt spid="162"/>
                                        </p:tgtEl>
                                        <p:attrNameLst>
                                          <p:attrName>ppt_h</p:attrName>
                                        </p:attrNameLst>
                                      </p:cBhvr>
                                      <p:tavLst>
                                        <p:tav tm="0">
                                          <p:val>
                                            <p:strVal val="ppt_h"/>
                                          </p:val>
                                        </p:tav>
                                        <p:tav tm="100000">
                                          <p:val>
                                            <p:strVal val="ppt_h"/>
                                          </p:val>
                                        </p:tav>
                                      </p:tavLst>
                                    </p:anim>
                                    <p:animEffect transition="out" filter="fade">
                                      <p:cBhvr>
                                        <p:cTn id="112" dur="1000"/>
                                        <p:tgtEl>
                                          <p:spTgt spid="162"/>
                                        </p:tgtEl>
                                      </p:cBhvr>
                                    </p:animEffect>
                                    <p:set>
                                      <p:cBhvr>
                                        <p:cTn id="113" dur="1" fill="hold">
                                          <p:stCondLst>
                                            <p:cond delay="999"/>
                                          </p:stCondLst>
                                        </p:cTn>
                                        <p:tgtEl>
                                          <p:spTgt spid="162"/>
                                        </p:tgtEl>
                                        <p:attrNameLst>
                                          <p:attrName>style.visibility</p:attrName>
                                        </p:attrNameLst>
                                      </p:cBhvr>
                                      <p:to>
                                        <p:strVal val="hidden"/>
                                      </p:to>
                                    </p:set>
                                  </p:childTnLst>
                                </p:cTn>
                              </p:par>
                              <p:par>
                                <p:cTn id="114" presetID="22" presetClass="entr" presetSubtype="4" fill="hold" grpId="0" nodeType="withEffect">
                                  <p:stCondLst>
                                    <p:cond delay="0"/>
                                  </p:stCondLst>
                                  <p:childTnLst>
                                    <p:set>
                                      <p:cBhvr>
                                        <p:cTn id="115" dur="1" fill="hold">
                                          <p:stCondLst>
                                            <p:cond delay="0"/>
                                          </p:stCondLst>
                                        </p:cTn>
                                        <p:tgtEl>
                                          <p:spTgt spid="152"/>
                                        </p:tgtEl>
                                        <p:attrNameLst>
                                          <p:attrName>style.visibility</p:attrName>
                                        </p:attrNameLst>
                                      </p:cBhvr>
                                      <p:to>
                                        <p:strVal val="visible"/>
                                      </p:to>
                                    </p:set>
                                    <p:animEffect transition="in" filter="wipe(down)">
                                      <p:cBhvr>
                                        <p:cTn id="116" dur="5000"/>
                                        <p:tgtEl>
                                          <p:spTgt spid="152"/>
                                        </p:tgtEl>
                                      </p:cBhvr>
                                    </p:animEffect>
                                  </p:childTnLst>
                                  <p:subTnLst>
                                    <p:audio>
                                      <p:cMediaNode>
                                        <p:cTn display="0" masterRel="sameClick">
                                          <p:stCondLst>
                                            <p:cond evt="begin" delay="0">
                                              <p:tn val="114"/>
                                            </p:cond>
                                          </p:stCondLst>
                                          <p:endCondLst>
                                            <p:cond evt="onStopAudio" delay="0">
                                              <p:tgtEl>
                                                <p:sldTgt/>
                                              </p:tgtEl>
                                            </p:cond>
                                          </p:endCondLst>
                                        </p:cTn>
                                        <p:tgtEl>
                                          <p:sndTgt r:embed="rId5" name="CAMERA.WAV"/>
                                        </p:tgtEl>
                                      </p:cMediaNode>
                                    </p:audio>
                                  </p:subTnLst>
                                </p:cTn>
                              </p:par>
                              <p:par>
                                <p:cTn id="117" presetID="55" presetClass="exit" presetSubtype="0" fill="hold" grpId="1" nodeType="withEffect">
                                  <p:stCondLst>
                                    <p:cond delay="0"/>
                                  </p:stCondLst>
                                  <p:childTnLst>
                                    <p:anim calcmode="lin" valueType="num">
                                      <p:cBhvr>
                                        <p:cTn id="118" dur="1000"/>
                                        <p:tgtEl>
                                          <p:spTgt spid="161"/>
                                        </p:tgtEl>
                                        <p:attrNameLst>
                                          <p:attrName>ppt_w</p:attrName>
                                        </p:attrNameLst>
                                      </p:cBhvr>
                                      <p:tavLst>
                                        <p:tav tm="0">
                                          <p:val>
                                            <p:strVal val="ppt_w"/>
                                          </p:val>
                                        </p:tav>
                                        <p:tav tm="100000">
                                          <p:val>
                                            <p:strVal val="ppt_w*0.70"/>
                                          </p:val>
                                        </p:tav>
                                      </p:tavLst>
                                    </p:anim>
                                    <p:anim calcmode="lin" valueType="num">
                                      <p:cBhvr>
                                        <p:cTn id="119" dur="1000"/>
                                        <p:tgtEl>
                                          <p:spTgt spid="161"/>
                                        </p:tgtEl>
                                        <p:attrNameLst>
                                          <p:attrName>ppt_h</p:attrName>
                                        </p:attrNameLst>
                                      </p:cBhvr>
                                      <p:tavLst>
                                        <p:tav tm="0">
                                          <p:val>
                                            <p:strVal val="ppt_h"/>
                                          </p:val>
                                        </p:tav>
                                        <p:tav tm="100000">
                                          <p:val>
                                            <p:strVal val="ppt_h"/>
                                          </p:val>
                                        </p:tav>
                                      </p:tavLst>
                                    </p:anim>
                                    <p:animEffect transition="out" filter="fade">
                                      <p:cBhvr>
                                        <p:cTn id="120" dur="1000"/>
                                        <p:tgtEl>
                                          <p:spTgt spid="161"/>
                                        </p:tgtEl>
                                      </p:cBhvr>
                                    </p:animEffect>
                                    <p:set>
                                      <p:cBhvr>
                                        <p:cTn id="121" dur="1" fill="hold">
                                          <p:stCondLst>
                                            <p:cond delay="999"/>
                                          </p:stCondLst>
                                        </p:cTn>
                                        <p:tgtEl>
                                          <p:spTgt spid="161"/>
                                        </p:tgtEl>
                                        <p:attrNameLst>
                                          <p:attrName>style.visibility</p:attrName>
                                        </p:attrNameLst>
                                      </p:cBhvr>
                                      <p:to>
                                        <p:strVal val="hidden"/>
                                      </p:to>
                                    </p:set>
                                  </p:childTnLst>
                                </p:cTn>
                              </p:par>
                              <p:par>
                                <p:cTn id="122" presetID="19" presetClass="entr" presetSubtype="10" fill="hold" grpId="0" nodeType="withEffect">
                                  <p:stCondLst>
                                    <p:cond delay="0"/>
                                  </p:stCondLst>
                                  <p:childTnLst>
                                    <p:set>
                                      <p:cBhvr>
                                        <p:cTn id="123" dur="1" fill="hold">
                                          <p:stCondLst>
                                            <p:cond delay="0"/>
                                          </p:stCondLst>
                                        </p:cTn>
                                        <p:tgtEl>
                                          <p:spTgt spid="150"/>
                                        </p:tgtEl>
                                        <p:attrNameLst>
                                          <p:attrName>style.visibility</p:attrName>
                                        </p:attrNameLst>
                                      </p:cBhvr>
                                      <p:to>
                                        <p:strVal val="visible"/>
                                      </p:to>
                                    </p:set>
                                    <p:anim calcmode="lin" valueType="num">
                                      <p:cBhvr>
                                        <p:cTn id="124" dur="5000" fill="hold"/>
                                        <p:tgtEl>
                                          <p:spTgt spid="150"/>
                                        </p:tgtEl>
                                        <p:attrNameLst>
                                          <p:attrName>ppt_w</p:attrName>
                                        </p:attrNameLst>
                                      </p:cBhvr>
                                      <p:tavLst>
                                        <p:tav tm="0" fmla="#ppt_w*sin(2.5*pi*$)">
                                          <p:val>
                                            <p:fltVal val="0"/>
                                          </p:val>
                                        </p:tav>
                                        <p:tav tm="100000">
                                          <p:val>
                                            <p:fltVal val="1"/>
                                          </p:val>
                                        </p:tav>
                                      </p:tavLst>
                                    </p:anim>
                                    <p:anim calcmode="lin" valueType="num">
                                      <p:cBhvr>
                                        <p:cTn id="125"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2"/>
                                            </p:cond>
                                          </p:stCondLst>
                                          <p:endCondLst>
                                            <p:cond evt="onStopAudio" delay="0">
                                              <p:tgtEl>
                                                <p:sldTgt/>
                                              </p:tgtEl>
                                            </p:cond>
                                          </p:endCondLst>
                                        </p:cTn>
                                        <p:tgtEl>
                                          <p:sndTgt r:embed="rId5" name="CAMERA.WAV"/>
                                        </p:tgtEl>
                                      </p:cMediaNode>
                                    </p:audio>
                                  </p:subTnLst>
                                </p:cTn>
                              </p:par>
                              <p:par>
                                <p:cTn id="126" presetID="55" presetClass="exit" presetSubtype="0" fill="hold" grpId="1" nodeType="withEffect">
                                  <p:stCondLst>
                                    <p:cond delay="0"/>
                                  </p:stCondLst>
                                  <p:childTnLst>
                                    <p:anim calcmode="lin" valueType="num">
                                      <p:cBhvr>
                                        <p:cTn id="127" dur="1000"/>
                                        <p:tgtEl>
                                          <p:spTgt spid="163"/>
                                        </p:tgtEl>
                                        <p:attrNameLst>
                                          <p:attrName>ppt_w</p:attrName>
                                        </p:attrNameLst>
                                      </p:cBhvr>
                                      <p:tavLst>
                                        <p:tav tm="0">
                                          <p:val>
                                            <p:strVal val="ppt_w"/>
                                          </p:val>
                                        </p:tav>
                                        <p:tav tm="100000">
                                          <p:val>
                                            <p:strVal val="ppt_w*0.70"/>
                                          </p:val>
                                        </p:tav>
                                      </p:tavLst>
                                    </p:anim>
                                    <p:anim calcmode="lin" valueType="num">
                                      <p:cBhvr>
                                        <p:cTn id="128" dur="1000"/>
                                        <p:tgtEl>
                                          <p:spTgt spid="163"/>
                                        </p:tgtEl>
                                        <p:attrNameLst>
                                          <p:attrName>ppt_h</p:attrName>
                                        </p:attrNameLst>
                                      </p:cBhvr>
                                      <p:tavLst>
                                        <p:tav tm="0">
                                          <p:val>
                                            <p:strVal val="ppt_h"/>
                                          </p:val>
                                        </p:tav>
                                        <p:tav tm="100000">
                                          <p:val>
                                            <p:strVal val="ppt_h"/>
                                          </p:val>
                                        </p:tav>
                                      </p:tavLst>
                                    </p:anim>
                                    <p:animEffect transition="out" filter="fade">
                                      <p:cBhvr>
                                        <p:cTn id="129" dur="1000"/>
                                        <p:tgtEl>
                                          <p:spTgt spid="163"/>
                                        </p:tgtEl>
                                      </p:cBhvr>
                                    </p:animEffect>
                                    <p:set>
                                      <p:cBhvr>
                                        <p:cTn id="130" dur="1" fill="hold">
                                          <p:stCondLst>
                                            <p:cond delay="999"/>
                                          </p:stCondLst>
                                        </p:cTn>
                                        <p:tgtEl>
                                          <p:spTgt spid="163"/>
                                        </p:tgtEl>
                                        <p:attrNameLst>
                                          <p:attrName>style.visibility</p:attrName>
                                        </p:attrNameLst>
                                      </p:cBhvr>
                                      <p:to>
                                        <p:strVal val="hidden"/>
                                      </p:to>
                                    </p:set>
                                  </p:childTnLst>
                                </p:cTn>
                              </p:par>
                              <p:par>
                                <p:cTn id="131" presetID="19" presetClass="entr" presetSubtype="10" fill="hold" grpId="0" nodeType="withEffect">
                                  <p:stCondLst>
                                    <p:cond delay="0"/>
                                  </p:stCondLst>
                                  <p:childTnLst>
                                    <p:set>
                                      <p:cBhvr>
                                        <p:cTn id="132" dur="1" fill="hold">
                                          <p:stCondLst>
                                            <p:cond delay="0"/>
                                          </p:stCondLst>
                                        </p:cTn>
                                        <p:tgtEl>
                                          <p:spTgt spid="151"/>
                                        </p:tgtEl>
                                        <p:attrNameLst>
                                          <p:attrName>style.visibility</p:attrName>
                                        </p:attrNameLst>
                                      </p:cBhvr>
                                      <p:to>
                                        <p:strVal val="visible"/>
                                      </p:to>
                                    </p:set>
                                    <p:anim calcmode="lin" valueType="num">
                                      <p:cBhvr>
                                        <p:cTn id="133" dur="5000" fill="hold"/>
                                        <p:tgtEl>
                                          <p:spTgt spid="151"/>
                                        </p:tgtEl>
                                        <p:attrNameLst>
                                          <p:attrName>ppt_w</p:attrName>
                                        </p:attrNameLst>
                                      </p:cBhvr>
                                      <p:tavLst>
                                        <p:tav tm="0" fmla="#ppt_w*sin(2.5*pi*$)">
                                          <p:val>
                                            <p:fltVal val="0"/>
                                          </p:val>
                                        </p:tav>
                                        <p:tav tm="100000">
                                          <p:val>
                                            <p:fltVal val="1"/>
                                          </p:val>
                                        </p:tav>
                                      </p:tavLst>
                                    </p:anim>
                                    <p:anim calcmode="lin" valueType="num">
                                      <p:cBhvr>
                                        <p:cTn id="134"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1"/>
                                            </p:cond>
                                          </p:stCondLst>
                                          <p:endCondLst>
                                            <p:cond evt="onStopAudio" delay="0">
                                              <p:tgtEl>
                                                <p:sldTgt/>
                                              </p:tgtEl>
                                            </p:cond>
                                          </p:endCondLst>
                                        </p:cTn>
                                        <p:tgtEl>
                                          <p:sndTgt r:embed="rId5" name="CAMERA.WAV"/>
                                        </p:tgtEl>
                                      </p:cMediaNode>
                                    </p:audio>
                                  </p:subTnLst>
                                </p:cTn>
                              </p:par>
                              <p:par>
                                <p:cTn id="135" presetID="55" presetClass="exit" presetSubtype="0" fill="hold" grpId="1" nodeType="withEffect">
                                  <p:stCondLst>
                                    <p:cond delay="0"/>
                                  </p:stCondLst>
                                  <p:childTnLst>
                                    <p:anim calcmode="lin" valueType="num">
                                      <p:cBhvr>
                                        <p:cTn id="136" dur="1000"/>
                                        <p:tgtEl>
                                          <p:spTgt spid="164"/>
                                        </p:tgtEl>
                                        <p:attrNameLst>
                                          <p:attrName>ppt_w</p:attrName>
                                        </p:attrNameLst>
                                      </p:cBhvr>
                                      <p:tavLst>
                                        <p:tav tm="0">
                                          <p:val>
                                            <p:strVal val="ppt_w"/>
                                          </p:val>
                                        </p:tav>
                                        <p:tav tm="100000">
                                          <p:val>
                                            <p:strVal val="ppt_w*0.70"/>
                                          </p:val>
                                        </p:tav>
                                      </p:tavLst>
                                    </p:anim>
                                    <p:anim calcmode="lin" valueType="num">
                                      <p:cBhvr>
                                        <p:cTn id="137" dur="1000"/>
                                        <p:tgtEl>
                                          <p:spTgt spid="164"/>
                                        </p:tgtEl>
                                        <p:attrNameLst>
                                          <p:attrName>ppt_h</p:attrName>
                                        </p:attrNameLst>
                                      </p:cBhvr>
                                      <p:tavLst>
                                        <p:tav tm="0">
                                          <p:val>
                                            <p:strVal val="ppt_h"/>
                                          </p:val>
                                        </p:tav>
                                        <p:tav tm="100000">
                                          <p:val>
                                            <p:strVal val="ppt_h"/>
                                          </p:val>
                                        </p:tav>
                                      </p:tavLst>
                                    </p:anim>
                                    <p:animEffect transition="out" filter="fade">
                                      <p:cBhvr>
                                        <p:cTn id="138" dur="1000"/>
                                        <p:tgtEl>
                                          <p:spTgt spid="164"/>
                                        </p:tgtEl>
                                      </p:cBhvr>
                                    </p:animEffect>
                                    <p:set>
                                      <p:cBhvr>
                                        <p:cTn id="139" dur="1" fill="hold">
                                          <p:stCondLst>
                                            <p:cond delay="999"/>
                                          </p:stCondLst>
                                        </p:cTn>
                                        <p:tgtEl>
                                          <p:spTgt spid="164"/>
                                        </p:tgtEl>
                                        <p:attrNameLst>
                                          <p:attrName>style.visibility</p:attrName>
                                        </p:attrNameLst>
                                      </p:cBhvr>
                                      <p:to>
                                        <p:strVal val="hidden"/>
                                      </p:to>
                                    </p:set>
                                  </p:childTnLst>
                                </p:cTn>
                              </p:par>
                              <p:par>
                                <p:cTn id="140" presetID="18" presetClass="entr" presetSubtype="12" fill="hold" grpId="0" nodeType="withEffect">
                                  <p:stCondLst>
                                    <p:cond delay="0"/>
                                  </p:stCondLst>
                                  <p:childTnLst>
                                    <p:set>
                                      <p:cBhvr>
                                        <p:cTn id="141" dur="1" fill="hold">
                                          <p:stCondLst>
                                            <p:cond delay="0"/>
                                          </p:stCondLst>
                                        </p:cTn>
                                        <p:tgtEl>
                                          <p:spTgt spid="138"/>
                                        </p:tgtEl>
                                        <p:attrNameLst>
                                          <p:attrName>style.visibility</p:attrName>
                                        </p:attrNameLst>
                                      </p:cBhvr>
                                      <p:to>
                                        <p:strVal val="visible"/>
                                      </p:to>
                                    </p:set>
                                    <p:animEffect transition="in" filter="strips(downLeft)">
                                      <p:cBhvr>
                                        <p:cTn id="142" dur="5000"/>
                                        <p:tgtEl>
                                          <p:spTgt spid="138"/>
                                        </p:tgtEl>
                                      </p:cBhvr>
                                    </p:animEffect>
                                  </p:childTnLst>
                                  <p:subTnLst>
                                    <p:audio>
                                      <p:cMediaNode>
                                        <p:cTn display="0" masterRel="sameClick">
                                          <p:stCondLst>
                                            <p:cond evt="begin" delay="0">
                                              <p:tn val="140"/>
                                            </p:cond>
                                          </p:stCondLst>
                                          <p:endCondLst>
                                            <p:cond evt="onStopAudio" delay="0">
                                              <p:tgtEl>
                                                <p:sldTgt/>
                                              </p:tgtEl>
                                            </p:cond>
                                          </p:endCondLst>
                                        </p:cTn>
                                        <p:tgtEl>
                                          <p:sndTgt r:embed="rId6" name="CHIMES.WAV"/>
                                        </p:tgtEl>
                                      </p:cMediaNode>
                                    </p:audio>
                                  </p:subTnLst>
                                </p:cTn>
                              </p:par>
                              <p:par>
                                <p:cTn id="143" presetID="18" presetClass="entr" presetSubtype="6" fill="hold" grpId="0" nodeType="withEffect">
                                  <p:stCondLst>
                                    <p:cond delay="0"/>
                                  </p:stCondLst>
                                  <p:childTnLst>
                                    <p:set>
                                      <p:cBhvr>
                                        <p:cTn id="144" dur="1" fill="hold">
                                          <p:stCondLst>
                                            <p:cond delay="0"/>
                                          </p:stCondLst>
                                        </p:cTn>
                                        <p:tgtEl>
                                          <p:spTgt spid="137"/>
                                        </p:tgtEl>
                                        <p:attrNameLst>
                                          <p:attrName>style.visibility</p:attrName>
                                        </p:attrNameLst>
                                      </p:cBhvr>
                                      <p:to>
                                        <p:strVal val="visible"/>
                                      </p:to>
                                    </p:set>
                                    <p:animEffect transition="in" filter="strips(downRight)">
                                      <p:cBhvr>
                                        <p:cTn id="145" dur="5000"/>
                                        <p:tgtEl>
                                          <p:spTgt spid="137"/>
                                        </p:tgtEl>
                                      </p:cBhvr>
                                    </p:animEffect>
                                  </p:childTnLst>
                                  <p:subTnLst>
                                    <p:audio>
                                      <p:cMediaNode>
                                        <p:cTn display="0" masterRel="sameClick">
                                          <p:stCondLst>
                                            <p:cond evt="begin" delay="0">
                                              <p:tn val="143"/>
                                            </p:cond>
                                          </p:stCondLst>
                                          <p:endCondLst>
                                            <p:cond evt="onStopAudio" delay="0">
                                              <p:tgtEl>
                                                <p:sldTgt/>
                                              </p:tgtEl>
                                            </p:cond>
                                          </p:endCondLst>
                                        </p:cTn>
                                        <p:tgtEl>
                                          <p:sndTgt r:embed="rId6" name="CHIMES.WAV"/>
                                        </p:tgtEl>
                                      </p:cMediaNode>
                                    </p:audio>
                                  </p:subTnLst>
                                </p:cTn>
                              </p:par>
                              <p:par>
                                <p:cTn id="146" presetID="16" presetClass="entr" presetSubtype="37" fill="hold" grpId="0" nodeType="withEffect">
                                  <p:stCondLst>
                                    <p:cond delay="0"/>
                                  </p:stCondLst>
                                  <p:childTnLst>
                                    <p:set>
                                      <p:cBhvr>
                                        <p:cTn id="147" dur="1" fill="hold">
                                          <p:stCondLst>
                                            <p:cond delay="0"/>
                                          </p:stCondLst>
                                        </p:cTn>
                                        <p:tgtEl>
                                          <p:spTgt spid="140"/>
                                        </p:tgtEl>
                                        <p:attrNameLst>
                                          <p:attrName>style.visibility</p:attrName>
                                        </p:attrNameLst>
                                      </p:cBhvr>
                                      <p:to>
                                        <p:strVal val="visible"/>
                                      </p:to>
                                    </p:set>
                                    <p:animEffect transition="in" filter="barn(outVertical)">
                                      <p:cBhvr>
                                        <p:cTn id="148" dur="5000"/>
                                        <p:tgtEl>
                                          <p:spTgt spid="140"/>
                                        </p:tgtEl>
                                      </p:cBhvr>
                                    </p:animEffect>
                                  </p:childTnLst>
                                  <p:subTnLst>
                                    <p:audio>
                                      <p:cMediaNode>
                                        <p:cTn display="0" masterRel="sameClick">
                                          <p:stCondLst>
                                            <p:cond evt="begin" delay="0">
                                              <p:tn val="146"/>
                                            </p:cond>
                                          </p:stCondLst>
                                          <p:endCondLst>
                                            <p:cond evt="onStopAudio" delay="0">
                                              <p:tgtEl>
                                                <p:sldTgt/>
                                              </p:tgtEl>
                                            </p:cond>
                                          </p:endCondLst>
                                        </p:cTn>
                                        <p:tgtEl>
                                          <p:sndTgt r:embed="rId6" name="CHIMES.WAV"/>
                                        </p:tgtEl>
                                      </p:cMediaNode>
                                    </p:audio>
                                  </p:subTnLst>
                                </p:cTn>
                              </p:par>
                              <p:par>
                                <p:cTn id="149" presetID="16" presetClass="entr" presetSubtype="37" fill="hold" grpId="0" nodeType="withEffect">
                                  <p:stCondLst>
                                    <p:cond delay="0"/>
                                  </p:stCondLst>
                                  <p:childTnLst>
                                    <p:set>
                                      <p:cBhvr>
                                        <p:cTn id="150" dur="1" fill="hold">
                                          <p:stCondLst>
                                            <p:cond delay="0"/>
                                          </p:stCondLst>
                                        </p:cTn>
                                        <p:tgtEl>
                                          <p:spTgt spid="139"/>
                                        </p:tgtEl>
                                        <p:attrNameLst>
                                          <p:attrName>style.visibility</p:attrName>
                                        </p:attrNameLst>
                                      </p:cBhvr>
                                      <p:to>
                                        <p:strVal val="visible"/>
                                      </p:to>
                                    </p:set>
                                    <p:animEffect transition="in" filter="barn(outVertical)">
                                      <p:cBhvr>
                                        <p:cTn id="151" dur="5000"/>
                                        <p:tgtEl>
                                          <p:spTgt spid="139"/>
                                        </p:tgtEl>
                                      </p:cBhvr>
                                    </p:animEffect>
                                  </p:childTnLst>
                                  <p:subTnLst>
                                    <p:audio>
                                      <p:cMediaNode>
                                        <p:cTn display="0" masterRel="sameClick">
                                          <p:stCondLst>
                                            <p:cond evt="begin" delay="0">
                                              <p:tn val="149"/>
                                            </p:cond>
                                          </p:stCondLst>
                                          <p:endCondLst>
                                            <p:cond evt="onStopAudio" delay="0">
                                              <p:tgtEl>
                                                <p:sldTgt/>
                                              </p:tgtEl>
                                            </p:cond>
                                          </p:endCondLst>
                                        </p:cTn>
                                        <p:tgtEl>
                                          <p:sndTgt r:embed="rId6" name="CHIMES.WAV"/>
                                        </p:tgtEl>
                                      </p:cMediaNode>
                                    </p:audio>
                                  </p:subTnLst>
                                </p:cTn>
                              </p:par>
                            </p:childTnLst>
                          </p:cTn>
                        </p:par>
                        <p:par>
                          <p:cTn id="152" fill="hold">
                            <p:stCondLst>
                              <p:cond delay="10000"/>
                            </p:stCondLst>
                            <p:childTnLst>
                              <p:par>
                                <p:cTn id="153" presetID="20" presetClass="entr" presetSubtype="0" fill="hold" grpId="0" nodeType="afterEffect">
                                  <p:stCondLst>
                                    <p:cond delay="300"/>
                                  </p:stCondLst>
                                  <p:childTnLst>
                                    <p:set>
                                      <p:cBhvr>
                                        <p:cTn id="154" dur="1" fill="hold">
                                          <p:stCondLst>
                                            <p:cond delay="0"/>
                                          </p:stCondLst>
                                        </p:cTn>
                                        <p:tgtEl>
                                          <p:spTgt spid="141"/>
                                        </p:tgtEl>
                                        <p:attrNameLst>
                                          <p:attrName>style.visibility</p:attrName>
                                        </p:attrNameLst>
                                      </p:cBhvr>
                                      <p:to>
                                        <p:strVal val="visible"/>
                                      </p:to>
                                    </p:set>
                                    <p:animEffect transition="in" filter="wedge">
                                      <p:cBhvr>
                                        <p:cTn id="155" dur="2000"/>
                                        <p:tgtEl>
                                          <p:spTgt spid="141"/>
                                        </p:tgtEl>
                                      </p:cBhvr>
                                    </p:animEffect>
                                  </p:childTnLst>
                                  <p:subTnLst>
                                    <p:audio>
                                      <p:cMediaNode>
                                        <p:cTn display="0" masterRel="sameClick">
                                          <p:stCondLst>
                                            <p:cond evt="begin" delay="0">
                                              <p:tn val="153"/>
                                            </p:cond>
                                          </p:stCondLst>
                                          <p:endCondLst>
                                            <p:cond evt="onStopAudio" delay="0">
                                              <p:tgtEl>
                                                <p:sldTgt/>
                                              </p:tgtEl>
                                            </p:cond>
                                          </p:endCondLst>
                                        </p:cTn>
                                        <p:tgtEl>
                                          <p:sndTgt r:embed="rId6"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2"/>
                                        </p:tgtEl>
                                        <p:attrNameLst>
                                          <p:attrName>style.visibility</p:attrName>
                                        </p:attrNameLst>
                                      </p:cBhvr>
                                      <p:to>
                                        <p:strVal val="visible"/>
                                      </p:to>
                                    </p:set>
                                    <p:animEffect transition="in" filter="wedge">
                                      <p:cBhvr>
                                        <p:cTn id="158" dur="2000"/>
                                        <p:tgtEl>
                                          <p:spTgt spid="142"/>
                                        </p:tgtEl>
                                      </p:cBhvr>
                                    </p:animEffect>
                                  </p:childTnLst>
                                  <p:subTnLst>
                                    <p:audio>
                                      <p:cMediaNode>
                                        <p:cTn display="0" masterRel="sameClick">
                                          <p:stCondLst>
                                            <p:cond evt="begin" delay="0">
                                              <p:tn val="156"/>
                                            </p:cond>
                                          </p:stCondLst>
                                          <p:endCondLst>
                                            <p:cond evt="onStopAudio" delay="0">
                                              <p:tgtEl>
                                                <p:sldTgt/>
                                              </p:tgtEl>
                                            </p:cond>
                                          </p:endCondLst>
                                        </p:cTn>
                                        <p:tgtEl>
                                          <p:sndTgt r:embed="rId6" name="CHIMES.WAV"/>
                                        </p:tgtEl>
                                      </p:cMediaNode>
                                    </p:audio>
                                  </p:subTnLst>
                                </p:cTn>
                              </p:par>
                              <p:par>
                                <p:cTn id="159" presetID="20" presetClass="entr" presetSubtype="0" fill="hold" grpId="0" nodeType="withEffect">
                                  <p:stCondLst>
                                    <p:cond delay="300"/>
                                  </p:stCondLst>
                                  <p:childTnLst>
                                    <p:set>
                                      <p:cBhvr>
                                        <p:cTn id="160" dur="1" fill="hold">
                                          <p:stCondLst>
                                            <p:cond delay="0"/>
                                          </p:stCondLst>
                                        </p:cTn>
                                        <p:tgtEl>
                                          <p:spTgt spid="143"/>
                                        </p:tgtEl>
                                        <p:attrNameLst>
                                          <p:attrName>style.visibility</p:attrName>
                                        </p:attrNameLst>
                                      </p:cBhvr>
                                      <p:to>
                                        <p:strVal val="visible"/>
                                      </p:to>
                                    </p:set>
                                    <p:animEffect transition="in" filter="wedge">
                                      <p:cBhvr>
                                        <p:cTn id="161" dur="2000"/>
                                        <p:tgtEl>
                                          <p:spTgt spid="143"/>
                                        </p:tgtEl>
                                      </p:cBhvr>
                                    </p:animEffect>
                                  </p:childTnLst>
                                  <p:subTnLst>
                                    <p:audio>
                                      <p:cMediaNode>
                                        <p:cTn display="0" masterRel="sameClick">
                                          <p:stCondLst>
                                            <p:cond evt="begin" delay="0">
                                              <p:tn val="159"/>
                                            </p:cond>
                                          </p:stCondLst>
                                          <p:endCondLst>
                                            <p:cond evt="onStopAudio" delay="0">
                                              <p:tgtEl>
                                                <p:sldTgt/>
                                              </p:tgtEl>
                                            </p:cond>
                                          </p:endCondLst>
                                        </p:cTn>
                                        <p:tgtEl>
                                          <p:sndTgt r:embed="rId6" name="CHIMES.WAV"/>
                                        </p:tgtEl>
                                      </p:cMediaNode>
                                    </p:audio>
                                  </p:subTnLst>
                                </p:cTn>
                              </p:par>
                              <p:par>
                                <p:cTn id="162" presetID="20" presetClass="entr" presetSubtype="0" fill="hold" grpId="0" nodeType="withEffect">
                                  <p:stCondLst>
                                    <p:cond delay="300"/>
                                  </p:stCondLst>
                                  <p:childTnLst>
                                    <p:set>
                                      <p:cBhvr>
                                        <p:cTn id="163" dur="1" fill="hold">
                                          <p:stCondLst>
                                            <p:cond delay="0"/>
                                          </p:stCondLst>
                                        </p:cTn>
                                        <p:tgtEl>
                                          <p:spTgt spid="144"/>
                                        </p:tgtEl>
                                        <p:attrNameLst>
                                          <p:attrName>style.visibility</p:attrName>
                                        </p:attrNameLst>
                                      </p:cBhvr>
                                      <p:to>
                                        <p:strVal val="visible"/>
                                      </p:to>
                                    </p:set>
                                    <p:animEffect transition="in" filter="wedge">
                                      <p:cBhvr>
                                        <p:cTn id="164" dur="2000"/>
                                        <p:tgtEl>
                                          <p:spTgt spid="144"/>
                                        </p:tgtEl>
                                      </p:cBhvr>
                                    </p:animEffect>
                                  </p:childTnLst>
                                  <p:subTnLst>
                                    <p:audio>
                                      <p:cMediaNode>
                                        <p:cTn display="0" masterRel="sameClick">
                                          <p:stCondLst>
                                            <p:cond evt="begin" delay="0">
                                              <p:tn val="162"/>
                                            </p:cond>
                                          </p:stCondLst>
                                          <p:endCondLst>
                                            <p:cond evt="onStopAudio" delay="0">
                                              <p:tgtEl>
                                                <p:sldTgt/>
                                              </p:tgtEl>
                                            </p:cond>
                                          </p:endCondLst>
                                        </p:cTn>
                                        <p:tgtEl>
                                          <p:sndTgt r:embed="rId6" name="CHIMES.WAV"/>
                                        </p:tgtEl>
                                      </p:cMediaNode>
                                    </p:audio>
                                  </p:subTnLst>
                                </p:cTn>
                              </p:par>
                            </p:childTnLst>
                          </p:cTn>
                        </p:par>
                        <p:par>
                          <p:cTn id="165" fill="hold">
                            <p:stCondLst>
                              <p:cond delay="12300"/>
                            </p:stCondLst>
                            <p:childTnLst>
                              <p:par>
                                <p:cTn id="166" presetID="20" presetClass="entr" presetSubtype="0" fill="hold" grpId="0" nodeType="afterEffect">
                                  <p:stCondLst>
                                    <p:cond delay="300"/>
                                  </p:stCondLst>
                                  <p:childTnLst>
                                    <p:set>
                                      <p:cBhvr>
                                        <p:cTn id="167" dur="1" fill="hold">
                                          <p:stCondLst>
                                            <p:cond delay="0"/>
                                          </p:stCondLst>
                                        </p:cTn>
                                        <p:tgtEl>
                                          <p:spTgt spid="146"/>
                                        </p:tgtEl>
                                        <p:attrNameLst>
                                          <p:attrName>style.visibility</p:attrName>
                                        </p:attrNameLst>
                                      </p:cBhvr>
                                      <p:to>
                                        <p:strVal val="visible"/>
                                      </p:to>
                                    </p:set>
                                    <p:animEffect transition="in" filter="wedge">
                                      <p:cBhvr>
                                        <p:cTn id="168" dur="2000"/>
                                        <p:tgtEl>
                                          <p:spTgt spid="146"/>
                                        </p:tgtEl>
                                      </p:cBhvr>
                                    </p:animEffect>
                                  </p:childTnLst>
                                  <p:subTnLst>
                                    <p:audio>
                                      <p:cMediaNode>
                                        <p:cTn display="0" masterRel="sameClick">
                                          <p:stCondLst>
                                            <p:cond evt="begin" delay="0">
                                              <p:tn val="166"/>
                                            </p:cond>
                                          </p:stCondLst>
                                          <p:endCondLst>
                                            <p:cond evt="onStopAudio" delay="0">
                                              <p:tgtEl>
                                                <p:sldTgt/>
                                              </p:tgtEl>
                                            </p:cond>
                                          </p:endCondLst>
                                        </p:cTn>
                                        <p:tgtEl>
                                          <p:sndTgt r:embed="rId6"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8"/>
                                        </p:tgtEl>
                                        <p:attrNameLst>
                                          <p:attrName>style.visibility</p:attrName>
                                        </p:attrNameLst>
                                      </p:cBhvr>
                                      <p:to>
                                        <p:strVal val="visible"/>
                                      </p:to>
                                    </p:set>
                                    <p:animEffect transition="in" filter="wedge">
                                      <p:cBhvr>
                                        <p:cTn id="171" dur="2000"/>
                                        <p:tgtEl>
                                          <p:spTgt spid="148"/>
                                        </p:tgtEl>
                                      </p:cBhvr>
                                    </p:animEffect>
                                  </p:childTnLst>
                                  <p:subTnLst>
                                    <p:audio>
                                      <p:cMediaNode>
                                        <p:cTn display="0" masterRel="sameClick">
                                          <p:stCondLst>
                                            <p:cond evt="begin" delay="0">
                                              <p:tn val="169"/>
                                            </p:cond>
                                          </p:stCondLst>
                                          <p:endCondLst>
                                            <p:cond evt="onStopAudio" delay="0">
                                              <p:tgtEl>
                                                <p:sldTgt/>
                                              </p:tgtEl>
                                            </p:cond>
                                          </p:endCondLst>
                                        </p:cTn>
                                        <p:tgtEl>
                                          <p:sndTgt r:embed="rId6" name="CHIMES.WAV"/>
                                        </p:tgtEl>
                                      </p:cMediaNode>
                                    </p:audio>
                                  </p:subTnLst>
                                </p:cTn>
                              </p:par>
                              <p:par>
                                <p:cTn id="172" presetID="20" presetClass="entr" presetSubtype="0" fill="hold" grpId="0" nodeType="withEffect">
                                  <p:stCondLst>
                                    <p:cond delay="300"/>
                                  </p:stCondLst>
                                  <p:childTnLst>
                                    <p:set>
                                      <p:cBhvr>
                                        <p:cTn id="173" dur="1" fill="hold">
                                          <p:stCondLst>
                                            <p:cond delay="0"/>
                                          </p:stCondLst>
                                        </p:cTn>
                                        <p:tgtEl>
                                          <p:spTgt spid="145"/>
                                        </p:tgtEl>
                                        <p:attrNameLst>
                                          <p:attrName>style.visibility</p:attrName>
                                        </p:attrNameLst>
                                      </p:cBhvr>
                                      <p:to>
                                        <p:strVal val="visible"/>
                                      </p:to>
                                    </p:set>
                                    <p:animEffect transition="in" filter="wedge">
                                      <p:cBhvr>
                                        <p:cTn id="174" dur="2000"/>
                                        <p:tgtEl>
                                          <p:spTgt spid="145"/>
                                        </p:tgtEl>
                                      </p:cBhvr>
                                    </p:animEffect>
                                  </p:childTnLst>
                                  <p:subTnLst>
                                    <p:audio>
                                      <p:cMediaNode>
                                        <p:cTn display="0" masterRel="sameClick">
                                          <p:stCondLst>
                                            <p:cond evt="begin" delay="0">
                                              <p:tn val="172"/>
                                            </p:cond>
                                          </p:stCondLst>
                                          <p:endCondLst>
                                            <p:cond evt="onStopAudio" delay="0">
                                              <p:tgtEl>
                                                <p:sldTgt/>
                                              </p:tgtEl>
                                            </p:cond>
                                          </p:endCondLst>
                                        </p:cTn>
                                        <p:tgtEl>
                                          <p:sndTgt r:embed="rId6" name="CHIMES.WAV"/>
                                        </p:tgtEl>
                                      </p:cMediaNode>
                                    </p:audio>
                                  </p:subTnLst>
                                </p:cTn>
                              </p:par>
                              <p:par>
                                <p:cTn id="175" presetID="20" presetClass="entr" presetSubtype="0" fill="hold" grpId="0" nodeType="withEffect">
                                  <p:stCondLst>
                                    <p:cond delay="300"/>
                                  </p:stCondLst>
                                  <p:childTnLst>
                                    <p:set>
                                      <p:cBhvr>
                                        <p:cTn id="176" dur="1" fill="hold">
                                          <p:stCondLst>
                                            <p:cond delay="0"/>
                                          </p:stCondLst>
                                        </p:cTn>
                                        <p:tgtEl>
                                          <p:spTgt spid="147"/>
                                        </p:tgtEl>
                                        <p:attrNameLst>
                                          <p:attrName>style.visibility</p:attrName>
                                        </p:attrNameLst>
                                      </p:cBhvr>
                                      <p:to>
                                        <p:strVal val="visible"/>
                                      </p:to>
                                    </p:set>
                                    <p:animEffect transition="in" filter="wedge">
                                      <p:cBhvr>
                                        <p:cTn id="177" dur="2000"/>
                                        <p:tgtEl>
                                          <p:spTgt spid="147"/>
                                        </p:tgtEl>
                                      </p:cBhvr>
                                    </p:animEffect>
                                  </p:childTnLst>
                                  <p:subTnLst>
                                    <p:audio>
                                      <p:cMediaNode>
                                        <p:cTn display="0" masterRel="sameClick">
                                          <p:stCondLst>
                                            <p:cond evt="begin" delay="0">
                                              <p:tn val="175"/>
                                            </p:cond>
                                          </p:stCondLst>
                                          <p:endCondLst>
                                            <p:cond evt="onStopAudio" delay="0">
                                              <p:tgtEl>
                                                <p:sldTgt/>
                                              </p:tgtEl>
                                            </p:cond>
                                          </p:endCondLst>
                                        </p:cTn>
                                        <p:tgtEl>
                                          <p:sndTgt r:embed="rId6" name="CHIMES.WAV"/>
                                        </p:tgtEl>
                                      </p:cMediaNode>
                                    </p:audio>
                                  </p:subTnLst>
                                </p:cTn>
                              </p:par>
                            </p:childTnLst>
                          </p:cTn>
                        </p:par>
                      </p:childTnLst>
                    </p:cTn>
                  </p:par>
                  <p:par>
                    <p:cTn id="178" fill="hold">
                      <p:stCondLst>
                        <p:cond delay="indefinite"/>
                      </p:stCondLst>
                      <p:childTnLst>
                        <p:par>
                          <p:cTn id="179" fill="hold">
                            <p:stCondLst>
                              <p:cond delay="0"/>
                            </p:stCondLst>
                            <p:childTnLst>
                              <p:par>
                                <p:cTn id="180" presetID="1" presetClass="entr" presetSubtype="0" fill="hold" grpId="0" nodeType="clickEffect">
                                  <p:stCondLst>
                                    <p:cond delay="0"/>
                                  </p:stCondLst>
                                  <p:childTnLst>
                                    <p:set>
                                      <p:cBhvr>
                                        <p:cTn id="181"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2" fill="hold" display="0">
                  <p:stCondLst>
                    <p:cond delay="indefinite"/>
                  </p:stCondLst>
                </p:cTn>
                <p:tgtEl>
                  <p:spTgt spid="2"/>
                </p:tgtEl>
              </p:cMediaNode>
            </p:video>
          </p:childTnLst>
        </p:cTn>
      </p:par>
    </p:tnLst>
    <p:bldLst>
      <p:bldP spid="9" grpId="0" animBg="1"/>
      <p:bldP spid="111" grpId="0" autoUpdateAnimBg="0"/>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854102"/>
            <a:ext cx="4651988" cy="5417341"/>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8435283" y="2411633"/>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1370233"/>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1687733"/>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1363883"/>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1373408"/>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1516283"/>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1859183"/>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1192433"/>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1001933"/>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1973483"/>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98923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1954433"/>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1640108"/>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34" name="Text Box 26"/>
          <p:cNvSpPr txBox="1">
            <a:spLocks noChangeAspect="1" noChangeArrowheads="1"/>
          </p:cNvSpPr>
          <p:nvPr/>
        </p:nvSpPr>
        <p:spPr bwMode="auto">
          <a:xfrm>
            <a:off x="9708458" y="16496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35" name="Text Box 27"/>
          <p:cNvSpPr txBox="1">
            <a:spLocks noChangeAspect="1" noChangeArrowheads="1"/>
          </p:cNvSpPr>
          <p:nvPr/>
        </p:nvSpPr>
        <p:spPr bwMode="auto">
          <a:xfrm>
            <a:off x="8724208" y="127022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36" name="Text Box 28"/>
          <p:cNvSpPr txBox="1">
            <a:spLocks noChangeAspect="1" noChangeArrowheads="1"/>
          </p:cNvSpPr>
          <p:nvPr/>
        </p:nvSpPr>
        <p:spPr bwMode="auto">
          <a:xfrm>
            <a:off x="9708458" y="130673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9627496" y="2683096"/>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2659283"/>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2754533"/>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3145058"/>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229098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326888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2278283"/>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3240308"/>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257038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46" name="Text Box 38"/>
          <p:cNvSpPr txBox="1">
            <a:spLocks noChangeAspect="1" noChangeArrowheads="1"/>
          </p:cNvSpPr>
          <p:nvPr/>
        </p:nvSpPr>
        <p:spPr bwMode="auto">
          <a:xfrm>
            <a:off x="8578158" y="28815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47" name="Text Box 39"/>
          <p:cNvSpPr txBox="1">
            <a:spLocks noChangeAspect="1" noChangeArrowheads="1"/>
          </p:cNvSpPr>
          <p:nvPr/>
        </p:nvSpPr>
        <p:spPr bwMode="auto">
          <a:xfrm>
            <a:off x="9603683" y="25640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d'</a:t>
            </a:r>
          </a:p>
        </p:txBody>
      </p:sp>
      <p:sp>
        <p:nvSpPr>
          <p:cNvPr id="148" name="Text Box 40"/>
          <p:cNvSpPr txBox="1">
            <a:spLocks noChangeAspect="1" noChangeArrowheads="1"/>
          </p:cNvSpPr>
          <p:nvPr/>
        </p:nvSpPr>
        <p:spPr bwMode="auto">
          <a:xfrm>
            <a:off x="9717983" y="2906933"/>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49" name="Arc 41"/>
          <p:cNvSpPr>
            <a:spLocks noChangeAspect="1"/>
          </p:cNvSpPr>
          <p:nvPr/>
        </p:nvSpPr>
        <p:spPr bwMode="auto">
          <a:xfrm rot="4171949" flipH="1" flipV="1">
            <a:off x="8364640" y="2580702"/>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256720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10364096" y="263388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2" name="Arc 44"/>
          <p:cNvSpPr>
            <a:spLocks noChangeAspect="1"/>
          </p:cNvSpPr>
          <p:nvPr/>
        </p:nvSpPr>
        <p:spPr bwMode="auto">
          <a:xfrm rot="17357411" flipV="1">
            <a:off x="10107715" y="260927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2392583"/>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148612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148612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1517871"/>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8001896" y="148453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8932171" y="865408"/>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1455958"/>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440311" y="1107096"/>
            <a:ext cx="6523921"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zh-CN" altLang="en-US" sz="2800" i="0" dirty="0">
                <a:latin typeface="+mn-lt"/>
                <a:ea typeface="微软雅黑" panose="020B0503020204020204" pitchFamily="34" charset="-122"/>
              </a:rPr>
              <a:t>可以看出，梁下部的纵向纤维受拉伸长，上部的纵向纤维受压缩短，其间必有一层纤维既不伸长也不缩短，这层纤维称为</a:t>
            </a:r>
            <a:r>
              <a:rPr kumimoji="1" lang="zh-CN" altLang="en-US" sz="2800" i="0" dirty="0">
                <a:solidFill>
                  <a:srgbClr val="FF00FF"/>
                </a:solidFill>
                <a:latin typeface="+mn-lt"/>
                <a:ea typeface="微软雅黑" panose="020B0503020204020204" pitchFamily="34" charset="-122"/>
              </a:rPr>
              <a:t>中性层</a:t>
            </a:r>
            <a:r>
              <a:rPr kumimoji="1" lang="zh-CN" altLang="en-US" sz="2800" i="0" dirty="0">
                <a:latin typeface="+mn-lt"/>
                <a:ea typeface="微软雅黑" panose="020B0503020204020204" pitchFamily="34" charset="-122"/>
              </a:rPr>
              <a:t>，中性层和横截面的交线称为中性轴</a:t>
            </a:r>
            <a:r>
              <a:rPr kumimoji="1" lang="zh-CN" altLang="en-US" sz="2800" i="0" dirty="0">
                <a:solidFill>
                  <a:srgbClr val="FF00FF"/>
                </a:solidFill>
                <a:latin typeface="+mn-lt"/>
                <a:ea typeface="微软雅黑" panose="020B0503020204020204" pitchFamily="34" charset="-122"/>
              </a:rPr>
              <a:t>中性轴</a:t>
            </a:r>
            <a:r>
              <a:rPr kumimoji="1" lang="zh-CN" altLang="en-US" sz="2800" i="0" dirty="0">
                <a:latin typeface="+mn-lt"/>
                <a:ea typeface="微软雅黑" panose="020B0503020204020204" pitchFamily="34" charset="-122"/>
              </a:rPr>
              <a:t>，即图中的 </a:t>
            </a:r>
            <a:r>
              <a:rPr kumimoji="1" lang="en-US" altLang="zh-CN" sz="2800" b="0" dirty="0">
                <a:latin typeface="+mn-lt"/>
                <a:ea typeface="微软雅黑" panose="020B0503020204020204" pitchFamily="34" charset="-122"/>
              </a:rPr>
              <a:t>z </a:t>
            </a:r>
            <a:r>
              <a:rPr kumimoji="1" lang="zh-CN" altLang="en-US" sz="2800" i="0" dirty="0">
                <a:latin typeface="+mn-lt"/>
                <a:ea typeface="微软雅黑" panose="020B0503020204020204" pitchFamily="34" charset="-122"/>
              </a:rPr>
              <a:t>轴。梁的横截面绕 </a:t>
            </a:r>
            <a:r>
              <a:rPr kumimoji="1" lang="en-US" altLang="zh-CN" sz="2800" b="0" dirty="0">
                <a:latin typeface="+mn-lt"/>
                <a:ea typeface="微软雅黑" panose="020B0503020204020204" pitchFamily="34" charset="-122"/>
              </a:rPr>
              <a:t>z </a:t>
            </a:r>
            <a:r>
              <a:rPr kumimoji="1" lang="zh-CN" altLang="en-US" sz="2800" i="0" dirty="0">
                <a:latin typeface="+mn-lt"/>
                <a:ea typeface="微软雅黑" panose="020B0503020204020204" pitchFamily="34" charset="-122"/>
              </a:rPr>
              <a:t>轴转动一微小角度。</a:t>
            </a:r>
          </a:p>
          <a:p>
            <a:pPr algn="just" eaLnBrk="1" hangingPunct="1">
              <a:lnSpc>
                <a:spcPct val="120000"/>
              </a:lnSpc>
            </a:pPr>
            <a:endParaRPr kumimoji="1" lang="zh-CN" altLang="en-US" sz="2800" i="0" dirty="0">
              <a:latin typeface="+mn-lt"/>
              <a:ea typeface="微软雅黑" panose="020B0503020204020204" pitchFamily="34" charset="-122"/>
            </a:endParaRPr>
          </a:p>
        </p:txBody>
      </p:sp>
      <p:sp>
        <p:nvSpPr>
          <p:cNvPr id="63" name="Text Box 4"/>
          <p:cNvSpPr txBox="1">
            <a:spLocks noChangeAspect="1" noChangeArrowheads="1"/>
          </p:cNvSpPr>
          <p:nvPr/>
        </p:nvSpPr>
        <p:spPr bwMode="auto">
          <a:xfrm>
            <a:off x="10315612" y="4334801"/>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8559837" y="4253731"/>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8137562" y="4809356"/>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8147087" y="5123681"/>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8937662" y="4869681"/>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10233062" y="4660131"/>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9280562" y="4660131"/>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9604412" y="4980806"/>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9813962" y="4341044"/>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spTree>
    <p:extLst>
      <p:ext uri="{BB962C8B-B14F-4D97-AF65-F5344CB8AC3E}">
        <p14:creationId xmlns:p14="http://schemas.microsoft.com/office/powerpoint/2010/main" val="10450144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420676" y="1478624"/>
            <a:ext cx="4651988" cy="4792819"/>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8435283" y="3136032"/>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8555933" y="2094632"/>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8365433" y="2412132"/>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9756083" y="2088282"/>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8975033" y="2097807"/>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8975033" y="2240682"/>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8975033" y="2583582"/>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10727633" y="1916832"/>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8813108" y="1726332"/>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8822633" y="2697882"/>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9603683" y="171363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9603683" y="2678832"/>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8746433" y="236450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34" name="Text Box 26"/>
          <p:cNvSpPr txBox="1">
            <a:spLocks noChangeAspect="1" noChangeArrowheads="1"/>
          </p:cNvSpPr>
          <p:nvPr/>
        </p:nvSpPr>
        <p:spPr bwMode="auto">
          <a:xfrm>
            <a:off x="9708458" y="23740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35" name="Text Box 27"/>
          <p:cNvSpPr txBox="1">
            <a:spLocks noChangeAspect="1" noChangeArrowheads="1"/>
          </p:cNvSpPr>
          <p:nvPr/>
        </p:nvSpPr>
        <p:spPr bwMode="auto">
          <a:xfrm>
            <a:off x="8724208" y="199462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36" name="Text Box 28"/>
          <p:cNvSpPr txBox="1">
            <a:spLocks noChangeAspect="1" noChangeArrowheads="1"/>
          </p:cNvSpPr>
          <p:nvPr/>
        </p:nvSpPr>
        <p:spPr bwMode="auto">
          <a:xfrm>
            <a:off x="9708458" y="2031132"/>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9627496" y="3407495"/>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8841683" y="3383682"/>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9070283" y="3478932"/>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8897246" y="3869457"/>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8994083" y="3015382"/>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8603558" y="3993282"/>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9438583" y="300268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9775133" y="396470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8725796" y="329478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46" name="Text Box 38"/>
          <p:cNvSpPr txBox="1">
            <a:spLocks noChangeAspect="1" noChangeArrowheads="1"/>
          </p:cNvSpPr>
          <p:nvPr/>
        </p:nvSpPr>
        <p:spPr bwMode="auto">
          <a:xfrm>
            <a:off x="8578158" y="36059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47" name="Text Box 39"/>
          <p:cNvSpPr txBox="1">
            <a:spLocks noChangeAspect="1" noChangeArrowheads="1"/>
          </p:cNvSpPr>
          <p:nvPr/>
        </p:nvSpPr>
        <p:spPr bwMode="auto">
          <a:xfrm>
            <a:off x="9603683" y="32884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d'</a:t>
            </a:r>
          </a:p>
        </p:txBody>
      </p:sp>
      <p:sp>
        <p:nvSpPr>
          <p:cNvPr id="148" name="Text Box 40"/>
          <p:cNvSpPr txBox="1">
            <a:spLocks noChangeAspect="1" noChangeArrowheads="1"/>
          </p:cNvSpPr>
          <p:nvPr/>
        </p:nvSpPr>
        <p:spPr bwMode="auto">
          <a:xfrm>
            <a:off x="9717983" y="363133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49" name="Arc 41"/>
          <p:cNvSpPr>
            <a:spLocks noChangeAspect="1"/>
          </p:cNvSpPr>
          <p:nvPr/>
        </p:nvSpPr>
        <p:spPr bwMode="auto">
          <a:xfrm rot="4171949" flipH="1" flipV="1">
            <a:off x="8364640" y="330510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8008246" y="329160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10364096" y="335828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2" name="Arc 44"/>
          <p:cNvSpPr>
            <a:spLocks noChangeAspect="1"/>
          </p:cNvSpPr>
          <p:nvPr/>
        </p:nvSpPr>
        <p:spPr bwMode="auto">
          <a:xfrm rot="17357411" flipV="1">
            <a:off x="10107715" y="333367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10832408" y="3116982"/>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10097396" y="2210520"/>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8344796" y="2210520"/>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10322821" y="224227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8001896" y="220893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8932171" y="1589807"/>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8955983" y="2180357"/>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440311" y="1516283"/>
            <a:ext cx="6523921"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．正应力的分布</a:t>
            </a:r>
          </a:p>
          <a:p>
            <a:pPr lvl="0">
              <a:lnSpc>
                <a:spcPct val="130000"/>
              </a:lnSpc>
            </a:pPr>
            <a:r>
              <a:rPr kumimoji="1" lang="zh-CN" altLang="en-US" sz="2800" i="0" dirty="0">
                <a:latin typeface="+mn-lt"/>
                <a:ea typeface="微软雅黑" panose="020B0503020204020204" pitchFamily="34" charset="-122"/>
              </a:rPr>
              <a:t>    　由平面假设可知，矩形截面梁在纯弯曲时的应力分布有如下特点：</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1) </a:t>
            </a:r>
            <a:r>
              <a:rPr kumimoji="1" lang="zh-CN" altLang="en-US" sz="2800" i="0" dirty="0">
                <a:latin typeface="+mn-lt"/>
                <a:ea typeface="微软雅黑" panose="020B0503020204020204" pitchFamily="34" charset="-122"/>
              </a:rPr>
              <a:t>中性轴上的线应变为零，所以其正应力亦为零。</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2) </a:t>
            </a:r>
            <a:r>
              <a:rPr kumimoji="1" lang="zh-CN" altLang="en-US" sz="2800" i="0" dirty="0">
                <a:latin typeface="+mn-lt"/>
                <a:ea typeface="微软雅黑" panose="020B0503020204020204" pitchFamily="34" charset="-122"/>
              </a:rPr>
              <a:t>距中性轴距离相等的各点，其线应变相等。根据胡克定律，它们的正应力也相等。</a:t>
            </a:r>
          </a:p>
        </p:txBody>
      </p:sp>
      <p:sp>
        <p:nvSpPr>
          <p:cNvPr id="63" name="Text Box 4"/>
          <p:cNvSpPr txBox="1">
            <a:spLocks noChangeAspect="1" noChangeArrowheads="1"/>
          </p:cNvSpPr>
          <p:nvPr/>
        </p:nvSpPr>
        <p:spPr bwMode="auto">
          <a:xfrm>
            <a:off x="10315612" y="4577769"/>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8559837" y="4496699"/>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8137562" y="5052324"/>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8147087" y="5366649"/>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8937662" y="5112649"/>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10233062" y="4903099"/>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9280562" y="4903099"/>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9604412" y="5223774"/>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9813962" y="4584012"/>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sp>
        <p:nvSpPr>
          <p:cNvPr id="93" name="矩形 92"/>
          <p:cNvSpPr/>
          <p:nvPr/>
        </p:nvSpPr>
        <p:spPr>
          <a:xfrm>
            <a:off x="4022124" y="879293"/>
            <a:ext cx="3262432"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弯曲正应力的计算</a:t>
            </a:r>
          </a:p>
        </p:txBody>
      </p:sp>
    </p:spTree>
    <p:extLst>
      <p:ext uri="{BB962C8B-B14F-4D97-AF65-F5344CB8AC3E}">
        <p14:creationId xmlns:p14="http://schemas.microsoft.com/office/powerpoint/2010/main" val="2950421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335360" y="908720"/>
            <a:ext cx="11737304" cy="2859673"/>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1416819" y="2447087"/>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1537469" y="1405687"/>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1346969" y="1723187"/>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2737619" y="1399337"/>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1956569" y="1408862"/>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1956569" y="1551737"/>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1956569" y="1894637"/>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3709169" y="1227887"/>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1794644" y="1037387"/>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1804169" y="2008937"/>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2585219" y="102468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2585219" y="1989887"/>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1727969" y="1675562"/>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34" name="Text Box 26"/>
          <p:cNvSpPr txBox="1">
            <a:spLocks noChangeAspect="1" noChangeArrowheads="1"/>
          </p:cNvSpPr>
          <p:nvPr/>
        </p:nvSpPr>
        <p:spPr bwMode="auto">
          <a:xfrm>
            <a:off x="2689994" y="16850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35" name="Text Box 27"/>
          <p:cNvSpPr txBox="1">
            <a:spLocks noChangeAspect="1" noChangeArrowheads="1"/>
          </p:cNvSpPr>
          <p:nvPr/>
        </p:nvSpPr>
        <p:spPr bwMode="auto">
          <a:xfrm>
            <a:off x="1705744" y="130567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36" name="Text Box 28"/>
          <p:cNvSpPr txBox="1">
            <a:spLocks noChangeAspect="1" noChangeArrowheads="1"/>
          </p:cNvSpPr>
          <p:nvPr/>
        </p:nvSpPr>
        <p:spPr bwMode="auto">
          <a:xfrm>
            <a:off x="2689994" y="1342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2609032" y="2718550"/>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1823219" y="2694737"/>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2051819" y="2789987"/>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1878782" y="3180512"/>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1975619" y="232643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1585094" y="330433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2420119" y="2313737"/>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2756669" y="3275762"/>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1707332" y="260583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c'</a:t>
            </a:r>
          </a:p>
        </p:txBody>
      </p:sp>
      <p:sp>
        <p:nvSpPr>
          <p:cNvPr id="146" name="Text Box 38"/>
          <p:cNvSpPr txBox="1">
            <a:spLocks noChangeAspect="1" noChangeArrowheads="1"/>
          </p:cNvSpPr>
          <p:nvPr/>
        </p:nvSpPr>
        <p:spPr bwMode="auto">
          <a:xfrm>
            <a:off x="1559694" y="29169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a'</a:t>
            </a:r>
          </a:p>
        </p:txBody>
      </p:sp>
      <p:sp>
        <p:nvSpPr>
          <p:cNvPr id="147" name="Text Box 39"/>
          <p:cNvSpPr txBox="1">
            <a:spLocks noChangeAspect="1" noChangeArrowheads="1"/>
          </p:cNvSpPr>
          <p:nvPr/>
        </p:nvSpPr>
        <p:spPr bwMode="auto">
          <a:xfrm>
            <a:off x="2585219" y="25994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d'</a:t>
            </a:r>
          </a:p>
        </p:txBody>
      </p:sp>
      <p:sp>
        <p:nvSpPr>
          <p:cNvPr id="148" name="Text Box 40"/>
          <p:cNvSpPr txBox="1">
            <a:spLocks noChangeAspect="1" noChangeArrowheads="1"/>
          </p:cNvSpPr>
          <p:nvPr/>
        </p:nvSpPr>
        <p:spPr bwMode="auto">
          <a:xfrm>
            <a:off x="2699519" y="2942387"/>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000000"/>
                </a:solidFill>
                <a:latin typeface="" pitchFamily="18" charset="-52"/>
                <a:ea typeface="宋体" panose="02010600030101010101" pitchFamily="2" charset="-122"/>
              </a:rPr>
              <a:t>b'</a:t>
            </a:r>
          </a:p>
        </p:txBody>
      </p:sp>
      <p:sp>
        <p:nvSpPr>
          <p:cNvPr id="149" name="Arc 41"/>
          <p:cNvSpPr>
            <a:spLocks noChangeAspect="1"/>
          </p:cNvSpPr>
          <p:nvPr/>
        </p:nvSpPr>
        <p:spPr bwMode="auto">
          <a:xfrm rot="4171949" flipH="1" flipV="1">
            <a:off x="1346176" y="2616156"/>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989782" y="26026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3345632" y="266933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2" name="Arc 44"/>
          <p:cNvSpPr>
            <a:spLocks noChangeAspect="1"/>
          </p:cNvSpPr>
          <p:nvPr/>
        </p:nvSpPr>
        <p:spPr bwMode="auto">
          <a:xfrm rot="17357411" flipV="1">
            <a:off x="3089251" y="2644731"/>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3813944" y="2428037"/>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3078932" y="1521575"/>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1326332" y="1521575"/>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3304357" y="15533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983432" y="151998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1913707" y="900862"/>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1937519" y="1491412"/>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329244" y="3855744"/>
            <a:ext cx="11743420"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latin typeface="+mn-lt"/>
                <a:ea typeface="微软雅黑" panose="020B0503020204020204" pitchFamily="34" charset="-122"/>
              </a:rPr>
              <a:t>        3) </a:t>
            </a:r>
            <a:r>
              <a:rPr kumimoji="1" lang="zh-CN" altLang="en-US" sz="2800" i="0" dirty="0">
                <a:latin typeface="+mn-lt"/>
                <a:ea typeface="微软雅黑" panose="020B0503020204020204" pitchFamily="34" charset="-122"/>
              </a:rPr>
              <a:t>在图示的受力情况下，中性轴上部各点正应力为负值，中性轴下部各点正应力为正值。</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4) </a:t>
            </a:r>
            <a:r>
              <a:rPr kumimoji="1" lang="zh-CN" altLang="en-US" sz="2800" i="0" dirty="0">
                <a:latin typeface="+mn-lt"/>
                <a:ea typeface="微软雅黑" panose="020B0503020204020204" pitchFamily="34" charset="-122"/>
              </a:rPr>
              <a:t>正应力沿</a:t>
            </a:r>
            <a:r>
              <a:rPr kumimoji="1" lang="en-US" altLang="zh-CN" sz="2800" b="0" dirty="0">
                <a:latin typeface="+mn-lt"/>
                <a:ea typeface="微软雅黑" panose="020B0503020204020204" pitchFamily="34" charset="-122"/>
              </a:rPr>
              <a:t>y</a:t>
            </a:r>
            <a:r>
              <a:rPr kumimoji="1" lang="zh-CN" altLang="en-US" sz="2800" i="0" dirty="0">
                <a:latin typeface="+mn-lt"/>
                <a:ea typeface="微软雅黑" panose="020B0503020204020204" pitchFamily="34" charset="-122"/>
              </a:rPr>
              <a:t>轴线性分布，即</a:t>
            </a:r>
            <a:r>
              <a:rPr kumimoji="1" lang="zh-CN" altLang="en-US" sz="2800" b="0" dirty="0">
                <a:latin typeface="+mn-lt"/>
                <a:ea typeface="微软雅黑" panose="020B0503020204020204" pitchFamily="34" charset="-122"/>
                <a:sym typeface="Symbol" panose="05050102010706020507" pitchFamily="18" charset="2"/>
              </a:rPr>
              <a:t> </a:t>
            </a:r>
            <a:r>
              <a:rPr kumimoji="1" lang="en-US" altLang="zh-CN" sz="2800" b="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Ky</a:t>
            </a:r>
            <a:r>
              <a:rPr kumimoji="1" lang="en-US" altLang="zh-CN" sz="2800" b="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或 </a:t>
            </a:r>
            <a:r>
              <a:rPr kumimoji="1" lang="en-US" altLang="zh-CN" sz="2800" b="0" dirty="0">
                <a:latin typeface="+mn-lt"/>
                <a:ea typeface="微软雅黑" panose="020B0503020204020204" pitchFamily="34" charset="-122"/>
              </a:rPr>
              <a:t>K=</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 /y</a:t>
            </a:r>
            <a:r>
              <a:rPr kumimoji="1" lang="zh-CN" altLang="en-US" sz="280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K</a:t>
            </a:r>
            <a:r>
              <a:rPr kumimoji="1" lang="zh-CN" altLang="en-US" sz="2800" i="0" dirty="0">
                <a:latin typeface="+mn-lt"/>
                <a:ea typeface="微软雅黑" panose="020B0503020204020204" pitchFamily="34" charset="-122"/>
              </a:rPr>
              <a:t>为待定常数。</a:t>
            </a:r>
          </a:p>
        </p:txBody>
      </p:sp>
      <p:sp>
        <p:nvSpPr>
          <p:cNvPr id="63" name="Text Box 4"/>
          <p:cNvSpPr txBox="1">
            <a:spLocks noChangeAspect="1" noChangeArrowheads="1"/>
          </p:cNvSpPr>
          <p:nvPr/>
        </p:nvSpPr>
        <p:spPr bwMode="auto">
          <a:xfrm>
            <a:off x="7560447" y="1434370"/>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5804672" y="1353300"/>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5382397" y="1908925"/>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5391922" y="2223250"/>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6182497" y="1969250"/>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7477897" y="1759700"/>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6525397" y="1759700"/>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6849247" y="2080375"/>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7058797" y="1440613"/>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grpSp>
        <p:nvGrpSpPr>
          <p:cNvPr id="94" name="Group 4"/>
          <p:cNvGrpSpPr>
            <a:grpSpLocks/>
          </p:cNvGrpSpPr>
          <p:nvPr/>
        </p:nvGrpSpPr>
        <p:grpSpPr bwMode="auto">
          <a:xfrm>
            <a:off x="9333434" y="1516019"/>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369969"/>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306469"/>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547769"/>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5350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6493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585869"/>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7636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7128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763669"/>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535069"/>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093869"/>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182769"/>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877969"/>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852569"/>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954169"/>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398669"/>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309769"/>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208169"/>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779669"/>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2868569"/>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2970169"/>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414669"/>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325769"/>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224169"/>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779669"/>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109869"/>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779669"/>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2893969"/>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719219"/>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841456"/>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 pitchFamily="18" charset="-52"/>
                <a:ea typeface="宋体" panose="02010600030101010101" pitchFamily="2" charset="-122"/>
              </a:rPr>
              <a:t>M</a:t>
            </a:r>
          </a:p>
        </p:txBody>
      </p:sp>
      <p:sp>
        <p:nvSpPr>
          <p:cNvPr id="196" name="Text Box 51"/>
          <p:cNvSpPr txBox="1">
            <a:spLocks noChangeArrowheads="1"/>
          </p:cNvSpPr>
          <p:nvPr/>
        </p:nvSpPr>
        <p:spPr bwMode="auto">
          <a:xfrm>
            <a:off x="10435159" y="2922544"/>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 pitchFamily="18" charset="-52"/>
                <a:ea typeface="宋体" panose="02010600030101010101" pitchFamily="2" charset="-122"/>
              </a:rPr>
              <a:t>M</a:t>
            </a:r>
          </a:p>
        </p:txBody>
      </p:sp>
      <p:sp>
        <p:nvSpPr>
          <p:cNvPr id="197" name="Text Box 52"/>
          <p:cNvSpPr txBox="1">
            <a:spLocks noChangeArrowheads="1"/>
          </p:cNvSpPr>
          <p:nvPr/>
        </p:nvSpPr>
        <p:spPr bwMode="auto">
          <a:xfrm>
            <a:off x="9990659" y="2358981"/>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 pitchFamily="18" charset="-52"/>
                <a:ea typeface="宋体" panose="02010600030101010101" pitchFamily="2" charset="-122"/>
              </a:rPr>
              <a:t>y</a:t>
            </a:r>
          </a:p>
        </p:txBody>
      </p:sp>
      <p:sp>
        <p:nvSpPr>
          <p:cNvPr id="198" name="Text Box 53"/>
          <p:cNvSpPr txBox="1">
            <a:spLocks noChangeArrowheads="1"/>
          </p:cNvSpPr>
          <p:nvPr/>
        </p:nvSpPr>
        <p:spPr bwMode="auto">
          <a:xfrm>
            <a:off x="10447859" y="1347744"/>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 pitchFamily="18" charset="-52"/>
                <a:ea typeface="宋体" panose="02010600030101010101" pitchFamily="2" charset="-122"/>
              </a:rPr>
              <a:t>z</a:t>
            </a:r>
          </a:p>
        </p:txBody>
      </p:sp>
      <p:sp>
        <p:nvSpPr>
          <p:cNvPr id="199" name="Text Box 54"/>
          <p:cNvSpPr txBox="1">
            <a:spLocks noChangeArrowheads="1"/>
          </p:cNvSpPr>
          <p:nvPr/>
        </p:nvSpPr>
        <p:spPr bwMode="auto">
          <a:xfrm>
            <a:off x="10415983" y="1069931"/>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1795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090694"/>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1989094"/>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2303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344694"/>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290719"/>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219281"/>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Tree>
    <p:extLst>
      <p:ext uri="{BB962C8B-B14F-4D97-AF65-F5344CB8AC3E}">
        <p14:creationId xmlns:p14="http://schemas.microsoft.com/office/powerpoint/2010/main" val="36035505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499"/>
                                          </p:stCondLst>
                                        </p:cTn>
                                        <p:tgtEl>
                                          <p:spTgt spid="62"/>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6" presetClass="entr" presetSubtype="37" fill="hold" nodeType="clickEffect">
                                  <p:stCondLst>
                                    <p:cond delay="0"/>
                                  </p:stCondLst>
                                  <p:childTnLst>
                                    <p:set>
                                      <p:cBhvr>
                                        <p:cTn id="179" dur="1" fill="hold">
                                          <p:stCondLst>
                                            <p:cond delay="0"/>
                                          </p:stCondLst>
                                        </p:cTn>
                                        <p:tgtEl>
                                          <p:spTgt spid="65"/>
                                        </p:tgtEl>
                                        <p:attrNameLst>
                                          <p:attrName>style.visibility</p:attrName>
                                        </p:attrNameLst>
                                      </p:cBhvr>
                                      <p:to>
                                        <p:strVal val="visible"/>
                                      </p:to>
                                    </p:set>
                                    <p:animEffect transition="in" filter="barn(outVertical)">
                                      <p:cBhvr>
                                        <p:cTn id="180" dur="3000"/>
                                        <p:tgtEl>
                                          <p:spTgt spid="65"/>
                                        </p:tgtEl>
                                      </p:cBhvr>
                                    </p:animEffect>
                                  </p:childTnLst>
                                  <p:subTnLst>
                                    <p:audio>
                                      <p:cMediaNode>
                                        <p:cTn display="0" masterRel="sameClick">
                                          <p:stCondLst>
                                            <p:cond evt="begin" delay="0">
                                              <p:tn val="178"/>
                                            </p:cond>
                                          </p:stCondLst>
                                          <p:endCondLst>
                                            <p:cond evt="onStopAudio" delay="0">
                                              <p:tgtEl>
                                                <p:sldTgt/>
                                              </p:tgtEl>
                                            </p:cond>
                                          </p:endCondLst>
                                        </p:cTn>
                                        <p:tgtEl>
                                          <p:sndTgt r:embed="rId5" name="PROJCTOR.WAV"/>
                                        </p:tgtEl>
                                      </p:cMediaNode>
                                    </p:audio>
                                  </p:subTnLst>
                                </p:cTn>
                              </p:par>
                            </p:childTnLst>
                          </p:cTn>
                        </p:par>
                      </p:childTnLst>
                    </p:cTn>
                  </p:par>
                  <p:par>
                    <p:cTn id="181" fill="hold">
                      <p:stCondLst>
                        <p:cond delay="indefinite"/>
                      </p:stCondLst>
                      <p:childTnLst>
                        <p:par>
                          <p:cTn id="182" fill="hold">
                            <p:stCondLst>
                              <p:cond delay="0"/>
                            </p:stCondLst>
                            <p:childTnLst>
                              <p:par>
                                <p:cTn id="183" presetID="22" presetClass="entr" presetSubtype="8" fill="hold" nodeType="click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left)">
                                      <p:cBhvr>
                                        <p:cTn id="185" dur="5000"/>
                                        <p:tgtEl>
                                          <p:spTgt spid="84"/>
                                        </p:tgtEl>
                                      </p:cBhvr>
                                    </p:animEffect>
                                  </p:childTnLst>
                                  <p:subTnLst>
                                    <p:audio>
                                      <p:cMediaNode>
                                        <p:cTn display="0" masterRel="sameClick">
                                          <p:stCondLst>
                                            <p:cond evt="begin" delay="0">
                                              <p:tn val="183"/>
                                            </p:cond>
                                          </p:stCondLst>
                                          <p:endCondLst>
                                            <p:cond evt="onStopAudio" delay="0">
                                              <p:tgtEl>
                                                <p:sldTgt/>
                                              </p:tgtEl>
                                            </p:cond>
                                          </p:endCondLst>
                                        </p:cTn>
                                        <p:tgtEl>
                                          <p:sndTgt r:embed="rId3" name="CAMERA.WAV"/>
                                        </p:tgtEl>
                                      </p:cMediaNode>
                                    </p:audio>
                                  </p:subTnLst>
                                </p:cTn>
                              </p:par>
                            </p:childTnLst>
                          </p:cTn>
                        </p:par>
                        <p:par>
                          <p:cTn id="186" fill="hold">
                            <p:stCondLst>
                              <p:cond delay="5000"/>
                            </p:stCondLst>
                            <p:childTnLst>
                              <p:par>
                                <p:cTn id="187" presetID="20" presetClass="entr" presetSubtype="0" fill="hold" grpId="0" nodeType="afterEffect">
                                  <p:stCondLst>
                                    <p:cond delay="1000"/>
                                  </p:stCondLst>
                                  <p:childTnLst>
                                    <p:set>
                                      <p:cBhvr>
                                        <p:cTn id="188" dur="1" fill="hold">
                                          <p:stCondLst>
                                            <p:cond delay="0"/>
                                          </p:stCondLst>
                                        </p:cTn>
                                        <p:tgtEl>
                                          <p:spTgt spid="63"/>
                                        </p:tgtEl>
                                        <p:attrNameLst>
                                          <p:attrName>style.visibility</p:attrName>
                                        </p:attrNameLst>
                                      </p:cBhvr>
                                      <p:to>
                                        <p:strVal val="visible"/>
                                      </p:to>
                                    </p:set>
                                    <p:animEffect transition="in" filter="wedge">
                                      <p:cBhvr>
                                        <p:cTn id="189" dur="3000"/>
                                        <p:tgtEl>
                                          <p:spTgt spid="63"/>
                                        </p:tgtEl>
                                      </p:cBhvr>
                                    </p:animEffect>
                                  </p:childTnLst>
                                  <p:subTnLst>
                                    <p:audio>
                                      <p:cMediaNode>
                                        <p:cTn display="0" masterRel="sameClick">
                                          <p:stCondLst>
                                            <p:cond evt="begin" delay="0">
                                              <p:tn val="187"/>
                                            </p:cond>
                                          </p:stCondLst>
                                          <p:endCondLst>
                                            <p:cond evt="onStopAudio" delay="0">
                                              <p:tgtEl>
                                                <p:sldTgt/>
                                              </p:tgtEl>
                                            </p:cond>
                                          </p:endCondLst>
                                        </p:cTn>
                                        <p:tgtEl>
                                          <p:sndTgt r:embed="rId5" name="PROJCTOR.WAV"/>
                                        </p:tgtEl>
                                      </p:cMediaNode>
                                    </p:audio>
                                  </p:subTnLst>
                                </p:cTn>
                              </p:par>
                            </p:childTnLst>
                          </p:cTn>
                        </p:par>
                        <p:par>
                          <p:cTn id="190" fill="hold">
                            <p:stCondLst>
                              <p:cond delay="9000"/>
                            </p:stCondLst>
                            <p:childTnLst>
                              <p:par>
                                <p:cTn id="191" presetID="18" presetClass="entr" presetSubtype="12" fill="hold" grpId="0" nodeType="afterEffect">
                                  <p:stCondLst>
                                    <p:cond delay="300"/>
                                  </p:stCondLst>
                                  <p:childTnLst>
                                    <p:set>
                                      <p:cBhvr>
                                        <p:cTn id="192" dur="1" fill="hold">
                                          <p:stCondLst>
                                            <p:cond delay="0"/>
                                          </p:stCondLst>
                                        </p:cTn>
                                        <p:tgtEl>
                                          <p:spTgt spid="89"/>
                                        </p:tgtEl>
                                        <p:attrNameLst>
                                          <p:attrName>style.visibility</p:attrName>
                                        </p:attrNameLst>
                                      </p:cBhvr>
                                      <p:to>
                                        <p:strVal val="visible"/>
                                      </p:to>
                                    </p:set>
                                    <p:animEffect transition="in" filter="strips(downLeft)">
                                      <p:cBhvr>
                                        <p:cTn id="193" dur="3000"/>
                                        <p:tgtEl>
                                          <p:spTgt spid="89"/>
                                        </p:tgtEl>
                                      </p:cBhvr>
                                    </p:animEffect>
                                  </p:childTnLst>
                                  <p:subTnLst>
                                    <p:audio>
                                      <p:cMediaNode>
                                        <p:cTn display="0" masterRel="sameClick">
                                          <p:stCondLst>
                                            <p:cond evt="begin" delay="0">
                                              <p:tn val="191"/>
                                            </p:cond>
                                          </p:stCondLst>
                                          <p:endCondLst>
                                            <p:cond evt="onStopAudio" delay="0">
                                              <p:tgtEl>
                                                <p:sldTgt/>
                                              </p:tgtEl>
                                            </p:cond>
                                          </p:endCondLst>
                                        </p:cTn>
                                        <p:tgtEl>
                                          <p:sndTgt r:embed="rId4" name="CHIMES.WAV"/>
                                        </p:tgtEl>
                                      </p:cMediaNode>
                                    </p:audio>
                                  </p:subTnLst>
                                </p:cTn>
                              </p:par>
                            </p:childTnLst>
                          </p:cTn>
                        </p:par>
                      </p:childTnLst>
                    </p:cTn>
                  </p:par>
                  <p:par>
                    <p:cTn id="194" fill="hold">
                      <p:stCondLst>
                        <p:cond delay="indefinite"/>
                      </p:stCondLst>
                      <p:childTnLst>
                        <p:par>
                          <p:cTn id="195" fill="hold">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88"/>
                                        </p:tgtEl>
                                        <p:attrNameLst>
                                          <p:attrName>style.visibility</p:attrName>
                                        </p:attrNameLst>
                                      </p:cBhvr>
                                      <p:to>
                                        <p:strVal val="visible"/>
                                      </p:to>
                                    </p:set>
                                    <p:animEffect transition="in" filter="strips(upRight)">
                                      <p:cBhvr>
                                        <p:cTn id="198" dur="5000"/>
                                        <p:tgtEl>
                                          <p:spTgt spid="88"/>
                                        </p:tgtEl>
                                      </p:cBhvr>
                                    </p:animEffect>
                                  </p:childTnLst>
                                  <p:subTnLst>
                                    <p:audio>
                                      <p:cMediaNode>
                                        <p:cTn display="0" masterRel="sameClick">
                                          <p:stCondLst>
                                            <p:cond evt="begin" delay="0">
                                              <p:tn val="196"/>
                                            </p:cond>
                                          </p:stCondLst>
                                          <p:endCondLst>
                                            <p:cond evt="onStopAudio" delay="0">
                                              <p:tgtEl>
                                                <p:sldTgt/>
                                              </p:tgtEl>
                                            </p:cond>
                                          </p:endCondLst>
                                        </p:cTn>
                                        <p:tgtEl>
                                          <p:sndTgt r:embed="rId6" name="LASER.WAV"/>
                                        </p:tgtEl>
                                      </p:cMediaNode>
                                    </p:audio>
                                  </p:subTnLst>
                                </p:cTn>
                              </p:par>
                              <p:par>
                                <p:cTn id="199" presetID="19" presetClass="entr" presetSubtype="10" fill="hold" grpId="0" nodeType="withEffect">
                                  <p:stCondLst>
                                    <p:cond delay="0"/>
                                  </p:stCondLst>
                                  <p:childTnLst>
                                    <p:set>
                                      <p:cBhvr>
                                        <p:cTn id="200" dur="1" fill="hold">
                                          <p:stCondLst>
                                            <p:cond delay="0"/>
                                          </p:stCondLst>
                                        </p:cTn>
                                        <p:tgtEl>
                                          <p:spTgt spid="92"/>
                                        </p:tgtEl>
                                        <p:attrNameLst>
                                          <p:attrName>style.visibility</p:attrName>
                                        </p:attrNameLst>
                                      </p:cBhvr>
                                      <p:to>
                                        <p:strVal val="visible"/>
                                      </p:to>
                                    </p:set>
                                    <p:anim calcmode="lin" valueType="num">
                                      <p:cBhvr>
                                        <p:cTn id="201" dur="5000" fill="hold"/>
                                        <p:tgtEl>
                                          <p:spTgt spid="92"/>
                                        </p:tgtEl>
                                        <p:attrNameLst>
                                          <p:attrName>ppt_w</p:attrName>
                                        </p:attrNameLst>
                                      </p:cBhvr>
                                      <p:tavLst>
                                        <p:tav tm="0" fmla="#ppt_w*sin(2.5*pi*$)">
                                          <p:val>
                                            <p:fltVal val="0"/>
                                          </p:val>
                                        </p:tav>
                                        <p:tav tm="100000">
                                          <p:val>
                                            <p:fltVal val="1"/>
                                          </p:val>
                                        </p:tav>
                                      </p:tavLst>
                                    </p:anim>
                                    <p:anim calcmode="lin" valueType="num">
                                      <p:cBhvr>
                                        <p:cTn id="202" dur="5000" fill="hold"/>
                                        <p:tgtEl>
                                          <p:spTgt spid="92"/>
                                        </p:tgtEl>
                                        <p:attrNameLst>
                                          <p:attrName>ppt_h</p:attrName>
                                        </p:attrNameLst>
                                      </p:cBhvr>
                                      <p:tavLst>
                                        <p:tav tm="0">
                                          <p:val>
                                            <p:strVal val="#ppt_h"/>
                                          </p:val>
                                        </p:tav>
                                        <p:tav tm="100000">
                                          <p:val>
                                            <p:strVal val="#ppt_h"/>
                                          </p:val>
                                        </p:tav>
                                      </p:tavLst>
                                    </p:anim>
                                  </p:childTnLst>
                                </p:cTn>
                              </p:par>
                            </p:childTnLst>
                          </p:cTn>
                        </p:par>
                        <p:par>
                          <p:cTn id="203" fill="hold">
                            <p:stCondLst>
                              <p:cond delay="5000"/>
                            </p:stCondLst>
                            <p:childTnLst>
                              <p:par>
                                <p:cTn id="204" presetID="22" presetClass="entr" presetSubtype="4" fill="hold" grpId="0" nodeType="afterEffect">
                                  <p:stCondLst>
                                    <p:cond delay="0"/>
                                  </p:stCondLst>
                                  <p:childTnLst>
                                    <p:set>
                                      <p:cBhvr>
                                        <p:cTn id="205" dur="1" fill="hold">
                                          <p:stCondLst>
                                            <p:cond delay="0"/>
                                          </p:stCondLst>
                                        </p:cTn>
                                        <p:tgtEl>
                                          <p:spTgt spid="91"/>
                                        </p:tgtEl>
                                        <p:attrNameLst>
                                          <p:attrName>style.visibility</p:attrName>
                                        </p:attrNameLst>
                                      </p:cBhvr>
                                      <p:to>
                                        <p:strVal val="visible"/>
                                      </p:to>
                                    </p:set>
                                    <p:animEffect transition="in" filter="wipe(down)">
                                      <p:cBhvr>
                                        <p:cTn id="206" dur="3000"/>
                                        <p:tgtEl>
                                          <p:spTgt spid="91"/>
                                        </p:tgtEl>
                                      </p:cBhvr>
                                    </p:animEffect>
                                  </p:childTnLst>
                                </p:cTn>
                              </p:par>
                            </p:childTnLst>
                          </p:cTn>
                        </p:par>
                        <p:par>
                          <p:cTn id="207" fill="hold">
                            <p:stCondLst>
                              <p:cond delay="8000"/>
                            </p:stCondLst>
                            <p:childTnLst>
                              <p:par>
                                <p:cTn id="208" presetID="22" presetClass="entr" presetSubtype="8" fill="hold" grpId="0" nodeType="afterEffect">
                                  <p:stCondLst>
                                    <p:cond delay="1000"/>
                                  </p:stCondLst>
                                  <p:childTnLst>
                                    <p:set>
                                      <p:cBhvr>
                                        <p:cTn id="209" dur="1" fill="hold">
                                          <p:stCondLst>
                                            <p:cond delay="0"/>
                                          </p:stCondLst>
                                        </p:cTn>
                                        <p:tgtEl>
                                          <p:spTgt spid="64"/>
                                        </p:tgtEl>
                                        <p:attrNameLst>
                                          <p:attrName>style.visibility</p:attrName>
                                        </p:attrNameLst>
                                      </p:cBhvr>
                                      <p:to>
                                        <p:strVal val="visible"/>
                                      </p:to>
                                    </p:set>
                                    <p:animEffect transition="in" filter="wipe(left)">
                                      <p:cBhvr>
                                        <p:cTn id="210" dur="3000"/>
                                        <p:tgtEl>
                                          <p:spTgt spid="64"/>
                                        </p:tgtEl>
                                      </p:cBhvr>
                                    </p:animEffect>
                                  </p:childTnLst>
                                  <p:subTnLst>
                                    <p:audio>
                                      <p:cMediaNode>
                                        <p:cTn display="0" masterRel="sameClick">
                                          <p:stCondLst>
                                            <p:cond evt="begin" delay="0">
                                              <p:tn val="208"/>
                                            </p:cond>
                                          </p:stCondLst>
                                          <p:endCondLst>
                                            <p:cond evt="onStopAudio" delay="0">
                                              <p:tgtEl>
                                                <p:sldTgt/>
                                              </p:tgtEl>
                                            </p:cond>
                                          </p:endCondLst>
                                        </p:cTn>
                                        <p:tgtEl>
                                          <p:sndTgt r:embed="rId3" name="CAMERA.WAV"/>
                                        </p:tgtEl>
                                      </p:cMediaNode>
                                    </p:audio>
                                  </p:subTnLst>
                                </p:cTn>
                              </p:par>
                            </p:childTnLst>
                          </p:cTn>
                        </p:par>
                        <p:par>
                          <p:cTn id="211" fill="hold">
                            <p:stCondLst>
                              <p:cond delay="12000"/>
                            </p:stCondLst>
                            <p:childTnLst>
                              <p:par>
                                <p:cTn id="212" presetID="18" presetClass="entr" presetSubtype="12" fill="hold" grpId="0" nodeType="afterEffect">
                                  <p:stCondLst>
                                    <p:cond delay="300"/>
                                  </p:stCondLst>
                                  <p:childTnLst>
                                    <p:set>
                                      <p:cBhvr>
                                        <p:cTn id="213" dur="1" fill="hold">
                                          <p:stCondLst>
                                            <p:cond delay="0"/>
                                          </p:stCondLst>
                                        </p:cTn>
                                        <p:tgtEl>
                                          <p:spTgt spid="90"/>
                                        </p:tgtEl>
                                        <p:attrNameLst>
                                          <p:attrName>style.visibility</p:attrName>
                                        </p:attrNameLst>
                                      </p:cBhvr>
                                      <p:to>
                                        <p:strVal val="visible"/>
                                      </p:to>
                                    </p:set>
                                    <p:animEffect transition="in" filter="strips(downLeft)">
                                      <p:cBhvr>
                                        <p:cTn id="214" dur="5000"/>
                                        <p:tgtEl>
                                          <p:spTgt spid="90"/>
                                        </p:tgtEl>
                                      </p:cBhvr>
                                    </p:animEffect>
                                  </p:childTnLst>
                                  <p:subTnLst>
                                    <p:audio>
                                      <p:cMediaNode>
                                        <p:cTn display="0" masterRel="sameClick">
                                          <p:stCondLst>
                                            <p:cond evt="begin" delay="0">
                                              <p:tn val="212"/>
                                            </p:cond>
                                          </p:stCondLst>
                                          <p:endCondLst>
                                            <p:cond evt="onStopAudio" delay="0">
                                              <p:tgtEl>
                                                <p:sldTgt/>
                                              </p:tgtEl>
                                            </p:cond>
                                          </p:endCondLst>
                                        </p:cTn>
                                        <p:tgtEl>
                                          <p:sndTgt r:embed="rId4" name="CHIMES.WAV"/>
                                        </p:tgtEl>
                                      </p:cMediaNode>
                                    </p:audio>
                                  </p:subTnLst>
                                </p:cTn>
                              </p:par>
                            </p:childTnLst>
                          </p:cTn>
                        </p:par>
                      </p:childTnLst>
                    </p:cTn>
                  </p:par>
                  <p:par>
                    <p:cTn id="215" fill="hold">
                      <p:stCondLst>
                        <p:cond delay="indefinite"/>
                      </p:stCondLst>
                      <p:childTnLst>
                        <p:par>
                          <p:cTn id="216" fill="hold">
                            <p:stCondLst>
                              <p:cond delay="0"/>
                            </p:stCondLst>
                            <p:childTnLst>
                              <p:par>
                                <p:cTn id="217" presetID="20" presetClass="entr" presetSubtype="0" fill="hold" nodeType="clickEffect">
                                  <p:stCondLst>
                                    <p:cond delay="0"/>
                                  </p:stCondLst>
                                  <p:childTnLst>
                                    <p:set>
                                      <p:cBhvr>
                                        <p:cTn id="218" dur="1" fill="hold">
                                          <p:stCondLst>
                                            <p:cond delay="0"/>
                                          </p:stCondLst>
                                        </p:cTn>
                                        <p:tgtEl>
                                          <p:spTgt spid="94"/>
                                        </p:tgtEl>
                                        <p:attrNameLst>
                                          <p:attrName>style.visibility</p:attrName>
                                        </p:attrNameLst>
                                      </p:cBhvr>
                                      <p:to>
                                        <p:strVal val="visible"/>
                                      </p:to>
                                    </p:set>
                                    <p:animEffect transition="in" filter="wedge">
                                      <p:cBhvr>
                                        <p:cTn id="219" dur="5000"/>
                                        <p:tgtEl>
                                          <p:spTgt spid="94"/>
                                        </p:tgtEl>
                                      </p:cBhvr>
                                    </p:animEffect>
                                  </p:childTnLst>
                                  <p:subTnLst>
                                    <p:audio>
                                      <p:cMediaNode>
                                        <p:cTn display="0" masterRel="sameClick">
                                          <p:stCondLst>
                                            <p:cond evt="begin" delay="0">
                                              <p:tn val="217"/>
                                            </p:cond>
                                          </p:stCondLst>
                                          <p:endCondLst>
                                            <p:cond evt="onStopAudio" delay="0">
                                              <p:tgtEl>
                                                <p:sldTgt/>
                                              </p:tgtEl>
                                            </p:cond>
                                          </p:endCondLst>
                                        </p:cTn>
                                        <p:tgtEl>
                                          <p:sndTgt r:embed="rId3" name="CAMERA.WAV"/>
                                        </p:tgtEl>
                                      </p:cMediaNode>
                                    </p:audio>
                                  </p:subTnLst>
                                </p:cTn>
                              </p:par>
                            </p:childTnLst>
                          </p:cTn>
                        </p:par>
                        <p:par>
                          <p:cTn id="220" fill="hold">
                            <p:stCondLst>
                              <p:cond delay="5000"/>
                            </p:stCondLst>
                            <p:childTnLst>
                              <p:par>
                                <p:cTn id="221" presetID="18" presetClass="entr" presetSubtype="3" fill="hold" grpId="0" nodeType="afterEffect">
                                  <p:stCondLst>
                                    <p:cond delay="1000"/>
                                  </p:stCondLst>
                                  <p:childTnLst>
                                    <p:set>
                                      <p:cBhvr>
                                        <p:cTn id="222" dur="1" fill="hold">
                                          <p:stCondLst>
                                            <p:cond delay="0"/>
                                          </p:stCondLst>
                                        </p:cTn>
                                        <p:tgtEl>
                                          <p:spTgt spid="106"/>
                                        </p:tgtEl>
                                        <p:attrNameLst>
                                          <p:attrName>style.visibility</p:attrName>
                                        </p:attrNameLst>
                                      </p:cBhvr>
                                      <p:to>
                                        <p:strVal val="visible"/>
                                      </p:to>
                                    </p:set>
                                    <p:animEffect transition="in" filter="strips(upRight)">
                                      <p:cBhvr>
                                        <p:cTn id="223" dur="3000"/>
                                        <p:tgtEl>
                                          <p:spTgt spid="106"/>
                                        </p:tgtEl>
                                      </p:cBhvr>
                                    </p:animEffect>
                                  </p:childTnLst>
                                  <p:subTnLst>
                                    <p:audio>
                                      <p:cMediaNode>
                                        <p:cTn display="0" masterRel="sameClick">
                                          <p:stCondLst>
                                            <p:cond evt="begin" delay="0">
                                              <p:tn val="221"/>
                                            </p:cond>
                                          </p:stCondLst>
                                          <p:endCondLst>
                                            <p:cond evt="onStopAudio" delay="0">
                                              <p:tgtEl>
                                                <p:sldTgt/>
                                              </p:tgtEl>
                                            </p:cond>
                                          </p:endCondLst>
                                        </p:cTn>
                                        <p:tgtEl>
                                          <p:sndTgt r:embed="rId4" name="CHIMES.WAV"/>
                                        </p:tgtEl>
                                      </p:cMediaNode>
                                    </p:audio>
                                  </p:subTnLst>
                                </p:cTn>
                              </p:par>
                            </p:childTnLst>
                          </p:cTn>
                        </p:par>
                        <p:par>
                          <p:cTn id="224" fill="hold">
                            <p:stCondLst>
                              <p:cond delay="9000"/>
                            </p:stCondLst>
                            <p:childTnLst>
                              <p:par>
                                <p:cTn id="225" presetID="17" presetClass="entr" presetSubtype="10" fill="hold" grpId="0" nodeType="afterEffect">
                                  <p:stCondLst>
                                    <p:cond delay="300"/>
                                  </p:stCondLst>
                                  <p:childTnLst>
                                    <p:set>
                                      <p:cBhvr>
                                        <p:cTn id="226" dur="1" fill="hold">
                                          <p:stCondLst>
                                            <p:cond delay="0"/>
                                          </p:stCondLst>
                                        </p:cTn>
                                        <p:tgtEl>
                                          <p:spTgt spid="198"/>
                                        </p:tgtEl>
                                        <p:attrNameLst>
                                          <p:attrName>style.visibility</p:attrName>
                                        </p:attrNameLst>
                                      </p:cBhvr>
                                      <p:to>
                                        <p:strVal val="visible"/>
                                      </p:to>
                                    </p:set>
                                    <p:anim calcmode="lin" valueType="num">
                                      <p:cBhvr>
                                        <p:cTn id="227" dur="3000" fill="hold"/>
                                        <p:tgtEl>
                                          <p:spTgt spid="198"/>
                                        </p:tgtEl>
                                        <p:attrNameLst>
                                          <p:attrName>ppt_w</p:attrName>
                                        </p:attrNameLst>
                                      </p:cBhvr>
                                      <p:tavLst>
                                        <p:tav tm="0">
                                          <p:val>
                                            <p:fltVal val="0"/>
                                          </p:val>
                                        </p:tav>
                                        <p:tav tm="100000">
                                          <p:val>
                                            <p:strVal val="#ppt_w"/>
                                          </p:val>
                                        </p:tav>
                                      </p:tavLst>
                                    </p:anim>
                                    <p:anim calcmode="lin" valueType="num">
                                      <p:cBhvr>
                                        <p:cTn id="228"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5"/>
                                            </p:cond>
                                          </p:stCondLst>
                                          <p:endCondLst>
                                            <p:cond evt="onStopAudio" delay="0">
                                              <p:tgtEl>
                                                <p:sldTgt/>
                                              </p:tgtEl>
                                            </p:cond>
                                          </p:endCondLst>
                                        </p:cTn>
                                        <p:tgtEl>
                                          <p:sndTgt r:embed="rId4" name="CHIMES.WAV"/>
                                        </p:tgtEl>
                                      </p:cMediaNode>
                                    </p:audio>
                                  </p:subTnLst>
                                </p:cTn>
                              </p:par>
                            </p:childTnLst>
                          </p:cTn>
                        </p:par>
                        <p:par>
                          <p:cTn id="229" fill="hold">
                            <p:stCondLst>
                              <p:cond delay="12300"/>
                            </p:stCondLst>
                            <p:childTnLst>
                              <p:par>
                                <p:cTn id="230" presetID="17" presetClass="entr" presetSubtype="1" fill="hold" grpId="0" nodeType="afterEffect">
                                  <p:stCondLst>
                                    <p:cond delay="300"/>
                                  </p:stCondLst>
                                  <p:childTnLst>
                                    <p:set>
                                      <p:cBhvr>
                                        <p:cTn id="231" dur="1" fill="hold">
                                          <p:stCondLst>
                                            <p:cond delay="0"/>
                                          </p:stCondLst>
                                        </p:cTn>
                                        <p:tgtEl>
                                          <p:spTgt spid="107"/>
                                        </p:tgtEl>
                                        <p:attrNameLst>
                                          <p:attrName>style.visibility</p:attrName>
                                        </p:attrNameLst>
                                      </p:cBhvr>
                                      <p:to>
                                        <p:strVal val="visible"/>
                                      </p:to>
                                    </p:set>
                                    <p:anim calcmode="lin" valueType="num">
                                      <p:cBhvr>
                                        <p:cTn id="232" dur="3000" fill="hold"/>
                                        <p:tgtEl>
                                          <p:spTgt spid="107"/>
                                        </p:tgtEl>
                                        <p:attrNameLst>
                                          <p:attrName>ppt_x</p:attrName>
                                        </p:attrNameLst>
                                      </p:cBhvr>
                                      <p:tavLst>
                                        <p:tav tm="0">
                                          <p:val>
                                            <p:strVal val="#ppt_x"/>
                                          </p:val>
                                        </p:tav>
                                        <p:tav tm="100000">
                                          <p:val>
                                            <p:strVal val="#ppt_x"/>
                                          </p:val>
                                        </p:tav>
                                      </p:tavLst>
                                    </p:anim>
                                    <p:anim calcmode="lin" valueType="num">
                                      <p:cBhvr>
                                        <p:cTn id="233" dur="3000" fill="hold"/>
                                        <p:tgtEl>
                                          <p:spTgt spid="107"/>
                                        </p:tgtEl>
                                        <p:attrNameLst>
                                          <p:attrName>ppt_y</p:attrName>
                                        </p:attrNameLst>
                                      </p:cBhvr>
                                      <p:tavLst>
                                        <p:tav tm="0">
                                          <p:val>
                                            <p:strVal val="#ppt_y-#ppt_h/2"/>
                                          </p:val>
                                        </p:tav>
                                        <p:tav tm="100000">
                                          <p:val>
                                            <p:strVal val="#ppt_y"/>
                                          </p:val>
                                        </p:tav>
                                      </p:tavLst>
                                    </p:anim>
                                    <p:anim calcmode="lin" valueType="num">
                                      <p:cBhvr>
                                        <p:cTn id="234" dur="3000" fill="hold"/>
                                        <p:tgtEl>
                                          <p:spTgt spid="107"/>
                                        </p:tgtEl>
                                        <p:attrNameLst>
                                          <p:attrName>ppt_w</p:attrName>
                                        </p:attrNameLst>
                                      </p:cBhvr>
                                      <p:tavLst>
                                        <p:tav tm="0">
                                          <p:val>
                                            <p:strVal val="#ppt_w"/>
                                          </p:val>
                                        </p:tav>
                                        <p:tav tm="100000">
                                          <p:val>
                                            <p:strVal val="#ppt_w"/>
                                          </p:val>
                                        </p:tav>
                                      </p:tavLst>
                                    </p:anim>
                                    <p:anim calcmode="lin" valueType="num">
                                      <p:cBhvr>
                                        <p:cTn id="235"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30"/>
                                            </p:cond>
                                          </p:stCondLst>
                                          <p:endCondLst>
                                            <p:cond evt="onStopAudio" delay="0">
                                              <p:tgtEl>
                                                <p:sldTgt/>
                                              </p:tgtEl>
                                            </p:cond>
                                          </p:endCondLst>
                                        </p:cTn>
                                        <p:tgtEl>
                                          <p:sndTgt r:embed="rId4" name="CHIMES.WAV"/>
                                        </p:tgtEl>
                                      </p:cMediaNode>
                                    </p:audio>
                                  </p:subTnLst>
                                </p:cTn>
                              </p:par>
                            </p:childTnLst>
                          </p:cTn>
                        </p:par>
                        <p:par>
                          <p:cTn id="236" fill="hold">
                            <p:stCondLst>
                              <p:cond delay="15600"/>
                            </p:stCondLst>
                            <p:childTnLst>
                              <p:par>
                                <p:cTn id="237" presetID="17" presetClass="entr" presetSubtype="10" fill="hold" grpId="0" nodeType="afterEffect">
                                  <p:stCondLst>
                                    <p:cond delay="300"/>
                                  </p:stCondLst>
                                  <p:childTnLst>
                                    <p:set>
                                      <p:cBhvr>
                                        <p:cTn id="238" dur="1" fill="hold">
                                          <p:stCondLst>
                                            <p:cond delay="0"/>
                                          </p:stCondLst>
                                        </p:cTn>
                                        <p:tgtEl>
                                          <p:spTgt spid="197"/>
                                        </p:tgtEl>
                                        <p:attrNameLst>
                                          <p:attrName>style.visibility</p:attrName>
                                        </p:attrNameLst>
                                      </p:cBhvr>
                                      <p:to>
                                        <p:strVal val="visible"/>
                                      </p:to>
                                    </p:set>
                                    <p:anim calcmode="lin" valueType="num">
                                      <p:cBhvr>
                                        <p:cTn id="239" dur="3000" fill="hold"/>
                                        <p:tgtEl>
                                          <p:spTgt spid="197"/>
                                        </p:tgtEl>
                                        <p:attrNameLst>
                                          <p:attrName>ppt_w</p:attrName>
                                        </p:attrNameLst>
                                      </p:cBhvr>
                                      <p:tavLst>
                                        <p:tav tm="0">
                                          <p:val>
                                            <p:fltVal val="0"/>
                                          </p:val>
                                        </p:tav>
                                        <p:tav tm="100000">
                                          <p:val>
                                            <p:strVal val="#ppt_w"/>
                                          </p:val>
                                        </p:tav>
                                      </p:tavLst>
                                    </p:anim>
                                    <p:anim calcmode="lin" valueType="num">
                                      <p:cBhvr>
                                        <p:cTn id="240"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7"/>
                                            </p:cond>
                                          </p:stCondLst>
                                          <p:endCondLst>
                                            <p:cond evt="onStopAudio" delay="0">
                                              <p:tgtEl>
                                                <p:sldTgt/>
                                              </p:tgtEl>
                                            </p:cond>
                                          </p:endCondLst>
                                        </p:cTn>
                                        <p:tgtEl>
                                          <p:sndTgt r:embed="rId4" name="CHIMES.WAV"/>
                                        </p:tgtEl>
                                      </p:cMediaNode>
                                    </p:audio>
                                  </p:subTnLst>
                                </p:cTn>
                              </p:par>
                            </p:childTnLst>
                          </p:cTn>
                        </p:par>
                      </p:childTnLst>
                    </p:cTn>
                  </p:par>
                  <p:par>
                    <p:cTn id="241" fill="hold">
                      <p:stCondLst>
                        <p:cond delay="indefinite"/>
                      </p:stCondLst>
                      <p:childTnLst>
                        <p:par>
                          <p:cTn id="242" fill="hold">
                            <p:stCondLst>
                              <p:cond delay="0"/>
                            </p:stCondLst>
                            <p:childTnLst>
                              <p:par>
                                <p:cTn id="243" presetID="22" presetClass="entr" presetSubtype="4" fill="hold" grpId="0" nodeType="clickEffect">
                                  <p:stCondLst>
                                    <p:cond delay="0"/>
                                  </p:stCondLst>
                                  <p:childTnLst>
                                    <p:set>
                                      <p:cBhvr>
                                        <p:cTn id="244" dur="1" fill="hold">
                                          <p:stCondLst>
                                            <p:cond delay="0"/>
                                          </p:stCondLst>
                                        </p:cTn>
                                        <p:tgtEl>
                                          <p:spTgt spid="194"/>
                                        </p:tgtEl>
                                        <p:attrNameLst>
                                          <p:attrName>style.visibility</p:attrName>
                                        </p:attrNameLst>
                                      </p:cBhvr>
                                      <p:to>
                                        <p:strVal val="visible"/>
                                      </p:to>
                                    </p:set>
                                    <p:animEffect transition="in" filter="wipe(down)">
                                      <p:cBhvr>
                                        <p:cTn id="245" dur="5000"/>
                                        <p:tgtEl>
                                          <p:spTgt spid="194"/>
                                        </p:tgtEl>
                                      </p:cBhvr>
                                    </p:animEffect>
                                  </p:childTnLst>
                                  <p:subTnLst>
                                    <p:audio>
                                      <p:cMediaNode>
                                        <p:cTn display="0" masterRel="sameClick">
                                          <p:stCondLst>
                                            <p:cond evt="begin" delay="0">
                                              <p:tn val="243"/>
                                            </p:cond>
                                          </p:stCondLst>
                                          <p:endCondLst>
                                            <p:cond evt="onStopAudio" delay="0">
                                              <p:tgtEl>
                                                <p:sldTgt/>
                                              </p:tgtEl>
                                            </p:cond>
                                          </p:endCondLst>
                                        </p:cTn>
                                        <p:tgtEl>
                                          <p:sndTgt r:embed="rId3" name="CAMERA.WAV"/>
                                        </p:tgtEl>
                                      </p:cMediaNode>
                                    </p:audio>
                                  </p:subTnLst>
                                </p:cTn>
                              </p:par>
                              <p:par>
                                <p:cTn id="246" presetID="19" presetClass="entr" presetSubtype="10" fill="hold" grpId="0" nodeType="withEffect">
                                  <p:stCondLst>
                                    <p:cond delay="0"/>
                                  </p:stCondLst>
                                  <p:childTnLst>
                                    <p:set>
                                      <p:cBhvr>
                                        <p:cTn id="247" dur="1" fill="hold">
                                          <p:stCondLst>
                                            <p:cond delay="0"/>
                                          </p:stCondLst>
                                        </p:cTn>
                                        <p:tgtEl>
                                          <p:spTgt spid="195"/>
                                        </p:tgtEl>
                                        <p:attrNameLst>
                                          <p:attrName>style.visibility</p:attrName>
                                        </p:attrNameLst>
                                      </p:cBhvr>
                                      <p:to>
                                        <p:strVal val="visible"/>
                                      </p:to>
                                    </p:set>
                                    <p:anim calcmode="lin" valueType="num">
                                      <p:cBhvr>
                                        <p:cTn id="248" dur="3000" fill="hold"/>
                                        <p:tgtEl>
                                          <p:spTgt spid="195"/>
                                        </p:tgtEl>
                                        <p:attrNameLst>
                                          <p:attrName>ppt_w</p:attrName>
                                        </p:attrNameLst>
                                      </p:cBhvr>
                                      <p:tavLst>
                                        <p:tav tm="0" fmla="#ppt_w*sin(2.5*pi*$)">
                                          <p:val>
                                            <p:fltVal val="0"/>
                                          </p:val>
                                        </p:tav>
                                        <p:tav tm="100000">
                                          <p:val>
                                            <p:fltVal val="1"/>
                                          </p:val>
                                        </p:tav>
                                      </p:tavLst>
                                    </p:anim>
                                    <p:anim calcmode="lin" valueType="num">
                                      <p:cBhvr>
                                        <p:cTn id="249"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6"/>
                                            </p:cond>
                                          </p:stCondLst>
                                          <p:endCondLst>
                                            <p:cond evt="onStopAudio" delay="0">
                                              <p:tgtEl>
                                                <p:sldTgt/>
                                              </p:tgtEl>
                                            </p:cond>
                                          </p:endCondLst>
                                        </p:cTn>
                                        <p:tgtEl>
                                          <p:sndTgt r:embed="rId3" name="CAMERA.WAV"/>
                                        </p:tgtEl>
                                      </p:cMediaNode>
                                    </p:audio>
                                  </p:subTnLst>
                                </p:cTn>
                              </p:par>
                              <p:par>
                                <p:cTn id="250" presetID="17" presetClass="entr" presetSubtype="8" fill="hold" grpId="0" nodeType="withEffect">
                                  <p:stCondLst>
                                    <p:cond delay="0"/>
                                  </p:stCondLst>
                                  <p:childTnLst>
                                    <p:set>
                                      <p:cBhvr>
                                        <p:cTn id="251" dur="1" fill="hold">
                                          <p:stCondLst>
                                            <p:cond delay="0"/>
                                          </p:stCondLst>
                                        </p:cTn>
                                        <p:tgtEl>
                                          <p:spTgt spid="176"/>
                                        </p:tgtEl>
                                        <p:attrNameLst>
                                          <p:attrName>style.visibility</p:attrName>
                                        </p:attrNameLst>
                                      </p:cBhvr>
                                      <p:to>
                                        <p:strVal val="visible"/>
                                      </p:to>
                                    </p:set>
                                    <p:anim calcmode="lin" valueType="num">
                                      <p:cBhvr>
                                        <p:cTn id="252" dur="5000" fill="hold"/>
                                        <p:tgtEl>
                                          <p:spTgt spid="176"/>
                                        </p:tgtEl>
                                        <p:attrNameLst>
                                          <p:attrName>ppt_x</p:attrName>
                                        </p:attrNameLst>
                                      </p:cBhvr>
                                      <p:tavLst>
                                        <p:tav tm="0">
                                          <p:val>
                                            <p:strVal val="#ppt_x-#ppt_w/2"/>
                                          </p:val>
                                        </p:tav>
                                        <p:tav tm="100000">
                                          <p:val>
                                            <p:strVal val="#ppt_x"/>
                                          </p:val>
                                        </p:tav>
                                      </p:tavLst>
                                    </p:anim>
                                    <p:anim calcmode="lin" valueType="num">
                                      <p:cBhvr>
                                        <p:cTn id="253" dur="5000" fill="hold"/>
                                        <p:tgtEl>
                                          <p:spTgt spid="176"/>
                                        </p:tgtEl>
                                        <p:attrNameLst>
                                          <p:attrName>ppt_y</p:attrName>
                                        </p:attrNameLst>
                                      </p:cBhvr>
                                      <p:tavLst>
                                        <p:tav tm="0">
                                          <p:val>
                                            <p:strVal val="#ppt_y"/>
                                          </p:val>
                                        </p:tav>
                                        <p:tav tm="100000">
                                          <p:val>
                                            <p:strVal val="#ppt_y"/>
                                          </p:val>
                                        </p:tav>
                                      </p:tavLst>
                                    </p:anim>
                                    <p:anim calcmode="lin" valueType="num">
                                      <p:cBhvr>
                                        <p:cTn id="254" dur="5000" fill="hold"/>
                                        <p:tgtEl>
                                          <p:spTgt spid="176"/>
                                        </p:tgtEl>
                                        <p:attrNameLst>
                                          <p:attrName>ppt_w</p:attrName>
                                        </p:attrNameLst>
                                      </p:cBhvr>
                                      <p:tavLst>
                                        <p:tav tm="0">
                                          <p:val>
                                            <p:fltVal val="0"/>
                                          </p:val>
                                        </p:tav>
                                        <p:tav tm="100000">
                                          <p:val>
                                            <p:strVal val="#ppt_w"/>
                                          </p:val>
                                        </p:tav>
                                      </p:tavLst>
                                    </p:anim>
                                    <p:anim calcmode="lin" valueType="num">
                                      <p:cBhvr>
                                        <p:cTn id="255"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0"/>
                                            </p:cond>
                                          </p:stCondLst>
                                          <p:endCondLst>
                                            <p:cond evt="onStopAudio" delay="0">
                                              <p:tgtEl>
                                                <p:sldTgt/>
                                              </p:tgtEl>
                                            </p:cond>
                                          </p:endCondLst>
                                        </p:cTn>
                                        <p:tgtEl>
                                          <p:sndTgt r:embed="rId4" name="CHIMES.WAV"/>
                                        </p:tgtEl>
                                      </p:cMediaNode>
                                    </p:audio>
                                  </p:subTnLst>
                                </p:cTn>
                              </p:par>
                              <p:par>
                                <p:cTn id="256" presetID="17" presetClass="entr" presetSubtype="8" fill="hold" grpId="0" nodeType="withEffect">
                                  <p:stCondLst>
                                    <p:cond delay="0"/>
                                  </p:stCondLst>
                                  <p:childTnLst>
                                    <p:set>
                                      <p:cBhvr>
                                        <p:cTn id="257" dur="1" fill="hold">
                                          <p:stCondLst>
                                            <p:cond delay="0"/>
                                          </p:stCondLst>
                                        </p:cTn>
                                        <p:tgtEl>
                                          <p:spTgt spid="177"/>
                                        </p:tgtEl>
                                        <p:attrNameLst>
                                          <p:attrName>style.visibility</p:attrName>
                                        </p:attrNameLst>
                                      </p:cBhvr>
                                      <p:to>
                                        <p:strVal val="visible"/>
                                      </p:to>
                                    </p:set>
                                    <p:anim calcmode="lin" valueType="num">
                                      <p:cBhvr>
                                        <p:cTn id="258" dur="5000" fill="hold"/>
                                        <p:tgtEl>
                                          <p:spTgt spid="177"/>
                                        </p:tgtEl>
                                        <p:attrNameLst>
                                          <p:attrName>ppt_x</p:attrName>
                                        </p:attrNameLst>
                                      </p:cBhvr>
                                      <p:tavLst>
                                        <p:tav tm="0">
                                          <p:val>
                                            <p:strVal val="#ppt_x-#ppt_w/2"/>
                                          </p:val>
                                        </p:tav>
                                        <p:tav tm="100000">
                                          <p:val>
                                            <p:strVal val="#ppt_x"/>
                                          </p:val>
                                        </p:tav>
                                      </p:tavLst>
                                    </p:anim>
                                    <p:anim calcmode="lin" valueType="num">
                                      <p:cBhvr>
                                        <p:cTn id="259" dur="5000" fill="hold"/>
                                        <p:tgtEl>
                                          <p:spTgt spid="177"/>
                                        </p:tgtEl>
                                        <p:attrNameLst>
                                          <p:attrName>ppt_y</p:attrName>
                                        </p:attrNameLst>
                                      </p:cBhvr>
                                      <p:tavLst>
                                        <p:tav tm="0">
                                          <p:val>
                                            <p:strVal val="#ppt_y"/>
                                          </p:val>
                                        </p:tav>
                                        <p:tav tm="100000">
                                          <p:val>
                                            <p:strVal val="#ppt_y"/>
                                          </p:val>
                                        </p:tav>
                                      </p:tavLst>
                                    </p:anim>
                                    <p:anim calcmode="lin" valueType="num">
                                      <p:cBhvr>
                                        <p:cTn id="260" dur="5000" fill="hold"/>
                                        <p:tgtEl>
                                          <p:spTgt spid="177"/>
                                        </p:tgtEl>
                                        <p:attrNameLst>
                                          <p:attrName>ppt_w</p:attrName>
                                        </p:attrNameLst>
                                      </p:cBhvr>
                                      <p:tavLst>
                                        <p:tav tm="0">
                                          <p:val>
                                            <p:fltVal val="0"/>
                                          </p:val>
                                        </p:tav>
                                        <p:tav tm="100000">
                                          <p:val>
                                            <p:strVal val="#ppt_w"/>
                                          </p:val>
                                        </p:tav>
                                      </p:tavLst>
                                    </p:anim>
                                    <p:anim calcmode="lin" valueType="num">
                                      <p:cBhvr>
                                        <p:cTn id="261"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6"/>
                                            </p:cond>
                                          </p:stCondLst>
                                          <p:endCondLst>
                                            <p:cond evt="onStopAudio" delay="0">
                                              <p:tgtEl>
                                                <p:sldTgt/>
                                              </p:tgtEl>
                                            </p:cond>
                                          </p:endCondLst>
                                        </p:cTn>
                                        <p:tgtEl>
                                          <p:sndTgt r:embed="rId4" name="CHIMES.WAV"/>
                                        </p:tgtEl>
                                      </p:cMediaNode>
                                    </p:audio>
                                  </p:subTnLst>
                                </p:cTn>
                              </p:par>
                              <p:par>
                                <p:cTn id="262" presetID="17" presetClass="entr" presetSubtype="8" fill="hold" grpId="0" nodeType="withEffect">
                                  <p:stCondLst>
                                    <p:cond delay="0"/>
                                  </p:stCondLst>
                                  <p:childTnLst>
                                    <p:set>
                                      <p:cBhvr>
                                        <p:cTn id="263" dur="1" fill="hold">
                                          <p:stCondLst>
                                            <p:cond delay="0"/>
                                          </p:stCondLst>
                                        </p:cTn>
                                        <p:tgtEl>
                                          <p:spTgt spid="178"/>
                                        </p:tgtEl>
                                        <p:attrNameLst>
                                          <p:attrName>style.visibility</p:attrName>
                                        </p:attrNameLst>
                                      </p:cBhvr>
                                      <p:to>
                                        <p:strVal val="visible"/>
                                      </p:to>
                                    </p:set>
                                    <p:anim calcmode="lin" valueType="num">
                                      <p:cBhvr>
                                        <p:cTn id="264" dur="5000" fill="hold"/>
                                        <p:tgtEl>
                                          <p:spTgt spid="178"/>
                                        </p:tgtEl>
                                        <p:attrNameLst>
                                          <p:attrName>ppt_x</p:attrName>
                                        </p:attrNameLst>
                                      </p:cBhvr>
                                      <p:tavLst>
                                        <p:tav tm="0">
                                          <p:val>
                                            <p:strVal val="#ppt_x-#ppt_w/2"/>
                                          </p:val>
                                        </p:tav>
                                        <p:tav tm="100000">
                                          <p:val>
                                            <p:strVal val="#ppt_x"/>
                                          </p:val>
                                        </p:tav>
                                      </p:tavLst>
                                    </p:anim>
                                    <p:anim calcmode="lin" valueType="num">
                                      <p:cBhvr>
                                        <p:cTn id="265" dur="5000" fill="hold"/>
                                        <p:tgtEl>
                                          <p:spTgt spid="178"/>
                                        </p:tgtEl>
                                        <p:attrNameLst>
                                          <p:attrName>ppt_y</p:attrName>
                                        </p:attrNameLst>
                                      </p:cBhvr>
                                      <p:tavLst>
                                        <p:tav tm="0">
                                          <p:val>
                                            <p:strVal val="#ppt_y"/>
                                          </p:val>
                                        </p:tav>
                                        <p:tav tm="100000">
                                          <p:val>
                                            <p:strVal val="#ppt_y"/>
                                          </p:val>
                                        </p:tav>
                                      </p:tavLst>
                                    </p:anim>
                                    <p:anim calcmode="lin" valueType="num">
                                      <p:cBhvr>
                                        <p:cTn id="266" dur="5000" fill="hold"/>
                                        <p:tgtEl>
                                          <p:spTgt spid="178"/>
                                        </p:tgtEl>
                                        <p:attrNameLst>
                                          <p:attrName>ppt_w</p:attrName>
                                        </p:attrNameLst>
                                      </p:cBhvr>
                                      <p:tavLst>
                                        <p:tav tm="0">
                                          <p:val>
                                            <p:fltVal val="0"/>
                                          </p:val>
                                        </p:tav>
                                        <p:tav tm="100000">
                                          <p:val>
                                            <p:strVal val="#ppt_w"/>
                                          </p:val>
                                        </p:tav>
                                      </p:tavLst>
                                    </p:anim>
                                    <p:anim calcmode="lin" valueType="num">
                                      <p:cBhvr>
                                        <p:cTn id="267"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2"/>
                                            </p:cond>
                                          </p:stCondLst>
                                          <p:endCondLst>
                                            <p:cond evt="onStopAudio" delay="0">
                                              <p:tgtEl>
                                                <p:sldTgt/>
                                              </p:tgtEl>
                                            </p:cond>
                                          </p:endCondLst>
                                        </p:cTn>
                                        <p:tgtEl>
                                          <p:sndTgt r:embed="rId4" name="CHIMES.WAV"/>
                                        </p:tgtEl>
                                      </p:cMediaNode>
                                    </p:audio>
                                  </p:subTnLst>
                                </p:cTn>
                              </p:par>
                              <p:par>
                                <p:cTn id="268" presetID="17" presetClass="entr" presetSubtype="2" fill="hold" grpId="0" nodeType="withEffect">
                                  <p:stCondLst>
                                    <p:cond delay="0"/>
                                  </p:stCondLst>
                                  <p:childTnLst>
                                    <p:set>
                                      <p:cBhvr>
                                        <p:cTn id="269" dur="1" fill="hold">
                                          <p:stCondLst>
                                            <p:cond delay="0"/>
                                          </p:stCondLst>
                                        </p:cTn>
                                        <p:tgtEl>
                                          <p:spTgt spid="175"/>
                                        </p:tgtEl>
                                        <p:attrNameLst>
                                          <p:attrName>style.visibility</p:attrName>
                                        </p:attrNameLst>
                                      </p:cBhvr>
                                      <p:to>
                                        <p:strVal val="visible"/>
                                      </p:to>
                                    </p:set>
                                    <p:anim calcmode="lin" valueType="num">
                                      <p:cBhvr>
                                        <p:cTn id="270" dur="5000" fill="hold"/>
                                        <p:tgtEl>
                                          <p:spTgt spid="175"/>
                                        </p:tgtEl>
                                        <p:attrNameLst>
                                          <p:attrName>ppt_x</p:attrName>
                                        </p:attrNameLst>
                                      </p:cBhvr>
                                      <p:tavLst>
                                        <p:tav tm="0">
                                          <p:val>
                                            <p:strVal val="#ppt_x+#ppt_w/2"/>
                                          </p:val>
                                        </p:tav>
                                        <p:tav tm="100000">
                                          <p:val>
                                            <p:strVal val="#ppt_x"/>
                                          </p:val>
                                        </p:tav>
                                      </p:tavLst>
                                    </p:anim>
                                    <p:anim calcmode="lin" valueType="num">
                                      <p:cBhvr>
                                        <p:cTn id="271" dur="5000" fill="hold"/>
                                        <p:tgtEl>
                                          <p:spTgt spid="175"/>
                                        </p:tgtEl>
                                        <p:attrNameLst>
                                          <p:attrName>ppt_y</p:attrName>
                                        </p:attrNameLst>
                                      </p:cBhvr>
                                      <p:tavLst>
                                        <p:tav tm="0">
                                          <p:val>
                                            <p:strVal val="#ppt_y"/>
                                          </p:val>
                                        </p:tav>
                                        <p:tav tm="100000">
                                          <p:val>
                                            <p:strVal val="#ppt_y"/>
                                          </p:val>
                                        </p:tav>
                                      </p:tavLst>
                                    </p:anim>
                                    <p:anim calcmode="lin" valueType="num">
                                      <p:cBhvr>
                                        <p:cTn id="272" dur="5000" fill="hold"/>
                                        <p:tgtEl>
                                          <p:spTgt spid="175"/>
                                        </p:tgtEl>
                                        <p:attrNameLst>
                                          <p:attrName>ppt_w</p:attrName>
                                        </p:attrNameLst>
                                      </p:cBhvr>
                                      <p:tavLst>
                                        <p:tav tm="0">
                                          <p:val>
                                            <p:fltVal val="0"/>
                                          </p:val>
                                        </p:tav>
                                        <p:tav tm="100000">
                                          <p:val>
                                            <p:strVal val="#ppt_w"/>
                                          </p:val>
                                        </p:tav>
                                      </p:tavLst>
                                    </p:anim>
                                    <p:anim calcmode="lin" valueType="num">
                                      <p:cBhvr>
                                        <p:cTn id="273"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8"/>
                                            </p:cond>
                                          </p:stCondLst>
                                          <p:endCondLst>
                                            <p:cond evt="onStopAudio" delay="0">
                                              <p:tgtEl>
                                                <p:sldTgt/>
                                              </p:tgtEl>
                                            </p:cond>
                                          </p:endCondLst>
                                        </p:cTn>
                                        <p:tgtEl>
                                          <p:sndTgt r:embed="rId4" name="CHIMES.WAV"/>
                                        </p:tgtEl>
                                      </p:cMediaNode>
                                    </p:audio>
                                  </p:subTnLst>
                                </p:cTn>
                              </p:par>
                              <p:par>
                                <p:cTn id="274" presetID="17" presetClass="entr" presetSubtype="2" fill="hold" grpId="0" nodeType="withEffect">
                                  <p:stCondLst>
                                    <p:cond delay="0"/>
                                  </p:stCondLst>
                                  <p:childTnLst>
                                    <p:set>
                                      <p:cBhvr>
                                        <p:cTn id="275" dur="1" fill="hold">
                                          <p:stCondLst>
                                            <p:cond delay="0"/>
                                          </p:stCondLst>
                                        </p:cTn>
                                        <p:tgtEl>
                                          <p:spTgt spid="174"/>
                                        </p:tgtEl>
                                        <p:attrNameLst>
                                          <p:attrName>style.visibility</p:attrName>
                                        </p:attrNameLst>
                                      </p:cBhvr>
                                      <p:to>
                                        <p:strVal val="visible"/>
                                      </p:to>
                                    </p:set>
                                    <p:anim calcmode="lin" valueType="num">
                                      <p:cBhvr>
                                        <p:cTn id="276" dur="5000" fill="hold"/>
                                        <p:tgtEl>
                                          <p:spTgt spid="174"/>
                                        </p:tgtEl>
                                        <p:attrNameLst>
                                          <p:attrName>ppt_x</p:attrName>
                                        </p:attrNameLst>
                                      </p:cBhvr>
                                      <p:tavLst>
                                        <p:tav tm="0">
                                          <p:val>
                                            <p:strVal val="#ppt_x+#ppt_w/2"/>
                                          </p:val>
                                        </p:tav>
                                        <p:tav tm="100000">
                                          <p:val>
                                            <p:strVal val="#ppt_x"/>
                                          </p:val>
                                        </p:tav>
                                      </p:tavLst>
                                    </p:anim>
                                    <p:anim calcmode="lin" valueType="num">
                                      <p:cBhvr>
                                        <p:cTn id="277" dur="5000" fill="hold"/>
                                        <p:tgtEl>
                                          <p:spTgt spid="174"/>
                                        </p:tgtEl>
                                        <p:attrNameLst>
                                          <p:attrName>ppt_y</p:attrName>
                                        </p:attrNameLst>
                                      </p:cBhvr>
                                      <p:tavLst>
                                        <p:tav tm="0">
                                          <p:val>
                                            <p:strVal val="#ppt_y"/>
                                          </p:val>
                                        </p:tav>
                                        <p:tav tm="100000">
                                          <p:val>
                                            <p:strVal val="#ppt_y"/>
                                          </p:val>
                                        </p:tav>
                                      </p:tavLst>
                                    </p:anim>
                                    <p:anim calcmode="lin" valueType="num">
                                      <p:cBhvr>
                                        <p:cTn id="278" dur="5000" fill="hold"/>
                                        <p:tgtEl>
                                          <p:spTgt spid="174"/>
                                        </p:tgtEl>
                                        <p:attrNameLst>
                                          <p:attrName>ppt_w</p:attrName>
                                        </p:attrNameLst>
                                      </p:cBhvr>
                                      <p:tavLst>
                                        <p:tav tm="0">
                                          <p:val>
                                            <p:fltVal val="0"/>
                                          </p:val>
                                        </p:tav>
                                        <p:tav tm="100000">
                                          <p:val>
                                            <p:strVal val="#ppt_w"/>
                                          </p:val>
                                        </p:tav>
                                      </p:tavLst>
                                    </p:anim>
                                    <p:anim calcmode="lin" valueType="num">
                                      <p:cBhvr>
                                        <p:cTn id="279"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4"/>
                                            </p:cond>
                                          </p:stCondLst>
                                          <p:endCondLst>
                                            <p:cond evt="onStopAudio" delay="0">
                                              <p:tgtEl>
                                                <p:sldTgt/>
                                              </p:tgtEl>
                                            </p:cond>
                                          </p:endCondLst>
                                        </p:cTn>
                                        <p:tgtEl>
                                          <p:sndTgt r:embed="rId4" name="CHIMES.WAV"/>
                                        </p:tgtEl>
                                      </p:cMediaNode>
                                    </p:audio>
                                  </p:subTnLst>
                                </p:cTn>
                              </p:par>
                              <p:par>
                                <p:cTn id="280" presetID="17" presetClass="entr" presetSubtype="2" fill="hold" grpId="0" nodeType="withEffect">
                                  <p:stCondLst>
                                    <p:cond delay="0"/>
                                  </p:stCondLst>
                                  <p:childTnLst>
                                    <p:set>
                                      <p:cBhvr>
                                        <p:cTn id="281" dur="1" fill="hold">
                                          <p:stCondLst>
                                            <p:cond delay="0"/>
                                          </p:stCondLst>
                                        </p:cTn>
                                        <p:tgtEl>
                                          <p:spTgt spid="167"/>
                                        </p:tgtEl>
                                        <p:attrNameLst>
                                          <p:attrName>style.visibility</p:attrName>
                                        </p:attrNameLst>
                                      </p:cBhvr>
                                      <p:to>
                                        <p:strVal val="visible"/>
                                      </p:to>
                                    </p:set>
                                    <p:anim calcmode="lin" valueType="num">
                                      <p:cBhvr>
                                        <p:cTn id="282" dur="5000" fill="hold"/>
                                        <p:tgtEl>
                                          <p:spTgt spid="167"/>
                                        </p:tgtEl>
                                        <p:attrNameLst>
                                          <p:attrName>ppt_x</p:attrName>
                                        </p:attrNameLst>
                                      </p:cBhvr>
                                      <p:tavLst>
                                        <p:tav tm="0">
                                          <p:val>
                                            <p:strVal val="#ppt_x+#ppt_w/2"/>
                                          </p:val>
                                        </p:tav>
                                        <p:tav tm="100000">
                                          <p:val>
                                            <p:strVal val="#ppt_x"/>
                                          </p:val>
                                        </p:tav>
                                      </p:tavLst>
                                    </p:anim>
                                    <p:anim calcmode="lin" valueType="num">
                                      <p:cBhvr>
                                        <p:cTn id="283" dur="5000" fill="hold"/>
                                        <p:tgtEl>
                                          <p:spTgt spid="167"/>
                                        </p:tgtEl>
                                        <p:attrNameLst>
                                          <p:attrName>ppt_y</p:attrName>
                                        </p:attrNameLst>
                                      </p:cBhvr>
                                      <p:tavLst>
                                        <p:tav tm="0">
                                          <p:val>
                                            <p:strVal val="#ppt_y"/>
                                          </p:val>
                                        </p:tav>
                                        <p:tav tm="100000">
                                          <p:val>
                                            <p:strVal val="#ppt_y"/>
                                          </p:val>
                                        </p:tav>
                                      </p:tavLst>
                                    </p:anim>
                                    <p:anim calcmode="lin" valueType="num">
                                      <p:cBhvr>
                                        <p:cTn id="284" dur="5000" fill="hold"/>
                                        <p:tgtEl>
                                          <p:spTgt spid="167"/>
                                        </p:tgtEl>
                                        <p:attrNameLst>
                                          <p:attrName>ppt_w</p:attrName>
                                        </p:attrNameLst>
                                      </p:cBhvr>
                                      <p:tavLst>
                                        <p:tav tm="0">
                                          <p:val>
                                            <p:fltVal val="0"/>
                                          </p:val>
                                        </p:tav>
                                        <p:tav tm="100000">
                                          <p:val>
                                            <p:strVal val="#ppt_w"/>
                                          </p:val>
                                        </p:tav>
                                      </p:tavLst>
                                    </p:anim>
                                    <p:anim calcmode="lin" valueType="num">
                                      <p:cBhvr>
                                        <p:cTn id="285"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0"/>
                                            </p:cond>
                                          </p:stCondLst>
                                          <p:endCondLst>
                                            <p:cond evt="onStopAudio" delay="0">
                                              <p:tgtEl>
                                                <p:sldTgt/>
                                              </p:tgtEl>
                                            </p:cond>
                                          </p:endCondLst>
                                        </p:cTn>
                                        <p:tgtEl>
                                          <p:sndTgt r:embed="rId4" name="CHIMES.WAV"/>
                                        </p:tgtEl>
                                      </p:cMediaNode>
                                    </p:audio>
                                  </p:subTnLst>
                                </p:cTn>
                              </p:par>
                              <p:par>
                                <p:cTn id="286" presetID="17" presetClass="entr" presetSubtype="2" fill="hold" grpId="0" nodeType="withEffect">
                                  <p:stCondLst>
                                    <p:cond delay="0"/>
                                  </p:stCondLst>
                                  <p:childTnLst>
                                    <p:set>
                                      <p:cBhvr>
                                        <p:cTn id="287" dur="1" fill="hold">
                                          <p:stCondLst>
                                            <p:cond delay="0"/>
                                          </p:stCondLst>
                                        </p:cTn>
                                        <p:tgtEl>
                                          <p:spTgt spid="168"/>
                                        </p:tgtEl>
                                        <p:attrNameLst>
                                          <p:attrName>style.visibility</p:attrName>
                                        </p:attrNameLst>
                                      </p:cBhvr>
                                      <p:to>
                                        <p:strVal val="visible"/>
                                      </p:to>
                                    </p:set>
                                    <p:anim calcmode="lin" valueType="num">
                                      <p:cBhvr>
                                        <p:cTn id="288" dur="5000" fill="hold"/>
                                        <p:tgtEl>
                                          <p:spTgt spid="168"/>
                                        </p:tgtEl>
                                        <p:attrNameLst>
                                          <p:attrName>ppt_x</p:attrName>
                                        </p:attrNameLst>
                                      </p:cBhvr>
                                      <p:tavLst>
                                        <p:tav tm="0">
                                          <p:val>
                                            <p:strVal val="#ppt_x+#ppt_w/2"/>
                                          </p:val>
                                        </p:tav>
                                        <p:tav tm="100000">
                                          <p:val>
                                            <p:strVal val="#ppt_x"/>
                                          </p:val>
                                        </p:tav>
                                      </p:tavLst>
                                    </p:anim>
                                    <p:anim calcmode="lin" valueType="num">
                                      <p:cBhvr>
                                        <p:cTn id="289" dur="5000" fill="hold"/>
                                        <p:tgtEl>
                                          <p:spTgt spid="168"/>
                                        </p:tgtEl>
                                        <p:attrNameLst>
                                          <p:attrName>ppt_y</p:attrName>
                                        </p:attrNameLst>
                                      </p:cBhvr>
                                      <p:tavLst>
                                        <p:tav tm="0">
                                          <p:val>
                                            <p:strVal val="#ppt_y"/>
                                          </p:val>
                                        </p:tav>
                                        <p:tav tm="100000">
                                          <p:val>
                                            <p:strVal val="#ppt_y"/>
                                          </p:val>
                                        </p:tav>
                                      </p:tavLst>
                                    </p:anim>
                                    <p:anim calcmode="lin" valueType="num">
                                      <p:cBhvr>
                                        <p:cTn id="290" dur="5000" fill="hold"/>
                                        <p:tgtEl>
                                          <p:spTgt spid="168"/>
                                        </p:tgtEl>
                                        <p:attrNameLst>
                                          <p:attrName>ppt_w</p:attrName>
                                        </p:attrNameLst>
                                      </p:cBhvr>
                                      <p:tavLst>
                                        <p:tav tm="0">
                                          <p:val>
                                            <p:fltVal val="0"/>
                                          </p:val>
                                        </p:tav>
                                        <p:tav tm="100000">
                                          <p:val>
                                            <p:strVal val="#ppt_w"/>
                                          </p:val>
                                        </p:tav>
                                      </p:tavLst>
                                    </p:anim>
                                    <p:anim calcmode="lin" valueType="num">
                                      <p:cBhvr>
                                        <p:cTn id="291"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6"/>
                                            </p:cond>
                                          </p:stCondLst>
                                          <p:endCondLst>
                                            <p:cond evt="onStopAudio" delay="0">
                                              <p:tgtEl>
                                                <p:sldTgt/>
                                              </p:tgtEl>
                                            </p:cond>
                                          </p:endCondLst>
                                        </p:cTn>
                                        <p:tgtEl>
                                          <p:sndTgt r:embed="rId4" name="CHIMES.WAV"/>
                                        </p:tgtEl>
                                      </p:cMediaNode>
                                    </p:audio>
                                  </p:subTnLst>
                                </p:cTn>
                              </p:par>
                              <p:par>
                                <p:cTn id="292" presetID="17" presetClass="entr" presetSubtype="2" fill="hold" grpId="0" nodeType="withEffect">
                                  <p:stCondLst>
                                    <p:cond delay="0"/>
                                  </p:stCondLst>
                                  <p:childTnLst>
                                    <p:set>
                                      <p:cBhvr>
                                        <p:cTn id="293" dur="1" fill="hold">
                                          <p:stCondLst>
                                            <p:cond delay="0"/>
                                          </p:stCondLst>
                                        </p:cTn>
                                        <p:tgtEl>
                                          <p:spTgt spid="110"/>
                                        </p:tgtEl>
                                        <p:attrNameLst>
                                          <p:attrName>style.visibility</p:attrName>
                                        </p:attrNameLst>
                                      </p:cBhvr>
                                      <p:to>
                                        <p:strVal val="visible"/>
                                      </p:to>
                                    </p:set>
                                    <p:anim calcmode="lin" valueType="num">
                                      <p:cBhvr>
                                        <p:cTn id="294" dur="5000" fill="hold"/>
                                        <p:tgtEl>
                                          <p:spTgt spid="110"/>
                                        </p:tgtEl>
                                        <p:attrNameLst>
                                          <p:attrName>ppt_x</p:attrName>
                                        </p:attrNameLst>
                                      </p:cBhvr>
                                      <p:tavLst>
                                        <p:tav tm="0">
                                          <p:val>
                                            <p:strVal val="#ppt_x+#ppt_w/2"/>
                                          </p:val>
                                        </p:tav>
                                        <p:tav tm="100000">
                                          <p:val>
                                            <p:strVal val="#ppt_x"/>
                                          </p:val>
                                        </p:tav>
                                      </p:tavLst>
                                    </p:anim>
                                    <p:anim calcmode="lin" valueType="num">
                                      <p:cBhvr>
                                        <p:cTn id="295" dur="5000" fill="hold"/>
                                        <p:tgtEl>
                                          <p:spTgt spid="110"/>
                                        </p:tgtEl>
                                        <p:attrNameLst>
                                          <p:attrName>ppt_y</p:attrName>
                                        </p:attrNameLst>
                                      </p:cBhvr>
                                      <p:tavLst>
                                        <p:tav tm="0">
                                          <p:val>
                                            <p:strVal val="#ppt_y"/>
                                          </p:val>
                                        </p:tav>
                                        <p:tav tm="100000">
                                          <p:val>
                                            <p:strVal val="#ppt_y"/>
                                          </p:val>
                                        </p:tav>
                                      </p:tavLst>
                                    </p:anim>
                                    <p:anim calcmode="lin" valueType="num">
                                      <p:cBhvr>
                                        <p:cTn id="296" dur="5000" fill="hold"/>
                                        <p:tgtEl>
                                          <p:spTgt spid="110"/>
                                        </p:tgtEl>
                                        <p:attrNameLst>
                                          <p:attrName>ppt_w</p:attrName>
                                        </p:attrNameLst>
                                      </p:cBhvr>
                                      <p:tavLst>
                                        <p:tav tm="0">
                                          <p:val>
                                            <p:fltVal val="0"/>
                                          </p:val>
                                        </p:tav>
                                        <p:tav tm="100000">
                                          <p:val>
                                            <p:strVal val="#ppt_w"/>
                                          </p:val>
                                        </p:tav>
                                      </p:tavLst>
                                    </p:anim>
                                    <p:anim calcmode="lin" valueType="num">
                                      <p:cBhvr>
                                        <p:cTn id="297"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2"/>
                                            </p:cond>
                                          </p:stCondLst>
                                          <p:endCondLst>
                                            <p:cond evt="onStopAudio" delay="0">
                                              <p:tgtEl>
                                                <p:sldTgt/>
                                              </p:tgtEl>
                                            </p:cond>
                                          </p:endCondLst>
                                        </p:cTn>
                                        <p:tgtEl>
                                          <p:sndTgt r:embed="rId4" name="CHIMES.WAV"/>
                                        </p:tgtEl>
                                      </p:cMediaNode>
                                    </p:audio>
                                  </p:subTnLst>
                                </p:cTn>
                              </p:par>
                              <p:par>
                                <p:cTn id="298" presetID="17" presetClass="entr" presetSubtype="2" fill="hold" grpId="0" nodeType="withEffect">
                                  <p:stCondLst>
                                    <p:cond delay="0"/>
                                  </p:stCondLst>
                                  <p:childTnLst>
                                    <p:set>
                                      <p:cBhvr>
                                        <p:cTn id="299" dur="1" fill="hold">
                                          <p:stCondLst>
                                            <p:cond delay="0"/>
                                          </p:stCondLst>
                                        </p:cTn>
                                        <p:tgtEl>
                                          <p:spTgt spid="111"/>
                                        </p:tgtEl>
                                        <p:attrNameLst>
                                          <p:attrName>style.visibility</p:attrName>
                                        </p:attrNameLst>
                                      </p:cBhvr>
                                      <p:to>
                                        <p:strVal val="visible"/>
                                      </p:to>
                                    </p:set>
                                    <p:anim calcmode="lin" valueType="num">
                                      <p:cBhvr>
                                        <p:cTn id="300" dur="5000" fill="hold"/>
                                        <p:tgtEl>
                                          <p:spTgt spid="111"/>
                                        </p:tgtEl>
                                        <p:attrNameLst>
                                          <p:attrName>ppt_x</p:attrName>
                                        </p:attrNameLst>
                                      </p:cBhvr>
                                      <p:tavLst>
                                        <p:tav tm="0">
                                          <p:val>
                                            <p:strVal val="#ppt_x+#ppt_w/2"/>
                                          </p:val>
                                        </p:tav>
                                        <p:tav tm="100000">
                                          <p:val>
                                            <p:strVal val="#ppt_x"/>
                                          </p:val>
                                        </p:tav>
                                      </p:tavLst>
                                    </p:anim>
                                    <p:anim calcmode="lin" valueType="num">
                                      <p:cBhvr>
                                        <p:cTn id="301" dur="5000" fill="hold"/>
                                        <p:tgtEl>
                                          <p:spTgt spid="111"/>
                                        </p:tgtEl>
                                        <p:attrNameLst>
                                          <p:attrName>ppt_y</p:attrName>
                                        </p:attrNameLst>
                                      </p:cBhvr>
                                      <p:tavLst>
                                        <p:tav tm="0">
                                          <p:val>
                                            <p:strVal val="#ppt_y"/>
                                          </p:val>
                                        </p:tav>
                                        <p:tav tm="100000">
                                          <p:val>
                                            <p:strVal val="#ppt_y"/>
                                          </p:val>
                                        </p:tav>
                                      </p:tavLst>
                                    </p:anim>
                                    <p:anim calcmode="lin" valueType="num">
                                      <p:cBhvr>
                                        <p:cTn id="302" dur="5000" fill="hold"/>
                                        <p:tgtEl>
                                          <p:spTgt spid="111"/>
                                        </p:tgtEl>
                                        <p:attrNameLst>
                                          <p:attrName>ppt_w</p:attrName>
                                        </p:attrNameLst>
                                      </p:cBhvr>
                                      <p:tavLst>
                                        <p:tav tm="0">
                                          <p:val>
                                            <p:fltVal val="0"/>
                                          </p:val>
                                        </p:tav>
                                        <p:tav tm="100000">
                                          <p:val>
                                            <p:strVal val="#ppt_w"/>
                                          </p:val>
                                        </p:tav>
                                      </p:tavLst>
                                    </p:anim>
                                    <p:anim calcmode="lin" valueType="num">
                                      <p:cBhvr>
                                        <p:cTn id="303"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8"/>
                                            </p:cond>
                                          </p:stCondLst>
                                          <p:endCondLst>
                                            <p:cond evt="onStopAudio" delay="0">
                                              <p:tgtEl>
                                                <p:sldTgt/>
                                              </p:tgtEl>
                                            </p:cond>
                                          </p:endCondLst>
                                        </p:cTn>
                                        <p:tgtEl>
                                          <p:sndTgt r:embed="rId4" name="CHIMES.WAV"/>
                                        </p:tgtEl>
                                      </p:cMediaNode>
                                    </p:audio>
                                  </p:subTnLst>
                                </p:cTn>
                              </p:par>
                              <p:par>
                                <p:cTn id="304" presetID="17" presetClass="entr" presetSubtype="2" fill="hold" grpId="0" nodeType="withEffect">
                                  <p:stCondLst>
                                    <p:cond delay="0"/>
                                  </p:stCondLst>
                                  <p:childTnLst>
                                    <p:set>
                                      <p:cBhvr>
                                        <p:cTn id="305" dur="1" fill="hold">
                                          <p:stCondLst>
                                            <p:cond delay="0"/>
                                          </p:stCondLst>
                                        </p:cTn>
                                        <p:tgtEl>
                                          <p:spTgt spid="109"/>
                                        </p:tgtEl>
                                        <p:attrNameLst>
                                          <p:attrName>style.visibility</p:attrName>
                                        </p:attrNameLst>
                                      </p:cBhvr>
                                      <p:to>
                                        <p:strVal val="visible"/>
                                      </p:to>
                                    </p:set>
                                    <p:anim calcmode="lin" valueType="num">
                                      <p:cBhvr>
                                        <p:cTn id="306" dur="5000" fill="hold"/>
                                        <p:tgtEl>
                                          <p:spTgt spid="109"/>
                                        </p:tgtEl>
                                        <p:attrNameLst>
                                          <p:attrName>ppt_x</p:attrName>
                                        </p:attrNameLst>
                                      </p:cBhvr>
                                      <p:tavLst>
                                        <p:tav tm="0">
                                          <p:val>
                                            <p:strVal val="#ppt_x+#ppt_w/2"/>
                                          </p:val>
                                        </p:tav>
                                        <p:tav tm="100000">
                                          <p:val>
                                            <p:strVal val="#ppt_x"/>
                                          </p:val>
                                        </p:tav>
                                      </p:tavLst>
                                    </p:anim>
                                    <p:anim calcmode="lin" valueType="num">
                                      <p:cBhvr>
                                        <p:cTn id="307" dur="5000" fill="hold"/>
                                        <p:tgtEl>
                                          <p:spTgt spid="109"/>
                                        </p:tgtEl>
                                        <p:attrNameLst>
                                          <p:attrName>ppt_y</p:attrName>
                                        </p:attrNameLst>
                                      </p:cBhvr>
                                      <p:tavLst>
                                        <p:tav tm="0">
                                          <p:val>
                                            <p:strVal val="#ppt_y"/>
                                          </p:val>
                                        </p:tav>
                                        <p:tav tm="100000">
                                          <p:val>
                                            <p:strVal val="#ppt_y"/>
                                          </p:val>
                                        </p:tav>
                                      </p:tavLst>
                                    </p:anim>
                                    <p:anim calcmode="lin" valueType="num">
                                      <p:cBhvr>
                                        <p:cTn id="308" dur="5000" fill="hold"/>
                                        <p:tgtEl>
                                          <p:spTgt spid="109"/>
                                        </p:tgtEl>
                                        <p:attrNameLst>
                                          <p:attrName>ppt_w</p:attrName>
                                        </p:attrNameLst>
                                      </p:cBhvr>
                                      <p:tavLst>
                                        <p:tav tm="0">
                                          <p:val>
                                            <p:fltVal val="0"/>
                                          </p:val>
                                        </p:tav>
                                        <p:tav tm="100000">
                                          <p:val>
                                            <p:strVal val="#ppt_w"/>
                                          </p:val>
                                        </p:tav>
                                      </p:tavLst>
                                    </p:anim>
                                    <p:anim calcmode="lin" valueType="num">
                                      <p:cBhvr>
                                        <p:cTn id="309"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4"/>
                                            </p:cond>
                                          </p:stCondLst>
                                          <p:endCondLst>
                                            <p:cond evt="onStopAudio" delay="0">
                                              <p:tgtEl>
                                                <p:sldTgt/>
                                              </p:tgtEl>
                                            </p:cond>
                                          </p:endCondLst>
                                        </p:cTn>
                                        <p:tgtEl>
                                          <p:sndTgt r:embed="rId4" name="CHIMES.WAV"/>
                                        </p:tgtEl>
                                      </p:cMediaNode>
                                    </p:audio>
                                  </p:subTnLst>
                                </p:cTn>
                              </p:par>
                              <p:par>
                                <p:cTn id="310" presetID="17" presetClass="entr" presetSubtype="8" fill="hold" grpId="0" nodeType="withEffect">
                                  <p:stCondLst>
                                    <p:cond delay="0"/>
                                  </p:stCondLst>
                                  <p:childTnLst>
                                    <p:set>
                                      <p:cBhvr>
                                        <p:cTn id="311" dur="1" fill="hold">
                                          <p:stCondLst>
                                            <p:cond delay="0"/>
                                          </p:stCondLst>
                                        </p:cTn>
                                        <p:tgtEl>
                                          <p:spTgt spid="202"/>
                                        </p:tgtEl>
                                        <p:attrNameLst>
                                          <p:attrName>style.visibility</p:attrName>
                                        </p:attrNameLst>
                                      </p:cBhvr>
                                      <p:to>
                                        <p:strVal val="visible"/>
                                      </p:to>
                                    </p:set>
                                    <p:anim calcmode="lin" valueType="num">
                                      <p:cBhvr>
                                        <p:cTn id="312" dur="5000" fill="hold"/>
                                        <p:tgtEl>
                                          <p:spTgt spid="202"/>
                                        </p:tgtEl>
                                        <p:attrNameLst>
                                          <p:attrName>ppt_x</p:attrName>
                                        </p:attrNameLst>
                                      </p:cBhvr>
                                      <p:tavLst>
                                        <p:tav tm="0">
                                          <p:val>
                                            <p:strVal val="#ppt_x-#ppt_w/2"/>
                                          </p:val>
                                        </p:tav>
                                        <p:tav tm="100000">
                                          <p:val>
                                            <p:strVal val="#ppt_x"/>
                                          </p:val>
                                        </p:tav>
                                      </p:tavLst>
                                    </p:anim>
                                    <p:anim calcmode="lin" valueType="num">
                                      <p:cBhvr>
                                        <p:cTn id="313" dur="5000" fill="hold"/>
                                        <p:tgtEl>
                                          <p:spTgt spid="202"/>
                                        </p:tgtEl>
                                        <p:attrNameLst>
                                          <p:attrName>ppt_y</p:attrName>
                                        </p:attrNameLst>
                                      </p:cBhvr>
                                      <p:tavLst>
                                        <p:tav tm="0">
                                          <p:val>
                                            <p:strVal val="#ppt_y"/>
                                          </p:val>
                                        </p:tav>
                                        <p:tav tm="100000">
                                          <p:val>
                                            <p:strVal val="#ppt_y"/>
                                          </p:val>
                                        </p:tav>
                                      </p:tavLst>
                                    </p:anim>
                                    <p:anim calcmode="lin" valueType="num">
                                      <p:cBhvr>
                                        <p:cTn id="314" dur="5000" fill="hold"/>
                                        <p:tgtEl>
                                          <p:spTgt spid="202"/>
                                        </p:tgtEl>
                                        <p:attrNameLst>
                                          <p:attrName>ppt_w</p:attrName>
                                        </p:attrNameLst>
                                      </p:cBhvr>
                                      <p:tavLst>
                                        <p:tav tm="0">
                                          <p:val>
                                            <p:fltVal val="0"/>
                                          </p:val>
                                        </p:tav>
                                        <p:tav tm="100000">
                                          <p:val>
                                            <p:strVal val="#ppt_w"/>
                                          </p:val>
                                        </p:tav>
                                      </p:tavLst>
                                    </p:anim>
                                    <p:anim calcmode="lin" valueType="num">
                                      <p:cBhvr>
                                        <p:cTn id="315"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0"/>
                                            </p:cond>
                                          </p:stCondLst>
                                          <p:endCondLst>
                                            <p:cond evt="onStopAudio" delay="0">
                                              <p:tgtEl>
                                                <p:sldTgt/>
                                              </p:tgtEl>
                                            </p:cond>
                                          </p:endCondLst>
                                        </p:cTn>
                                        <p:tgtEl>
                                          <p:sndTgt r:embed="rId4" name="CHIMES.WAV"/>
                                        </p:tgtEl>
                                      </p:cMediaNode>
                                    </p:audio>
                                  </p:subTnLst>
                                </p:cTn>
                              </p:par>
                              <p:par>
                                <p:cTn id="316" presetID="17" presetClass="entr" presetSubtype="8" fill="hold" grpId="0" nodeType="withEffect">
                                  <p:stCondLst>
                                    <p:cond delay="0"/>
                                  </p:stCondLst>
                                  <p:childTnLst>
                                    <p:set>
                                      <p:cBhvr>
                                        <p:cTn id="317" dur="1" fill="hold">
                                          <p:stCondLst>
                                            <p:cond delay="0"/>
                                          </p:stCondLst>
                                        </p:cTn>
                                        <p:tgtEl>
                                          <p:spTgt spid="201"/>
                                        </p:tgtEl>
                                        <p:attrNameLst>
                                          <p:attrName>style.visibility</p:attrName>
                                        </p:attrNameLst>
                                      </p:cBhvr>
                                      <p:to>
                                        <p:strVal val="visible"/>
                                      </p:to>
                                    </p:set>
                                    <p:anim calcmode="lin" valueType="num">
                                      <p:cBhvr>
                                        <p:cTn id="318" dur="5000" fill="hold"/>
                                        <p:tgtEl>
                                          <p:spTgt spid="201"/>
                                        </p:tgtEl>
                                        <p:attrNameLst>
                                          <p:attrName>ppt_x</p:attrName>
                                        </p:attrNameLst>
                                      </p:cBhvr>
                                      <p:tavLst>
                                        <p:tav tm="0">
                                          <p:val>
                                            <p:strVal val="#ppt_x-#ppt_w/2"/>
                                          </p:val>
                                        </p:tav>
                                        <p:tav tm="100000">
                                          <p:val>
                                            <p:strVal val="#ppt_x"/>
                                          </p:val>
                                        </p:tav>
                                      </p:tavLst>
                                    </p:anim>
                                    <p:anim calcmode="lin" valueType="num">
                                      <p:cBhvr>
                                        <p:cTn id="319" dur="5000" fill="hold"/>
                                        <p:tgtEl>
                                          <p:spTgt spid="201"/>
                                        </p:tgtEl>
                                        <p:attrNameLst>
                                          <p:attrName>ppt_y</p:attrName>
                                        </p:attrNameLst>
                                      </p:cBhvr>
                                      <p:tavLst>
                                        <p:tav tm="0">
                                          <p:val>
                                            <p:strVal val="#ppt_y"/>
                                          </p:val>
                                        </p:tav>
                                        <p:tav tm="100000">
                                          <p:val>
                                            <p:strVal val="#ppt_y"/>
                                          </p:val>
                                        </p:tav>
                                      </p:tavLst>
                                    </p:anim>
                                    <p:anim calcmode="lin" valueType="num">
                                      <p:cBhvr>
                                        <p:cTn id="320" dur="5000" fill="hold"/>
                                        <p:tgtEl>
                                          <p:spTgt spid="201"/>
                                        </p:tgtEl>
                                        <p:attrNameLst>
                                          <p:attrName>ppt_w</p:attrName>
                                        </p:attrNameLst>
                                      </p:cBhvr>
                                      <p:tavLst>
                                        <p:tav tm="0">
                                          <p:val>
                                            <p:fltVal val="0"/>
                                          </p:val>
                                        </p:tav>
                                        <p:tav tm="100000">
                                          <p:val>
                                            <p:strVal val="#ppt_w"/>
                                          </p:val>
                                        </p:tav>
                                      </p:tavLst>
                                    </p:anim>
                                    <p:anim calcmode="lin" valueType="num">
                                      <p:cBhvr>
                                        <p:cTn id="321"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6"/>
                                            </p:cond>
                                          </p:stCondLst>
                                          <p:endCondLst>
                                            <p:cond evt="onStopAudio" delay="0">
                                              <p:tgtEl>
                                                <p:sldTgt/>
                                              </p:tgtEl>
                                            </p:cond>
                                          </p:endCondLst>
                                        </p:cTn>
                                        <p:tgtEl>
                                          <p:sndTgt r:embed="rId4" name="CHIMES.WAV"/>
                                        </p:tgtEl>
                                      </p:cMediaNode>
                                    </p:audio>
                                  </p:subTnLst>
                                </p:cTn>
                              </p:par>
                              <p:par>
                                <p:cTn id="322" presetID="17" presetClass="entr" presetSubtype="8" fill="hold" grpId="0" nodeType="withEffect">
                                  <p:stCondLst>
                                    <p:cond delay="0"/>
                                  </p:stCondLst>
                                  <p:childTnLst>
                                    <p:set>
                                      <p:cBhvr>
                                        <p:cTn id="323" dur="1" fill="hold">
                                          <p:stCondLst>
                                            <p:cond delay="0"/>
                                          </p:stCondLst>
                                        </p:cTn>
                                        <p:tgtEl>
                                          <p:spTgt spid="200"/>
                                        </p:tgtEl>
                                        <p:attrNameLst>
                                          <p:attrName>style.visibility</p:attrName>
                                        </p:attrNameLst>
                                      </p:cBhvr>
                                      <p:to>
                                        <p:strVal val="visible"/>
                                      </p:to>
                                    </p:set>
                                    <p:anim calcmode="lin" valueType="num">
                                      <p:cBhvr>
                                        <p:cTn id="324" dur="5000" fill="hold"/>
                                        <p:tgtEl>
                                          <p:spTgt spid="200"/>
                                        </p:tgtEl>
                                        <p:attrNameLst>
                                          <p:attrName>ppt_x</p:attrName>
                                        </p:attrNameLst>
                                      </p:cBhvr>
                                      <p:tavLst>
                                        <p:tav tm="0">
                                          <p:val>
                                            <p:strVal val="#ppt_x-#ppt_w/2"/>
                                          </p:val>
                                        </p:tav>
                                        <p:tav tm="100000">
                                          <p:val>
                                            <p:strVal val="#ppt_x"/>
                                          </p:val>
                                        </p:tav>
                                      </p:tavLst>
                                    </p:anim>
                                    <p:anim calcmode="lin" valueType="num">
                                      <p:cBhvr>
                                        <p:cTn id="325" dur="5000" fill="hold"/>
                                        <p:tgtEl>
                                          <p:spTgt spid="200"/>
                                        </p:tgtEl>
                                        <p:attrNameLst>
                                          <p:attrName>ppt_y</p:attrName>
                                        </p:attrNameLst>
                                      </p:cBhvr>
                                      <p:tavLst>
                                        <p:tav tm="0">
                                          <p:val>
                                            <p:strVal val="#ppt_y"/>
                                          </p:val>
                                        </p:tav>
                                        <p:tav tm="100000">
                                          <p:val>
                                            <p:strVal val="#ppt_y"/>
                                          </p:val>
                                        </p:tav>
                                      </p:tavLst>
                                    </p:anim>
                                    <p:anim calcmode="lin" valueType="num">
                                      <p:cBhvr>
                                        <p:cTn id="326" dur="5000" fill="hold"/>
                                        <p:tgtEl>
                                          <p:spTgt spid="200"/>
                                        </p:tgtEl>
                                        <p:attrNameLst>
                                          <p:attrName>ppt_w</p:attrName>
                                        </p:attrNameLst>
                                      </p:cBhvr>
                                      <p:tavLst>
                                        <p:tav tm="0">
                                          <p:val>
                                            <p:fltVal val="0"/>
                                          </p:val>
                                        </p:tav>
                                        <p:tav tm="100000">
                                          <p:val>
                                            <p:strVal val="#ppt_w"/>
                                          </p:val>
                                        </p:tav>
                                      </p:tavLst>
                                    </p:anim>
                                    <p:anim calcmode="lin" valueType="num">
                                      <p:cBhvr>
                                        <p:cTn id="327"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2"/>
                                            </p:cond>
                                          </p:stCondLst>
                                          <p:endCondLst>
                                            <p:cond evt="onStopAudio" delay="0">
                                              <p:tgtEl>
                                                <p:sldTgt/>
                                              </p:tgtEl>
                                            </p:cond>
                                          </p:endCondLst>
                                        </p:cTn>
                                        <p:tgtEl>
                                          <p:sndTgt r:embed="rId4" name="CHIMES.WAV"/>
                                        </p:tgtEl>
                                      </p:cMediaNode>
                                    </p:audio>
                                  </p:subTnLst>
                                </p:cTn>
                              </p:par>
                              <p:par>
                                <p:cTn id="328" presetID="17" presetClass="entr" presetSubtype="8" fill="hold" grpId="0" nodeType="withEffect">
                                  <p:stCondLst>
                                    <p:cond delay="0"/>
                                  </p:stCondLst>
                                  <p:childTnLst>
                                    <p:set>
                                      <p:cBhvr>
                                        <p:cTn id="329" dur="1" fill="hold">
                                          <p:stCondLst>
                                            <p:cond delay="0"/>
                                          </p:stCondLst>
                                        </p:cTn>
                                        <p:tgtEl>
                                          <p:spTgt spid="203"/>
                                        </p:tgtEl>
                                        <p:attrNameLst>
                                          <p:attrName>style.visibility</p:attrName>
                                        </p:attrNameLst>
                                      </p:cBhvr>
                                      <p:to>
                                        <p:strVal val="visible"/>
                                      </p:to>
                                    </p:set>
                                    <p:anim calcmode="lin" valueType="num">
                                      <p:cBhvr>
                                        <p:cTn id="330" dur="5000" fill="hold"/>
                                        <p:tgtEl>
                                          <p:spTgt spid="203"/>
                                        </p:tgtEl>
                                        <p:attrNameLst>
                                          <p:attrName>ppt_x</p:attrName>
                                        </p:attrNameLst>
                                      </p:cBhvr>
                                      <p:tavLst>
                                        <p:tav tm="0">
                                          <p:val>
                                            <p:strVal val="#ppt_x-#ppt_w/2"/>
                                          </p:val>
                                        </p:tav>
                                        <p:tav tm="100000">
                                          <p:val>
                                            <p:strVal val="#ppt_x"/>
                                          </p:val>
                                        </p:tav>
                                      </p:tavLst>
                                    </p:anim>
                                    <p:anim calcmode="lin" valueType="num">
                                      <p:cBhvr>
                                        <p:cTn id="331" dur="5000" fill="hold"/>
                                        <p:tgtEl>
                                          <p:spTgt spid="203"/>
                                        </p:tgtEl>
                                        <p:attrNameLst>
                                          <p:attrName>ppt_y</p:attrName>
                                        </p:attrNameLst>
                                      </p:cBhvr>
                                      <p:tavLst>
                                        <p:tav tm="0">
                                          <p:val>
                                            <p:strVal val="#ppt_y"/>
                                          </p:val>
                                        </p:tav>
                                        <p:tav tm="100000">
                                          <p:val>
                                            <p:strVal val="#ppt_y"/>
                                          </p:val>
                                        </p:tav>
                                      </p:tavLst>
                                    </p:anim>
                                    <p:anim calcmode="lin" valueType="num">
                                      <p:cBhvr>
                                        <p:cTn id="332" dur="5000" fill="hold"/>
                                        <p:tgtEl>
                                          <p:spTgt spid="203"/>
                                        </p:tgtEl>
                                        <p:attrNameLst>
                                          <p:attrName>ppt_w</p:attrName>
                                        </p:attrNameLst>
                                      </p:cBhvr>
                                      <p:tavLst>
                                        <p:tav tm="0">
                                          <p:val>
                                            <p:fltVal val="0"/>
                                          </p:val>
                                        </p:tav>
                                        <p:tav tm="100000">
                                          <p:val>
                                            <p:strVal val="#ppt_w"/>
                                          </p:val>
                                        </p:tav>
                                      </p:tavLst>
                                    </p:anim>
                                    <p:anim calcmode="lin" valueType="num">
                                      <p:cBhvr>
                                        <p:cTn id="333"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8"/>
                                            </p:cond>
                                          </p:stCondLst>
                                          <p:endCondLst>
                                            <p:cond evt="onStopAudio" delay="0">
                                              <p:tgtEl>
                                                <p:sldTgt/>
                                              </p:tgtEl>
                                            </p:cond>
                                          </p:endCondLst>
                                        </p:cTn>
                                        <p:tgtEl>
                                          <p:sndTgt r:embed="rId4" name="CHIMES.WAV"/>
                                        </p:tgtEl>
                                      </p:cMediaNode>
                                    </p:audio>
                                  </p:subTnLst>
                                </p:cTn>
                              </p:par>
                              <p:par>
                                <p:cTn id="334" presetID="17" presetClass="entr" presetSubtype="8" fill="hold" grpId="0" nodeType="withEffect">
                                  <p:stCondLst>
                                    <p:cond delay="0"/>
                                  </p:stCondLst>
                                  <p:childTnLst>
                                    <p:set>
                                      <p:cBhvr>
                                        <p:cTn id="335" dur="1" fill="hold">
                                          <p:stCondLst>
                                            <p:cond delay="0"/>
                                          </p:stCondLst>
                                        </p:cTn>
                                        <p:tgtEl>
                                          <p:spTgt spid="205"/>
                                        </p:tgtEl>
                                        <p:attrNameLst>
                                          <p:attrName>style.visibility</p:attrName>
                                        </p:attrNameLst>
                                      </p:cBhvr>
                                      <p:to>
                                        <p:strVal val="visible"/>
                                      </p:to>
                                    </p:set>
                                    <p:anim calcmode="lin" valueType="num">
                                      <p:cBhvr>
                                        <p:cTn id="336" dur="5000" fill="hold"/>
                                        <p:tgtEl>
                                          <p:spTgt spid="205"/>
                                        </p:tgtEl>
                                        <p:attrNameLst>
                                          <p:attrName>ppt_x</p:attrName>
                                        </p:attrNameLst>
                                      </p:cBhvr>
                                      <p:tavLst>
                                        <p:tav tm="0">
                                          <p:val>
                                            <p:strVal val="#ppt_x-#ppt_w/2"/>
                                          </p:val>
                                        </p:tav>
                                        <p:tav tm="100000">
                                          <p:val>
                                            <p:strVal val="#ppt_x"/>
                                          </p:val>
                                        </p:tav>
                                      </p:tavLst>
                                    </p:anim>
                                    <p:anim calcmode="lin" valueType="num">
                                      <p:cBhvr>
                                        <p:cTn id="337" dur="5000" fill="hold"/>
                                        <p:tgtEl>
                                          <p:spTgt spid="205"/>
                                        </p:tgtEl>
                                        <p:attrNameLst>
                                          <p:attrName>ppt_y</p:attrName>
                                        </p:attrNameLst>
                                      </p:cBhvr>
                                      <p:tavLst>
                                        <p:tav tm="0">
                                          <p:val>
                                            <p:strVal val="#ppt_y"/>
                                          </p:val>
                                        </p:tav>
                                        <p:tav tm="100000">
                                          <p:val>
                                            <p:strVal val="#ppt_y"/>
                                          </p:val>
                                        </p:tav>
                                      </p:tavLst>
                                    </p:anim>
                                    <p:anim calcmode="lin" valueType="num">
                                      <p:cBhvr>
                                        <p:cTn id="338" dur="5000" fill="hold"/>
                                        <p:tgtEl>
                                          <p:spTgt spid="205"/>
                                        </p:tgtEl>
                                        <p:attrNameLst>
                                          <p:attrName>ppt_w</p:attrName>
                                        </p:attrNameLst>
                                      </p:cBhvr>
                                      <p:tavLst>
                                        <p:tav tm="0">
                                          <p:val>
                                            <p:fltVal val="0"/>
                                          </p:val>
                                        </p:tav>
                                        <p:tav tm="100000">
                                          <p:val>
                                            <p:strVal val="#ppt_w"/>
                                          </p:val>
                                        </p:tav>
                                      </p:tavLst>
                                    </p:anim>
                                    <p:anim calcmode="lin" valueType="num">
                                      <p:cBhvr>
                                        <p:cTn id="339"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4"/>
                                            </p:cond>
                                          </p:stCondLst>
                                          <p:endCondLst>
                                            <p:cond evt="onStopAudio" delay="0">
                                              <p:tgtEl>
                                                <p:sldTgt/>
                                              </p:tgtEl>
                                            </p:cond>
                                          </p:endCondLst>
                                        </p:cTn>
                                        <p:tgtEl>
                                          <p:sndTgt r:embed="rId4" name="CHIMES.WAV"/>
                                        </p:tgtEl>
                                      </p:cMediaNode>
                                    </p:audio>
                                  </p:subTnLst>
                                </p:cTn>
                              </p:par>
                              <p:par>
                                <p:cTn id="340" presetID="17" presetClass="entr" presetSubtype="8" fill="hold" grpId="0" nodeType="withEffect">
                                  <p:stCondLst>
                                    <p:cond delay="0"/>
                                  </p:stCondLst>
                                  <p:childTnLst>
                                    <p:set>
                                      <p:cBhvr>
                                        <p:cTn id="341" dur="1" fill="hold">
                                          <p:stCondLst>
                                            <p:cond delay="0"/>
                                          </p:stCondLst>
                                        </p:cTn>
                                        <p:tgtEl>
                                          <p:spTgt spid="204"/>
                                        </p:tgtEl>
                                        <p:attrNameLst>
                                          <p:attrName>style.visibility</p:attrName>
                                        </p:attrNameLst>
                                      </p:cBhvr>
                                      <p:to>
                                        <p:strVal val="visible"/>
                                      </p:to>
                                    </p:set>
                                    <p:anim calcmode="lin" valueType="num">
                                      <p:cBhvr>
                                        <p:cTn id="342" dur="5000" fill="hold"/>
                                        <p:tgtEl>
                                          <p:spTgt spid="204"/>
                                        </p:tgtEl>
                                        <p:attrNameLst>
                                          <p:attrName>ppt_x</p:attrName>
                                        </p:attrNameLst>
                                      </p:cBhvr>
                                      <p:tavLst>
                                        <p:tav tm="0">
                                          <p:val>
                                            <p:strVal val="#ppt_x-#ppt_w/2"/>
                                          </p:val>
                                        </p:tav>
                                        <p:tav tm="100000">
                                          <p:val>
                                            <p:strVal val="#ppt_x"/>
                                          </p:val>
                                        </p:tav>
                                      </p:tavLst>
                                    </p:anim>
                                    <p:anim calcmode="lin" valueType="num">
                                      <p:cBhvr>
                                        <p:cTn id="343" dur="5000" fill="hold"/>
                                        <p:tgtEl>
                                          <p:spTgt spid="204"/>
                                        </p:tgtEl>
                                        <p:attrNameLst>
                                          <p:attrName>ppt_y</p:attrName>
                                        </p:attrNameLst>
                                      </p:cBhvr>
                                      <p:tavLst>
                                        <p:tav tm="0">
                                          <p:val>
                                            <p:strVal val="#ppt_y"/>
                                          </p:val>
                                        </p:tav>
                                        <p:tav tm="100000">
                                          <p:val>
                                            <p:strVal val="#ppt_y"/>
                                          </p:val>
                                        </p:tav>
                                      </p:tavLst>
                                    </p:anim>
                                    <p:anim calcmode="lin" valueType="num">
                                      <p:cBhvr>
                                        <p:cTn id="344" dur="5000" fill="hold"/>
                                        <p:tgtEl>
                                          <p:spTgt spid="204"/>
                                        </p:tgtEl>
                                        <p:attrNameLst>
                                          <p:attrName>ppt_w</p:attrName>
                                        </p:attrNameLst>
                                      </p:cBhvr>
                                      <p:tavLst>
                                        <p:tav tm="0">
                                          <p:val>
                                            <p:fltVal val="0"/>
                                          </p:val>
                                        </p:tav>
                                        <p:tav tm="100000">
                                          <p:val>
                                            <p:strVal val="#ppt_w"/>
                                          </p:val>
                                        </p:tav>
                                      </p:tavLst>
                                    </p:anim>
                                    <p:anim calcmode="lin" valueType="num">
                                      <p:cBhvr>
                                        <p:cTn id="345"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0"/>
                                            </p:cond>
                                          </p:stCondLst>
                                          <p:endCondLst>
                                            <p:cond evt="onStopAudio" delay="0">
                                              <p:tgtEl>
                                                <p:sldTgt/>
                                              </p:tgtEl>
                                            </p:cond>
                                          </p:endCondLst>
                                        </p:cTn>
                                        <p:tgtEl>
                                          <p:sndTgt r:embed="rId4" name="CHIMES.WAV"/>
                                        </p:tgtEl>
                                      </p:cMediaNode>
                                    </p:audio>
                                  </p:subTnLst>
                                </p:cTn>
                              </p:par>
                              <p:par>
                                <p:cTn id="346" presetID="18" presetClass="entr" presetSubtype="9" fill="hold" grpId="0" nodeType="withEffect">
                                  <p:stCondLst>
                                    <p:cond delay="0"/>
                                  </p:stCondLst>
                                  <p:childTnLst>
                                    <p:set>
                                      <p:cBhvr>
                                        <p:cTn id="347" dur="1" fill="hold">
                                          <p:stCondLst>
                                            <p:cond delay="0"/>
                                          </p:stCondLst>
                                        </p:cTn>
                                        <p:tgtEl>
                                          <p:spTgt spid="171"/>
                                        </p:tgtEl>
                                        <p:attrNameLst>
                                          <p:attrName>style.visibility</p:attrName>
                                        </p:attrNameLst>
                                      </p:cBhvr>
                                      <p:to>
                                        <p:strVal val="visible"/>
                                      </p:to>
                                    </p:set>
                                    <p:animEffect transition="in" filter="strips(upLeft)">
                                      <p:cBhvr>
                                        <p:cTn id="348" dur="5000"/>
                                        <p:tgtEl>
                                          <p:spTgt spid="171"/>
                                        </p:tgtEl>
                                      </p:cBhvr>
                                    </p:animEffect>
                                  </p:childTnLst>
                                  <p:subTnLst>
                                    <p:audio>
                                      <p:cMediaNode>
                                        <p:cTn display="0" masterRel="sameClick">
                                          <p:stCondLst>
                                            <p:cond evt="begin" delay="0">
                                              <p:tn val="346"/>
                                            </p:cond>
                                          </p:stCondLst>
                                          <p:endCondLst>
                                            <p:cond evt="onStopAudio" delay="0">
                                              <p:tgtEl>
                                                <p:sldTgt/>
                                              </p:tgtEl>
                                            </p:cond>
                                          </p:endCondLst>
                                        </p:cTn>
                                        <p:tgtEl>
                                          <p:sndTgt r:embed="rId4" name="CHIMES.WAV"/>
                                        </p:tgtEl>
                                      </p:cMediaNode>
                                    </p:audio>
                                  </p:subTnLst>
                                </p:cTn>
                              </p:par>
                              <p:par>
                                <p:cTn id="349" presetID="18" presetClass="entr" presetSubtype="3" fill="hold" grpId="0" nodeType="withEffect">
                                  <p:stCondLst>
                                    <p:cond delay="0"/>
                                  </p:stCondLst>
                                  <p:childTnLst>
                                    <p:set>
                                      <p:cBhvr>
                                        <p:cTn id="350" dur="1" fill="hold">
                                          <p:stCondLst>
                                            <p:cond delay="0"/>
                                          </p:stCondLst>
                                        </p:cTn>
                                        <p:tgtEl>
                                          <p:spTgt spid="169"/>
                                        </p:tgtEl>
                                        <p:attrNameLst>
                                          <p:attrName>style.visibility</p:attrName>
                                        </p:attrNameLst>
                                      </p:cBhvr>
                                      <p:to>
                                        <p:strVal val="visible"/>
                                      </p:to>
                                    </p:set>
                                    <p:animEffect transition="in" filter="strips(upRight)">
                                      <p:cBhvr>
                                        <p:cTn id="351" dur="5000"/>
                                        <p:tgtEl>
                                          <p:spTgt spid="169"/>
                                        </p:tgtEl>
                                      </p:cBhvr>
                                    </p:animEffect>
                                  </p:childTnLst>
                                  <p:subTnLst>
                                    <p:audio>
                                      <p:cMediaNode>
                                        <p:cTn display="0" masterRel="sameClick">
                                          <p:stCondLst>
                                            <p:cond evt="begin" delay="0">
                                              <p:tn val="349"/>
                                            </p:cond>
                                          </p:stCondLst>
                                          <p:endCondLst>
                                            <p:cond evt="onStopAudio" delay="0">
                                              <p:tgtEl>
                                                <p:sldTgt/>
                                              </p:tgtEl>
                                            </p:cond>
                                          </p:endCondLst>
                                        </p:cTn>
                                        <p:tgtEl>
                                          <p:sndTgt r:embed="rId4" name="CHIMES.WAV"/>
                                        </p:tgtEl>
                                      </p:cMediaNode>
                                    </p:audio>
                                  </p:subTnLst>
                                </p:cTn>
                              </p:par>
                              <p:par>
                                <p:cTn id="352" presetID="18" presetClass="entr" presetSubtype="3" fill="hold" grpId="0" nodeType="withEffect">
                                  <p:stCondLst>
                                    <p:cond delay="0"/>
                                  </p:stCondLst>
                                  <p:childTnLst>
                                    <p:set>
                                      <p:cBhvr>
                                        <p:cTn id="353" dur="1" fill="hold">
                                          <p:stCondLst>
                                            <p:cond delay="0"/>
                                          </p:stCondLst>
                                        </p:cTn>
                                        <p:tgtEl>
                                          <p:spTgt spid="108"/>
                                        </p:tgtEl>
                                        <p:attrNameLst>
                                          <p:attrName>style.visibility</p:attrName>
                                        </p:attrNameLst>
                                      </p:cBhvr>
                                      <p:to>
                                        <p:strVal val="visible"/>
                                      </p:to>
                                    </p:set>
                                    <p:animEffect transition="in" filter="strips(upRight)">
                                      <p:cBhvr>
                                        <p:cTn id="354" dur="5000"/>
                                        <p:tgtEl>
                                          <p:spTgt spid="108"/>
                                        </p:tgtEl>
                                      </p:cBhvr>
                                    </p:animEffect>
                                  </p:childTnLst>
                                  <p:subTnLst>
                                    <p:audio>
                                      <p:cMediaNode>
                                        <p:cTn display="0" masterRel="sameClick">
                                          <p:stCondLst>
                                            <p:cond evt="begin" delay="0">
                                              <p:tn val="352"/>
                                            </p:cond>
                                          </p:stCondLst>
                                          <p:endCondLst>
                                            <p:cond evt="onStopAudio" delay="0">
                                              <p:tgtEl>
                                                <p:sldTgt/>
                                              </p:tgtEl>
                                            </p:cond>
                                          </p:endCondLst>
                                        </p:cTn>
                                        <p:tgtEl>
                                          <p:sndTgt r:embed="rId4" name="CHIMES.WAV"/>
                                        </p:tgtEl>
                                      </p:cMediaNode>
                                    </p:audio>
                                  </p:subTnLst>
                                </p:cTn>
                              </p:par>
                              <p:par>
                                <p:cTn id="355" presetID="18" presetClass="entr" presetSubtype="12" fill="hold" grpId="0" nodeType="withEffect">
                                  <p:stCondLst>
                                    <p:cond delay="0"/>
                                  </p:stCondLst>
                                  <p:childTnLst>
                                    <p:set>
                                      <p:cBhvr>
                                        <p:cTn id="356" dur="1" fill="hold">
                                          <p:stCondLst>
                                            <p:cond delay="0"/>
                                          </p:stCondLst>
                                        </p:cTn>
                                        <p:tgtEl>
                                          <p:spTgt spid="170"/>
                                        </p:tgtEl>
                                        <p:attrNameLst>
                                          <p:attrName>style.visibility</p:attrName>
                                        </p:attrNameLst>
                                      </p:cBhvr>
                                      <p:to>
                                        <p:strVal val="visible"/>
                                      </p:to>
                                    </p:set>
                                    <p:animEffect transition="in" filter="strips(downLeft)">
                                      <p:cBhvr>
                                        <p:cTn id="357" dur="5000"/>
                                        <p:tgtEl>
                                          <p:spTgt spid="170"/>
                                        </p:tgtEl>
                                      </p:cBhvr>
                                    </p:animEffect>
                                  </p:childTnLst>
                                  <p:subTnLst>
                                    <p:audio>
                                      <p:cMediaNode>
                                        <p:cTn display="0" masterRel="sameClick">
                                          <p:stCondLst>
                                            <p:cond evt="begin" delay="0">
                                              <p:tn val="355"/>
                                            </p:cond>
                                          </p:stCondLst>
                                          <p:endCondLst>
                                            <p:cond evt="onStopAudio" delay="0">
                                              <p:tgtEl>
                                                <p:sldTgt/>
                                              </p:tgtEl>
                                            </p:cond>
                                          </p:endCondLst>
                                        </p:cTn>
                                        <p:tgtEl>
                                          <p:sndTgt r:embed="rId4" name="CHIMES.WAV"/>
                                        </p:tgtEl>
                                      </p:cMediaNode>
                                    </p:audio>
                                  </p:subTnLst>
                                </p:cTn>
                              </p:par>
                              <p:par>
                                <p:cTn id="358" presetID="18" presetClass="entr" presetSubtype="6" fill="hold" grpId="0" nodeType="withEffect">
                                  <p:stCondLst>
                                    <p:cond delay="0"/>
                                  </p:stCondLst>
                                  <p:childTnLst>
                                    <p:set>
                                      <p:cBhvr>
                                        <p:cTn id="359" dur="1" fill="hold">
                                          <p:stCondLst>
                                            <p:cond delay="0"/>
                                          </p:stCondLst>
                                        </p:cTn>
                                        <p:tgtEl>
                                          <p:spTgt spid="173"/>
                                        </p:tgtEl>
                                        <p:attrNameLst>
                                          <p:attrName>style.visibility</p:attrName>
                                        </p:attrNameLst>
                                      </p:cBhvr>
                                      <p:to>
                                        <p:strVal val="visible"/>
                                      </p:to>
                                    </p:set>
                                    <p:animEffect transition="in" filter="strips(downRight)">
                                      <p:cBhvr>
                                        <p:cTn id="360" dur="5000"/>
                                        <p:tgtEl>
                                          <p:spTgt spid="173"/>
                                        </p:tgtEl>
                                      </p:cBhvr>
                                    </p:animEffect>
                                  </p:childTnLst>
                                  <p:subTnLst>
                                    <p:audio>
                                      <p:cMediaNode>
                                        <p:cTn display="0" masterRel="sameClick">
                                          <p:stCondLst>
                                            <p:cond evt="begin" delay="0">
                                              <p:tn val="358"/>
                                            </p:cond>
                                          </p:stCondLst>
                                          <p:endCondLst>
                                            <p:cond evt="onStopAudio" delay="0">
                                              <p:tgtEl>
                                                <p:sldTgt/>
                                              </p:tgtEl>
                                            </p:cond>
                                          </p:endCondLst>
                                        </p:cTn>
                                        <p:tgtEl>
                                          <p:sndTgt r:embed="rId4" name="CHIMES.WAV"/>
                                        </p:tgtEl>
                                      </p:cMediaNode>
                                    </p:audio>
                                  </p:subTnLst>
                                </p:cTn>
                              </p:par>
                              <p:par>
                                <p:cTn id="361" presetID="18" presetClass="entr" presetSubtype="12" fill="hold" grpId="0" nodeType="withEffect">
                                  <p:stCondLst>
                                    <p:cond delay="0"/>
                                  </p:stCondLst>
                                  <p:childTnLst>
                                    <p:set>
                                      <p:cBhvr>
                                        <p:cTn id="362" dur="1" fill="hold">
                                          <p:stCondLst>
                                            <p:cond delay="0"/>
                                          </p:stCondLst>
                                        </p:cTn>
                                        <p:tgtEl>
                                          <p:spTgt spid="172"/>
                                        </p:tgtEl>
                                        <p:attrNameLst>
                                          <p:attrName>style.visibility</p:attrName>
                                        </p:attrNameLst>
                                      </p:cBhvr>
                                      <p:to>
                                        <p:strVal val="visible"/>
                                      </p:to>
                                    </p:set>
                                    <p:animEffect transition="in" filter="strips(downLeft)">
                                      <p:cBhvr>
                                        <p:cTn id="363" dur="5000"/>
                                        <p:tgtEl>
                                          <p:spTgt spid="172"/>
                                        </p:tgtEl>
                                      </p:cBhvr>
                                    </p:animEffect>
                                  </p:childTnLst>
                                  <p:subTnLst>
                                    <p:audio>
                                      <p:cMediaNode>
                                        <p:cTn display="0" masterRel="sameClick">
                                          <p:stCondLst>
                                            <p:cond evt="begin" delay="0">
                                              <p:tn val="361"/>
                                            </p:cond>
                                          </p:stCondLst>
                                          <p:endCondLst>
                                            <p:cond evt="onStopAudio" delay="0">
                                              <p:tgtEl>
                                                <p:sldTgt/>
                                              </p:tgtEl>
                                            </p:cond>
                                          </p:endCondLst>
                                        </p:cTn>
                                        <p:tgtEl>
                                          <p:sndTgt r:embed="rId4" name="CHIMES.WAV"/>
                                        </p:tgtEl>
                                      </p:cMediaNode>
                                    </p:audio>
                                  </p:subTnLst>
                                </p:cTn>
                              </p:par>
                            </p:childTnLst>
                          </p:cTn>
                        </p:par>
                        <p:par>
                          <p:cTn id="364" fill="hold">
                            <p:stCondLst>
                              <p:cond delay="5000"/>
                            </p:stCondLst>
                            <p:childTnLst>
                              <p:par>
                                <p:cTn id="365" presetID="20" presetClass="entr" presetSubtype="0" fill="hold" grpId="0" nodeType="afterEffect">
                                  <p:stCondLst>
                                    <p:cond delay="500"/>
                                  </p:stCondLst>
                                  <p:childTnLst>
                                    <p:set>
                                      <p:cBhvr>
                                        <p:cTn id="366" dur="1" fill="hold">
                                          <p:stCondLst>
                                            <p:cond delay="0"/>
                                          </p:stCondLst>
                                        </p:cTn>
                                        <p:tgtEl>
                                          <p:spTgt spid="199"/>
                                        </p:tgtEl>
                                        <p:attrNameLst>
                                          <p:attrName>style.visibility</p:attrName>
                                        </p:attrNameLst>
                                      </p:cBhvr>
                                      <p:to>
                                        <p:strVal val="visible"/>
                                      </p:to>
                                    </p:set>
                                    <p:animEffect transition="in" filter="wedge">
                                      <p:cBhvr>
                                        <p:cTn id="367" dur="3000"/>
                                        <p:tgtEl>
                                          <p:spTgt spid="199"/>
                                        </p:tgtEl>
                                      </p:cBhvr>
                                    </p:animEffect>
                                  </p:childTnLst>
                                  <p:subTnLst>
                                    <p:audio>
                                      <p:cMediaNode>
                                        <p:cTn display="0" masterRel="sameClick">
                                          <p:stCondLst>
                                            <p:cond evt="begin" delay="0">
                                              <p:tn val="365"/>
                                            </p:cond>
                                          </p:stCondLst>
                                          <p:endCondLst>
                                            <p:cond evt="onStopAudio" delay="0">
                                              <p:tgtEl>
                                                <p:sldTgt/>
                                              </p:tgtEl>
                                            </p:cond>
                                          </p:endCondLst>
                                        </p:cTn>
                                        <p:tgtEl>
                                          <p:sndTgt r:embed="rId4" name="CHIMES.WAV"/>
                                        </p:tgtEl>
                                      </p:cMediaNode>
                                    </p:audio>
                                  </p:subTnLst>
                                </p:cTn>
                              </p:par>
                            </p:childTnLst>
                          </p:cTn>
                        </p:par>
                      </p:childTnLst>
                    </p:cTn>
                  </p:par>
                  <p:par>
                    <p:cTn id="368" fill="hold">
                      <p:stCondLst>
                        <p:cond delay="indefinite"/>
                      </p:stCondLst>
                      <p:childTnLst>
                        <p:par>
                          <p:cTn id="369" fill="hold">
                            <p:stCondLst>
                              <p:cond delay="0"/>
                            </p:stCondLst>
                            <p:childTnLst>
                              <p:par>
                                <p:cTn id="370" presetID="22" presetClass="entr" presetSubtype="8" fill="hold" nodeType="clickEffect">
                                  <p:stCondLst>
                                    <p:cond delay="0"/>
                                  </p:stCondLst>
                                  <p:childTnLst>
                                    <p:set>
                                      <p:cBhvr>
                                        <p:cTn id="371" dur="1" fill="hold">
                                          <p:stCondLst>
                                            <p:cond delay="0"/>
                                          </p:stCondLst>
                                        </p:cTn>
                                        <p:tgtEl>
                                          <p:spTgt spid="187"/>
                                        </p:tgtEl>
                                        <p:attrNameLst>
                                          <p:attrName>style.visibility</p:attrName>
                                        </p:attrNameLst>
                                      </p:cBhvr>
                                      <p:to>
                                        <p:strVal val="visible"/>
                                      </p:to>
                                    </p:set>
                                    <p:animEffect transition="in" filter="wipe(left)">
                                      <p:cBhvr>
                                        <p:cTn id="372" dur="5000"/>
                                        <p:tgtEl>
                                          <p:spTgt spid="187"/>
                                        </p:tgtEl>
                                      </p:cBhvr>
                                    </p:animEffect>
                                  </p:childTnLst>
                                  <p:subTnLst>
                                    <p:audio>
                                      <p:cMediaNode>
                                        <p:cTn display="0" masterRel="sameClick">
                                          <p:stCondLst>
                                            <p:cond evt="begin" delay="0">
                                              <p:tn val="370"/>
                                            </p:cond>
                                          </p:stCondLst>
                                          <p:endCondLst>
                                            <p:cond evt="onStopAudio" delay="0">
                                              <p:tgtEl>
                                                <p:sldTgt/>
                                              </p:tgtEl>
                                            </p:cond>
                                          </p:endCondLst>
                                        </p:cTn>
                                        <p:tgtEl>
                                          <p:sndTgt r:embed="rId3" name="CAMERA.WAV"/>
                                        </p:tgtEl>
                                      </p:cMediaNode>
                                    </p:audio>
                                  </p:subTnLst>
                                </p:cTn>
                              </p:par>
                            </p:childTnLst>
                          </p:cTn>
                        </p:par>
                        <p:par>
                          <p:cTn id="373" fill="hold">
                            <p:stCondLst>
                              <p:cond delay="5000"/>
                            </p:stCondLst>
                            <p:childTnLst>
                              <p:par>
                                <p:cTn id="374" presetID="22" presetClass="entr" presetSubtype="4" fill="hold" grpId="0" nodeType="afterEffect">
                                  <p:stCondLst>
                                    <p:cond delay="500"/>
                                  </p:stCondLst>
                                  <p:childTnLst>
                                    <p:set>
                                      <p:cBhvr>
                                        <p:cTn id="375" dur="1" fill="hold">
                                          <p:stCondLst>
                                            <p:cond delay="0"/>
                                          </p:stCondLst>
                                        </p:cTn>
                                        <p:tgtEl>
                                          <p:spTgt spid="193"/>
                                        </p:tgtEl>
                                        <p:attrNameLst>
                                          <p:attrName>style.visibility</p:attrName>
                                        </p:attrNameLst>
                                      </p:cBhvr>
                                      <p:to>
                                        <p:strVal val="visible"/>
                                      </p:to>
                                    </p:set>
                                    <p:animEffect transition="in" filter="wipe(down)">
                                      <p:cBhvr>
                                        <p:cTn id="376" dur="5000"/>
                                        <p:tgtEl>
                                          <p:spTgt spid="193"/>
                                        </p:tgtEl>
                                      </p:cBhvr>
                                    </p:animEffect>
                                  </p:childTnLst>
                                  <p:subTnLst>
                                    <p:audio>
                                      <p:cMediaNode>
                                        <p:cTn display="0" masterRel="sameClick">
                                          <p:stCondLst>
                                            <p:cond evt="begin" delay="0">
                                              <p:tn val="374"/>
                                            </p:cond>
                                          </p:stCondLst>
                                          <p:endCondLst>
                                            <p:cond evt="onStopAudio" delay="0">
                                              <p:tgtEl>
                                                <p:sldTgt/>
                                              </p:tgtEl>
                                            </p:cond>
                                          </p:endCondLst>
                                        </p:cTn>
                                        <p:tgtEl>
                                          <p:sndTgt r:embed="rId3" name="CAMERA.WAV"/>
                                        </p:tgtEl>
                                      </p:cMediaNode>
                                    </p:audio>
                                  </p:subTnLst>
                                </p:cTn>
                              </p:par>
                              <p:par>
                                <p:cTn id="377" presetID="20" presetClass="entr" presetSubtype="0" fill="hold" grpId="0" nodeType="withEffect">
                                  <p:stCondLst>
                                    <p:cond delay="500"/>
                                  </p:stCondLst>
                                  <p:childTnLst>
                                    <p:set>
                                      <p:cBhvr>
                                        <p:cTn id="378" dur="1" fill="hold">
                                          <p:stCondLst>
                                            <p:cond delay="0"/>
                                          </p:stCondLst>
                                        </p:cTn>
                                        <p:tgtEl>
                                          <p:spTgt spid="196"/>
                                        </p:tgtEl>
                                        <p:attrNameLst>
                                          <p:attrName>style.visibility</p:attrName>
                                        </p:attrNameLst>
                                      </p:cBhvr>
                                      <p:to>
                                        <p:strVal val="visible"/>
                                      </p:to>
                                    </p:set>
                                    <p:animEffect transition="in" filter="wedge">
                                      <p:cBhvr>
                                        <p:cTn id="379" dur="2000"/>
                                        <p:tgtEl>
                                          <p:spTgt spid="196"/>
                                        </p:tgtEl>
                                      </p:cBhvr>
                                    </p:animEffect>
                                  </p:childTnLst>
                                  <p:subTnLst>
                                    <p:audio>
                                      <p:cMediaNode>
                                        <p:cTn display="0" masterRel="sameClick">
                                          <p:stCondLst>
                                            <p:cond evt="begin" delay="0">
                                              <p:tn val="377"/>
                                            </p:cond>
                                          </p:stCondLst>
                                          <p:endCondLst>
                                            <p:cond evt="onStopAudio" delay="0">
                                              <p:tgtEl>
                                                <p:sldTgt/>
                                              </p:tgtEl>
                                            </p:cond>
                                          </p:endCondLst>
                                        </p:cTn>
                                        <p:tgtEl>
                                          <p:sndTgt r:embed="rId3" name="CAMERA.WAV"/>
                                        </p:tgtEl>
                                      </p:cMediaNode>
                                    </p:audio>
                                  </p:subTnLst>
                                </p:cTn>
                              </p:par>
                              <p:par>
                                <p:cTn id="380" presetID="17" presetClass="entr" presetSubtype="8" fill="hold" grpId="0" nodeType="withEffect">
                                  <p:stCondLst>
                                    <p:cond delay="500"/>
                                  </p:stCondLst>
                                  <p:childTnLst>
                                    <p:set>
                                      <p:cBhvr>
                                        <p:cTn id="381" dur="1" fill="hold">
                                          <p:stCondLst>
                                            <p:cond delay="0"/>
                                          </p:stCondLst>
                                        </p:cTn>
                                        <p:tgtEl>
                                          <p:spTgt spid="182"/>
                                        </p:tgtEl>
                                        <p:attrNameLst>
                                          <p:attrName>style.visibility</p:attrName>
                                        </p:attrNameLst>
                                      </p:cBhvr>
                                      <p:to>
                                        <p:strVal val="visible"/>
                                      </p:to>
                                    </p:set>
                                    <p:anim calcmode="lin" valueType="num">
                                      <p:cBhvr>
                                        <p:cTn id="382" dur="5000" fill="hold"/>
                                        <p:tgtEl>
                                          <p:spTgt spid="182"/>
                                        </p:tgtEl>
                                        <p:attrNameLst>
                                          <p:attrName>ppt_x</p:attrName>
                                        </p:attrNameLst>
                                      </p:cBhvr>
                                      <p:tavLst>
                                        <p:tav tm="0">
                                          <p:val>
                                            <p:strVal val="#ppt_x-#ppt_w/2"/>
                                          </p:val>
                                        </p:tav>
                                        <p:tav tm="100000">
                                          <p:val>
                                            <p:strVal val="#ppt_x"/>
                                          </p:val>
                                        </p:tav>
                                      </p:tavLst>
                                    </p:anim>
                                    <p:anim calcmode="lin" valueType="num">
                                      <p:cBhvr>
                                        <p:cTn id="383" dur="5000" fill="hold"/>
                                        <p:tgtEl>
                                          <p:spTgt spid="182"/>
                                        </p:tgtEl>
                                        <p:attrNameLst>
                                          <p:attrName>ppt_y</p:attrName>
                                        </p:attrNameLst>
                                      </p:cBhvr>
                                      <p:tavLst>
                                        <p:tav tm="0">
                                          <p:val>
                                            <p:strVal val="#ppt_y"/>
                                          </p:val>
                                        </p:tav>
                                        <p:tav tm="100000">
                                          <p:val>
                                            <p:strVal val="#ppt_y"/>
                                          </p:val>
                                        </p:tav>
                                      </p:tavLst>
                                    </p:anim>
                                    <p:anim calcmode="lin" valueType="num">
                                      <p:cBhvr>
                                        <p:cTn id="384" dur="5000" fill="hold"/>
                                        <p:tgtEl>
                                          <p:spTgt spid="182"/>
                                        </p:tgtEl>
                                        <p:attrNameLst>
                                          <p:attrName>ppt_w</p:attrName>
                                        </p:attrNameLst>
                                      </p:cBhvr>
                                      <p:tavLst>
                                        <p:tav tm="0">
                                          <p:val>
                                            <p:fltVal val="0"/>
                                          </p:val>
                                        </p:tav>
                                        <p:tav tm="100000">
                                          <p:val>
                                            <p:strVal val="#ppt_w"/>
                                          </p:val>
                                        </p:tav>
                                      </p:tavLst>
                                    </p:anim>
                                    <p:anim calcmode="lin" valueType="num">
                                      <p:cBhvr>
                                        <p:cTn id="385"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0"/>
                                            </p:cond>
                                          </p:stCondLst>
                                          <p:endCondLst>
                                            <p:cond evt="onStopAudio" delay="0">
                                              <p:tgtEl>
                                                <p:sldTgt/>
                                              </p:tgtEl>
                                            </p:cond>
                                          </p:endCondLst>
                                        </p:cTn>
                                        <p:tgtEl>
                                          <p:sndTgt r:embed="rId4" name="CHIMES.WAV"/>
                                        </p:tgtEl>
                                      </p:cMediaNode>
                                    </p:audio>
                                  </p:subTnLst>
                                </p:cTn>
                              </p:par>
                              <p:par>
                                <p:cTn id="386" presetID="17" presetClass="entr" presetSubtype="8" fill="hold" grpId="0" nodeType="withEffect">
                                  <p:stCondLst>
                                    <p:cond delay="0"/>
                                  </p:stCondLst>
                                  <p:childTnLst>
                                    <p:set>
                                      <p:cBhvr>
                                        <p:cTn id="387" dur="1" fill="hold">
                                          <p:stCondLst>
                                            <p:cond delay="0"/>
                                          </p:stCondLst>
                                        </p:cTn>
                                        <p:tgtEl>
                                          <p:spTgt spid="183"/>
                                        </p:tgtEl>
                                        <p:attrNameLst>
                                          <p:attrName>style.visibility</p:attrName>
                                        </p:attrNameLst>
                                      </p:cBhvr>
                                      <p:to>
                                        <p:strVal val="visible"/>
                                      </p:to>
                                    </p:set>
                                    <p:anim calcmode="lin" valueType="num">
                                      <p:cBhvr>
                                        <p:cTn id="388" dur="5000" fill="hold"/>
                                        <p:tgtEl>
                                          <p:spTgt spid="183"/>
                                        </p:tgtEl>
                                        <p:attrNameLst>
                                          <p:attrName>ppt_x</p:attrName>
                                        </p:attrNameLst>
                                      </p:cBhvr>
                                      <p:tavLst>
                                        <p:tav tm="0">
                                          <p:val>
                                            <p:strVal val="#ppt_x-#ppt_w/2"/>
                                          </p:val>
                                        </p:tav>
                                        <p:tav tm="100000">
                                          <p:val>
                                            <p:strVal val="#ppt_x"/>
                                          </p:val>
                                        </p:tav>
                                      </p:tavLst>
                                    </p:anim>
                                    <p:anim calcmode="lin" valueType="num">
                                      <p:cBhvr>
                                        <p:cTn id="389" dur="5000" fill="hold"/>
                                        <p:tgtEl>
                                          <p:spTgt spid="183"/>
                                        </p:tgtEl>
                                        <p:attrNameLst>
                                          <p:attrName>ppt_y</p:attrName>
                                        </p:attrNameLst>
                                      </p:cBhvr>
                                      <p:tavLst>
                                        <p:tav tm="0">
                                          <p:val>
                                            <p:strVal val="#ppt_y"/>
                                          </p:val>
                                        </p:tav>
                                        <p:tav tm="100000">
                                          <p:val>
                                            <p:strVal val="#ppt_y"/>
                                          </p:val>
                                        </p:tav>
                                      </p:tavLst>
                                    </p:anim>
                                    <p:anim calcmode="lin" valueType="num">
                                      <p:cBhvr>
                                        <p:cTn id="390" dur="5000" fill="hold"/>
                                        <p:tgtEl>
                                          <p:spTgt spid="183"/>
                                        </p:tgtEl>
                                        <p:attrNameLst>
                                          <p:attrName>ppt_w</p:attrName>
                                        </p:attrNameLst>
                                      </p:cBhvr>
                                      <p:tavLst>
                                        <p:tav tm="0">
                                          <p:val>
                                            <p:fltVal val="0"/>
                                          </p:val>
                                        </p:tav>
                                        <p:tav tm="100000">
                                          <p:val>
                                            <p:strVal val="#ppt_w"/>
                                          </p:val>
                                        </p:tav>
                                      </p:tavLst>
                                    </p:anim>
                                    <p:anim calcmode="lin" valueType="num">
                                      <p:cBhvr>
                                        <p:cTn id="391"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6"/>
                                            </p:cond>
                                          </p:stCondLst>
                                          <p:endCondLst>
                                            <p:cond evt="onStopAudio" delay="0">
                                              <p:tgtEl>
                                                <p:sldTgt/>
                                              </p:tgtEl>
                                            </p:cond>
                                          </p:endCondLst>
                                        </p:cTn>
                                        <p:tgtEl>
                                          <p:sndTgt r:embed="rId4" name="CHIMES.WAV"/>
                                        </p:tgtEl>
                                      </p:cMediaNode>
                                    </p:audio>
                                  </p:subTnLst>
                                </p:cTn>
                              </p:par>
                              <p:par>
                                <p:cTn id="392" presetID="17" presetClass="entr" presetSubtype="8" fill="hold" grpId="0" nodeType="withEffect">
                                  <p:stCondLst>
                                    <p:cond delay="0"/>
                                  </p:stCondLst>
                                  <p:childTnLst>
                                    <p:set>
                                      <p:cBhvr>
                                        <p:cTn id="393" dur="1" fill="hold">
                                          <p:stCondLst>
                                            <p:cond delay="0"/>
                                          </p:stCondLst>
                                        </p:cTn>
                                        <p:tgtEl>
                                          <p:spTgt spid="184"/>
                                        </p:tgtEl>
                                        <p:attrNameLst>
                                          <p:attrName>style.visibility</p:attrName>
                                        </p:attrNameLst>
                                      </p:cBhvr>
                                      <p:to>
                                        <p:strVal val="visible"/>
                                      </p:to>
                                    </p:set>
                                    <p:anim calcmode="lin" valueType="num">
                                      <p:cBhvr>
                                        <p:cTn id="394" dur="5000" fill="hold"/>
                                        <p:tgtEl>
                                          <p:spTgt spid="184"/>
                                        </p:tgtEl>
                                        <p:attrNameLst>
                                          <p:attrName>ppt_x</p:attrName>
                                        </p:attrNameLst>
                                      </p:cBhvr>
                                      <p:tavLst>
                                        <p:tav tm="0">
                                          <p:val>
                                            <p:strVal val="#ppt_x-#ppt_w/2"/>
                                          </p:val>
                                        </p:tav>
                                        <p:tav tm="100000">
                                          <p:val>
                                            <p:strVal val="#ppt_x"/>
                                          </p:val>
                                        </p:tav>
                                      </p:tavLst>
                                    </p:anim>
                                    <p:anim calcmode="lin" valueType="num">
                                      <p:cBhvr>
                                        <p:cTn id="395" dur="5000" fill="hold"/>
                                        <p:tgtEl>
                                          <p:spTgt spid="184"/>
                                        </p:tgtEl>
                                        <p:attrNameLst>
                                          <p:attrName>ppt_y</p:attrName>
                                        </p:attrNameLst>
                                      </p:cBhvr>
                                      <p:tavLst>
                                        <p:tav tm="0">
                                          <p:val>
                                            <p:strVal val="#ppt_y"/>
                                          </p:val>
                                        </p:tav>
                                        <p:tav tm="100000">
                                          <p:val>
                                            <p:strVal val="#ppt_y"/>
                                          </p:val>
                                        </p:tav>
                                      </p:tavLst>
                                    </p:anim>
                                    <p:anim calcmode="lin" valueType="num">
                                      <p:cBhvr>
                                        <p:cTn id="396" dur="5000" fill="hold"/>
                                        <p:tgtEl>
                                          <p:spTgt spid="184"/>
                                        </p:tgtEl>
                                        <p:attrNameLst>
                                          <p:attrName>ppt_w</p:attrName>
                                        </p:attrNameLst>
                                      </p:cBhvr>
                                      <p:tavLst>
                                        <p:tav tm="0">
                                          <p:val>
                                            <p:fltVal val="0"/>
                                          </p:val>
                                        </p:tav>
                                        <p:tav tm="100000">
                                          <p:val>
                                            <p:strVal val="#ppt_w"/>
                                          </p:val>
                                        </p:tav>
                                      </p:tavLst>
                                    </p:anim>
                                    <p:anim calcmode="lin" valueType="num">
                                      <p:cBhvr>
                                        <p:cTn id="397"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2"/>
                                            </p:cond>
                                          </p:stCondLst>
                                          <p:endCondLst>
                                            <p:cond evt="onStopAudio" delay="0">
                                              <p:tgtEl>
                                                <p:sldTgt/>
                                              </p:tgtEl>
                                            </p:cond>
                                          </p:endCondLst>
                                        </p:cTn>
                                        <p:tgtEl>
                                          <p:sndTgt r:embed="rId4" name="CHIMES.WAV"/>
                                        </p:tgtEl>
                                      </p:cMediaNode>
                                    </p:audio>
                                  </p:subTnLst>
                                </p:cTn>
                              </p:par>
                              <p:par>
                                <p:cTn id="398" presetID="17" presetClass="entr" presetSubtype="2" fill="hold" grpId="0" nodeType="withEffect">
                                  <p:stCondLst>
                                    <p:cond delay="0"/>
                                  </p:stCondLst>
                                  <p:childTnLst>
                                    <p:set>
                                      <p:cBhvr>
                                        <p:cTn id="399" dur="1" fill="hold">
                                          <p:stCondLst>
                                            <p:cond delay="0"/>
                                          </p:stCondLst>
                                        </p:cTn>
                                        <p:tgtEl>
                                          <p:spTgt spid="181"/>
                                        </p:tgtEl>
                                        <p:attrNameLst>
                                          <p:attrName>style.visibility</p:attrName>
                                        </p:attrNameLst>
                                      </p:cBhvr>
                                      <p:to>
                                        <p:strVal val="visible"/>
                                      </p:to>
                                    </p:set>
                                    <p:anim calcmode="lin" valueType="num">
                                      <p:cBhvr>
                                        <p:cTn id="400" dur="5000" fill="hold"/>
                                        <p:tgtEl>
                                          <p:spTgt spid="181"/>
                                        </p:tgtEl>
                                        <p:attrNameLst>
                                          <p:attrName>ppt_x</p:attrName>
                                        </p:attrNameLst>
                                      </p:cBhvr>
                                      <p:tavLst>
                                        <p:tav tm="0">
                                          <p:val>
                                            <p:strVal val="#ppt_x+#ppt_w/2"/>
                                          </p:val>
                                        </p:tav>
                                        <p:tav tm="100000">
                                          <p:val>
                                            <p:strVal val="#ppt_x"/>
                                          </p:val>
                                        </p:tav>
                                      </p:tavLst>
                                    </p:anim>
                                    <p:anim calcmode="lin" valueType="num">
                                      <p:cBhvr>
                                        <p:cTn id="401" dur="5000" fill="hold"/>
                                        <p:tgtEl>
                                          <p:spTgt spid="181"/>
                                        </p:tgtEl>
                                        <p:attrNameLst>
                                          <p:attrName>ppt_y</p:attrName>
                                        </p:attrNameLst>
                                      </p:cBhvr>
                                      <p:tavLst>
                                        <p:tav tm="0">
                                          <p:val>
                                            <p:strVal val="#ppt_y"/>
                                          </p:val>
                                        </p:tav>
                                        <p:tav tm="100000">
                                          <p:val>
                                            <p:strVal val="#ppt_y"/>
                                          </p:val>
                                        </p:tav>
                                      </p:tavLst>
                                    </p:anim>
                                    <p:anim calcmode="lin" valueType="num">
                                      <p:cBhvr>
                                        <p:cTn id="402" dur="5000" fill="hold"/>
                                        <p:tgtEl>
                                          <p:spTgt spid="181"/>
                                        </p:tgtEl>
                                        <p:attrNameLst>
                                          <p:attrName>ppt_w</p:attrName>
                                        </p:attrNameLst>
                                      </p:cBhvr>
                                      <p:tavLst>
                                        <p:tav tm="0">
                                          <p:val>
                                            <p:fltVal val="0"/>
                                          </p:val>
                                        </p:tav>
                                        <p:tav tm="100000">
                                          <p:val>
                                            <p:strVal val="#ppt_w"/>
                                          </p:val>
                                        </p:tav>
                                      </p:tavLst>
                                    </p:anim>
                                    <p:anim calcmode="lin" valueType="num">
                                      <p:cBhvr>
                                        <p:cTn id="403"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8"/>
                                            </p:cond>
                                          </p:stCondLst>
                                          <p:endCondLst>
                                            <p:cond evt="onStopAudio" delay="0">
                                              <p:tgtEl>
                                                <p:sldTgt/>
                                              </p:tgtEl>
                                            </p:cond>
                                          </p:endCondLst>
                                        </p:cTn>
                                        <p:tgtEl>
                                          <p:sndTgt r:embed="rId4" name="CHIMES.WAV"/>
                                        </p:tgtEl>
                                      </p:cMediaNode>
                                    </p:audio>
                                  </p:subTnLst>
                                </p:cTn>
                              </p:par>
                              <p:par>
                                <p:cTn id="404" presetID="17" presetClass="entr" presetSubtype="2" fill="hold" grpId="0" nodeType="withEffect">
                                  <p:stCondLst>
                                    <p:cond delay="0"/>
                                  </p:stCondLst>
                                  <p:childTnLst>
                                    <p:set>
                                      <p:cBhvr>
                                        <p:cTn id="405" dur="1" fill="hold">
                                          <p:stCondLst>
                                            <p:cond delay="0"/>
                                          </p:stCondLst>
                                        </p:cTn>
                                        <p:tgtEl>
                                          <p:spTgt spid="180"/>
                                        </p:tgtEl>
                                        <p:attrNameLst>
                                          <p:attrName>style.visibility</p:attrName>
                                        </p:attrNameLst>
                                      </p:cBhvr>
                                      <p:to>
                                        <p:strVal val="visible"/>
                                      </p:to>
                                    </p:set>
                                    <p:anim calcmode="lin" valueType="num">
                                      <p:cBhvr>
                                        <p:cTn id="406" dur="5000" fill="hold"/>
                                        <p:tgtEl>
                                          <p:spTgt spid="180"/>
                                        </p:tgtEl>
                                        <p:attrNameLst>
                                          <p:attrName>ppt_x</p:attrName>
                                        </p:attrNameLst>
                                      </p:cBhvr>
                                      <p:tavLst>
                                        <p:tav tm="0">
                                          <p:val>
                                            <p:strVal val="#ppt_x+#ppt_w/2"/>
                                          </p:val>
                                        </p:tav>
                                        <p:tav tm="100000">
                                          <p:val>
                                            <p:strVal val="#ppt_x"/>
                                          </p:val>
                                        </p:tav>
                                      </p:tavLst>
                                    </p:anim>
                                    <p:anim calcmode="lin" valueType="num">
                                      <p:cBhvr>
                                        <p:cTn id="407" dur="5000" fill="hold"/>
                                        <p:tgtEl>
                                          <p:spTgt spid="180"/>
                                        </p:tgtEl>
                                        <p:attrNameLst>
                                          <p:attrName>ppt_y</p:attrName>
                                        </p:attrNameLst>
                                      </p:cBhvr>
                                      <p:tavLst>
                                        <p:tav tm="0">
                                          <p:val>
                                            <p:strVal val="#ppt_y"/>
                                          </p:val>
                                        </p:tav>
                                        <p:tav tm="100000">
                                          <p:val>
                                            <p:strVal val="#ppt_y"/>
                                          </p:val>
                                        </p:tav>
                                      </p:tavLst>
                                    </p:anim>
                                    <p:anim calcmode="lin" valueType="num">
                                      <p:cBhvr>
                                        <p:cTn id="408" dur="5000" fill="hold"/>
                                        <p:tgtEl>
                                          <p:spTgt spid="180"/>
                                        </p:tgtEl>
                                        <p:attrNameLst>
                                          <p:attrName>ppt_w</p:attrName>
                                        </p:attrNameLst>
                                      </p:cBhvr>
                                      <p:tavLst>
                                        <p:tav tm="0">
                                          <p:val>
                                            <p:fltVal val="0"/>
                                          </p:val>
                                        </p:tav>
                                        <p:tav tm="100000">
                                          <p:val>
                                            <p:strVal val="#ppt_w"/>
                                          </p:val>
                                        </p:tav>
                                      </p:tavLst>
                                    </p:anim>
                                    <p:anim calcmode="lin" valueType="num">
                                      <p:cBhvr>
                                        <p:cTn id="409"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4"/>
                                            </p:cond>
                                          </p:stCondLst>
                                          <p:endCondLst>
                                            <p:cond evt="onStopAudio" delay="0">
                                              <p:tgtEl>
                                                <p:sldTgt/>
                                              </p:tgtEl>
                                            </p:cond>
                                          </p:endCondLst>
                                        </p:cTn>
                                        <p:tgtEl>
                                          <p:sndTgt r:embed="rId4" name="CHIMES.WAV"/>
                                        </p:tgtEl>
                                      </p:cMediaNode>
                                    </p:audio>
                                  </p:subTnLst>
                                </p:cTn>
                              </p:par>
                              <p:par>
                                <p:cTn id="410" presetID="17" presetClass="entr" presetSubtype="2" fill="hold" grpId="0" nodeType="withEffect">
                                  <p:stCondLst>
                                    <p:cond delay="0"/>
                                  </p:stCondLst>
                                  <p:childTnLst>
                                    <p:set>
                                      <p:cBhvr>
                                        <p:cTn id="411" dur="1" fill="hold">
                                          <p:stCondLst>
                                            <p:cond delay="0"/>
                                          </p:stCondLst>
                                        </p:cTn>
                                        <p:tgtEl>
                                          <p:spTgt spid="185"/>
                                        </p:tgtEl>
                                        <p:attrNameLst>
                                          <p:attrName>style.visibility</p:attrName>
                                        </p:attrNameLst>
                                      </p:cBhvr>
                                      <p:to>
                                        <p:strVal val="visible"/>
                                      </p:to>
                                    </p:set>
                                    <p:anim calcmode="lin" valueType="num">
                                      <p:cBhvr>
                                        <p:cTn id="412" dur="5000" fill="hold"/>
                                        <p:tgtEl>
                                          <p:spTgt spid="185"/>
                                        </p:tgtEl>
                                        <p:attrNameLst>
                                          <p:attrName>ppt_x</p:attrName>
                                        </p:attrNameLst>
                                      </p:cBhvr>
                                      <p:tavLst>
                                        <p:tav tm="0">
                                          <p:val>
                                            <p:strVal val="#ppt_x+#ppt_w/2"/>
                                          </p:val>
                                        </p:tav>
                                        <p:tav tm="100000">
                                          <p:val>
                                            <p:strVal val="#ppt_x"/>
                                          </p:val>
                                        </p:tav>
                                      </p:tavLst>
                                    </p:anim>
                                    <p:anim calcmode="lin" valueType="num">
                                      <p:cBhvr>
                                        <p:cTn id="413" dur="5000" fill="hold"/>
                                        <p:tgtEl>
                                          <p:spTgt spid="185"/>
                                        </p:tgtEl>
                                        <p:attrNameLst>
                                          <p:attrName>ppt_y</p:attrName>
                                        </p:attrNameLst>
                                      </p:cBhvr>
                                      <p:tavLst>
                                        <p:tav tm="0">
                                          <p:val>
                                            <p:strVal val="#ppt_y"/>
                                          </p:val>
                                        </p:tav>
                                        <p:tav tm="100000">
                                          <p:val>
                                            <p:strVal val="#ppt_y"/>
                                          </p:val>
                                        </p:tav>
                                      </p:tavLst>
                                    </p:anim>
                                    <p:anim calcmode="lin" valueType="num">
                                      <p:cBhvr>
                                        <p:cTn id="414" dur="5000" fill="hold"/>
                                        <p:tgtEl>
                                          <p:spTgt spid="185"/>
                                        </p:tgtEl>
                                        <p:attrNameLst>
                                          <p:attrName>ppt_w</p:attrName>
                                        </p:attrNameLst>
                                      </p:cBhvr>
                                      <p:tavLst>
                                        <p:tav tm="0">
                                          <p:val>
                                            <p:fltVal val="0"/>
                                          </p:val>
                                        </p:tav>
                                        <p:tav tm="100000">
                                          <p:val>
                                            <p:strVal val="#ppt_w"/>
                                          </p:val>
                                        </p:tav>
                                      </p:tavLst>
                                    </p:anim>
                                    <p:anim calcmode="lin" valueType="num">
                                      <p:cBhvr>
                                        <p:cTn id="415"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0"/>
                                            </p:cond>
                                          </p:stCondLst>
                                          <p:endCondLst>
                                            <p:cond evt="onStopAudio" delay="0">
                                              <p:tgtEl>
                                                <p:sldTgt/>
                                              </p:tgtEl>
                                            </p:cond>
                                          </p:endCondLst>
                                        </p:cTn>
                                        <p:tgtEl>
                                          <p:sndTgt r:embed="rId4" name="CHIMES.WAV"/>
                                        </p:tgtEl>
                                      </p:cMediaNode>
                                    </p:audio>
                                  </p:subTnLst>
                                </p:cTn>
                              </p:par>
                              <p:par>
                                <p:cTn id="416" presetID="18" presetClass="entr" presetSubtype="12" fill="hold" grpId="0" nodeType="withEffect">
                                  <p:stCondLst>
                                    <p:cond delay="0"/>
                                  </p:stCondLst>
                                  <p:childTnLst>
                                    <p:set>
                                      <p:cBhvr>
                                        <p:cTn id="417" dur="1" fill="hold">
                                          <p:stCondLst>
                                            <p:cond delay="0"/>
                                          </p:stCondLst>
                                        </p:cTn>
                                        <p:tgtEl>
                                          <p:spTgt spid="179"/>
                                        </p:tgtEl>
                                        <p:attrNameLst>
                                          <p:attrName>style.visibility</p:attrName>
                                        </p:attrNameLst>
                                      </p:cBhvr>
                                      <p:to>
                                        <p:strVal val="visible"/>
                                      </p:to>
                                    </p:set>
                                    <p:animEffect transition="in" filter="strips(downLeft)">
                                      <p:cBhvr>
                                        <p:cTn id="418" dur="5000"/>
                                        <p:tgtEl>
                                          <p:spTgt spid="179"/>
                                        </p:tgtEl>
                                      </p:cBhvr>
                                    </p:animEffect>
                                  </p:childTnLst>
                                  <p:subTnLst>
                                    <p:audio>
                                      <p:cMediaNode>
                                        <p:cTn display="0" masterRel="sameClick">
                                          <p:stCondLst>
                                            <p:cond evt="begin" delay="0">
                                              <p:tn val="416"/>
                                            </p:cond>
                                          </p:stCondLst>
                                          <p:endCondLst>
                                            <p:cond evt="onStopAudio" delay="0">
                                              <p:tgtEl>
                                                <p:sldTgt/>
                                              </p:tgtEl>
                                            </p:cond>
                                          </p:endCondLst>
                                        </p:cTn>
                                        <p:tgtEl>
                                          <p:sndTgt r:embed="rId4" name="CHIMES.WAV"/>
                                        </p:tgtEl>
                                      </p:cMediaNode>
                                    </p:audio>
                                  </p:subTnLst>
                                </p:cTn>
                              </p:par>
                              <p:par>
                                <p:cTn id="419" presetID="18" presetClass="entr" presetSubtype="6" fill="hold" grpId="0" nodeType="withEffect">
                                  <p:stCondLst>
                                    <p:cond delay="0"/>
                                  </p:stCondLst>
                                  <p:childTnLst>
                                    <p:set>
                                      <p:cBhvr>
                                        <p:cTn id="420" dur="1" fill="hold">
                                          <p:stCondLst>
                                            <p:cond delay="0"/>
                                          </p:stCondLst>
                                        </p:cTn>
                                        <p:tgtEl>
                                          <p:spTgt spid="186"/>
                                        </p:tgtEl>
                                        <p:attrNameLst>
                                          <p:attrName>style.visibility</p:attrName>
                                        </p:attrNameLst>
                                      </p:cBhvr>
                                      <p:to>
                                        <p:strVal val="visible"/>
                                      </p:to>
                                    </p:set>
                                    <p:animEffect transition="in" filter="strips(downRight)">
                                      <p:cBhvr>
                                        <p:cTn id="421" dur="5000"/>
                                        <p:tgtEl>
                                          <p:spTgt spid="186"/>
                                        </p:tgtEl>
                                      </p:cBhvr>
                                    </p:animEffect>
                                  </p:childTnLst>
                                  <p:subTnLst>
                                    <p:audio>
                                      <p:cMediaNode>
                                        <p:cTn display="0" masterRel="sameClick">
                                          <p:stCondLst>
                                            <p:cond evt="begin" delay="0">
                                              <p:tn val="419"/>
                                            </p:cond>
                                          </p:stCondLst>
                                          <p:endCondLst>
                                            <p:cond evt="onStopAudio" delay="0">
                                              <p:tgtEl>
                                                <p:sldTgt/>
                                              </p:tgtEl>
                                            </p:cond>
                                          </p:endCondLst>
                                        </p:cTn>
                                        <p:tgtEl>
                                          <p:sndTgt r:embed="rId4" name="CHIMES.WAV"/>
                                        </p:tgtEl>
                                      </p:cMediaNode>
                                    </p:audio>
                                  </p:subTnLst>
                                </p:cTn>
                              </p:par>
                            </p:childTnLst>
                          </p:cTn>
                        </p:par>
                        <p:par>
                          <p:cTn id="422" fill="hold">
                            <p:stCondLst>
                              <p:cond delay="10500"/>
                            </p:stCondLst>
                            <p:childTnLst>
                              <p:par>
                                <p:cTn id="423" presetID="19" presetClass="entr" presetSubtype="10" fill="hold" grpId="0" nodeType="afterEffect">
                                  <p:stCondLst>
                                    <p:cond delay="0"/>
                                  </p:stCondLst>
                                  <p:childTnLst>
                                    <p:set>
                                      <p:cBhvr>
                                        <p:cTn id="424" dur="1" fill="hold">
                                          <p:stCondLst>
                                            <p:cond delay="0"/>
                                          </p:stCondLst>
                                        </p:cTn>
                                        <p:tgtEl>
                                          <p:spTgt spid="206"/>
                                        </p:tgtEl>
                                        <p:attrNameLst>
                                          <p:attrName>style.visibility</p:attrName>
                                        </p:attrNameLst>
                                      </p:cBhvr>
                                      <p:to>
                                        <p:strVal val="visible"/>
                                      </p:to>
                                    </p:set>
                                    <p:anim calcmode="lin" valueType="num">
                                      <p:cBhvr>
                                        <p:cTn id="425" dur="5000" fill="hold"/>
                                        <p:tgtEl>
                                          <p:spTgt spid="206"/>
                                        </p:tgtEl>
                                        <p:attrNameLst>
                                          <p:attrName>ppt_w</p:attrName>
                                        </p:attrNameLst>
                                      </p:cBhvr>
                                      <p:tavLst>
                                        <p:tav tm="0" fmla="#ppt_w*sin(2.5*pi*$)">
                                          <p:val>
                                            <p:fltVal val="0"/>
                                          </p:val>
                                        </p:tav>
                                        <p:tav tm="100000">
                                          <p:val>
                                            <p:fltVal val="1"/>
                                          </p:val>
                                        </p:tav>
                                      </p:tavLst>
                                    </p:anim>
                                    <p:anim calcmode="lin" valueType="num">
                                      <p:cBhvr>
                                        <p:cTn id="426"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335360" y="836712"/>
            <a:ext cx="11737304" cy="2795667"/>
          </a:xfrm>
          <a:prstGeom prst="rect">
            <a:avLst/>
          </a:prstGeom>
          <a:solidFill>
            <a:srgbClr val="B9CDE5"/>
          </a:solidFill>
          <a:ln>
            <a:noFill/>
          </a:ln>
          <a:effectLst/>
        </p:spPr>
        <p:txBody>
          <a:bodyPr wrap="none" anchor="ctr"/>
          <a:lstStyle/>
          <a:p>
            <a:endParaRPr lang="zh-CN" altLang="en-US" dirty="0"/>
          </a:p>
        </p:txBody>
      </p:sp>
      <p:grpSp>
        <p:nvGrpSpPr>
          <p:cNvPr id="112" name="Group 4"/>
          <p:cNvGrpSpPr>
            <a:grpSpLocks/>
          </p:cNvGrpSpPr>
          <p:nvPr/>
        </p:nvGrpSpPr>
        <p:grpSpPr bwMode="auto">
          <a:xfrm>
            <a:off x="1416819" y="2375079"/>
            <a:ext cx="1882775" cy="995363"/>
            <a:chOff x="1076" y="1664"/>
            <a:chExt cx="1186" cy="627"/>
          </a:xfrm>
        </p:grpSpPr>
        <p:sp>
          <p:nvSpPr>
            <p:cNvPr id="113" name="Freeform 5"/>
            <p:cNvSpPr>
              <a:spLocks/>
            </p:cNvSpPr>
            <p:nvPr/>
          </p:nvSpPr>
          <p:spPr bwMode="auto">
            <a:xfrm>
              <a:off x="1076" y="1747"/>
              <a:ext cx="1186" cy="544"/>
            </a:xfrm>
            <a:custGeom>
              <a:avLst/>
              <a:gdLst>
                <a:gd name="T0" fmla="*/ 10 w 1186"/>
                <a:gd name="T1" fmla="*/ 365 h 544"/>
                <a:gd name="T2" fmla="*/ 202 w 1186"/>
                <a:gd name="T3" fmla="*/ 11 h 544"/>
                <a:gd name="T4" fmla="*/ 238 w 1186"/>
                <a:gd name="T5" fmla="*/ 29 h 544"/>
                <a:gd name="T6" fmla="*/ 274 w 1186"/>
                <a:gd name="T7" fmla="*/ 41 h 544"/>
                <a:gd name="T8" fmla="*/ 478 w 1186"/>
                <a:gd name="T9" fmla="*/ 101 h 544"/>
                <a:gd name="T10" fmla="*/ 610 w 1186"/>
                <a:gd name="T11" fmla="*/ 101 h 544"/>
                <a:gd name="T12" fmla="*/ 748 w 1186"/>
                <a:gd name="T13" fmla="*/ 95 h 544"/>
                <a:gd name="T14" fmla="*/ 904 w 1186"/>
                <a:gd name="T15" fmla="*/ 53 h 544"/>
                <a:gd name="T16" fmla="*/ 964 w 1186"/>
                <a:gd name="T17" fmla="*/ 29 h 544"/>
                <a:gd name="T18" fmla="*/ 982 w 1186"/>
                <a:gd name="T19" fmla="*/ 11 h 544"/>
                <a:gd name="T20" fmla="*/ 1168 w 1186"/>
                <a:gd name="T21" fmla="*/ 347 h 544"/>
                <a:gd name="T22" fmla="*/ 1090 w 1186"/>
                <a:gd name="T23" fmla="*/ 407 h 544"/>
                <a:gd name="T24" fmla="*/ 1036 w 1186"/>
                <a:gd name="T25" fmla="*/ 443 h 544"/>
                <a:gd name="T26" fmla="*/ 1000 w 1186"/>
                <a:gd name="T27" fmla="*/ 455 h 544"/>
                <a:gd name="T28" fmla="*/ 964 w 1186"/>
                <a:gd name="T29" fmla="*/ 467 h 544"/>
                <a:gd name="T30" fmla="*/ 574 w 1186"/>
                <a:gd name="T31" fmla="*/ 533 h 544"/>
                <a:gd name="T32" fmla="*/ 526 w 1186"/>
                <a:gd name="T33" fmla="*/ 533 h 544"/>
                <a:gd name="T34" fmla="*/ 328 w 1186"/>
                <a:gd name="T35" fmla="*/ 509 h 544"/>
                <a:gd name="T36" fmla="*/ 196 w 1186"/>
                <a:gd name="T37" fmla="*/ 461 h 544"/>
                <a:gd name="T38" fmla="*/ 148 w 1186"/>
                <a:gd name="T39" fmla="*/ 455 h 544"/>
                <a:gd name="T40" fmla="*/ 112 w 1186"/>
                <a:gd name="T41" fmla="*/ 431 h 544"/>
                <a:gd name="T42" fmla="*/ 10 w 1186"/>
                <a:gd name="T43" fmla="*/ 389 h 544"/>
                <a:gd name="T44" fmla="*/ 10 w 1186"/>
                <a:gd name="T45" fmla="*/ 365 h 54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86"/>
                <a:gd name="T70" fmla="*/ 0 h 544"/>
                <a:gd name="T71" fmla="*/ 1186 w 1186"/>
                <a:gd name="T72" fmla="*/ 544 h 54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86" h="544">
                  <a:moveTo>
                    <a:pt x="10" y="365"/>
                  </a:moveTo>
                  <a:cubicBezTo>
                    <a:pt x="74" y="247"/>
                    <a:pt x="133" y="126"/>
                    <a:pt x="202" y="11"/>
                  </a:cubicBezTo>
                  <a:cubicBezTo>
                    <a:pt x="209" y="0"/>
                    <a:pt x="226" y="24"/>
                    <a:pt x="238" y="29"/>
                  </a:cubicBezTo>
                  <a:cubicBezTo>
                    <a:pt x="250" y="34"/>
                    <a:pt x="262" y="38"/>
                    <a:pt x="274" y="41"/>
                  </a:cubicBezTo>
                  <a:cubicBezTo>
                    <a:pt x="344" y="58"/>
                    <a:pt x="406" y="93"/>
                    <a:pt x="478" y="101"/>
                  </a:cubicBezTo>
                  <a:cubicBezTo>
                    <a:pt x="534" y="112"/>
                    <a:pt x="567" y="101"/>
                    <a:pt x="610" y="101"/>
                  </a:cubicBezTo>
                  <a:cubicBezTo>
                    <a:pt x="655" y="100"/>
                    <a:pt x="699" y="103"/>
                    <a:pt x="748" y="95"/>
                  </a:cubicBezTo>
                  <a:cubicBezTo>
                    <a:pt x="813" y="79"/>
                    <a:pt x="836" y="62"/>
                    <a:pt x="904" y="53"/>
                  </a:cubicBezTo>
                  <a:cubicBezTo>
                    <a:pt x="922" y="41"/>
                    <a:pt x="946" y="41"/>
                    <a:pt x="964" y="29"/>
                  </a:cubicBezTo>
                  <a:cubicBezTo>
                    <a:pt x="966" y="23"/>
                    <a:pt x="982" y="11"/>
                    <a:pt x="982" y="11"/>
                  </a:cubicBezTo>
                  <a:cubicBezTo>
                    <a:pt x="1012" y="52"/>
                    <a:pt x="1154" y="280"/>
                    <a:pt x="1168" y="347"/>
                  </a:cubicBezTo>
                  <a:cubicBezTo>
                    <a:pt x="1186" y="413"/>
                    <a:pt x="1112" y="391"/>
                    <a:pt x="1090" y="407"/>
                  </a:cubicBezTo>
                  <a:cubicBezTo>
                    <a:pt x="1062" y="450"/>
                    <a:pt x="1108" y="411"/>
                    <a:pt x="1036" y="443"/>
                  </a:cubicBezTo>
                  <a:cubicBezTo>
                    <a:pt x="1030" y="446"/>
                    <a:pt x="1006" y="452"/>
                    <a:pt x="1000" y="455"/>
                  </a:cubicBezTo>
                  <a:cubicBezTo>
                    <a:pt x="985" y="462"/>
                    <a:pt x="994" y="467"/>
                    <a:pt x="964" y="467"/>
                  </a:cubicBezTo>
                  <a:cubicBezTo>
                    <a:pt x="913" y="544"/>
                    <a:pt x="646" y="531"/>
                    <a:pt x="574" y="533"/>
                  </a:cubicBezTo>
                  <a:cubicBezTo>
                    <a:pt x="502" y="544"/>
                    <a:pt x="567" y="537"/>
                    <a:pt x="526" y="533"/>
                  </a:cubicBezTo>
                  <a:cubicBezTo>
                    <a:pt x="485" y="529"/>
                    <a:pt x="383" y="521"/>
                    <a:pt x="328" y="509"/>
                  </a:cubicBezTo>
                  <a:cubicBezTo>
                    <a:pt x="285" y="495"/>
                    <a:pt x="240" y="473"/>
                    <a:pt x="196" y="461"/>
                  </a:cubicBezTo>
                  <a:cubicBezTo>
                    <a:pt x="196" y="461"/>
                    <a:pt x="157" y="458"/>
                    <a:pt x="148" y="455"/>
                  </a:cubicBezTo>
                  <a:cubicBezTo>
                    <a:pt x="136" y="451"/>
                    <a:pt x="112" y="431"/>
                    <a:pt x="112" y="431"/>
                  </a:cubicBezTo>
                  <a:cubicBezTo>
                    <a:pt x="80" y="399"/>
                    <a:pt x="54" y="400"/>
                    <a:pt x="10" y="389"/>
                  </a:cubicBezTo>
                  <a:cubicBezTo>
                    <a:pt x="3" y="368"/>
                    <a:pt x="0" y="375"/>
                    <a:pt x="10" y="365"/>
                  </a:cubicBezTo>
                  <a:close/>
                </a:path>
              </a:pathLst>
            </a:custGeom>
            <a:gradFill rotWithShape="0">
              <a:gsLst>
                <a:gs pos="0">
                  <a:srgbClr val="DDDDDD"/>
                </a:gs>
                <a:gs pos="50000">
                  <a:srgbClr val="CDCDCD"/>
                </a:gs>
                <a:gs pos="100000">
                  <a:srgbClr val="DDDDDD"/>
                </a:gs>
              </a:gsLst>
              <a:lin ang="27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Arc 6"/>
            <p:cNvSpPr>
              <a:spLocks noChangeAspect="1"/>
            </p:cNvSpPr>
            <p:nvPr/>
          </p:nvSpPr>
          <p:spPr bwMode="auto">
            <a:xfrm rot="18539" flipV="1">
              <a:off x="1273" y="1664"/>
              <a:ext cx="781" cy="182"/>
            </a:xfrm>
            <a:custGeom>
              <a:avLst/>
              <a:gdLst>
                <a:gd name="T0" fmla="*/ 0 w 38054"/>
                <a:gd name="T1" fmla="*/ 1 h 21600"/>
                <a:gd name="T2" fmla="*/ 16 w 38054"/>
                <a:gd name="T3" fmla="*/ 1 h 21600"/>
                <a:gd name="T4" fmla="*/ 8 w 38054"/>
                <a:gd name="T5" fmla="*/ 2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Arc 7"/>
            <p:cNvSpPr>
              <a:spLocks noChangeAspect="1"/>
            </p:cNvSpPr>
            <p:nvPr/>
          </p:nvSpPr>
          <p:spPr bwMode="auto">
            <a:xfrm rot="18539" flipV="1">
              <a:off x="1079" y="1735"/>
              <a:ext cx="1176" cy="324"/>
            </a:xfrm>
            <a:custGeom>
              <a:avLst/>
              <a:gdLst>
                <a:gd name="T0" fmla="*/ 0 w 38054"/>
                <a:gd name="T1" fmla="*/ 3 h 21600"/>
                <a:gd name="T2" fmla="*/ 36 w 38054"/>
                <a:gd name="T3" fmla="*/ 3 h 21600"/>
                <a:gd name="T4" fmla="*/ 18 w 38054"/>
                <a:gd name="T5" fmla="*/ 5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28575">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6" name="Line 8"/>
            <p:cNvSpPr>
              <a:spLocks noChangeAspect="1" noChangeShapeType="1"/>
            </p:cNvSpPr>
            <p:nvPr/>
          </p:nvSpPr>
          <p:spPr bwMode="auto">
            <a:xfrm>
              <a:off x="2058"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9"/>
            <p:cNvSpPr>
              <a:spLocks noChangeAspect="1" noChangeShapeType="1"/>
            </p:cNvSpPr>
            <p:nvPr/>
          </p:nvSpPr>
          <p:spPr bwMode="auto">
            <a:xfrm flipH="1">
              <a:off x="1086" y="1748"/>
              <a:ext cx="192" cy="36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
            <p:cNvSpPr>
              <a:spLocks/>
            </p:cNvSpPr>
            <p:nvPr/>
          </p:nvSpPr>
          <p:spPr bwMode="auto">
            <a:xfrm flipV="1">
              <a:off x="1088" y="1962"/>
              <a:ext cx="1158" cy="324"/>
            </a:xfrm>
            <a:custGeom>
              <a:avLst/>
              <a:gdLst>
                <a:gd name="T0" fmla="*/ 0 w 38579"/>
                <a:gd name="T1" fmla="*/ 3 h 21600"/>
                <a:gd name="T2" fmla="*/ 35 w 38579"/>
                <a:gd name="T3" fmla="*/ 3 h 21600"/>
                <a:gd name="T4" fmla="*/ 17 w 38579"/>
                <a:gd name="T5" fmla="*/ 5 h 21600"/>
                <a:gd name="T6" fmla="*/ 0 60000 65536"/>
                <a:gd name="T7" fmla="*/ 0 60000 65536"/>
                <a:gd name="T8" fmla="*/ 0 60000 65536"/>
                <a:gd name="T9" fmla="*/ 0 w 38579"/>
                <a:gd name="T10" fmla="*/ 0 h 21600"/>
                <a:gd name="T11" fmla="*/ 38579 w 38579"/>
                <a:gd name="T12" fmla="*/ 21600 h 21600"/>
              </a:gdLst>
              <a:ahLst/>
              <a:cxnLst>
                <a:cxn ang="T6">
                  <a:pos x="T0" y="T1"/>
                </a:cxn>
                <a:cxn ang="T7">
                  <a:pos x="T2" y="T3"/>
                </a:cxn>
                <a:cxn ang="T8">
                  <a:pos x="T4" y="T5"/>
                </a:cxn>
              </a:cxnLst>
              <a:rect l="T9" t="T10" r="T11" b="T12"/>
              <a:pathLst>
                <a:path w="38579" h="21600" fill="none" extrusionOk="0">
                  <a:moveTo>
                    <a:pt x="-1" y="11966"/>
                  </a:moveTo>
                  <a:cubicBezTo>
                    <a:pt x="3653" y="4634"/>
                    <a:pt x="11140" y="-1"/>
                    <a:pt x="19333" y="0"/>
                  </a:cubicBezTo>
                  <a:cubicBezTo>
                    <a:pt x="27455" y="0"/>
                    <a:pt x="34891" y="4556"/>
                    <a:pt x="38578" y="11794"/>
                  </a:cubicBezTo>
                </a:path>
                <a:path w="38579" h="21600" stroke="0" extrusionOk="0">
                  <a:moveTo>
                    <a:pt x="-1" y="11966"/>
                  </a:moveTo>
                  <a:cubicBezTo>
                    <a:pt x="3653" y="4634"/>
                    <a:pt x="11140" y="-1"/>
                    <a:pt x="19333" y="0"/>
                  </a:cubicBezTo>
                  <a:cubicBezTo>
                    <a:pt x="27455" y="0"/>
                    <a:pt x="34891" y="4556"/>
                    <a:pt x="38578" y="11794"/>
                  </a:cubicBezTo>
                  <a:lnTo>
                    <a:pt x="19333"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9" name="Rectangle 11"/>
          <p:cNvSpPr>
            <a:spLocks noChangeArrowheads="1"/>
          </p:cNvSpPr>
          <p:nvPr/>
        </p:nvSpPr>
        <p:spPr bwMode="auto">
          <a:xfrm>
            <a:off x="1537469" y="1333679"/>
            <a:ext cx="1619250" cy="647700"/>
          </a:xfrm>
          <a:prstGeom prst="rect">
            <a:avLst/>
          </a:prstGeom>
          <a:gradFill rotWithShape="0">
            <a:gsLst>
              <a:gs pos="0">
                <a:srgbClr val="DDDDDD"/>
              </a:gs>
              <a:gs pos="50000">
                <a:srgbClr val="CDCDCD"/>
              </a:gs>
              <a:gs pos="100000">
                <a:srgbClr val="DDDDDD"/>
              </a:gs>
            </a:gsLst>
            <a:lin ang="2700000" scaled="1"/>
          </a:grad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0" name="Line 12"/>
          <p:cNvSpPr>
            <a:spLocks noChangeAspect="1" noChangeShapeType="1"/>
          </p:cNvSpPr>
          <p:nvPr/>
        </p:nvSpPr>
        <p:spPr bwMode="auto">
          <a:xfrm>
            <a:off x="1346969" y="1651179"/>
            <a:ext cx="2000250" cy="0"/>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1" name="Line 13"/>
          <p:cNvSpPr>
            <a:spLocks noChangeAspect="1" noChangeShapeType="1"/>
          </p:cNvSpPr>
          <p:nvPr/>
        </p:nvSpPr>
        <p:spPr bwMode="auto">
          <a:xfrm>
            <a:off x="2737619" y="1327329"/>
            <a:ext cx="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Line 14"/>
          <p:cNvSpPr>
            <a:spLocks noChangeAspect="1" noChangeShapeType="1"/>
          </p:cNvSpPr>
          <p:nvPr/>
        </p:nvSpPr>
        <p:spPr bwMode="auto">
          <a:xfrm>
            <a:off x="1956569" y="1336854"/>
            <a:ext cx="0" cy="6381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Line 15"/>
          <p:cNvSpPr>
            <a:spLocks noChangeAspect="1" noChangeShapeType="1"/>
          </p:cNvSpPr>
          <p:nvPr/>
        </p:nvSpPr>
        <p:spPr bwMode="auto">
          <a:xfrm>
            <a:off x="1956569" y="1479729"/>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24" name="Line 16"/>
          <p:cNvSpPr>
            <a:spLocks noChangeAspect="1" noChangeShapeType="1"/>
          </p:cNvSpPr>
          <p:nvPr/>
        </p:nvSpPr>
        <p:spPr bwMode="auto">
          <a:xfrm>
            <a:off x="1956569" y="1822629"/>
            <a:ext cx="7810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25" name="Group 17"/>
          <p:cNvGrpSpPr>
            <a:grpSpLocks/>
          </p:cNvGrpSpPr>
          <p:nvPr/>
        </p:nvGrpSpPr>
        <p:grpSpPr bwMode="auto">
          <a:xfrm>
            <a:off x="3709169" y="1155879"/>
            <a:ext cx="781050" cy="952500"/>
            <a:chOff x="2520" y="896"/>
            <a:chExt cx="492" cy="600"/>
          </a:xfrm>
        </p:grpSpPr>
        <p:sp>
          <p:nvSpPr>
            <p:cNvPr id="126" name="Rectangle 18" descr="宽上对角线"/>
            <p:cNvSpPr>
              <a:spLocks noChangeAspect="1" noChangeArrowheads="1"/>
            </p:cNvSpPr>
            <p:nvPr/>
          </p:nvSpPr>
          <p:spPr bwMode="auto">
            <a:xfrm>
              <a:off x="2604" y="998"/>
              <a:ext cx="300" cy="420"/>
            </a:xfrm>
            <a:prstGeom prst="rect">
              <a:avLst/>
            </a:prstGeom>
            <a:pattFill prst="wdUpDiag">
              <a:fgClr>
                <a:srgbClr val="000000"/>
              </a:fgClr>
              <a:bgClr>
                <a:srgbClr val="99FFCC"/>
              </a:bgClr>
            </a:patt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7" name="Line 19"/>
            <p:cNvSpPr>
              <a:spLocks noChangeAspect="1" noChangeShapeType="1"/>
            </p:cNvSpPr>
            <p:nvPr/>
          </p:nvSpPr>
          <p:spPr bwMode="auto">
            <a:xfrm>
              <a:off x="2520" y="1208"/>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20"/>
            <p:cNvSpPr>
              <a:spLocks noChangeAspect="1" noChangeShapeType="1"/>
            </p:cNvSpPr>
            <p:nvPr/>
          </p:nvSpPr>
          <p:spPr bwMode="auto">
            <a:xfrm flipH="1">
              <a:off x="2754" y="896"/>
              <a:ext cx="0" cy="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9" name="Text Box 21"/>
          <p:cNvSpPr txBox="1">
            <a:spLocks noChangeAspect="1" noChangeArrowheads="1"/>
          </p:cNvSpPr>
          <p:nvPr/>
        </p:nvSpPr>
        <p:spPr bwMode="auto">
          <a:xfrm>
            <a:off x="1794644" y="965379"/>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0" name="Text Box 22"/>
          <p:cNvSpPr txBox="1">
            <a:spLocks noChangeAspect="1" noChangeArrowheads="1"/>
          </p:cNvSpPr>
          <p:nvPr/>
        </p:nvSpPr>
        <p:spPr bwMode="auto">
          <a:xfrm>
            <a:off x="1804169" y="1936929"/>
            <a:ext cx="323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31" name="Text Box 23"/>
          <p:cNvSpPr txBox="1">
            <a:spLocks noChangeAspect="1" noChangeArrowheads="1"/>
          </p:cNvSpPr>
          <p:nvPr/>
        </p:nvSpPr>
        <p:spPr bwMode="auto">
          <a:xfrm>
            <a:off x="2585219" y="952679"/>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32" name="Text Box 24"/>
          <p:cNvSpPr txBox="1">
            <a:spLocks noChangeAspect="1" noChangeArrowheads="1"/>
          </p:cNvSpPr>
          <p:nvPr/>
        </p:nvSpPr>
        <p:spPr bwMode="auto">
          <a:xfrm>
            <a:off x="2585219" y="1917879"/>
            <a:ext cx="37941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133" name="Text Box 25"/>
          <p:cNvSpPr txBox="1">
            <a:spLocks noChangeAspect="1" noChangeArrowheads="1"/>
          </p:cNvSpPr>
          <p:nvPr/>
        </p:nvSpPr>
        <p:spPr bwMode="auto">
          <a:xfrm>
            <a:off x="1666057" y="1603554"/>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p>
        </p:txBody>
      </p:sp>
      <p:sp>
        <p:nvSpPr>
          <p:cNvPr id="134" name="Text Box 26"/>
          <p:cNvSpPr txBox="1">
            <a:spLocks noChangeAspect="1" noChangeArrowheads="1"/>
          </p:cNvSpPr>
          <p:nvPr/>
        </p:nvSpPr>
        <p:spPr bwMode="auto">
          <a:xfrm>
            <a:off x="2689994" y="16130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p>
        </p:txBody>
      </p:sp>
      <p:sp>
        <p:nvSpPr>
          <p:cNvPr id="135" name="Text Box 27"/>
          <p:cNvSpPr txBox="1">
            <a:spLocks noChangeAspect="1" noChangeArrowheads="1"/>
          </p:cNvSpPr>
          <p:nvPr/>
        </p:nvSpPr>
        <p:spPr bwMode="auto">
          <a:xfrm>
            <a:off x="1683519" y="1233667"/>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p>
        </p:txBody>
      </p:sp>
      <p:sp>
        <p:nvSpPr>
          <p:cNvPr id="136" name="Text Box 28"/>
          <p:cNvSpPr txBox="1">
            <a:spLocks noChangeAspect="1" noChangeArrowheads="1"/>
          </p:cNvSpPr>
          <p:nvPr/>
        </p:nvSpPr>
        <p:spPr bwMode="auto">
          <a:xfrm>
            <a:off x="2689994" y="1270179"/>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d</a:t>
            </a:r>
          </a:p>
        </p:txBody>
      </p:sp>
      <p:sp>
        <p:nvSpPr>
          <p:cNvPr id="137" name="Line 29"/>
          <p:cNvSpPr>
            <a:spLocks noChangeAspect="1" noChangeShapeType="1"/>
          </p:cNvSpPr>
          <p:nvPr/>
        </p:nvSpPr>
        <p:spPr bwMode="auto">
          <a:xfrm>
            <a:off x="2609032" y="2646542"/>
            <a:ext cx="244475" cy="6334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8" name="Line 30"/>
          <p:cNvSpPr>
            <a:spLocks noChangeAspect="1" noChangeShapeType="1"/>
          </p:cNvSpPr>
          <p:nvPr/>
        </p:nvSpPr>
        <p:spPr bwMode="auto">
          <a:xfrm flipH="1">
            <a:off x="1823219" y="2622729"/>
            <a:ext cx="266700" cy="65722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39" name="Arc 31"/>
          <p:cNvSpPr>
            <a:spLocks noChangeAspect="1"/>
          </p:cNvSpPr>
          <p:nvPr/>
        </p:nvSpPr>
        <p:spPr bwMode="auto">
          <a:xfrm rot="18539" flipV="1">
            <a:off x="2051819" y="2717979"/>
            <a:ext cx="588963" cy="95250"/>
          </a:xfrm>
          <a:custGeom>
            <a:avLst/>
            <a:gdLst>
              <a:gd name="T0" fmla="*/ 0 w 38054"/>
              <a:gd name="T1" fmla="*/ 223119 h 21600"/>
              <a:gd name="T2" fmla="*/ 9115400 w 38054"/>
              <a:gd name="T3" fmla="*/ 219348 h 21600"/>
              <a:gd name="T4" fmla="*/ 4570151 w 38054"/>
              <a:gd name="T5" fmla="*/ 420026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0" name="Arc 32"/>
          <p:cNvSpPr>
            <a:spLocks noChangeAspect="1"/>
          </p:cNvSpPr>
          <p:nvPr/>
        </p:nvSpPr>
        <p:spPr bwMode="auto">
          <a:xfrm rot="18539" flipV="1">
            <a:off x="1878782" y="3108504"/>
            <a:ext cx="896937" cy="77788"/>
          </a:xfrm>
          <a:custGeom>
            <a:avLst/>
            <a:gdLst>
              <a:gd name="T0" fmla="*/ 0 w 38054"/>
              <a:gd name="T1" fmla="*/ 148809 h 21600"/>
              <a:gd name="T2" fmla="*/ 21140902 w 38054"/>
              <a:gd name="T3" fmla="*/ 146295 h 21600"/>
              <a:gd name="T4" fmla="*/ 10599336 w 38054"/>
              <a:gd name="T5" fmla="*/ 280138 h 21600"/>
              <a:gd name="T6" fmla="*/ 0 60000 65536"/>
              <a:gd name="T7" fmla="*/ 0 60000 65536"/>
              <a:gd name="T8" fmla="*/ 0 60000 65536"/>
              <a:gd name="T9" fmla="*/ 0 w 38054"/>
              <a:gd name="T10" fmla="*/ 0 h 21600"/>
              <a:gd name="T11" fmla="*/ 38054 w 38054"/>
              <a:gd name="T12" fmla="*/ 21600 h 21600"/>
            </a:gdLst>
            <a:ahLst/>
            <a:cxnLst>
              <a:cxn ang="T6">
                <a:pos x="T0" y="T1"/>
              </a:cxn>
              <a:cxn ang="T7">
                <a:pos x="T2" y="T3"/>
              </a:cxn>
              <a:cxn ang="T8">
                <a:pos x="T4" y="T5"/>
              </a:cxn>
            </a:cxnLst>
            <a:rect l="T9" t="T10" r="T11" b="T12"/>
            <a:pathLst>
              <a:path w="38054" h="21600" fill="none" extrusionOk="0">
                <a:moveTo>
                  <a:pt x="-1" y="11473"/>
                </a:moveTo>
                <a:cubicBezTo>
                  <a:pt x="3746" y="4413"/>
                  <a:pt x="11086" y="-1"/>
                  <a:pt x="19079" y="0"/>
                </a:cubicBezTo>
                <a:cubicBezTo>
                  <a:pt x="26992" y="0"/>
                  <a:pt x="34273" y="4327"/>
                  <a:pt x="38054" y="11279"/>
                </a:cubicBezTo>
              </a:path>
              <a:path w="38054" h="21600" stroke="0" extrusionOk="0">
                <a:moveTo>
                  <a:pt x="-1" y="11473"/>
                </a:moveTo>
                <a:cubicBezTo>
                  <a:pt x="3746" y="4413"/>
                  <a:pt x="11086" y="-1"/>
                  <a:pt x="19079" y="0"/>
                </a:cubicBezTo>
                <a:cubicBezTo>
                  <a:pt x="26992" y="0"/>
                  <a:pt x="34273" y="4327"/>
                  <a:pt x="38054" y="11279"/>
                </a:cubicBezTo>
                <a:lnTo>
                  <a:pt x="19079"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41" name="Text Box 33"/>
          <p:cNvSpPr txBox="1">
            <a:spLocks noChangeAspect="1" noChangeArrowheads="1"/>
          </p:cNvSpPr>
          <p:nvPr/>
        </p:nvSpPr>
        <p:spPr bwMode="auto">
          <a:xfrm>
            <a:off x="1975619" y="2254429"/>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2" name="Text Box 34"/>
          <p:cNvSpPr txBox="1">
            <a:spLocks noChangeAspect="1" noChangeArrowheads="1"/>
          </p:cNvSpPr>
          <p:nvPr/>
        </p:nvSpPr>
        <p:spPr bwMode="auto">
          <a:xfrm>
            <a:off x="1585094" y="3232329"/>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1'</a:t>
            </a:r>
          </a:p>
        </p:txBody>
      </p:sp>
      <p:sp>
        <p:nvSpPr>
          <p:cNvPr id="143" name="Text Box 35"/>
          <p:cNvSpPr txBox="1">
            <a:spLocks noChangeAspect="1" noChangeArrowheads="1"/>
          </p:cNvSpPr>
          <p:nvPr/>
        </p:nvSpPr>
        <p:spPr bwMode="auto">
          <a:xfrm>
            <a:off x="2420119" y="2241729"/>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4" name="Text Box 36"/>
          <p:cNvSpPr txBox="1">
            <a:spLocks noChangeAspect="1" noChangeArrowheads="1"/>
          </p:cNvSpPr>
          <p:nvPr/>
        </p:nvSpPr>
        <p:spPr bwMode="auto">
          <a:xfrm>
            <a:off x="2756669" y="3203754"/>
            <a:ext cx="43815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2'</a:t>
            </a:r>
          </a:p>
        </p:txBody>
      </p:sp>
      <p:sp>
        <p:nvSpPr>
          <p:cNvPr id="145" name="Text Box 37"/>
          <p:cNvSpPr txBox="1">
            <a:spLocks noChangeAspect="1" noChangeArrowheads="1"/>
          </p:cNvSpPr>
          <p:nvPr/>
        </p:nvSpPr>
        <p:spPr bwMode="auto">
          <a:xfrm>
            <a:off x="1707332" y="2533829"/>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p>
        </p:txBody>
      </p:sp>
      <p:sp>
        <p:nvSpPr>
          <p:cNvPr id="146" name="Text Box 38"/>
          <p:cNvSpPr txBox="1">
            <a:spLocks noChangeAspect="1" noChangeArrowheads="1"/>
          </p:cNvSpPr>
          <p:nvPr/>
        </p:nvSpPr>
        <p:spPr bwMode="auto">
          <a:xfrm>
            <a:off x="1559694" y="28449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a'</a:t>
            </a:r>
          </a:p>
        </p:txBody>
      </p:sp>
      <p:sp>
        <p:nvSpPr>
          <p:cNvPr id="147" name="Text Box 39"/>
          <p:cNvSpPr txBox="1">
            <a:spLocks noChangeAspect="1" noChangeArrowheads="1"/>
          </p:cNvSpPr>
          <p:nvPr/>
        </p:nvSpPr>
        <p:spPr bwMode="auto">
          <a:xfrm>
            <a:off x="2585219" y="25274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d'</a:t>
            </a:r>
          </a:p>
        </p:txBody>
      </p:sp>
      <p:sp>
        <p:nvSpPr>
          <p:cNvPr id="148" name="Text Box 40"/>
          <p:cNvSpPr txBox="1">
            <a:spLocks noChangeAspect="1" noChangeArrowheads="1"/>
          </p:cNvSpPr>
          <p:nvPr/>
        </p:nvSpPr>
        <p:spPr bwMode="auto">
          <a:xfrm>
            <a:off x="2699519" y="2870379"/>
            <a:ext cx="514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p>
        </p:txBody>
      </p:sp>
      <p:sp>
        <p:nvSpPr>
          <p:cNvPr id="149" name="Arc 41"/>
          <p:cNvSpPr>
            <a:spLocks noChangeAspect="1"/>
          </p:cNvSpPr>
          <p:nvPr/>
        </p:nvSpPr>
        <p:spPr bwMode="auto">
          <a:xfrm rot="4171949" flipH="1" flipV="1">
            <a:off x="1346176" y="2544148"/>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50" name="Text Box 42"/>
          <p:cNvSpPr txBox="1">
            <a:spLocks noChangeAspect="1" noChangeArrowheads="1"/>
          </p:cNvSpPr>
          <p:nvPr/>
        </p:nvSpPr>
        <p:spPr bwMode="auto">
          <a:xfrm>
            <a:off x="989782" y="2530654"/>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51" name="Text Box 43"/>
          <p:cNvSpPr txBox="1">
            <a:spLocks noChangeAspect="1" noChangeArrowheads="1"/>
          </p:cNvSpPr>
          <p:nvPr/>
        </p:nvSpPr>
        <p:spPr bwMode="auto">
          <a:xfrm>
            <a:off x="3345632" y="2597329"/>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n-lt"/>
                <a:ea typeface="宋体" panose="02010600030101010101" pitchFamily="2" charset="-122"/>
              </a:rPr>
              <a:t>M</a:t>
            </a:r>
          </a:p>
        </p:txBody>
      </p:sp>
      <p:sp>
        <p:nvSpPr>
          <p:cNvPr id="152" name="Arc 44"/>
          <p:cNvSpPr>
            <a:spLocks noChangeAspect="1"/>
          </p:cNvSpPr>
          <p:nvPr/>
        </p:nvSpPr>
        <p:spPr bwMode="auto">
          <a:xfrm rot="17357411" flipV="1">
            <a:off x="3089251" y="2572723"/>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grpSp>
        <p:nvGrpSpPr>
          <p:cNvPr id="153" name="Group 45"/>
          <p:cNvGrpSpPr>
            <a:grpSpLocks/>
          </p:cNvGrpSpPr>
          <p:nvPr/>
        </p:nvGrpSpPr>
        <p:grpSpPr bwMode="auto">
          <a:xfrm>
            <a:off x="3813944" y="2356029"/>
            <a:ext cx="619125" cy="914400"/>
            <a:chOff x="2586" y="1652"/>
            <a:chExt cx="390" cy="576"/>
          </a:xfrm>
        </p:grpSpPr>
        <p:sp>
          <p:nvSpPr>
            <p:cNvPr id="154" name="Freeform 46" descr="宽上对角线"/>
            <p:cNvSpPr>
              <a:spLocks noChangeAspect="1"/>
            </p:cNvSpPr>
            <p:nvPr/>
          </p:nvSpPr>
          <p:spPr bwMode="auto">
            <a:xfrm>
              <a:off x="2596" y="1681"/>
              <a:ext cx="350" cy="495"/>
            </a:xfrm>
            <a:custGeom>
              <a:avLst/>
              <a:gdLst>
                <a:gd name="T0" fmla="*/ 56 w 350"/>
                <a:gd name="T1" fmla="*/ 485 h 495"/>
                <a:gd name="T2" fmla="*/ 2 w 350"/>
                <a:gd name="T3" fmla="*/ 77 h 495"/>
                <a:gd name="T4" fmla="*/ 89 w 350"/>
                <a:gd name="T5" fmla="*/ 51 h 495"/>
                <a:gd name="T6" fmla="*/ 121 w 350"/>
                <a:gd name="T7" fmla="*/ 34 h 495"/>
                <a:gd name="T8" fmla="*/ 166 w 350"/>
                <a:gd name="T9" fmla="*/ 31 h 495"/>
                <a:gd name="T10" fmla="*/ 230 w 350"/>
                <a:gd name="T11" fmla="*/ 31 h 495"/>
                <a:gd name="T12" fmla="*/ 290 w 350"/>
                <a:gd name="T13" fmla="*/ 46 h 495"/>
                <a:gd name="T14" fmla="*/ 301 w 350"/>
                <a:gd name="T15" fmla="*/ 60 h 495"/>
                <a:gd name="T16" fmla="*/ 350 w 350"/>
                <a:gd name="T17" fmla="*/ 71 h 495"/>
                <a:gd name="T18" fmla="*/ 308 w 350"/>
                <a:gd name="T19" fmla="*/ 479 h 495"/>
                <a:gd name="T20" fmla="*/ 214 w 350"/>
                <a:gd name="T21" fmla="*/ 476 h 495"/>
                <a:gd name="T22" fmla="*/ 58 w 350"/>
                <a:gd name="T23" fmla="*/ 493 h 495"/>
                <a:gd name="T24" fmla="*/ 56 w 350"/>
                <a:gd name="T25" fmla="*/ 485 h 4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50"/>
                <a:gd name="T40" fmla="*/ 0 h 495"/>
                <a:gd name="T41" fmla="*/ 350 w 350"/>
                <a:gd name="T42" fmla="*/ 495 h 49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50" h="495">
                  <a:moveTo>
                    <a:pt x="56" y="485"/>
                  </a:moveTo>
                  <a:cubicBezTo>
                    <a:pt x="48" y="348"/>
                    <a:pt x="0" y="215"/>
                    <a:pt x="2" y="77"/>
                  </a:cubicBezTo>
                  <a:cubicBezTo>
                    <a:pt x="2" y="68"/>
                    <a:pt x="89" y="43"/>
                    <a:pt x="89" y="51"/>
                  </a:cubicBezTo>
                  <a:cubicBezTo>
                    <a:pt x="144" y="34"/>
                    <a:pt x="105" y="40"/>
                    <a:pt x="121" y="34"/>
                  </a:cubicBezTo>
                  <a:cubicBezTo>
                    <a:pt x="129" y="31"/>
                    <a:pt x="166" y="31"/>
                    <a:pt x="166" y="31"/>
                  </a:cubicBezTo>
                  <a:cubicBezTo>
                    <a:pt x="211" y="34"/>
                    <a:pt x="186" y="26"/>
                    <a:pt x="230" y="31"/>
                  </a:cubicBezTo>
                  <a:cubicBezTo>
                    <a:pt x="239" y="32"/>
                    <a:pt x="282" y="44"/>
                    <a:pt x="290" y="46"/>
                  </a:cubicBezTo>
                  <a:cubicBezTo>
                    <a:pt x="305" y="50"/>
                    <a:pt x="285" y="56"/>
                    <a:pt x="301" y="60"/>
                  </a:cubicBezTo>
                  <a:cubicBezTo>
                    <a:pt x="309" y="62"/>
                    <a:pt x="350" y="0"/>
                    <a:pt x="350" y="71"/>
                  </a:cubicBezTo>
                  <a:lnTo>
                    <a:pt x="308" y="479"/>
                  </a:lnTo>
                  <a:cubicBezTo>
                    <a:pt x="278" y="471"/>
                    <a:pt x="240" y="495"/>
                    <a:pt x="214" y="476"/>
                  </a:cubicBezTo>
                  <a:cubicBezTo>
                    <a:pt x="144" y="484"/>
                    <a:pt x="88" y="484"/>
                    <a:pt x="58" y="493"/>
                  </a:cubicBezTo>
                  <a:cubicBezTo>
                    <a:pt x="51" y="495"/>
                    <a:pt x="60" y="480"/>
                    <a:pt x="56" y="485"/>
                  </a:cubicBezTo>
                  <a:close/>
                </a:path>
              </a:pathLst>
            </a:custGeom>
            <a:pattFill prst="wdUpDiag">
              <a:fgClr>
                <a:srgbClr val="000000"/>
              </a:fgClr>
              <a:bgClr>
                <a:srgbClr val="99FFCC"/>
              </a:bgClr>
            </a:pattFill>
            <a:ln>
              <a:noFill/>
            </a:ln>
            <a:extLst>
              <a:ext uri="{91240B29-F687-4F45-9708-019B960494DF}">
                <a14:hiddenLine xmlns:a14="http://schemas.microsoft.com/office/drawing/2010/main" w="28575" cmpd="sng">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Line 47"/>
            <p:cNvSpPr>
              <a:spLocks noChangeAspect="1" noChangeShapeType="1"/>
            </p:cNvSpPr>
            <p:nvPr/>
          </p:nvSpPr>
          <p:spPr bwMode="auto">
            <a:xfrm>
              <a:off x="2773" y="1652"/>
              <a:ext cx="0" cy="5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8"/>
            <p:cNvSpPr>
              <a:spLocks noChangeAspect="1" noChangeShapeType="1"/>
            </p:cNvSpPr>
            <p:nvPr/>
          </p:nvSpPr>
          <p:spPr bwMode="auto">
            <a:xfrm>
              <a:off x="2603" y="1952"/>
              <a:ext cx="37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Freeform 49"/>
            <p:cNvSpPr>
              <a:spLocks noChangeAspect="1"/>
            </p:cNvSpPr>
            <p:nvPr/>
          </p:nvSpPr>
          <p:spPr bwMode="auto">
            <a:xfrm rot="126309">
              <a:off x="2586" y="1748"/>
              <a:ext cx="69" cy="440"/>
            </a:xfrm>
            <a:custGeom>
              <a:avLst/>
              <a:gdLst>
                <a:gd name="T0" fmla="*/ 0 w 66"/>
                <a:gd name="T1" fmla="*/ 0 h 418"/>
                <a:gd name="T2" fmla="*/ 69 w 66"/>
                <a:gd name="T3" fmla="*/ 440 h 418"/>
                <a:gd name="T4" fmla="*/ 0 60000 65536"/>
                <a:gd name="T5" fmla="*/ 0 60000 65536"/>
                <a:gd name="T6" fmla="*/ 0 w 66"/>
                <a:gd name="T7" fmla="*/ 0 h 418"/>
                <a:gd name="T8" fmla="*/ 66 w 66"/>
                <a:gd name="T9" fmla="*/ 418 h 418"/>
              </a:gdLst>
              <a:ahLst/>
              <a:cxnLst>
                <a:cxn ang="T4">
                  <a:pos x="T0" y="T1"/>
                </a:cxn>
                <a:cxn ang="T5">
                  <a:pos x="T2" y="T3"/>
                </a:cxn>
              </a:cxnLst>
              <a:rect l="T6" t="T7" r="T8" b="T9"/>
              <a:pathLst>
                <a:path w="66" h="418">
                  <a:moveTo>
                    <a:pt x="0" y="0"/>
                  </a:moveTo>
                  <a:lnTo>
                    <a:pt x="66" y="41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Freeform 50"/>
            <p:cNvSpPr>
              <a:spLocks noChangeAspect="1"/>
            </p:cNvSpPr>
            <p:nvPr/>
          </p:nvSpPr>
          <p:spPr bwMode="auto">
            <a:xfrm>
              <a:off x="2901" y="1752"/>
              <a:ext cx="45" cy="428"/>
            </a:xfrm>
            <a:custGeom>
              <a:avLst/>
              <a:gdLst>
                <a:gd name="T0" fmla="*/ 45 w 45"/>
                <a:gd name="T1" fmla="*/ 0 h 428"/>
                <a:gd name="T2" fmla="*/ 0 w 45"/>
                <a:gd name="T3" fmla="*/ 428 h 428"/>
                <a:gd name="T4" fmla="*/ 0 60000 65536"/>
                <a:gd name="T5" fmla="*/ 0 60000 65536"/>
                <a:gd name="T6" fmla="*/ 0 w 45"/>
                <a:gd name="T7" fmla="*/ 0 h 428"/>
                <a:gd name="T8" fmla="*/ 45 w 45"/>
                <a:gd name="T9" fmla="*/ 428 h 428"/>
              </a:gdLst>
              <a:ahLst/>
              <a:cxnLst>
                <a:cxn ang="T4">
                  <a:pos x="T0" y="T1"/>
                </a:cxn>
                <a:cxn ang="T5">
                  <a:pos x="T2" y="T3"/>
                </a:cxn>
              </a:cxnLst>
              <a:rect l="T6" t="T7" r="T8" b="T9"/>
              <a:pathLst>
                <a:path w="45" h="428">
                  <a:moveTo>
                    <a:pt x="45" y="0"/>
                  </a:moveTo>
                  <a:lnTo>
                    <a:pt x="0" y="428"/>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Arc 51"/>
            <p:cNvSpPr>
              <a:spLocks/>
            </p:cNvSpPr>
            <p:nvPr/>
          </p:nvSpPr>
          <p:spPr bwMode="auto">
            <a:xfrm rot="16200000" flipV="1">
              <a:off x="2751" y="2044"/>
              <a:ext cx="50" cy="259"/>
            </a:xfrm>
            <a:custGeom>
              <a:avLst/>
              <a:gdLst>
                <a:gd name="T0" fmla="*/ 0 w 21600"/>
                <a:gd name="T1" fmla="*/ 0 h 37098"/>
                <a:gd name="T2" fmla="*/ 0 w 21600"/>
                <a:gd name="T3" fmla="*/ 2 h 37098"/>
                <a:gd name="T4" fmla="*/ 0 w 21600"/>
                <a:gd name="T5" fmla="*/ 1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Arc 52"/>
            <p:cNvSpPr>
              <a:spLocks/>
            </p:cNvSpPr>
            <p:nvPr/>
          </p:nvSpPr>
          <p:spPr bwMode="auto">
            <a:xfrm rot="16200000" flipV="1">
              <a:off x="2736" y="1575"/>
              <a:ext cx="66" cy="349"/>
            </a:xfrm>
            <a:custGeom>
              <a:avLst/>
              <a:gdLst>
                <a:gd name="T0" fmla="*/ 0 w 21600"/>
                <a:gd name="T1" fmla="*/ 0 h 37098"/>
                <a:gd name="T2" fmla="*/ 0 w 21600"/>
                <a:gd name="T3" fmla="*/ 3 h 37098"/>
                <a:gd name="T4" fmla="*/ 0 w 21600"/>
                <a:gd name="T5" fmla="*/ 2 h 37098"/>
                <a:gd name="T6" fmla="*/ 0 60000 65536"/>
                <a:gd name="T7" fmla="*/ 0 60000 65536"/>
                <a:gd name="T8" fmla="*/ 0 60000 65536"/>
                <a:gd name="T9" fmla="*/ 0 w 21600"/>
                <a:gd name="T10" fmla="*/ 0 h 37098"/>
                <a:gd name="T11" fmla="*/ 21600 w 21600"/>
                <a:gd name="T12" fmla="*/ 37098 h 37098"/>
              </a:gdLst>
              <a:ahLst/>
              <a:cxnLst>
                <a:cxn ang="T6">
                  <a:pos x="T0" y="T1"/>
                </a:cxn>
                <a:cxn ang="T7">
                  <a:pos x="T2" y="T3"/>
                </a:cxn>
                <a:cxn ang="T8">
                  <a:pos x="T4" y="T5"/>
                </a:cxn>
              </a:cxnLst>
              <a:rect l="T9" t="T10" r="T11" b="T12"/>
              <a:pathLst>
                <a:path w="21600" h="37098" fill="none" extrusionOk="0">
                  <a:moveTo>
                    <a:pt x="11433" y="-1"/>
                  </a:moveTo>
                  <a:cubicBezTo>
                    <a:pt x="17757" y="3945"/>
                    <a:pt x="21600" y="10872"/>
                    <a:pt x="21600" y="18326"/>
                  </a:cubicBezTo>
                  <a:cubicBezTo>
                    <a:pt x="21600" y="26090"/>
                    <a:pt x="17432" y="33257"/>
                    <a:pt x="10685" y="37098"/>
                  </a:cubicBezTo>
                </a:path>
                <a:path w="21600" h="37098" stroke="0" extrusionOk="0">
                  <a:moveTo>
                    <a:pt x="11433" y="-1"/>
                  </a:moveTo>
                  <a:cubicBezTo>
                    <a:pt x="17757" y="3945"/>
                    <a:pt x="21600" y="10872"/>
                    <a:pt x="21600" y="18326"/>
                  </a:cubicBezTo>
                  <a:cubicBezTo>
                    <a:pt x="21600" y="26090"/>
                    <a:pt x="17432" y="33257"/>
                    <a:pt x="10685" y="37098"/>
                  </a:cubicBezTo>
                  <a:lnTo>
                    <a:pt x="0" y="18326"/>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1" name="Arc 53"/>
          <p:cNvSpPr>
            <a:spLocks noChangeAspect="1"/>
          </p:cNvSpPr>
          <p:nvPr/>
        </p:nvSpPr>
        <p:spPr bwMode="auto">
          <a:xfrm rot="19274096" flipV="1">
            <a:off x="3078932" y="144956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2" name="Arc 54"/>
          <p:cNvSpPr>
            <a:spLocks noChangeAspect="1"/>
          </p:cNvSpPr>
          <p:nvPr/>
        </p:nvSpPr>
        <p:spPr bwMode="auto">
          <a:xfrm rot="2325904" flipH="1" flipV="1">
            <a:off x="1326332" y="1449567"/>
            <a:ext cx="322262" cy="387350"/>
          </a:xfrm>
          <a:custGeom>
            <a:avLst/>
            <a:gdLst>
              <a:gd name="T0" fmla="*/ 0 w 21600"/>
              <a:gd name="T1" fmla="*/ 0 h 29194"/>
              <a:gd name="T2" fmla="*/ 4501046 w 21600"/>
              <a:gd name="T3" fmla="*/ 5139413 h 29194"/>
              <a:gd name="T4" fmla="*/ 0 w 21600"/>
              <a:gd name="T5" fmla="*/ 3802543 h 29194"/>
              <a:gd name="T6" fmla="*/ 0 60000 65536"/>
              <a:gd name="T7" fmla="*/ 0 60000 65536"/>
              <a:gd name="T8" fmla="*/ 0 60000 65536"/>
              <a:gd name="T9" fmla="*/ 0 w 21600"/>
              <a:gd name="T10" fmla="*/ 0 h 29194"/>
              <a:gd name="T11" fmla="*/ 21600 w 21600"/>
              <a:gd name="T12" fmla="*/ 29194 h 29194"/>
            </a:gdLst>
            <a:ahLst/>
            <a:cxnLst>
              <a:cxn ang="T6">
                <a:pos x="T0" y="T1"/>
              </a:cxn>
              <a:cxn ang="T7">
                <a:pos x="T2" y="T3"/>
              </a:cxn>
              <a:cxn ang="T8">
                <a:pos x="T4" y="T5"/>
              </a:cxn>
            </a:cxnLst>
            <a:rect l="T9" t="T10" r="T11" b="T12"/>
            <a:pathLst>
              <a:path w="21600" h="29194" fill="none" extrusionOk="0">
                <a:moveTo>
                  <a:pt x="-1" y="0"/>
                </a:moveTo>
                <a:cubicBezTo>
                  <a:pt x="11929" y="0"/>
                  <a:pt x="21600" y="9670"/>
                  <a:pt x="21600" y="21600"/>
                </a:cubicBezTo>
                <a:cubicBezTo>
                  <a:pt x="21600" y="24193"/>
                  <a:pt x="21132" y="26765"/>
                  <a:pt x="20221" y="29194"/>
                </a:cubicBezTo>
              </a:path>
              <a:path w="21600" h="29194" stroke="0" extrusionOk="0">
                <a:moveTo>
                  <a:pt x="-1" y="0"/>
                </a:moveTo>
                <a:cubicBezTo>
                  <a:pt x="11929" y="0"/>
                  <a:pt x="21600" y="9670"/>
                  <a:pt x="21600" y="21600"/>
                </a:cubicBezTo>
                <a:cubicBezTo>
                  <a:pt x="21600" y="24193"/>
                  <a:pt x="21132" y="26765"/>
                  <a:pt x="20221" y="29194"/>
                </a:cubicBezTo>
                <a:lnTo>
                  <a:pt x="0" y="21600"/>
                </a:lnTo>
                <a:close/>
              </a:path>
            </a:pathLst>
          </a:custGeom>
          <a:noFill/>
          <a:ln w="38100">
            <a:solidFill>
              <a:srgbClr val="FF0000"/>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3" name="Text Box 55"/>
          <p:cNvSpPr txBox="1">
            <a:spLocks noChangeAspect="1" noChangeArrowheads="1"/>
          </p:cNvSpPr>
          <p:nvPr/>
        </p:nvSpPr>
        <p:spPr bwMode="auto">
          <a:xfrm>
            <a:off x="3304357" y="1481317"/>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4" name="Text Box 56"/>
          <p:cNvSpPr txBox="1">
            <a:spLocks noChangeAspect="1" noChangeArrowheads="1"/>
          </p:cNvSpPr>
          <p:nvPr/>
        </p:nvSpPr>
        <p:spPr bwMode="auto">
          <a:xfrm>
            <a:off x="983432" y="1447979"/>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M</a:t>
            </a:r>
          </a:p>
        </p:txBody>
      </p:sp>
      <p:sp>
        <p:nvSpPr>
          <p:cNvPr id="165" name="Text Box 64"/>
          <p:cNvSpPr txBox="1">
            <a:spLocks noChangeAspect="1" noChangeArrowheads="1"/>
          </p:cNvSpPr>
          <p:nvPr/>
        </p:nvSpPr>
        <p:spPr bwMode="auto">
          <a:xfrm>
            <a:off x="1913707" y="828854"/>
            <a:ext cx="9302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横线</a:t>
            </a:r>
          </a:p>
        </p:txBody>
      </p:sp>
      <p:sp>
        <p:nvSpPr>
          <p:cNvPr id="166" name="Text Box 65"/>
          <p:cNvSpPr txBox="1">
            <a:spLocks noChangeAspect="1" noChangeArrowheads="1"/>
          </p:cNvSpPr>
          <p:nvPr/>
        </p:nvSpPr>
        <p:spPr bwMode="auto">
          <a:xfrm>
            <a:off x="1937519" y="1419404"/>
            <a:ext cx="860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纵线</a:t>
            </a:r>
          </a:p>
        </p:txBody>
      </p:sp>
      <p:sp>
        <p:nvSpPr>
          <p:cNvPr id="62" name="Text Box 1032"/>
          <p:cNvSpPr txBox="1">
            <a:spLocks noChangeArrowheads="1"/>
          </p:cNvSpPr>
          <p:nvPr/>
        </p:nvSpPr>
        <p:spPr bwMode="auto">
          <a:xfrm>
            <a:off x="329244" y="3565704"/>
            <a:ext cx="11743420" cy="2720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．正应力的计算 </a:t>
            </a:r>
          </a:p>
          <a:p>
            <a:pPr algn="just" eaLnBrk="1" hangingPunct="1">
              <a:lnSpc>
                <a:spcPct val="120000"/>
              </a:lnSpc>
            </a:pPr>
            <a:r>
              <a:rPr lang="zh-CN" altLang="en-US" sz="2800" i="0" dirty="0">
                <a:latin typeface="+mn-lt"/>
                <a:ea typeface="微软雅黑" panose="020B0503020204020204" pitchFamily="34" charset="-122"/>
              </a:rPr>
              <a:t>      在纯弯曲梁的横截面上任取一微面积</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zh-CN" altLang="en-US" sz="2800" i="0" dirty="0">
                <a:latin typeface="+mn-lt"/>
                <a:ea typeface="微软雅黑" panose="020B0503020204020204" pitchFamily="34" charset="-122"/>
              </a:rPr>
              <a:t>，微面积上的微内力为</a:t>
            </a:r>
            <a:r>
              <a:rPr lang="zh-CN" altLang="en-US" sz="2800" b="0" dirty="0">
                <a:latin typeface="+mn-lt"/>
                <a:ea typeface="微软雅黑" panose="020B0503020204020204" pitchFamily="34" charset="-122"/>
                <a:sym typeface="Symbol" panose="05050102010706020507" pitchFamily="18" charset="2"/>
              </a:rPr>
              <a:t></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zh-CN" altLang="en-US" sz="2800" i="0" dirty="0">
                <a:latin typeface="+mn-lt"/>
                <a:ea typeface="微软雅黑" panose="020B0503020204020204" pitchFamily="34" charset="-122"/>
              </a:rPr>
              <a:t>。由于横截面上的内力只有弯矩</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，所以由横截面上的微内力构成的合力必为零，而梁横截面上的微内力对中性轴</a:t>
            </a:r>
            <a:r>
              <a:rPr lang="en-US" altLang="zh-CN" sz="2800" i="0" dirty="0">
                <a:latin typeface="+mn-lt"/>
                <a:ea typeface="微软雅黑" panose="020B0503020204020204" pitchFamily="34" charset="-122"/>
              </a:rPr>
              <a:t>z</a:t>
            </a:r>
            <a:r>
              <a:rPr lang="zh-CN" altLang="en-US" sz="2800" i="0" dirty="0">
                <a:latin typeface="+mn-lt"/>
                <a:ea typeface="微软雅黑" panose="020B0503020204020204" pitchFamily="34" charset="-122"/>
              </a:rPr>
              <a:t>的合力矩就是弯矩</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，即</a:t>
            </a:r>
            <a:endParaRPr lang="en-US" altLang="zh-CN" sz="2800" i="0" dirty="0">
              <a:latin typeface="+mn-lt"/>
              <a:ea typeface="微软雅黑" panose="020B0503020204020204" pitchFamily="34" charset="-122"/>
            </a:endParaRPr>
          </a:p>
          <a:p>
            <a:pPr algn="just" eaLnBrk="1" hangingPunct="1">
              <a:lnSpc>
                <a:spcPct val="120000"/>
              </a:lnSpc>
            </a:pPr>
            <a:r>
              <a:rPr lang="en-US" altLang="zh-CN" sz="2800" b="0" dirty="0">
                <a:latin typeface="+mn-lt"/>
                <a:ea typeface="微软雅黑" panose="020B0503020204020204" pitchFamily="34" charset="-122"/>
              </a:rPr>
              <a:t>      F</a:t>
            </a:r>
            <a:r>
              <a:rPr lang="en-US" altLang="zh-CN" sz="2800" b="0" i="0" baseline="-25000" dirty="0">
                <a:latin typeface="+mn-lt"/>
                <a:ea typeface="微软雅黑" panose="020B0503020204020204" pitchFamily="34" charset="-122"/>
              </a:rPr>
              <a:t>N</a:t>
            </a:r>
            <a:r>
              <a:rPr lang="en-US" altLang="zh-CN" sz="2800" b="0" i="0" dirty="0">
                <a:latin typeface="+mn-lt"/>
                <a:ea typeface="微软雅黑" panose="020B0503020204020204" pitchFamily="34" charset="-122"/>
              </a:rPr>
              <a:t>=</a:t>
            </a:r>
            <a:r>
              <a:rPr lang="en-US" altLang="zh-CN" sz="2800" b="0" i="0" dirty="0">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A</a:t>
            </a:r>
            <a:r>
              <a:rPr lang="en-US" altLang="zh-CN" sz="2800" b="0" dirty="0" err="1">
                <a:latin typeface="+mn-lt"/>
                <a:ea typeface="微软雅黑" panose="020B0503020204020204" pitchFamily="34" charset="-122"/>
                <a:sym typeface="Symbol" panose="05050102010706020507" pitchFamily="18" charset="2"/>
              </a:rPr>
              <a:t></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和    </a:t>
            </a:r>
            <a:r>
              <a:rPr lang="en-US" altLang="zh-CN" sz="2800" b="0" dirty="0">
                <a:latin typeface="+mn-lt"/>
                <a:ea typeface="微软雅黑" panose="020B0503020204020204" pitchFamily="34" charset="-122"/>
              </a:rPr>
              <a:t>M</a:t>
            </a:r>
            <a:r>
              <a:rPr lang="en-US" altLang="zh-CN" sz="2800" b="0" i="0" dirty="0">
                <a:latin typeface="+mn-lt"/>
                <a:ea typeface="微软雅黑" panose="020B0503020204020204" pitchFamily="34" charset="-122"/>
              </a:rPr>
              <a:t>=</a:t>
            </a:r>
            <a:r>
              <a:rPr lang="en-US" altLang="zh-CN"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a:t>
            </a:r>
            <a:r>
              <a:rPr lang="en-US" altLang="zh-CN" sz="2800" b="0" dirty="0">
                <a:latin typeface="+mn-lt"/>
                <a:ea typeface="微软雅黑" panose="020B0503020204020204" pitchFamily="34" charset="-122"/>
              </a:rPr>
              <a:t>y</a:t>
            </a:r>
            <a:r>
              <a:rPr lang="en-US" altLang="zh-CN" sz="2800" b="0" dirty="0">
                <a:latin typeface="+mn-lt"/>
                <a:ea typeface="微软雅黑" panose="020B0503020204020204" pitchFamily="34" charset="-122"/>
                <a:sym typeface="Symbol" panose="05050102010706020507" pitchFamily="18" charset="2"/>
              </a:rPr>
              <a:t></a:t>
            </a:r>
            <a:r>
              <a:rPr lang="en-US" altLang="zh-CN" sz="2800" b="0" i="0" dirty="0">
                <a:latin typeface="+mn-lt"/>
                <a:ea typeface="微软雅黑" panose="020B0503020204020204" pitchFamily="34" charset="-122"/>
              </a:rPr>
              <a:t> </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endParaRPr lang="en-US" altLang="zh-CN" sz="2800" b="0" dirty="0">
              <a:latin typeface="+mn-lt"/>
              <a:ea typeface="微软雅黑" panose="020B0503020204020204" pitchFamily="34" charset="-122"/>
            </a:endParaRPr>
          </a:p>
        </p:txBody>
      </p:sp>
      <p:sp>
        <p:nvSpPr>
          <p:cNvPr id="63" name="Text Box 4"/>
          <p:cNvSpPr txBox="1">
            <a:spLocks noChangeAspect="1" noChangeArrowheads="1"/>
          </p:cNvSpPr>
          <p:nvPr/>
        </p:nvSpPr>
        <p:spPr bwMode="auto">
          <a:xfrm>
            <a:off x="7560447" y="1362362"/>
            <a:ext cx="1193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中性层</a:t>
            </a:r>
          </a:p>
        </p:txBody>
      </p:sp>
      <p:sp>
        <p:nvSpPr>
          <p:cNvPr id="64" name="Text Box 5"/>
          <p:cNvSpPr txBox="1">
            <a:spLocks noChangeAspect="1" noChangeArrowheads="1"/>
          </p:cNvSpPr>
          <p:nvPr/>
        </p:nvSpPr>
        <p:spPr bwMode="auto">
          <a:xfrm>
            <a:off x="5804672" y="1281292"/>
            <a:ext cx="12731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endParaRPr lang="zh-CN" altLang="en-US" i="0" dirty="0">
              <a:solidFill>
                <a:srgbClr val="FF3300"/>
              </a:solidFill>
              <a:latin typeface="" pitchFamily="18" charset="-52"/>
            </a:endParaRPr>
          </a:p>
        </p:txBody>
      </p:sp>
      <p:grpSp>
        <p:nvGrpSpPr>
          <p:cNvPr id="65" name="Group 6"/>
          <p:cNvGrpSpPr>
            <a:grpSpLocks/>
          </p:cNvGrpSpPr>
          <p:nvPr/>
        </p:nvGrpSpPr>
        <p:grpSpPr bwMode="auto">
          <a:xfrm>
            <a:off x="5382397" y="1836917"/>
            <a:ext cx="2752725" cy="809625"/>
            <a:chOff x="2616" y="1074"/>
            <a:chExt cx="1734" cy="510"/>
          </a:xfrm>
        </p:grpSpPr>
        <p:sp>
          <p:nvSpPr>
            <p:cNvPr id="66" name="AutoShape 7"/>
            <p:cNvSpPr>
              <a:spLocks noChangeAspect="1" noChangeArrowheads="1"/>
            </p:cNvSpPr>
            <p:nvPr/>
          </p:nvSpPr>
          <p:spPr bwMode="auto">
            <a:xfrm>
              <a:off x="2628" y="1460"/>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7" name="AutoShape 8"/>
            <p:cNvSpPr>
              <a:spLocks noChangeArrowheads="1"/>
            </p:cNvSpPr>
            <p:nvPr/>
          </p:nvSpPr>
          <p:spPr bwMode="auto">
            <a:xfrm rot="16200000" flipH="1">
              <a:off x="2469" y="1245"/>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8" name="Rectangle 9"/>
            <p:cNvSpPr>
              <a:spLocks noChangeAspect="1" noChangeArrowheads="1"/>
            </p:cNvSpPr>
            <p:nvPr/>
          </p:nvSpPr>
          <p:spPr bwMode="auto">
            <a:xfrm>
              <a:off x="2802" y="1082"/>
              <a:ext cx="1536" cy="396"/>
            </a:xfrm>
            <a:prstGeom prst="rect">
              <a:avLst/>
            </a:prstGeom>
            <a:gradFill rotWithShape="0">
              <a:gsLst>
                <a:gs pos="0">
                  <a:srgbClr val="DDDDDD"/>
                </a:gs>
                <a:gs pos="100000">
                  <a:srgbClr val="F7F7F7"/>
                </a:gs>
              </a:gsLst>
              <a:lin ang="54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69" name="AutoShape 10"/>
            <p:cNvSpPr>
              <a:spLocks noChangeArrowheads="1"/>
            </p:cNvSpPr>
            <p:nvPr/>
          </p:nvSpPr>
          <p:spPr bwMode="auto">
            <a:xfrm rot="16200000" flipH="1">
              <a:off x="4011" y="1239"/>
              <a:ext cx="504" cy="174"/>
            </a:xfrm>
            <a:prstGeom prst="parallelogram">
              <a:avLst>
                <a:gd name="adj" fmla="val 56885"/>
              </a:avLst>
            </a:prstGeom>
            <a:gradFill rotWithShape="0">
              <a:gsLst>
                <a:gs pos="0">
                  <a:srgbClr val="EAEAEA"/>
                </a:gs>
                <a:gs pos="100000">
                  <a:srgbClr val="F4F4F4"/>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0" name="AutoShape 11"/>
            <p:cNvSpPr>
              <a:spLocks noChangeAspect="1" noChangeArrowheads="1"/>
            </p:cNvSpPr>
            <p:nvPr/>
          </p:nvSpPr>
          <p:spPr bwMode="auto">
            <a:xfrm>
              <a:off x="2622" y="1076"/>
              <a:ext cx="1722" cy="114"/>
            </a:xfrm>
            <a:prstGeom prst="parallelogram">
              <a:avLst>
                <a:gd name="adj" fmla="val 158885"/>
              </a:avLst>
            </a:prstGeom>
            <a:gradFill rotWithShape="0">
              <a:gsLst>
                <a:gs pos="0">
                  <a:srgbClr val="EAEAEA"/>
                </a:gs>
                <a:gs pos="100000">
                  <a:srgbClr val="F3F3F3"/>
                </a:gs>
              </a:gsLst>
              <a:lin ang="54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71" name="Line 12"/>
            <p:cNvSpPr>
              <a:spLocks noChangeAspect="1" noChangeShapeType="1"/>
            </p:cNvSpPr>
            <p:nvPr/>
          </p:nvSpPr>
          <p:spPr bwMode="auto">
            <a:xfrm flipV="1">
              <a:off x="2616"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13"/>
            <p:cNvSpPr>
              <a:spLocks noChangeAspect="1" noChangeShapeType="1"/>
            </p:cNvSpPr>
            <p:nvPr/>
          </p:nvSpPr>
          <p:spPr bwMode="auto">
            <a:xfrm flipV="1">
              <a:off x="4164" y="1076"/>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14"/>
            <p:cNvSpPr>
              <a:spLocks noChangeAspect="1" noChangeShapeType="1"/>
            </p:cNvSpPr>
            <p:nvPr/>
          </p:nvSpPr>
          <p:spPr bwMode="auto">
            <a:xfrm>
              <a:off x="2796" y="1076"/>
              <a:ext cx="1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Line 15"/>
            <p:cNvSpPr>
              <a:spLocks noChangeAspect="1" noChangeShapeType="1"/>
            </p:cNvSpPr>
            <p:nvPr/>
          </p:nvSpPr>
          <p:spPr bwMode="auto">
            <a:xfrm flipV="1">
              <a:off x="4164" y="1472"/>
              <a:ext cx="180" cy="10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 name="Line 16"/>
            <p:cNvSpPr>
              <a:spLocks noChangeAspect="1" noChangeShapeType="1"/>
            </p:cNvSpPr>
            <p:nvPr/>
          </p:nvSpPr>
          <p:spPr bwMode="auto">
            <a:xfrm>
              <a:off x="4344" y="1076"/>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Line 17"/>
            <p:cNvSpPr>
              <a:spLocks noChangeAspect="1" noChangeShapeType="1"/>
            </p:cNvSpPr>
            <p:nvPr/>
          </p:nvSpPr>
          <p:spPr bwMode="auto">
            <a:xfrm>
              <a:off x="2808"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 name="Line 18"/>
            <p:cNvSpPr>
              <a:spLocks noChangeAspect="1" noChangeShapeType="1"/>
            </p:cNvSpPr>
            <p:nvPr/>
          </p:nvSpPr>
          <p:spPr bwMode="auto">
            <a:xfrm flipV="1">
              <a:off x="2628"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Line 19"/>
            <p:cNvSpPr>
              <a:spLocks noChangeAspect="1" noChangeShapeType="1"/>
            </p:cNvSpPr>
            <p:nvPr/>
          </p:nvSpPr>
          <p:spPr bwMode="auto">
            <a:xfrm>
              <a:off x="2784" y="1460"/>
              <a:ext cx="1548" cy="0"/>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9" name="Line 20"/>
            <p:cNvSpPr>
              <a:spLocks noChangeAspect="1" noChangeShapeType="1"/>
            </p:cNvSpPr>
            <p:nvPr/>
          </p:nvSpPr>
          <p:spPr bwMode="auto">
            <a:xfrm>
              <a:off x="3432" y="1076"/>
              <a:ext cx="0" cy="396"/>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Line 21"/>
            <p:cNvSpPr>
              <a:spLocks noChangeAspect="1" noChangeShapeType="1"/>
            </p:cNvSpPr>
            <p:nvPr/>
          </p:nvSpPr>
          <p:spPr bwMode="auto">
            <a:xfrm flipV="1">
              <a:off x="3252" y="1460"/>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 name="Line 22"/>
            <p:cNvSpPr>
              <a:spLocks noChangeAspect="1" noChangeShapeType="1"/>
            </p:cNvSpPr>
            <p:nvPr/>
          </p:nvSpPr>
          <p:spPr bwMode="auto">
            <a:xfrm flipV="1">
              <a:off x="3252" y="1076"/>
              <a:ext cx="180" cy="108"/>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Line 23"/>
            <p:cNvSpPr>
              <a:spLocks noChangeAspect="1" noChangeShapeType="1"/>
            </p:cNvSpPr>
            <p:nvPr/>
          </p:nvSpPr>
          <p:spPr bwMode="auto">
            <a:xfrm>
              <a:off x="3240" y="1184"/>
              <a:ext cx="0" cy="396"/>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 name="Rectangle 24"/>
            <p:cNvSpPr>
              <a:spLocks noChangeAspect="1" noChangeArrowheads="1"/>
            </p:cNvSpPr>
            <p:nvPr/>
          </p:nvSpPr>
          <p:spPr bwMode="auto">
            <a:xfrm>
              <a:off x="2628" y="1184"/>
              <a:ext cx="1536" cy="396"/>
            </a:xfrm>
            <a:prstGeom prst="rect">
              <a:avLst/>
            </a:prstGeom>
            <a:noFill/>
            <a:ln w="2857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grpSp>
      <p:grpSp>
        <p:nvGrpSpPr>
          <p:cNvPr id="84" name="Group 25"/>
          <p:cNvGrpSpPr>
            <a:grpSpLocks/>
          </p:cNvGrpSpPr>
          <p:nvPr/>
        </p:nvGrpSpPr>
        <p:grpSpPr bwMode="auto">
          <a:xfrm>
            <a:off x="5391922" y="2151242"/>
            <a:ext cx="2733675" cy="174625"/>
            <a:chOff x="2622" y="1272"/>
            <a:chExt cx="1722" cy="110"/>
          </a:xfrm>
        </p:grpSpPr>
        <p:sp>
          <p:nvSpPr>
            <p:cNvPr id="85" name="AutoShape 26" descr="浅色下对角线"/>
            <p:cNvSpPr>
              <a:spLocks noChangeAspect="1" noChangeArrowheads="1"/>
            </p:cNvSpPr>
            <p:nvPr/>
          </p:nvSpPr>
          <p:spPr bwMode="auto">
            <a:xfrm>
              <a:off x="2622" y="1280"/>
              <a:ext cx="1722" cy="102"/>
            </a:xfrm>
            <a:prstGeom prst="parallelogram">
              <a:avLst>
                <a:gd name="adj" fmla="val 177577"/>
              </a:avLst>
            </a:prstGeom>
            <a:pattFill prst="ltDnDiag">
              <a:fgClr>
                <a:srgbClr val="000000"/>
              </a:fgClr>
              <a:bgClr>
                <a:srgbClr val="A3FFD1"/>
              </a:bgClr>
            </a:pattFill>
            <a:ln w="1905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86" name="Line 27"/>
            <p:cNvSpPr>
              <a:spLocks noChangeShapeType="1"/>
            </p:cNvSpPr>
            <p:nvPr/>
          </p:nvSpPr>
          <p:spPr bwMode="auto">
            <a:xfrm>
              <a:off x="3240"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28"/>
            <p:cNvSpPr>
              <a:spLocks noChangeShapeType="1"/>
            </p:cNvSpPr>
            <p:nvPr/>
          </p:nvSpPr>
          <p:spPr bwMode="auto">
            <a:xfrm>
              <a:off x="4164" y="1272"/>
              <a:ext cx="0" cy="108"/>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8" name="Line 29"/>
          <p:cNvSpPr>
            <a:spLocks noChangeAspect="1" noChangeShapeType="1"/>
          </p:cNvSpPr>
          <p:nvPr/>
        </p:nvSpPr>
        <p:spPr bwMode="auto">
          <a:xfrm flipV="1">
            <a:off x="6182497" y="1897242"/>
            <a:ext cx="933450" cy="560388"/>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p>
        </p:txBody>
      </p:sp>
      <p:sp>
        <p:nvSpPr>
          <p:cNvPr id="89" name="Line 30"/>
          <p:cNvSpPr>
            <a:spLocks noChangeAspect="1" noChangeShapeType="1"/>
          </p:cNvSpPr>
          <p:nvPr/>
        </p:nvSpPr>
        <p:spPr bwMode="auto">
          <a:xfrm flipV="1">
            <a:off x="7477897" y="1687692"/>
            <a:ext cx="11430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Line 31"/>
          <p:cNvSpPr>
            <a:spLocks noChangeAspect="1" noChangeShapeType="1"/>
          </p:cNvSpPr>
          <p:nvPr/>
        </p:nvSpPr>
        <p:spPr bwMode="auto">
          <a:xfrm flipV="1">
            <a:off x="6525397" y="1687692"/>
            <a:ext cx="209550" cy="571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 name="Line 32"/>
          <p:cNvSpPr>
            <a:spLocks noChangeShapeType="1"/>
          </p:cNvSpPr>
          <p:nvPr/>
        </p:nvSpPr>
        <p:spPr bwMode="auto">
          <a:xfrm flipV="1">
            <a:off x="6849247" y="2008367"/>
            <a:ext cx="161925" cy="0"/>
          </a:xfrm>
          <a:prstGeom prst="line">
            <a:avLst/>
          </a:prstGeom>
          <a:noFill/>
          <a:ln w="28575">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 name="Text Box 93"/>
          <p:cNvSpPr txBox="1">
            <a:spLocks noChangeArrowheads="1"/>
          </p:cNvSpPr>
          <p:nvPr/>
        </p:nvSpPr>
        <p:spPr bwMode="auto">
          <a:xfrm>
            <a:off x="7058797" y="1368605"/>
            <a:ext cx="3762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spcBef>
                <a:spcPct val="50000"/>
              </a:spcBef>
            </a:pPr>
            <a:r>
              <a:rPr lang="en-US" altLang="zh-CN" sz="3200" b="0" dirty="0">
                <a:solidFill>
                  <a:srgbClr val="FF0000"/>
                </a:solidFill>
              </a:rPr>
              <a:t>z</a:t>
            </a:r>
          </a:p>
        </p:txBody>
      </p:sp>
      <p:grpSp>
        <p:nvGrpSpPr>
          <p:cNvPr id="94" name="Group 4"/>
          <p:cNvGrpSpPr>
            <a:grpSpLocks/>
          </p:cNvGrpSpPr>
          <p:nvPr/>
        </p:nvGrpSpPr>
        <p:grpSpPr bwMode="auto">
          <a:xfrm>
            <a:off x="9333434" y="1444011"/>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297961"/>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234461"/>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475761"/>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4630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5773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513861"/>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6916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6408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691661"/>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463061"/>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021861"/>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110761"/>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805961"/>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780561"/>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882161"/>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326661"/>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237761"/>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136161"/>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707661"/>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2796561"/>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2898161"/>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342661"/>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253761"/>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152161"/>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707661"/>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037861"/>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707661"/>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2821961"/>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647211"/>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769448"/>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 pitchFamily="18" charset="-52"/>
                <a:ea typeface="宋体" panose="02010600030101010101" pitchFamily="2" charset="-122"/>
              </a:rPr>
              <a:t>M</a:t>
            </a:r>
          </a:p>
        </p:txBody>
      </p:sp>
      <p:sp>
        <p:nvSpPr>
          <p:cNvPr id="196" name="Text Box 51"/>
          <p:cNvSpPr txBox="1">
            <a:spLocks noChangeArrowheads="1"/>
          </p:cNvSpPr>
          <p:nvPr/>
        </p:nvSpPr>
        <p:spPr bwMode="auto">
          <a:xfrm>
            <a:off x="10435159" y="2850536"/>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 pitchFamily="18" charset="-52"/>
                <a:ea typeface="宋体" panose="02010600030101010101" pitchFamily="2" charset="-122"/>
              </a:rPr>
              <a:t>M</a:t>
            </a:r>
          </a:p>
        </p:txBody>
      </p:sp>
      <p:sp>
        <p:nvSpPr>
          <p:cNvPr id="197" name="Text Box 52"/>
          <p:cNvSpPr txBox="1">
            <a:spLocks noChangeArrowheads="1"/>
          </p:cNvSpPr>
          <p:nvPr/>
        </p:nvSpPr>
        <p:spPr bwMode="auto">
          <a:xfrm>
            <a:off x="9990659" y="2286973"/>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 pitchFamily="18" charset="-52"/>
                <a:ea typeface="宋体" panose="02010600030101010101" pitchFamily="2" charset="-122"/>
              </a:rPr>
              <a:t>y</a:t>
            </a:r>
          </a:p>
        </p:txBody>
      </p:sp>
      <p:sp>
        <p:nvSpPr>
          <p:cNvPr id="198" name="Text Box 53"/>
          <p:cNvSpPr txBox="1">
            <a:spLocks noChangeArrowheads="1"/>
          </p:cNvSpPr>
          <p:nvPr/>
        </p:nvSpPr>
        <p:spPr bwMode="auto">
          <a:xfrm>
            <a:off x="10447859" y="1275736"/>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 pitchFamily="18" charset="-52"/>
                <a:ea typeface="宋体" panose="02010600030101010101" pitchFamily="2" charset="-122"/>
              </a:rPr>
              <a:t>z</a:t>
            </a:r>
          </a:p>
        </p:txBody>
      </p:sp>
      <p:sp>
        <p:nvSpPr>
          <p:cNvPr id="199" name="Text Box 54"/>
          <p:cNvSpPr txBox="1">
            <a:spLocks noChangeArrowheads="1"/>
          </p:cNvSpPr>
          <p:nvPr/>
        </p:nvSpPr>
        <p:spPr bwMode="auto">
          <a:xfrm>
            <a:off x="10415983" y="997923"/>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1075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018686"/>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1917086"/>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1583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272686"/>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218711"/>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147273"/>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Tree>
    <p:extLst>
      <p:ext uri="{BB962C8B-B14F-4D97-AF65-F5344CB8AC3E}">
        <p14:creationId xmlns:p14="http://schemas.microsoft.com/office/powerpoint/2010/main" val="420825841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6" presetClass="entr" presetSubtype="37" fill="hold" grpId="0" nodeType="withEffect">
                                  <p:stCondLst>
                                    <p:cond delay="0"/>
                                  </p:stCondLst>
                                  <p:childTnLst>
                                    <p:set>
                                      <p:cBhvr>
                                        <p:cTn id="8" dur="1" fill="hold">
                                          <p:stCondLst>
                                            <p:cond delay="0"/>
                                          </p:stCondLst>
                                        </p:cTn>
                                        <p:tgtEl>
                                          <p:spTgt spid="119"/>
                                        </p:tgtEl>
                                        <p:attrNameLst>
                                          <p:attrName>style.visibility</p:attrName>
                                        </p:attrNameLst>
                                      </p:cBhvr>
                                      <p:to>
                                        <p:strVal val="visible"/>
                                      </p:to>
                                    </p:set>
                                    <p:animEffect transition="in" filter="barn(outVertical)">
                                      <p:cBhvr>
                                        <p:cTn id="9" dur="3000"/>
                                        <p:tgtEl>
                                          <p:spTgt spid="119"/>
                                        </p:tgtEl>
                                      </p:cBhvr>
                                    </p:animEffect>
                                  </p:childTnLst>
                                  <p:subTnLst>
                                    <p:audio>
                                      <p:cMediaNode>
                                        <p:cTn display="0" masterRel="sameClick">
                                          <p:stCondLst>
                                            <p:cond evt="begin" delay="0">
                                              <p:tn val="7"/>
                                            </p:cond>
                                          </p:stCondLst>
                                          <p:endCondLst>
                                            <p:cond evt="onStopAudio" delay="0">
                                              <p:tgtEl>
                                                <p:sldTgt/>
                                              </p:tgtEl>
                                            </p:cond>
                                          </p:endCondLst>
                                        </p:cTn>
                                        <p:tgtEl>
                                          <p:sndTgt r:embed="rId3" name="CAMERA.WAV"/>
                                        </p:tgtEl>
                                      </p:cMediaNode>
                                    </p:audio>
                                  </p:subTnLst>
                                </p:cTn>
                              </p:par>
                              <p:par>
                                <p:cTn id="10" presetID="16" presetClass="entr" presetSubtype="37" fill="hold" grpId="0" nodeType="withEffect">
                                  <p:stCondLst>
                                    <p:cond delay="0"/>
                                  </p:stCondLst>
                                  <p:childTnLst>
                                    <p:set>
                                      <p:cBhvr>
                                        <p:cTn id="11" dur="1" fill="hold">
                                          <p:stCondLst>
                                            <p:cond delay="0"/>
                                          </p:stCondLst>
                                        </p:cTn>
                                        <p:tgtEl>
                                          <p:spTgt spid="120"/>
                                        </p:tgtEl>
                                        <p:attrNameLst>
                                          <p:attrName>style.visibility</p:attrName>
                                        </p:attrNameLst>
                                      </p:cBhvr>
                                      <p:to>
                                        <p:strVal val="visible"/>
                                      </p:to>
                                    </p:set>
                                    <p:animEffect transition="in" filter="barn(outVertical)">
                                      <p:cBhvr>
                                        <p:cTn id="12" dur="5000"/>
                                        <p:tgtEl>
                                          <p:spTgt spid="120"/>
                                        </p:tgtEl>
                                      </p:cBhvr>
                                    </p:animEffect>
                                  </p:childTnLst>
                                  <p:subTnLst>
                                    <p:audio>
                                      <p:cMediaNode>
                                        <p:cTn display="0" masterRel="sameClick">
                                          <p:stCondLst>
                                            <p:cond evt="begin" delay="0">
                                              <p:tn val="10"/>
                                            </p:cond>
                                          </p:stCondLst>
                                          <p:endCondLst>
                                            <p:cond evt="onStopAudio" delay="0">
                                              <p:tgtEl>
                                                <p:sldTgt/>
                                              </p:tgtEl>
                                            </p:cond>
                                          </p:endCondLst>
                                        </p:cTn>
                                        <p:tgtEl>
                                          <p:sndTgt r:embed="rId4" name="CHIMES.WAV"/>
                                        </p:tgtEl>
                                      </p:cMediaNode>
                                    </p:audio>
                                  </p:subTnLst>
                                </p:cTn>
                              </p:par>
                              <p:par>
                                <p:cTn id="13" presetID="10" presetClass="entr" presetSubtype="0" fill="hold" nodeType="withEffect">
                                  <p:stCondLst>
                                    <p:cond delay="0"/>
                                  </p:stCondLst>
                                  <p:childTnLst>
                                    <p:set>
                                      <p:cBhvr>
                                        <p:cTn id="14" dur="1" fill="hold">
                                          <p:stCondLst>
                                            <p:cond delay="0"/>
                                          </p:stCondLst>
                                        </p:cTn>
                                        <p:tgtEl>
                                          <p:spTgt spid="125"/>
                                        </p:tgtEl>
                                        <p:attrNameLst>
                                          <p:attrName>style.visibility</p:attrName>
                                        </p:attrNameLst>
                                      </p:cBhvr>
                                      <p:to>
                                        <p:strVal val="visible"/>
                                      </p:to>
                                    </p:set>
                                    <p:animEffect transition="in" filter="fade">
                                      <p:cBhvr>
                                        <p:cTn id="15" dur="5000"/>
                                        <p:tgtEl>
                                          <p:spTgt spid="125"/>
                                        </p:tgtEl>
                                      </p:cBhvr>
                                    </p:animEffect>
                                  </p:childTnLst>
                                  <p:subTnLst>
                                    <p:audio>
                                      <p:cMediaNode>
                                        <p:cTn display="0" masterRel="sameClick">
                                          <p:stCondLst>
                                            <p:cond evt="begin" delay="0">
                                              <p:tn val="13"/>
                                            </p:cond>
                                          </p:stCondLst>
                                          <p:endCondLst>
                                            <p:cond evt="onStopAudio" delay="0">
                                              <p:tgtEl>
                                                <p:sldTgt/>
                                              </p:tgtEl>
                                            </p:cond>
                                          </p:endCondLst>
                                        </p:cTn>
                                        <p:tgtEl>
                                          <p:sndTgt r:embed="rId3" name="CAMERA.WAV"/>
                                        </p:tgtEl>
                                      </p:cMediaNode>
                                    </p:audio>
                                  </p:subTnLst>
                                </p:cTn>
                              </p:par>
                            </p:childTnLst>
                          </p:cTn>
                        </p:par>
                      </p:childTnLst>
                    </p:cTn>
                  </p:par>
                  <p:par>
                    <p:cTn id="16" fill="hold">
                      <p:stCondLst>
                        <p:cond delay="indefinite"/>
                      </p:stCondLst>
                      <p:childTnLst>
                        <p:par>
                          <p:cTn id="17" fill="hold">
                            <p:stCondLst>
                              <p:cond delay="0"/>
                            </p:stCondLst>
                            <p:childTnLst>
                              <p:par>
                                <p:cTn id="18" presetID="16" presetClass="entr" presetSubtype="42" fill="hold" grpId="0" nodeType="clickEffect">
                                  <p:stCondLst>
                                    <p:cond delay="0"/>
                                  </p:stCondLst>
                                  <p:childTnLst>
                                    <p:set>
                                      <p:cBhvr>
                                        <p:cTn id="19" dur="1" fill="hold">
                                          <p:stCondLst>
                                            <p:cond delay="0"/>
                                          </p:stCondLst>
                                        </p:cTn>
                                        <p:tgtEl>
                                          <p:spTgt spid="122"/>
                                        </p:tgtEl>
                                        <p:attrNameLst>
                                          <p:attrName>style.visibility</p:attrName>
                                        </p:attrNameLst>
                                      </p:cBhvr>
                                      <p:to>
                                        <p:strVal val="visible"/>
                                      </p:to>
                                    </p:set>
                                    <p:animEffect transition="in" filter="barn(outHorizontal)">
                                      <p:cBhvr>
                                        <p:cTn id="20" dur="5000"/>
                                        <p:tgtEl>
                                          <p:spTgt spid="122"/>
                                        </p:tgtEl>
                                      </p:cBhvr>
                                    </p:animEffect>
                                  </p:childTnLst>
                                  <p:subTnLst>
                                    <p:audio>
                                      <p:cMediaNode>
                                        <p:cTn display="0" masterRel="sameClick">
                                          <p:stCondLst>
                                            <p:cond evt="begin" delay="0">
                                              <p:tn val="18"/>
                                            </p:cond>
                                          </p:stCondLst>
                                          <p:endCondLst>
                                            <p:cond evt="onStopAudio" delay="0">
                                              <p:tgtEl>
                                                <p:sldTgt/>
                                              </p:tgtEl>
                                            </p:cond>
                                          </p:endCondLst>
                                        </p:cTn>
                                        <p:tgtEl>
                                          <p:sndTgt r:embed="rId4" name="CHIMES.WAV"/>
                                        </p:tgtEl>
                                      </p:cMediaNode>
                                    </p:audio>
                                  </p:subTnLst>
                                </p:cTn>
                              </p:par>
                              <p:par>
                                <p:cTn id="21" presetID="19" presetClass="entr" presetSubtype="10" fill="hold" grpId="0" nodeType="withEffect">
                                  <p:stCondLst>
                                    <p:cond delay="0"/>
                                  </p:stCondLst>
                                  <p:childTnLst>
                                    <p:set>
                                      <p:cBhvr>
                                        <p:cTn id="22" dur="1" fill="hold">
                                          <p:stCondLst>
                                            <p:cond delay="0"/>
                                          </p:stCondLst>
                                        </p:cTn>
                                        <p:tgtEl>
                                          <p:spTgt spid="165"/>
                                        </p:tgtEl>
                                        <p:attrNameLst>
                                          <p:attrName>style.visibility</p:attrName>
                                        </p:attrNameLst>
                                      </p:cBhvr>
                                      <p:to>
                                        <p:strVal val="visible"/>
                                      </p:to>
                                    </p:set>
                                    <p:anim calcmode="lin" valueType="num">
                                      <p:cBhvr>
                                        <p:cTn id="23" dur="5000" fill="hold"/>
                                        <p:tgtEl>
                                          <p:spTgt spid="165"/>
                                        </p:tgtEl>
                                        <p:attrNameLst>
                                          <p:attrName>ppt_w</p:attrName>
                                        </p:attrNameLst>
                                      </p:cBhvr>
                                      <p:tavLst>
                                        <p:tav tm="0" fmla="#ppt_w*sin(2.5*pi*$)">
                                          <p:val>
                                            <p:fltVal val="0"/>
                                          </p:val>
                                        </p:tav>
                                        <p:tav tm="100000">
                                          <p:val>
                                            <p:fltVal val="1"/>
                                          </p:val>
                                        </p:tav>
                                      </p:tavLst>
                                    </p:anim>
                                    <p:anim calcmode="lin" valueType="num">
                                      <p:cBhvr>
                                        <p:cTn id="24" dur="5000" fill="hold"/>
                                        <p:tgtEl>
                                          <p:spTgt spid="16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1"/>
                                            </p:cond>
                                          </p:stCondLst>
                                          <p:endCondLst>
                                            <p:cond evt="onStopAudio" delay="0">
                                              <p:tgtEl>
                                                <p:sldTgt/>
                                              </p:tgtEl>
                                            </p:cond>
                                          </p:endCondLst>
                                        </p:cTn>
                                        <p:tgtEl>
                                          <p:sndTgt r:embed="rId4" name="CHIMES.WAV"/>
                                        </p:tgtEl>
                                      </p:cMediaNode>
                                    </p:audio>
                                  </p:subTnLst>
                                </p:cTn>
                              </p:par>
                              <p:par>
                                <p:cTn id="25" presetID="16" presetClass="entr" presetSubtype="42" fill="hold" grpId="0" nodeType="withEffect">
                                  <p:stCondLst>
                                    <p:cond delay="0"/>
                                  </p:stCondLst>
                                  <p:childTnLst>
                                    <p:set>
                                      <p:cBhvr>
                                        <p:cTn id="26" dur="1" fill="hold">
                                          <p:stCondLst>
                                            <p:cond delay="0"/>
                                          </p:stCondLst>
                                        </p:cTn>
                                        <p:tgtEl>
                                          <p:spTgt spid="121"/>
                                        </p:tgtEl>
                                        <p:attrNameLst>
                                          <p:attrName>style.visibility</p:attrName>
                                        </p:attrNameLst>
                                      </p:cBhvr>
                                      <p:to>
                                        <p:strVal val="visible"/>
                                      </p:to>
                                    </p:set>
                                    <p:animEffect transition="in" filter="barn(outHorizontal)">
                                      <p:cBhvr>
                                        <p:cTn id="27" dur="5000"/>
                                        <p:tgtEl>
                                          <p:spTgt spid="121"/>
                                        </p:tgtEl>
                                      </p:cBhvr>
                                    </p:animEffect>
                                  </p:childTnLst>
                                  <p:subTnLst>
                                    <p:audio>
                                      <p:cMediaNode>
                                        <p:cTn display="0" masterRel="sameClick">
                                          <p:stCondLst>
                                            <p:cond evt="begin" delay="0">
                                              <p:tn val="25"/>
                                            </p:cond>
                                          </p:stCondLst>
                                          <p:endCondLst>
                                            <p:cond evt="onStopAudio" delay="0">
                                              <p:tgtEl>
                                                <p:sldTgt/>
                                              </p:tgtEl>
                                            </p:cond>
                                          </p:endCondLst>
                                        </p:cTn>
                                        <p:tgtEl>
                                          <p:sndTgt r:embed="rId4" name="CHIMES.WAV"/>
                                        </p:tgtEl>
                                      </p:cMediaNode>
                                    </p:audio>
                                  </p:subTnLst>
                                </p:cTn>
                              </p:par>
                            </p:childTnLst>
                          </p:cTn>
                        </p:par>
                        <p:par>
                          <p:cTn id="28" fill="hold">
                            <p:stCondLst>
                              <p:cond delay="5000"/>
                            </p:stCondLst>
                            <p:childTnLst>
                              <p:par>
                                <p:cTn id="29" presetID="17" presetClass="entr" presetSubtype="10" fill="hold" grpId="0" nodeType="afterEffect">
                                  <p:stCondLst>
                                    <p:cond delay="300"/>
                                  </p:stCondLst>
                                  <p:childTnLst>
                                    <p:set>
                                      <p:cBhvr>
                                        <p:cTn id="30" dur="1" fill="hold">
                                          <p:stCondLst>
                                            <p:cond delay="0"/>
                                          </p:stCondLst>
                                        </p:cTn>
                                        <p:tgtEl>
                                          <p:spTgt spid="129"/>
                                        </p:tgtEl>
                                        <p:attrNameLst>
                                          <p:attrName>style.visibility</p:attrName>
                                        </p:attrNameLst>
                                      </p:cBhvr>
                                      <p:to>
                                        <p:strVal val="visible"/>
                                      </p:to>
                                    </p:set>
                                    <p:anim calcmode="lin" valueType="num">
                                      <p:cBhvr>
                                        <p:cTn id="31" dur="2000" fill="hold"/>
                                        <p:tgtEl>
                                          <p:spTgt spid="129"/>
                                        </p:tgtEl>
                                        <p:attrNameLst>
                                          <p:attrName>ppt_w</p:attrName>
                                        </p:attrNameLst>
                                      </p:cBhvr>
                                      <p:tavLst>
                                        <p:tav tm="0">
                                          <p:val>
                                            <p:fltVal val="0"/>
                                          </p:val>
                                        </p:tav>
                                        <p:tav tm="100000">
                                          <p:val>
                                            <p:strVal val="#ppt_w"/>
                                          </p:val>
                                        </p:tav>
                                      </p:tavLst>
                                    </p:anim>
                                    <p:anim calcmode="lin" valueType="num">
                                      <p:cBhvr>
                                        <p:cTn id="32" dur="2000" fill="hold"/>
                                        <p:tgtEl>
                                          <p:spTgt spid="12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par>
                                <p:cTn id="33" presetID="17" presetClass="entr" presetSubtype="10" fill="hold" grpId="0" nodeType="withEffect">
                                  <p:stCondLst>
                                    <p:cond delay="300"/>
                                  </p:stCondLst>
                                  <p:childTnLst>
                                    <p:set>
                                      <p:cBhvr>
                                        <p:cTn id="34" dur="1" fill="hold">
                                          <p:stCondLst>
                                            <p:cond delay="0"/>
                                          </p:stCondLst>
                                        </p:cTn>
                                        <p:tgtEl>
                                          <p:spTgt spid="130"/>
                                        </p:tgtEl>
                                        <p:attrNameLst>
                                          <p:attrName>style.visibility</p:attrName>
                                        </p:attrNameLst>
                                      </p:cBhvr>
                                      <p:to>
                                        <p:strVal val="visible"/>
                                      </p:to>
                                    </p:set>
                                    <p:anim calcmode="lin" valueType="num">
                                      <p:cBhvr>
                                        <p:cTn id="35" dur="2000" fill="hold"/>
                                        <p:tgtEl>
                                          <p:spTgt spid="130"/>
                                        </p:tgtEl>
                                        <p:attrNameLst>
                                          <p:attrName>ppt_w</p:attrName>
                                        </p:attrNameLst>
                                      </p:cBhvr>
                                      <p:tavLst>
                                        <p:tav tm="0">
                                          <p:val>
                                            <p:fltVal val="0"/>
                                          </p:val>
                                        </p:tav>
                                        <p:tav tm="100000">
                                          <p:val>
                                            <p:strVal val="#ppt_w"/>
                                          </p:val>
                                        </p:tav>
                                      </p:tavLst>
                                    </p:anim>
                                    <p:anim calcmode="lin" valueType="num">
                                      <p:cBhvr>
                                        <p:cTn id="36" dur="2000" fill="hold"/>
                                        <p:tgtEl>
                                          <p:spTgt spid="1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
                                            </p:cond>
                                          </p:stCondLst>
                                          <p:endCondLst>
                                            <p:cond evt="onStopAudio" delay="0">
                                              <p:tgtEl>
                                                <p:sldTgt/>
                                              </p:tgtEl>
                                            </p:cond>
                                          </p:endCondLst>
                                        </p:cTn>
                                        <p:tgtEl>
                                          <p:sndTgt r:embed="rId4" name="CHIMES.WAV"/>
                                        </p:tgtEl>
                                      </p:cMediaNode>
                                    </p:audio>
                                  </p:subTnLst>
                                </p:cTn>
                              </p:par>
                              <p:par>
                                <p:cTn id="37" presetID="17" presetClass="entr" presetSubtype="10" fill="hold" grpId="0" nodeType="withEffect">
                                  <p:stCondLst>
                                    <p:cond delay="300"/>
                                  </p:stCondLst>
                                  <p:childTnLst>
                                    <p:set>
                                      <p:cBhvr>
                                        <p:cTn id="38" dur="1" fill="hold">
                                          <p:stCondLst>
                                            <p:cond delay="0"/>
                                          </p:stCondLst>
                                        </p:cTn>
                                        <p:tgtEl>
                                          <p:spTgt spid="131"/>
                                        </p:tgtEl>
                                        <p:attrNameLst>
                                          <p:attrName>style.visibility</p:attrName>
                                        </p:attrNameLst>
                                      </p:cBhvr>
                                      <p:to>
                                        <p:strVal val="visible"/>
                                      </p:to>
                                    </p:set>
                                    <p:anim calcmode="lin" valueType="num">
                                      <p:cBhvr>
                                        <p:cTn id="39" dur="2000" fill="hold"/>
                                        <p:tgtEl>
                                          <p:spTgt spid="131"/>
                                        </p:tgtEl>
                                        <p:attrNameLst>
                                          <p:attrName>ppt_w</p:attrName>
                                        </p:attrNameLst>
                                      </p:cBhvr>
                                      <p:tavLst>
                                        <p:tav tm="0">
                                          <p:val>
                                            <p:fltVal val="0"/>
                                          </p:val>
                                        </p:tav>
                                        <p:tav tm="100000">
                                          <p:val>
                                            <p:strVal val="#ppt_w"/>
                                          </p:val>
                                        </p:tav>
                                      </p:tavLst>
                                    </p:anim>
                                    <p:anim calcmode="lin" valueType="num">
                                      <p:cBhvr>
                                        <p:cTn id="40" dur="2000" fill="hold"/>
                                        <p:tgtEl>
                                          <p:spTgt spid="1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4" name="CHIMES.WAV"/>
                                        </p:tgtEl>
                                      </p:cMediaNode>
                                    </p:audio>
                                  </p:subTnLst>
                                </p:cTn>
                              </p:par>
                              <p:par>
                                <p:cTn id="41" presetID="17" presetClass="entr" presetSubtype="10" fill="hold" grpId="0" nodeType="withEffect">
                                  <p:stCondLst>
                                    <p:cond delay="300"/>
                                  </p:stCondLst>
                                  <p:childTnLst>
                                    <p:set>
                                      <p:cBhvr>
                                        <p:cTn id="42" dur="1" fill="hold">
                                          <p:stCondLst>
                                            <p:cond delay="0"/>
                                          </p:stCondLst>
                                        </p:cTn>
                                        <p:tgtEl>
                                          <p:spTgt spid="132"/>
                                        </p:tgtEl>
                                        <p:attrNameLst>
                                          <p:attrName>style.visibility</p:attrName>
                                        </p:attrNameLst>
                                      </p:cBhvr>
                                      <p:to>
                                        <p:strVal val="visible"/>
                                      </p:to>
                                    </p:set>
                                    <p:anim calcmode="lin" valueType="num">
                                      <p:cBhvr>
                                        <p:cTn id="43" dur="2000" fill="hold"/>
                                        <p:tgtEl>
                                          <p:spTgt spid="132"/>
                                        </p:tgtEl>
                                        <p:attrNameLst>
                                          <p:attrName>ppt_w</p:attrName>
                                        </p:attrNameLst>
                                      </p:cBhvr>
                                      <p:tavLst>
                                        <p:tav tm="0">
                                          <p:val>
                                            <p:fltVal val="0"/>
                                          </p:val>
                                        </p:tav>
                                        <p:tav tm="100000">
                                          <p:val>
                                            <p:strVal val="#ppt_w"/>
                                          </p:val>
                                        </p:tav>
                                      </p:tavLst>
                                    </p:anim>
                                    <p:anim calcmode="lin" valueType="num">
                                      <p:cBhvr>
                                        <p:cTn id="44" dur="2000" fill="hold"/>
                                        <p:tgtEl>
                                          <p:spTgt spid="1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1"/>
                                            </p:cond>
                                          </p:stCondLst>
                                          <p:endCondLst>
                                            <p:cond evt="onStopAudio" delay="0">
                                              <p:tgtEl>
                                                <p:sldTgt/>
                                              </p:tgtEl>
                                            </p:cond>
                                          </p:endCondLst>
                                        </p:cTn>
                                        <p:tgtEl>
                                          <p:sndTgt r:embed="rId4" name="CHIMES.WAV"/>
                                        </p:tgtEl>
                                      </p:cMediaNode>
                                    </p:audio>
                                  </p:sub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124"/>
                                        </p:tgtEl>
                                        <p:attrNameLst>
                                          <p:attrName>style.visibility</p:attrName>
                                        </p:attrNameLst>
                                      </p:cBhvr>
                                      <p:to>
                                        <p:strVal val="visible"/>
                                      </p:to>
                                    </p:set>
                                    <p:animEffect transition="in" filter="barn(outVertical)">
                                      <p:cBhvr>
                                        <p:cTn id="49" dur="5000"/>
                                        <p:tgtEl>
                                          <p:spTgt spid="124"/>
                                        </p:tgtEl>
                                      </p:cBhvr>
                                    </p:animEffect>
                                  </p:childTnLst>
                                  <p:subTnLst>
                                    <p:audio>
                                      <p:cMediaNode>
                                        <p:cTn display="0" masterRel="sameClick">
                                          <p:stCondLst>
                                            <p:cond evt="begin" delay="0">
                                              <p:tn val="47"/>
                                            </p:cond>
                                          </p:stCondLst>
                                          <p:endCondLst>
                                            <p:cond evt="onStopAudio" delay="0">
                                              <p:tgtEl>
                                                <p:sldTgt/>
                                              </p:tgtEl>
                                            </p:cond>
                                          </p:endCondLst>
                                        </p:cTn>
                                        <p:tgtEl>
                                          <p:sndTgt r:embed="rId4" name="CHIMES.WAV"/>
                                        </p:tgtEl>
                                      </p:cMediaNode>
                                    </p:audio>
                                  </p:subTnLst>
                                </p:cTn>
                              </p:par>
                              <p:par>
                                <p:cTn id="50" presetID="19" presetClass="entr" presetSubtype="10" fill="hold" grpId="0" nodeType="withEffect">
                                  <p:stCondLst>
                                    <p:cond delay="0"/>
                                  </p:stCondLst>
                                  <p:childTnLst>
                                    <p:set>
                                      <p:cBhvr>
                                        <p:cTn id="51" dur="1" fill="hold">
                                          <p:stCondLst>
                                            <p:cond delay="0"/>
                                          </p:stCondLst>
                                        </p:cTn>
                                        <p:tgtEl>
                                          <p:spTgt spid="166"/>
                                        </p:tgtEl>
                                        <p:attrNameLst>
                                          <p:attrName>style.visibility</p:attrName>
                                        </p:attrNameLst>
                                      </p:cBhvr>
                                      <p:to>
                                        <p:strVal val="visible"/>
                                      </p:to>
                                    </p:set>
                                    <p:anim calcmode="lin" valueType="num">
                                      <p:cBhvr>
                                        <p:cTn id="52" dur="5000" fill="hold"/>
                                        <p:tgtEl>
                                          <p:spTgt spid="166"/>
                                        </p:tgtEl>
                                        <p:attrNameLst>
                                          <p:attrName>ppt_w</p:attrName>
                                        </p:attrNameLst>
                                      </p:cBhvr>
                                      <p:tavLst>
                                        <p:tav tm="0" fmla="#ppt_w*sin(2.5*pi*$)">
                                          <p:val>
                                            <p:fltVal val="0"/>
                                          </p:val>
                                        </p:tav>
                                        <p:tav tm="100000">
                                          <p:val>
                                            <p:fltVal val="1"/>
                                          </p:val>
                                        </p:tav>
                                      </p:tavLst>
                                    </p:anim>
                                    <p:anim calcmode="lin" valueType="num">
                                      <p:cBhvr>
                                        <p:cTn id="53" dur="5000" fill="hold"/>
                                        <p:tgtEl>
                                          <p:spTgt spid="16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4" name="CHIMES.WAV"/>
                                        </p:tgtEl>
                                      </p:cMediaNode>
                                    </p:audio>
                                  </p:subTnLst>
                                </p:cTn>
                              </p:par>
                              <p:par>
                                <p:cTn id="54" presetID="16" presetClass="entr" presetSubtype="37" fill="hold" grpId="0" nodeType="with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barn(outVertical)">
                                      <p:cBhvr>
                                        <p:cTn id="56" dur="5000"/>
                                        <p:tgtEl>
                                          <p:spTgt spid="123"/>
                                        </p:tgtEl>
                                      </p:cBhvr>
                                    </p:animEffect>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childTnLst>
                          </p:cTn>
                        </p:par>
                        <p:par>
                          <p:cTn id="57" fill="hold">
                            <p:stCondLst>
                              <p:cond delay="5000"/>
                            </p:stCondLst>
                            <p:childTnLst>
                              <p:par>
                                <p:cTn id="58" presetID="17" presetClass="entr" presetSubtype="10" fill="hold" grpId="0" nodeType="afterEffect">
                                  <p:stCondLst>
                                    <p:cond delay="300"/>
                                  </p:stCondLst>
                                  <p:childTnLst>
                                    <p:set>
                                      <p:cBhvr>
                                        <p:cTn id="59" dur="1" fill="hold">
                                          <p:stCondLst>
                                            <p:cond delay="0"/>
                                          </p:stCondLst>
                                        </p:cTn>
                                        <p:tgtEl>
                                          <p:spTgt spid="133"/>
                                        </p:tgtEl>
                                        <p:attrNameLst>
                                          <p:attrName>style.visibility</p:attrName>
                                        </p:attrNameLst>
                                      </p:cBhvr>
                                      <p:to>
                                        <p:strVal val="visible"/>
                                      </p:to>
                                    </p:set>
                                    <p:anim calcmode="lin" valueType="num">
                                      <p:cBhvr>
                                        <p:cTn id="60" dur="2000" fill="hold"/>
                                        <p:tgtEl>
                                          <p:spTgt spid="133"/>
                                        </p:tgtEl>
                                        <p:attrNameLst>
                                          <p:attrName>ppt_w</p:attrName>
                                        </p:attrNameLst>
                                      </p:cBhvr>
                                      <p:tavLst>
                                        <p:tav tm="0">
                                          <p:val>
                                            <p:fltVal val="0"/>
                                          </p:val>
                                        </p:tav>
                                        <p:tav tm="100000">
                                          <p:val>
                                            <p:strVal val="#ppt_w"/>
                                          </p:val>
                                        </p:tav>
                                      </p:tavLst>
                                    </p:anim>
                                    <p:anim calcmode="lin" valueType="num">
                                      <p:cBhvr>
                                        <p:cTn id="61" dur="2000" fill="hold"/>
                                        <p:tgtEl>
                                          <p:spTgt spid="13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4" name="CHIMES.WAV"/>
                                        </p:tgtEl>
                                      </p:cMediaNode>
                                    </p:audio>
                                  </p:subTnLst>
                                </p:cTn>
                              </p:par>
                              <p:par>
                                <p:cTn id="62" presetID="17" presetClass="entr" presetSubtype="10" fill="hold" grpId="0" nodeType="withEffect">
                                  <p:stCondLst>
                                    <p:cond delay="300"/>
                                  </p:stCondLst>
                                  <p:childTnLst>
                                    <p:set>
                                      <p:cBhvr>
                                        <p:cTn id="63" dur="1" fill="hold">
                                          <p:stCondLst>
                                            <p:cond delay="0"/>
                                          </p:stCondLst>
                                        </p:cTn>
                                        <p:tgtEl>
                                          <p:spTgt spid="134"/>
                                        </p:tgtEl>
                                        <p:attrNameLst>
                                          <p:attrName>style.visibility</p:attrName>
                                        </p:attrNameLst>
                                      </p:cBhvr>
                                      <p:to>
                                        <p:strVal val="visible"/>
                                      </p:to>
                                    </p:set>
                                    <p:anim calcmode="lin" valueType="num">
                                      <p:cBhvr>
                                        <p:cTn id="64" dur="2000" fill="hold"/>
                                        <p:tgtEl>
                                          <p:spTgt spid="134"/>
                                        </p:tgtEl>
                                        <p:attrNameLst>
                                          <p:attrName>ppt_w</p:attrName>
                                        </p:attrNameLst>
                                      </p:cBhvr>
                                      <p:tavLst>
                                        <p:tav tm="0">
                                          <p:val>
                                            <p:fltVal val="0"/>
                                          </p:val>
                                        </p:tav>
                                        <p:tav tm="100000">
                                          <p:val>
                                            <p:strVal val="#ppt_w"/>
                                          </p:val>
                                        </p:tav>
                                      </p:tavLst>
                                    </p:anim>
                                    <p:anim calcmode="lin" valueType="num">
                                      <p:cBhvr>
                                        <p:cTn id="65" dur="2000" fill="hold"/>
                                        <p:tgtEl>
                                          <p:spTgt spid="1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par>
                                <p:cTn id="66" presetID="17" presetClass="entr" presetSubtype="10" fill="hold" grpId="0" nodeType="withEffect">
                                  <p:stCondLst>
                                    <p:cond delay="300"/>
                                  </p:stCondLst>
                                  <p:childTnLst>
                                    <p:set>
                                      <p:cBhvr>
                                        <p:cTn id="67" dur="1" fill="hold">
                                          <p:stCondLst>
                                            <p:cond delay="0"/>
                                          </p:stCondLst>
                                        </p:cTn>
                                        <p:tgtEl>
                                          <p:spTgt spid="135"/>
                                        </p:tgtEl>
                                        <p:attrNameLst>
                                          <p:attrName>style.visibility</p:attrName>
                                        </p:attrNameLst>
                                      </p:cBhvr>
                                      <p:to>
                                        <p:strVal val="visible"/>
                                      </p:to>
                                    </p:set>
                                    <p:anim calcmode="lin" valueType="num">
                                      <p:cBhvr>
                                        <p:cTn id="68" dur="2000" fill="hold"/>
                                        <p:tgtEl>
                                          <p:spTgt spid="135"/>
                                        </p:tgtEl>
                                        <p:attrNameLst>
                                          <p:attrName>ppt_w</p:attrName>
                                        </p:attrNameLst>
                                      </p:cBhvr>
                                      <p:tavLst>
                                        <p:tav tm="0">
                                          <p:val>
                                            <p:fltVal val="0"/>
                                          </p:val>
                                        </p:tav>
                                        <p:tav tm="100000">
                                          <p:val>
                                            <p:strVal val="#ppt_w"/>
                                          </p:val>
                                        </p:tav>
                                      </p:tavLst>
                                    </p:anim>
                                    <p:anim calcmode="lin" valueType="num">
                                      <p:cBhvr>
                                        <p:cTn id="69" dur="2000" fill="hold"/>
                                        <p:tgtEl>
                                          <p:spTgt spid="13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0" presetID="17" presetClass="entr" presetSubtype="10" fill="hold" grpId="0" nodeType="withEffect">
                                  <p:stCondLst>
                                    <p:cond delay="300"/>
                                  </p:stCondLst>
                                  <p:childTnLst>
                                    <p:set>
                                      <p:cBhvr>
                                        <p:cTn id="71" dur="1" fill="hold">
                                          <p:stCondLst>
                                            <p:cond delay="0"/>
                                          </p:stCondLst>
                                        </p:cTn>
                                        <p:tgtEl>
                                          <p:spTgt spid="136"/>
                                        </p:tgtEl>
                                        <p:attrNameLst>
                                          <p:attrName>style.visibility</p:attrName>
                                        </p:attrNameLst>
                                      </p:cBhvr>
                                      <p:to>
                                        <p:strVal val="visible"/>
                                      </p:to>
                                    </p:set>
                                    <p:anim calcmode="lin" valueType="num">
                                      <p:cBhvr>
                                        <p:cTn id="72" dur="2000" fill="hold"/>
                                        <p:tgtEl>
                                          <p:spTgt spid="136"/>
                                        </p:tgtEl>
                                        <p:attrNameLst>
                                          <p:attrName>ppt_w</p:attrName>
                                        </p:attrNameLst>
                                      </p:cBhvr>
                                      <p:tavLst>
                                        <p:tav tm="0">
                                          <p:val>
                                            <p:fltVal val="0"/>
                                          </p:val>
                                        </p:tav>
                                        <p:tav tm="100000">
                                          <p:val>
                                            <p:strVal val="#ppt_w"/>
                                          </p:val>
                                        </p:tav>
                                      </p:tavLst>
                                    </p:anim>
                                    <p:anim calcmode="lin" valueType="num">
                                      <p:cBhvr>
                                        <p:cTn id="73" dur="2000" fill="hold"/>
                                        <p:tgtEl>
                                          <p:spTgt spid="1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childTnLst>
                    </p:cTn>
                  </p:par>
                  <p:par>
                    <p:cTn id="74" fill="hold">
                      <p:stCondLst>
                        <p:cond delay="indefinite"/>
                      </p:stCondLst>
                      <p:childTnLst>
                        <p:par>
                          <p:cTn id="75" fill="hold">
                            <p:stCondLst>
                              <p:cond delay="0"/>
                            </p:stCondLst>
                            <p:childTnLst>
                              <p:par>
                                <p:cTn id="76" presetID="22" presetClass="entr" presetSubtype="4" fill="hold" grpId="0" nodeType="clickEffect">
                                  <p:stCondLst>
                                    <p:cond delay="0"/>
                                  </p:stCondLst>
                                  <p:childTnLst>
                                    <p:set>
                                      <p:cBhvr>
                                        <p:cTn id="77" dur="1" fill="hold">
                                          <p:stCondLst>
                                            <p:cond delay="0"/>
                                          </p:stCondLst>
                                        </p:cTn>
                                        <p:tgtEl>
                                          <p:spTgt spid="161"/>
                                        </p:tgtEl>
                                        <p:attrNameLst>
                                          <p:attrName>style.visibility</p:attrName>
                                        </p:attrNameLst>
                                      </p:cBhvr>
                                      <p:to>
                                        <p:strVal val="visible"/>
                                      </p:to>
                                    </p:set>
                                    <p:animEffect transition="in" filter="wipe(down)">
                                      <p:cBhvr>
                                        <p:cTn id="78" dur="5000"/>
                                        <p:tgtEl>
                                          <p:spTgt spid="1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par>
                                <p:cTn id="79" presetID="22" presetClass="entr" presetSubtype="4" fill="hold" grpId="0" nodeType="withEffect">
                                  <p:stCondLst>
                                    <p:cond delay="0"/>
                                  </p:stCondLst>
                                  <p:childTnLst>
                                    <p:set>
                                      <p:cBhvr>
                                        <p:cTn id="80" dur="1" fill="hold">
                                          <p:stCondLst>
                                            <p:cond delay="0"/>
                                          </p:stCondLst>
                                        </p:cTn>
                                        <p:tgtEl>
                                          <p:spTgt spid="162"/>
                                        </p:tgtEl>
                                        <p:attrNameLst>
                                          <p:attrName>style.visibility</p:attrName>
                                        </p:attrNameLst>
                                      </p:cBhvr>
                                      <p:to>
                                        <p:strVal val="visible"/>
                                      </p:to>
                                    </p:set>
                                    <p:animEffect transition="in" filter="wipe(down)">
                                      <p:cBhvr>
                                        <p:cTn id="81" dur="5000"/>
                                        <p:tgtEl>
                                          <p:spTgt spid="162"/>
                                        </p:tgtEl>
                                      </p:cBhvr>
                                    </p:animEffect>
                                  </p:childTnLst>
                                  <p:subTnLst>
                                    <p:audio>
                                      <p:cMediaNode>
                                        <p:cTn display="0" masterRel="sameClick">
                                          <p:stCondLst>
                                            <p:cond evt="begin" delay="0">
                                              <p:tn val="79"/>
                                            </p:cond>
                                          </p:stCondLst>
                                          <p:endCondLst>
                                            <p:cond evt="onStopAudio" delay="0">
                                              <p:tgtEl>
                                                <p:sldTgt/>
                                              </p:tgtEl>
                                            </p:cond>
                                          </p:endCondLst>
                                        </p:cTn>
                                        <p:tgtEl>
                                          <p:sndTgt r:embed="rId3" name="CAMERA.WAV"/>
                                        </p:tgtEl>
                                      </p:cMediaNode>
                                    </p:audio>
                                  </p:subTnLst>
                                </p:cTn>
                              </p:par>
                              <p:par>
                                <p:cTn id="82" presetID="19" presetClass="entr" presetSubtype="10" fill="hold" grpId="0" nodeType="withEffect">
                                  <p:stCondLst>
                                    <p:cond delay="0"/>
                                  </p:stCondLst>
                                  <p:childTnLst>
                                    <p:set>
                                      <p:cBhvr>
                                        <p:cTn id="83" dur="1" fill="hold">
                                          <p:stCondLst>
                                            <p:cond delay="0"/>
                                          </p:stCondLst>
                                        </p:cTn>
                                        <p:tgtEl>
                                          <p:spTgt spid="163"/>
                                        </p:tgtEl>
                                        <p:attrNameLst>
                                          <p:attrName>style.visibility</p:attrName>
                                        </p:attrNameLst>
                                      </p:cBhvr>
                                      <p:to>
                                        <p:strVal val="visible"/>
                                      </p:to>
                                    </p:set>
                                    <p:anim calcmode="lin" valueType="num">
                                      <p:cBhvr>
                                        <p:cTn id="84" dur="5000" fill="hold"/>
                                        <p:tgtEl>
                                          <p:spTgt spid="163"/>
                                        </p:tgtEl>
                                        <p:attrNameLst>
                                          <p:attrName>ppt_w</p:attrName>
                                        </p:attrNameLst>
                                      </p:cBhvr>
                                      <p:tavLst>
                                        <p:tav tm="0" fmla="#ppt_w*sin(2.5*pi*$)">
                                          <p:val>
                                            <p:fltVal val="0"/>
                                          </p:val>
                                        </p:tav>
                                        <p:tav tm="100000">
                                          <p:val>
                                            <p:fltVal val="1"/>
                                          </p:val>
                                        </p:tav>
                                      </p:tavLst>
                                    </p:anim>
                                    <p:anim calcmode="lin" valueType="num">
                                      <p:cBhvr>
                                        <p:cTn id="85" dur="5000" fill="hold"/>
                                        <p:tgtEl>
                                          <p:spTgt spid="16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par>
                                <p:cTn id="86" presetID="19" presetClass="entr" presetSubtype="10" fill="hold" grpId="0" nodeType="withEffect">
                                  <p:stCondLst>
                                    <p:cond delay="0"/>
                                  </p:stCondLst>
                                  <p:childTnLst>
                                    <p:set>
                                      <p:cBhvr>
                                        <p:cTn id="87" dur="1" fill="hold">
                                          <p:stCondLst>
                                            <p:cond delay="0"/>
                                          </p:stCondLst>
                                        </p:cTn>
                                        <p:tgtEl>
                                          <p:spTgt spid="164"/>
                                        </p:tgtEl>
                                        <p:attrNameLst>
                                          <p:attrName>style.visibility</p:attrName>
                                        </p:attrNameLst>
                                      </p:cBhvr>
                                      <p:to>
                                        <p:strVal val="visible"/>
                                      </p:to>
                                    </p:set>
                                    <p:anim calcmode="lin" valueType="num">
                                      <p:cBhvr>
                                        <p:cTn id="88" dur="5000" fill="hold"/>
                                        <p:tgtEl>
                                          <p:spTgt spid="164"/>
                                        </p:tgtEl>
                                        <p:attrNameLst>
                                          <p:attrName>ppt_w</p:attrName>
                                        </p:attrNameLst>
                                      </p:cBhvr>
                                      <p:tavLst>
                                        <p:tav tm="0" fmla="#ppt_w*sin(2.5*pi*$)">
                                          <p:val>
                                            <p:fltVal val="0"/>
                                          </p:val>
                                        </p:tav>
                                        <p:tav tm="100000">
                                          <p:val>
                                            <p:fltVal val="1"/>
                                          </p:val>
                                        </p:tav>
                                      </p:tavLst>
                                    </p:anim>
                                    <p:anim calcmode="lin" valueType="num">
                                      <p:cBhvr>
                                        <p:cTn id="89" dur="5000" fill="hold"/>
                                        <p:tgtEl>
                                          <p:spTgt spid="16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5000"/>
                            </p:stCondLst>
                            <p:childTnLst>
                              <p:par>
                                <p:cTn id="91" presetID="17"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 calcmode="lin" valueType="num">
                                      <p:cBhvr>
                                        <p:cTn id="93" dur="500" fill="hold"/>
                                        <p:tgtEl>
                                          <p:spTgt spid="112"/>
                                        </p:tgtEl>
                                        <p:attrNameLst>
                                          <p:attrName>ppt_x</p:attrName>
                                        </p:attrNameLst>
                                      </p:cBhvr>
                                      <p:tavLst>
                                        <p:tav tm="0">
                                          <p:val>
                                            <p:strVal val="#ppt_x"/>
                                          </p:val>
                                        </p:tav>
                                        <p:tav tm="100000">
                                          <p:val>
                                            <p:strVal val="#ppt_x"/>
                                          </p:val>
                                        </p:tav>
                                      </p:tavLst>
                                    </p:anim>
                                    <p:anim calcmode="lin" valueType="num">
                                      <p:cBhvr>
                                        <p:cTn id="94" dur="500" fill="hold"/>
                                        <p:tgtEl>
                                          <p:spTgt spid="112"/>
                                        </p:tgtEl>
                                        <p:attrNameLst>
                                          <p:attrName>ppt_y</p:attrName>
                                        </p:attrNameLst>
                                      </p:cBhvr>
                                      <p:tavLst>
                                        <p:tav tm="0">
                                          <p:val>
                                            <p:strVal val="#ppt_y-#ppt_h/2"/>
                                          </p:val>
                                        </p:tav>
                                        <p:tav tm="100000">
                                          <p:val>
                                            <p:strVal val="#ppt_y"/>
                                          </p:val>
                                        </p:tav>
                                      </p:tavLst>
                                    </p:anim>
                                    <p:anim calcmode="lin" valueType="num">
                                      <p:cBhvr>
                                        <p:cTn id="95" dur="500" fill="hold"/>
                                        <p:tgtEl>
                                          <p:spTgt spid="112"/>
                                        </p:tgtEl>
                                        <p:attrNameLst>
                                          <p:attrName>ppt_w</p:attrName>
                                        </p:attrNameLst>
                                      </p:cBhvr>
                                      <p:tavLst>
                                        <p:tav tm="0">
                                          <p:val>
                                            <p:strVal val="#ppt_w"/>
                                          </p:val>
                                        </p:tav>
                                        <p:tav tm="100000">
                                          <p:val>
                                            <p:strVal val="#ppt_w"/>
                                          </p:val>
                                        </p:tav>
                                      </p:tavLst>
                                    </p:anim>
                                    <p:anim calcmode="lin" valueType="num">
                                      <p:cBhvr>
                                        <p:cTn id="96" dur="500" fill="hold"/>
                                        <p:tgtEl>
                                          <p:spTgt spid="112"/>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par>
                                <p:cTn id="97" presetID="10" presetClass="entr" presetSubtype="0" fill="hold" nodeType="withEffect">
                                  <p:stCondLst>
                                    <p:cond delay="0"/>
                                  </p:stCondLst>
                                  <p:childTnLst>
                                    <p:set>
                                      <p:cBhvr>
                                        <p:cTn id="98" dur="1" fill="hold">
                                          <p:stCondLst>
                                            <p:cond delay="0"/>
                                          </p:stCondLst>
                                        </p:cTn>
                                        <p:tgtEl>
                                          <p:spTgt spid="153"/>
                                        </p:tgtEl>
                                        <p:attrNameLst>
                                          <p:attrName>style.visibility</p:attrName>
                                        </p:attrNameLst>
                                      </p:cBhvr>
                                      <p:to>
                                        <p:strVal val="visible"/>
                                      </p:to>
                                    </p:set>
                                    <p:animEffect transition="in" filter="fade">
                                      <p:cBhvr>
                                        <p:cTn id="99" dur="2000"/>
                                        <p:tgtEl>
                                          <p:spTgt spid="153"/>
                                        </p:tgtEl>
                                      </p:cBhvr>
                                    </p:animEffect>
                                  </p:childTnLst>
                                  <p:subTnLst>
                                    <p:audio>
                                      <p:cMediaNode>
                                        <p:cTn display="0" masterRel="sameClick">
                                          <p:stCondLst>
                                            <p:cond evt="begin" delay="0">
                                              <p:tn val="97"/>
                                            </p:cond>
                                          </p:stCondLst>
                                          <p:endCondLst>
                                            <p:cond evt="onStopAudio" delay="0">
                                              <p:tgtEl>
                                                <p:sldTgt/>
                                              </p:tgtEl>
                                            </p:cond>
                                          </p:endCondLst>
                                        </p:cTn>
                                        <p:tgtEl>
                                          <p:sndTgt r:embed="rId3" name="CAMERA.WAV"/>
                                        </p:tgtEl>
                                      </p:cMediaNode>
                                    </p:audio>
                                  </p:subTnLst>
                                </p:cTn>
                              </p:par>
                              <p:par>
                                <p:cTn id="100" presetID="22" presetClass="entr" presetSubtype="4" fill="hold" grpId="0" nodeType="withEffect">
                                  <p:stCondLst>
                                    <p:cond delay="0"/>
                                  </p:stCondLst>
                                  <p:childTnLst>
                                    <p:set>
                                      <p:cBhvr>
                                        <p:cTn id="101" dur="1" fill="hold">
                                          <p:stCondLst>
                                            <p:cond delay="0"/>
                                          </p:stCondLst>
                                        </p:cTn>
                                        <p:tgtEl>
                                          <p:spTgt spid="149"/>
                                        </p:tgtEl>
                                        <p:attrNameLst>
                                          <p:attrName>style.visibility</p:attrName>
                                        </p:attrNameLst>
                                      </p:cBhvr>
                                      <p:to>
                                        <p:strVal val="visible"/>
                                      </p:to>
                                    </p:set>
                                    <p:animEffect transition="in" filter="wipe(down)">
                                      <p:cBhvr>
                                        <p:cTn id="102" dur="5000"/>
                                        <p:tgtEl>
                                          <p:spTgt spid="149"/>
                                        </p:tgtEl>
                                      </p:cBhvr>
                                    </p:animEffect>
                                  </p:childTnLst>
                                  <p:subTnLst>
                                    <p:audio>
                                      <p:cMediaNode>
                                        <p:cTn display="0" masterRel="sameClick">
                                          <p:stCondLst>
                                            <p:cond evt="begin" delay="0">
                                              <p:tn val="100"/>
                                            </p:cond>
                                          </p:stCondLst>
                                          <p:endCondLst>
                                            <p:cond evt="onStopAudio" delay="0">
                                              <p:tgtEl>
                                                <p:sldTgt/>
                                              </p:tgtEl>
                                            </p:cond>
                                          </p:endCondLst>
                                        </p:cTn>
                                        <p:tgtEl>
                                          <p:sndTgt r:embed="rId3" name="CAMERA.WAV"/>
                                        </p:tgtEl>
                                      </p:cMediaNode>
                                    </p:audio>
                                  </p:subTnLst>
                                </p:cTn>
                              </p:par>
                              <p:par>
                                <p:cTn id="103" presetID="55" presetClass="exit" presetSubtype="0" fill="hold" grpId="1" nodeType="withEffect">
                                  <p:stCondLst>
                                    <p:cond delay="0"/>
                                  </p:stCondLst>
                                  <p:childTnLst>
                                    <p:anim calcmode="lin" valueType="num">
                                      <p:cBhvr>
                                        <p:cTn id="104" dur="1000"/>
                                        <p:tgtEl>
                                          <p:spTgt spid="162"/>
                                        </p:tgtEl>
                                        <p:attrNameLst>
                                          <p:attrName>ppt_w</p:attrName>
                                        </p:attrNameLst>
                                      </p:cBhvr>
                                      <p:tavLst>
                                        <p:tav tm="0">
                                          <p:val>
                                            <p:strVal val="ppt_w"/>
                                          </p:val>
                                        </p:tav>
                                        <p:tav tm="100000">
                                          <p:val>
                                            <p:strVal val="ppt_w*0.70"/>
                                          </p:val>
                                        </p:tav>
                                      </p:tavLst>
                                    </p:anim>
                                    <p:anim calcmode="lin" valueType="num">
                                      <p:cBhvr>
                                        <p:cTn id="105" dur="1000"/>
                                        <p:tgtEl>
                                          <p:spTgt spid="162"/>
                                        </p:tgtEl>
                                        <p:attrNameLst>
                                          <p:attrName>ppt_h</p:attrName>
                                        </p:attrNameLst>
                                      </p:cBhvr>
                                      <p:tavLst>
                                        <p:tav tm="0">
                                          <p:val>
                                            <p:strVal val="ppt_h"/>
                                          </p:val>
                                        </p:tav>
                                        <p:tav tm="100000">
                                          <p:val>
                                            <p:strVal val="ppt_h"/>
                                          </p:val>
                                        </p:tav>
                                      </p:tavLst>
                                    </p:anim>
                                    <p:animEffect transition="out" filter="fade">
                                      <p:cBhvr>
                                        <p:cTn id="106" dur="1000"/>
                                        <p:tgtEl>
                                          <p:spTgt spid="162"/>
                                        </p:tgtEl>
                                      </p:cBhvr>
                                    </p:animEffect>
                                    <p:set>
                                      <p:cBhvr>
                                        <p:cTn id="107" dur="1" fill="hold">
                                          <p:stCondLst>
                                            <p:cond delay="999"/>
                                          </p:stCondLst>
                                        </p:cTn>
                                        <p:tgtEl>
                                          <p:spTgt spid="162"/>
                                        </p:tgtEl>
                                        <p:attrNameLst>
                                          <p:attrName>style.visibility</p:attrName>
                                        </p:attrNameLst>
                                      </p:cBhvr>
                                      <p:to>
                                        <p:strVal val="hidden"/>
                                      </p:to>
                                    </p:set>
                                  </p:childTnLst>
                                </p:cTn>
                              </p:par>
                              <p:par>
                                <p:cTn id="108" presetID="22" presetClass="entr" presetSubtype="4" fill="hold" grpId="0" nodeType="withEffect">
                                  <p:stCondLst>
                                    <p:cond delay="0"/>
                                  </p:stCondLst>
                                  <p:childTnLst>
                                    <p:set>
                                      <p:cBhvr>
                                        <p:cTn id="109" dur="1" fill="hold">
                                          <p:stCondLst>
                                            <p:cond delay="0"/>
                                          </p:stCondLst>
                                        </p:cTn>
                                        <p:tgtEl>
                                          <p:spTgt spid="152"/>
                                        </p:tgtEl>
                                        <p:attrNameLst>
                                          <p:attrName>style.visibility</p:attrName>
                                        </p:attrNameLst>
                                      </p:cBhvr>
                                      <p:to>
                                        <p:strVal val="visible"/>
                                      </p:to>
                                    </p:set>
                                    <p:animEffect transition="in" filter="wipe(down)">
                                      <p:cBhvr>
                                        <p:cTn id="110" dur="5000"/>
                                        <p:tgtEl>
                                          <p:spTgt spid="152"/>
                                        </p:tgtEl>
                                      </p:cBhvr>
                                    </p:animEffect>
                                  </p:childTnLst>
                                  <p:subTnLst>
                                    <p:audio>
                                      <p:cMediaNode>
                                        <p:cTn display="0" masterRel="sameClick">
                                          <p:stCondLst>
                                            <p:cond evt="begin" delay="0">
                                              <p:tn val="108"/>
                                            </p:cond>
                                          </p:stCondLst>
                                          <p:endCondLst>
                                            <p:cond evt="onStopAudio" delay="0">
                                              <p:tgtEl>
                                                <p:sldTgt/>
                                              </p:tgtEl>
                                            </p:cond>
                                          </p:endCondLst>
                                        </p:cTn>
                                        <p:tgtEl>
                                          <p:sndTgt r:embed="rId3" name="CAMERA.WAV"/>
                                        </p:tgtEl>
                                      </p:cMediaNode>
                                    </p:audio>
                                  </p:subTnLst>
                                </p:cTn>
                              </p:par>
                              <p:par>
                                <p:cTn id="111" presetID="55" presetClass="exit" presetSubtype="0" fill="hold" grpId="1" nodeType="withEffect">
                                  <p:stCondLst>
                                    <p:cond delay="0"/>
                                  </p:stCondLst>
                                  <p:childTnLst>
                                    <p:anim calcmode="lin" valueType="num">
                                      <p:cBhvr>
                                        <p:cTn id="112" dur="1000"/>
                                        <p:tgtEl>
                                          <p:spTgt spid="161"/>
                                        </p:tgtEl>
                                        <p:attrNameLst>
                                          <p:attrName>ppt_w</p:attrName>
                                        </p:attrNameLst>
                                      </p:cBhvr>
                                      <p:tavLst>
                                        <p:tav tm="0">
                                          <p:val>
                                            <p:strVal val="ppt_w"/>
                                          </p:val>
                                        </p:tav>
                                        <p:tav tm="100000">
                                          <p:val>
                                            <p:strVal val="ppt_w*0.70"/>
                                          </p:val>
                                        </p:tav>
                                      </p:tavLst>
                                    </p:anim>
                                    <p:anim calcmode="lin" valueType="num">
                                      <p:cBhvr>
                                        <p:cTn id="113" dur="1000"/>
                                        <p:tgtEl>
                                          <p:spTgt spid="161"/>
                                        </p:tgtEl>
                                        <p:attrNameLst>
                                          <p:attrName>ppt_h</p:attrName>
                                        </p:attrNameLst>
                                      </p:cBhvr>
                                      <p:tavLst>
                                        <p:tav tm="0">
                                          <p:val>
                                            <p:strVal val="ppt_h"/>
                                          </p:val>
                                        </p:tav>
                                        <p:tav tm="100000">
                                          <p:val>
                                            <p:strVal val="ppt_h"/>
                                          </p:val>
                                        </p:tav>
                                      </p:tavLst>
                                    </p:anim>
                                    <p:animEffect transition="out" filter="fade">
                                      <p:cBhvr>
                                        <p:cTn id="114" dur="1000"/>
                                        <p:tgtEl>
                                          <p:spTgt spid="161"/>
                                        </p:tgtEl>
                                      </p:cBhvr>
                                    </p:animEffect>
                                    <p:set>
                                      <p:cBhvr>
                                        <p:cTn id="115" dur="1" fill="hold">
                                          <p:stCondLst>
                                            <p:cond delay="999"/>
                                          </p:stCondLst>
                                        </p:cTn>
                                        <p:tgtEl>
                                          <p:spTgt spid="161"/>
                                        </p:tgtEl>
                                        <p:attrNameLst>
                                          <p:attrName>style.visibility</p:attrName>
                                        </p:attrNameLst>
                                      </p:cBhvr>
                                      <p:to>
                                        <p:strVal val="hidden"/>
                                      </p:to>
                                    </p:set>
                                  </p:childTnLst>
                                </p:cTn>
                              </p:par>
                              <p:par>
                                <p:cTn id="116" presetID="19" presetClass="entr" presetSubtype="10" fill="hold" grpId="0" nodeType="withEffect">
                                  <p:stCondLst>
                                    <p:cond delay="0"/>
                                  </p:stCondLst>
                                  <p:childTnLst>
                                    <p:set>
                                      <p:cBhvr>
                                        <p:cTn id="117" dur="1" fill="hold">
                                          <p:stCondLst>
                                            <p:cond delay="0"/>
                                          </p:stCondLst>
                                        </p:cTn>
                                        <p:tgtEl>
                                          <p:spTgt spid="150"/>
                                        </p:tgtEl>
                                        <p:attrNameLst>
                                          <p:attrName>style.visibility</p:attrName>
                                        </p:attrNameLst>
                                      </p:cBhvr>
                                      <p:to>
                                        <p:strVal val="visible"/>
                                      </p:to>
                                    </p:set>
                                    <p:anim calcmode="lin" valueType="num">
                                      <p:cBhvr>
                                        <p:cTn id="118" dur="5000" fill="hold"/>
                                        <p:tgtEl>
                                          <p:spTgt spid="150"/>
                                        </p:tgtEl>
                                        <p:attrNameLst>
                                          <p:attrName>ppt_w</p:attrName>
                                        </p:attrNameLst>
                                      </p:cBhvr>
                                      <p:tavLst>
                                        <p:tav tm="0" fmla="#ppt_w*sin(2.5*pi*$)">
                                          <p:val>
                                            <p:fltVal val="0"/>
                                          </p:val>
                                        </p:tav>
                                        <p:tav tm="100000">
                                          <p:val>
                                            <p:fltVal val="1"/>
                                          </p:val>
                                        </p:tav>
                                      </p:tavLst>
                                    </p:anim>
                                    <p:anim calcmode="lin" valueType="num">
                                      <p:cBhvr>
                                        <p:cTn id="119" dur="5000" fill="hold"/>
                                        <p:tgtEl>
                                          <p:spTgt spid="15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par>
                                <p:cTn id="120" presetID="55" presetClass="exit" presetSubtype="0" fill="hold" grpId="1" nodeType="withEffect">
                                  <p:stCondLst>
                                    <p:cond delay="0"/>
                                  </p:stCondLst>
                                  <p:childTnLst>
                                    <p:anim calcmode="lin" valueType="num">
                                      <p:cBhvr>
                                        <p:cTn id="121" dur="1000"/>
                                        <p:tgtEl>
                                          <p:spTgt spid="163"/>
                                        </p:tgtEl>
                                        <p:attrNameLst>
                                          <p:attrName>ppt_w</p:attrName>
                                        </p:attrNameLst>
                                      </p:cBhvr>
                                      <p:tavLst>
                                        <p:tav tm="0">
                                          <p:val>
                                            <p:strVal val="ppt_w"/>
                                          </p:val>
                                        </p:tav>
                                        <p:tav tm="100000">
                                          <p:val>
                                            <p:strVal val="ppt_w*0.70"/>
                                          </p:val>
                                        </p:tav>
                                      </p:tavLst>
                                    </p:anim>
                                    <p:anim calcmode="lin" valueType="num">
                                      <p:cBhvr>
                                        <p:cTn id="122" dur="1000"/>
                                        <p:tgtEl>
                                          <p:spTgt spid="163"/>
                                        </p:tgtEl>
                                        <p:attrNameLst>
                                          <p:attrName>ppt_h</p:attrName>
                                        </p:attrNameLst>
                                      </p:cBhvr>
                                      <p:tavLst>
                                        <p:tav tm="0">
                                          <p:val>
                                            <p:strVal val="ppt_h"/>
                                          </p:val>
                                        </p:tav>
                                        <p:tav tm="100000">
                                          <p:val>
                                            <p:strVal val="ppt_h"/>
                                          </p:val>
                                        </p:tav>
                                      </p:tavLst>
                                    </p:anim>
                                    <p:animEffect transition="out" filter="fade">
                                      <p:cBhvr>
                                        <p:cTn id="123" dur="1000"/>
                                        <p:tgtEl>
                                          <p:spTgt spid="163"/>
                                        </p:tgtEl>
                                      </p:cBhvr>
                                    </p:animEffect>
                                    <p:set>
                                      <p:cBhvr>
                                        <p:cTn id="124" dur="1" fill="hold">
                                          <p:stCondLst>
                                            <p:cond delay="999"/>
                                          </p:stCondLst>
                                        </p:cTn>
                                        <p:tgtEl>
                                          <p:spTgt spid="163"/>
                                        </p:tgtEl>
                                        <p:attrNameLst>
                                          <p:attrName>style.visibility</p:attrName>
                                        </p:attrNameLst>
                                      </p:cBhvr>
                                      <p:to>
                                        <p:strVal val="hidden"/>
                                      </p:to>
                                    </p:set>
                                  </p:childTnLst>
                                </p:cTn>
                              </p:par>
                              <p:par>
                                <p:cTn id="125" presetID="19" presetClass="entr" presetSubtype="10" fill="hold" grpId="0" nodeType="withEffect">
                                  <p:stCondLst>
                                    <p:cond delay="0"/>
                                  </p:stCondLst>
                                  <p:childTnLst>
                                    <p:set>
                                      <p:cBhvr>
                                        <p:cTn id="126" dur="1" fill="hold">
                                          <p:stCondLst>
                                            <p:cond delay="0"/>
                                          </p:stCondLst>
                                        </p:cTn>
                                        <p:tgtEl>
                                          <p:spTgt spid="151"/>
                                        </p:tgtEl>
                                        <p:attrNameLst>
                                          <p:attrName>style.visibility</p:attrName>
                                        </p:attrNameLst>
                                      </p:cBhvr>
                                      <p:to>
                                        <p:strVal val="visible"/>
                                      </p:to>
                                    </p:set>
                                    <p:anim calcmode="lin" valueType="num">
                                      <p:cBhvr>
                                        <p:cTn id="127" dur="5000" fill="hold"/>
                                        <p:tgtEl>
                                          <p:spTgt spid="151"/>
                                        </p:tgtEl>
                                        <p:attrNameLst>
                                          <p:attrName>ppt_w</p:attrName>
                                        </p:attrNameLst>
                                      </p:cBhvr>
                                      <p:tavLst>
                                        <p:tav tm="0" fmla="#ppt_w*sin(2.5*pi*$)">
                                          <p:val>
                                            <p:fltVal val="0"/>
                                          </p:val>
                                        </p:tav>
                                        <p:tav tm="100000">
                                          <p:val>
                                            <p:fltVal val="1"/>
                                          </p:val>
                                        </p:tav>
                                      </p:tavLst>
                                    </p:anim>
                                    <p:anim calcmode="lin" valueType="num">
                                      <p:cBhvr>
                                        <p:cTn id="128" dur="5000" fill="hold"/>
                                        <p:tgtEl>
                                          <p:spTgt spid="15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5"/>
                                            </p:cond>
                                          </p:stCondLst>
                                          <p:endCondLst>
                                            <p:cond evt="onStopAudio" delay="0">
                                              <p:tgtEl>
                                                <p:sldTgt/>
                                              </p:tgtEl>
                                            </p:cond>
                                          </p:endCondLst>
                                        </p:cTn>
                                        <p:tgtEl>
                                          <p:sndTgt r:embed="rId3" name="CAMERA.WAV"/>
                                        </p:tgtEl>
                                      </p:cMediaNode>
                                    </p:audio>
                                  </p:subTnLst>
                                </p:cTn>
                              </p:par>
                              <p:par>
                                <p:cTn id="129" presetID="55" presetClass="exit" presetSubtype="0" fill="hold" grpId="1" nodeType="withEffect">
                                  <p:stCondLst>
                                    <p:cond delay="0"/>
                                  </p:stCondLst>
                                  <p:childTnLst>
                                    <p:anim calcmode="lin" valueType="num">
                                      <p:cBhvr>
                                        <p:cTn id="130" dur="1000"/>
                                        <p:tgtEl>
                                          <p:spTgt spid="164"/>
                                        </p:tgtEl>
                                        <p:attrNameLst>
                                          <p:attrName>ppt_w</p:attrName>
                                        </p:attrNameLst>
                                      </p:cBhvr>
                                      <p:tavLst>
                                        <p:tav tm="0">
                                          <p:val>
                                            <p:strVal val="ppt_w"/>
                                          </p:val>
                                        </p:tav>
                                        <p:tav tm="100000">
                                          <p:val>
                                            <p:strVal val="ppt_w*0.70"/>
                                          </p:val>
                                        </p:tav>
                                      </p:tavLst>
                                    </p:anim>
                                    <p:anim calcmode="lin" valueType="num">
                                      <p:cBhvr>
                                        <p:cTn id="131" dur="1000"/>
                                        <p:tgtEl>
                                          <p:spTgt spid="164"/>
                                        </p:tgtEl>
                                        <p:attrNameLst>
                                          <p:attrName>ppt_h</p:attrName>
                                        </p:attrNameLst>
                                      </p:cBhvr>
                                      <p:tavLst>
                                        <p:tav tm="0">
                                          <p:val>
                                            <p:strVal val="ppt_h"/>
                                          </p:val>
                                        </p:tav>
                                        <p:tav tm="100000">
                                          <p:val>
                                            <p:strVal val="ppt_h"/>
                                          </p:val>
                                        </p:tav>
                                      </p:tavLst>
                                    </p:anim>
                                    <p:animEffect transition="out" filter="fade">
                                      <p:cBhvr>
                                        <p:cTn id="132" dur="1000"/>
                                        <p:tgtEl>
                                          <p:spTgt spid="164"/>
                                        </p:tgtEl>
                                      </p:cBhvr>
                                    </p:animEffect>
                                    <p:set>
                                      <p:cBhvr>
                                        <p:cTn id="133" dur="1" fill="hold">
                                          <p:stCondLst>
                                            <p:cond delay="999"/>
                                          </p:stCondLst>
                                        </p:cTn>
                                        <p:tgtEl>
                                          <p:spTgt spid="164"/>
                                        </p:tgtEl>
                                        <p:attrNameLst>
                                          <p:attrName>style.visibility</p:attrName>
                                        </p:attrNameLst>
                                      </p:cBhvr>
                                      <p:to>
                                        <p:strVal val="hidden"/>
                                      </p:to>
                                    </p:set>
                                  </p:childTnLst>
                                </p:cTn>
                              </p:par>
                              <p:par>
                                <p:cTn id="134" presetID="18" presetClass="entr" presetSubtype="12" fill="hold" grpId="0" nodeType="withEffect">
                                  <p:stCondLst>
                                    <p:cond delay="0"/>
                                  </p:stCondLst>
                                  <p:childTnLst>
                                    <p:set>
                                      <p:cBhvr>
                                        <p:cTn id="135" dur="1" fill="hold">
                                          <p:stCondLst>
                                            <p:cond delay="0"/>
                                          </p:stCondLst>
                                        </p:cTn>
                                        <p:tgtEl>
                                          <p:spTgt spid="138"/>
                                        </p:tgtEl>
                                        <p:attrNameLst>
                                          <p:attrName>style.visibility</p:attrName>
                                        </p:attrNameLst>
                                      </p:cBhvr>
                                      <p:to>
                                        <p:strVal val="visible"/>
                                      </p:to>
                                    </p:set>
                                    <p:animEffect transition="in" filter="strips(downLeft)">
                                      <p:cBhvr>
                                        <p:cTn id="136" dur="5000"/>
                                        <p:tgtEl>
                                          <p:spTgt spid="138"/>
                                        </p:tgtEl>
                                      </p:cBhvr>
                                    </p:animEffect>
                                  </p:childTnLst>
                                  <p:subTnLst>
                                    <p:audio>
                                      <p:cMediaNode>
                                        <p:cTn display="0" masterRel="sameClick">
                                          <p:stCondLst>
                                            <p:cond evt="begin" delay="0">
                                              <p:tn val="134"/>
                                            </p:cond>
                                          </p:stCondLst>
                                          <p:endCondLst>
                                            <p:cond evt="onStopAudio" delay="0">
                                              <p:tgtEl>
                                                <p:sldTgt/>
                                              </p:tgtEl>
                                            </p:cond>
                                          </p:endCondLst>
                                        </p:cTn>
                                        <p:tgtEl>
                                          <p:sndTgt r:embed="rId4" name="CHIMES.WAV"/>
                                        </p:tgtEl>
                                      </p:cMediaNode>
                                    </p:audio>
                                  </p:subTnLst>
                                </p:cTn>
                              </p:par>
                              <p:par>
                                <p:cTn id="137" presetID="18" presetClass="entr" presetSubtype="6" fill="hold" grpId="0" nodeType="withEffect">
                                  <p:stCondLst>
                                    <p:cond delay="0"/>
                                  </p:stCondLst>
                                  <p:childTnLst>
                                    <p:set>
                                      <p:cBhvr>
                                        <p:cTn id="138" dur="1" fill="hold">
                                          <p:stCondLst>
                                            <p:cond delay="0"/>
                                          </p:stCondLst>
                                        </p:cTn>
                                        <p:tgtEl>
                                          <p:spTgt spid="137"/>
                                        </p:tgtEl>
                                        <p:attrNameLst>
                                          <p:attrName>style.visibility</p:attrName>
                                        </p:attrNameLst>
                                      </p:cBhvr>
                                      <p:to>
                                        <p:strVal val="visible"/>
                                      </p:to>
                                    </p:set>
                                    <p:animEffect transition="in" filter="strips(downRight)">
                                      <p:cBhvr>
                                        <p:cTn id="139" dur="5000"/>
                                        <p:tgtEl>
                                          <p:spTgt spid="137"/>
                                        </p:tgtEl>
                                      </p:cBhvr>
                                    </p:animEffect>
                                  </p:childTnLst>
                                  <p:subTnLst>
                                    <p:audio>
                                      <p:cMediaNode>
                                        <p:cTn display="0" masterRel="sameClick">
                                          <p:stCondLst>
                                            <p:cond evt="begin" delay="0">
                                              <p:tn val="137"/>
                                            </p:cond>
                                          </p:stCondLst>
                                          <p:endCondLst>
                                            <p:cond evt="onStopAudio" delay="0">
                                              <p:tgtEl>
                                                <p:sldTgt/>
                                              </p:tgtEl>
                                            </p:cond>
                                          </p:endCondLst>
                                        </p:cTn>
                                        <p:tgtEl>
                                          <p:sndTgt r:embed="rId4" name="CHIMES.WAV"/>
                                        </p:tgtEl>
                                      </p:cMediaNode>
                                    </p:audio>
                                  </p:subTnLst>
                                </p:cTn>
                              </p:par>
                              <p:par>
                                <p:cTn id="140" presetID="16" presetClass="entr" presetSubtype="37" fill="hold" grpId="0" nodeType="withEffect">
                                  <p:stCondLst>
                                    <p:cond delay="0"/>
                                  </p:stCondLst>
                                  <p:childTnLst>
                                    <p:set>
                                      <p:cBhvr>
                                        <p:cTn id="141" dur="1" fill="hold">
                                          <p:stCondLst>
                                            <p:cond delay="0"/>
                                          </p:stCondLst>
                                        </p:cTn>
                                        <p:tgtEl>
                                          <p:spTgt spid="140"/>
                                        </p:tgtEl>
                                        <p:attrNameLst>
                                          <p:attrName>style.visibility</p:attrName>
                                        </p:attrNameLst>
                                      </p:cBhvr>
                                      <p:to>
                                        <p:strVal val="visible"/>
                                      </p:to>
                                    </p:set>
                                    <p:animEffect transition="in" filter="barn(outVertical)">
                                      <p:cBhvr>
                                        <p:cTn id="142" dur="5000"/>
                                        <p:tgtEl>
                                          <p:spTgt spid="140"/>
                                        </p:tgtEl>
                                      </p:cBhvr>
                                    </p:animEffect>
                                  </p:childTnLst>
                                  <p:subTnLst>
                                    <p:audio>
                                      <p:cMediaNode>
                                        <p:cTn display="0" masterRel="sameClick">
                                          <p:stCondLst>
                                            <p:cond evt="begin" delay="0">
                                              <p:tn val="140"/>
                                            </p:cond>
                                          </p:stCondLst>
                                          <p:endCondLst>
                                            <p:cond evt="onStopAudio" delay="0">
                                              <p:tgtEl>
                                                <p:sldTgt/>
                                              </p:tgtEl>
                                            </p:cond>
                                          </p:endCondLst>
                                        </p:cTn>
                                        <p:tgtEl>
                                          <p:sndTgt r:embed="rId4" name="CHIMES.WAV"/>
                                        </p:tgtEl>
                                      </p:cMediaNode>
                                    </p:audio>
                                  </p:subTnLst>
                                </p:cTn>
                              </p:par>
                              <p:par>
                                <p:cTn id="143" presetID="16" presetClass="entr" presetSubtype="37" fill="hold" grpId="0" nodeType="withEffect">
                                  <p:stCondLst>
                                    <p:cond delay="0"/>
                                  </p:stCondLst>
                                  <p:childTnLst>
                                    <p:set>
                                      <p:cBhvr>
                                        <p:cTn id="144" dur="1" fill="hold">
                                          <p:stCondLst>
                                            <p:cond delay="0"/>
                                          </p:stCondLst>
                                        </p:cTn>
                                        <p:tgtEl>
                                          <p:spTgt spid="139"/>
                                        </p:tgtEl>
                                        <p:attrNameLst>
                                          <p:attrName>style.visibility</p:attrName>
                                        </p:attrNameLst>
                                      </p:cBhvr>
                                      <p:to>
                                        <p:strVal val="visible"/>
                                      </p:to>
                                    </p:set>
                                    <p:animEffect transition="in" filter="barn(outVertical)">
                                      <p:cBhvr>
                                        <p:cTn id="145" dur="5000"/>
                                        <p:tgtEl>
                                          <p:spTgt spid="139"/>
                                        </p:tgtEl>
                                      </p:cBhvr>
                                    </p:animEffect>
                                  </p:childTnLst>
                                  <p:subTnLst>
                                    <p:audio>
                                      <p:cMediaNode>
                                        <p:cTn display="0" masterRel="sameClick">
                                          <p:stCondLst>
                                            <p:cond evt="begin" delay="0">
                                              <p:tn val="143"/>
                                            </p:cond>
                                          </p:stCondLst>
                                          <p:endCondLst>
                                            <p:cond evt="onStopAudio" delay="0">
                                              <p:tgtEl>
                                                <p:sldTgt/>
                                              </p:tgtEl>
                                            </p:cond>
                                          </p:endCondLst>
                                        </p:cTn>
                                        <p:tgtEl>
                                          <p:sndTgt r:embed="rId4" name="CHIMES.WAV"/>
                                        </p:tgtEl>
                                      </p:cMediaNode>
                                    </p:audio>
                                  </p:subTnLst>
                                </p:cTn>
                              </p:par>
                            </p:childTnLst>
                          </p:cTn>
                        </p:par>
                        <p:par>
                          <p:cTn id="146" fill="hold">
                            <p:stCondLst>
                              <p:cond delay="10000"/>
                            </p:stCondLst>
                            <p:childTnLst>
                              <p:par>
                                <p:cTn id="147" presetID="20" presetClass="entr" presetSubtype="0" fill="hold" grpId="0" nodeType="afterEffect">
                                  <p:stCondLst>
                                    <p:cond delay="300"/>
                                  </p:stCondLst>
                                  <p:childTnLst>
                                    <p:set>
                                      <p:cBhvr>
                                        <p:cTn id="148" dur="1" fill="hold">
                                          <p:stCondLst>
                                            <p:cond delay="0"/>
                                          </p:stCondLst>
                                        </p:cTn>
                                        <p:tgtEl>
                                          <p:spTgt spid="141"/>
                                        </p:tgtEl>
                                        <p:attrNameLst>
                                          <p:attrName>style.visibility</p:attrName>
                                        </p:attrNameLst>
                                      </p:cBhvr>
                                      <p:to>
                                        <p:strVal val="visible"/>
                                      </p:to>
                                    </p:set>
                                    <p:animEffect transition="in" filter="wedge">
                                      <p:cBhvr>
                                        <p:cTn id="149" dur="2000"/>
                                        <p:tgtEl>
                                          <p:spTgt spid="141"/>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20" presetClass="entr" presetSubtype="0" fill="hold" grpId="0" nodeType="withEffect">
                                  <p:stCondLst>
                                    <p:cond delay="300"/>
                                  </p:stCondLst>
                                  <p:childTnLst>
                                    <p:set>
                                      <p:cBhvr>
                                        <p:cTn id="151" dur="1" fill="hold">
                                          <p:stCondLst>
                                            <p:cond delay="0"/>
                                          </p:stCondLst>
                                        </p:cTn>
                                        <p:tgtEl>
                                          <p:spTgt spid="142"/>
                                        </p:tgtEl>
                                        <p:attrNameLst>
                                          <p:attrName>style.visibility</p:attrName>
                                        </p:attrNameLst>
                                      </p:cBhvr>
                                      <p:to>
                                        <p:strVal val="visible"/>
                                      </p:to>
                                    </p:set>
                                    <p:animEffect transition="in" filter="wedge">
                                      <p:cBhvr>
                                        <p:cTn id="152" dur="2000"/>
                                        <p:tgtEl>
                                          <p:spTgt spid="142"/>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20" presetClass="entr" presetSubtype="0" fill="hold" grpId="0" nodeType="withEffect">
                                  <p:stCondLst>
                                    <p:cond delay="300"/>
                                  </p:stCondLst>
                                  <p:childTnLst>
                                    <p:set>
                                      <p:cBhvr>
                                        <p:cTn id="154" dur="1" fill="hold">
                                          <p:stCondLst>
                                            <p:cond delay="0"/>
                                          </p:stCondLst>
                                        </p:cTn>
                                        <p:tgtEl>
                                          <p:spTgt spid="143"/>
                                        </p:tgtEl>
                                        <p:attrNameLst>
                                          <p:attrName>style.visibility</p:attrName>
                                        </p:attrNameLst>
                                      </p:cBhvr>
                                      <p:to>
                                        <p:strVal val="visible"/>
                                      </p:to>
                                    </p:set>
                                    <p:animEffect transition="in" filter="wedge">
                                      <p:cBhvr>
                                        <p:cTn id="155" dur="2000"/>
                                        <p:tgtEl>
                                          <p:spTgt spid="143"/>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par>
                                <p:cTn id="156" presetID="20" presetClass="entr" presetSubtype="0" fill="hold" grpId="0" nodeType="withEffect">
                                  <p:stCondLst>
                                    <p:cond delay="300"/>
                                  </p:stCondLst>
                                  <p:childTnLst>
                                    <p:set>
                                      <p:cBhvr>
                                        <p:cTn id="157" dur="1" fill="hold">
                                          <p:stCondLst>
                                            <p:cond delay="0"/>
                                          </p:stCondLst>
                                        </p:cTn>
                                        <p:tgtEl>
                                          <p:spTgt spid="144"/>
                                        </p:tgtEl>
                                        <p:attrNameLst>
                                          <p:attrName>style.visibility</p:attrName>
                                        </p:attrNameLst>
                                      </p:cBhvr>
                                      <p:to>
                                        <p:strVal val="visible"/>
                                      </p:to>
                                    </p:set>
                                    <p:animEffect transition="in" filter="wedge">
                                      <p:cBhvr>
                                        <p:cTn id="158" dur="2000"/>
                                        <p:tgtEl>
                                          <p:spTgt spid="144"/>
                                        </p:tgtEl>
                                      </p:cBhvr>
                                    </p:animEffect>
                                  </p:childTnLst>
                                  <p:subTnLst>
                                    <p:audio>
                                      <p:cMediaNode>
                                        <p:cTn display="0" masterRel="sameClick">
                                          <p:stCondLst>
                                            <p:cond evt="begin" delay="0">
                                              <p:tn val="156"/>
                                            </p:cond>
                                          </p:stCondLst>
                                          <p:endCondLst>
                                            <p:cond evt="onStopAudio" delay="0">
                                              <p:tgtEl>
                                                <p:sldTgt/>
                                              </p:tgtEl>
                                            </p:cond>
                                          </p:endCondLst>
                                        </p:cTn>
                                        <p:tgtEl>
                                          <p:sndTgt r:embed="rId4" name="CHIMES.WAV"/>
                                        </p:tgtEl>
                                      </p:cMediaNode>
                                    </p:audio>
                                  </p:subTnLst>
                                </p:cTn>
                              </p:par>
                            </p:childTnLst>
                          </p:cTn>
                        </p:par>
                        <p:par>
                          <p:cTn id="159" fill="hold">
                            <p:stCondLst>
                              <p:cond delay="12300"/>
                            </p:stCondLst>
                            <p:childTnLst>
                              <p:par>
                                <p:cTn id="160" presetID="20" presetClass="entr" presetSubtype="0" fill="hold" grpId="0" nodeType="afterEffect">
                                  <p:stCondLst>
                                    <p:cond delay="300"/>
                                  </p:stCondLst>
                                  <p:childTnLst>
                                    <p:set>
                                      <p:cBhvr>
                                        <p:cTn id="161" dur="1" fill="hold">
                                          <p:stCondLst>
                                            <p:cond delay="0"/>
                                          </p:stCondLst>
                                        </p:cTn>
                                        <p:tgtEl>
                                          <p:spTgt spid="146"/>
                                        </p:tgtEl>
                                        <p:attrNameLst>
                                          <p:attrName>style.visibility</p:attrName>
                                        </p:attrNameLst>
                                      </p:cBhvr>
                                      <p:to>
                                        <p:strVal val="visible"/>
                                      </p:to>
                                    </p:set>
                                    <p:animEffect transition="in" filter="wedge">
                                      <p:cBhvr>
                                        <p:cTn id="162" dur="2000"/>
                                        <p:tgtEl>
                                          <p:spTgt spid="146"/>
                                        </p:tgtEl>
                                      </p:cBhvr>
                                    </p:animEffect>
                                  </p:childTnLst>
                                  <p:subTnLst>
                                    <p:audio>
                                      <p:cMediaNode>
                                        <p:cTn display="0" masterRel="sameClick">
                                          <p:stCondLst>
                                            <p:cond evt="begin" delay="0">
                                              <p:tn val="160"/>
                                            </p:cond>
                                          </p:stCondLst>
                                          <p:endCondLst>
                                            <p:cond evt="onStopAudio" delay="0">
                                              <p:tgtEl>
                                                <p:sldTgt/>
                                              </p:tgtEl>
                                            </p:cond>
                                          </p:endCondLst>
                                        </p:cTn>
                                        <p:tgtEl>
                                          <p:sndTgt r:embed="rId4" name="CHIMES.WAV"/>
                                        </p:tgtEl>
                                      </p:cMediaNode>
                                    </p:audio>
                                  </p:subTnLst>
                                </p:cTn>
                              </p:par>
                              <p:par>
                                <p:cTn id="163" presetID="20" presetClass="entr" presetSubtype="0" fill="hold" grpId="0" nodeType="withEffect">
                                  <p:stCondLst>
                                    <p:cond delay="300"/>
                                  </p:stCondLst>
                                  <p:childTnLst>
                                    <p:set>
                                      <p:cBhvr>
                                        <p:cTn id="164" dur="1" fill="hold">
                                          <p:stCondLst>
                                            <p:cond delay="0"/>
                                          </p:stCondLst>
                                        </p:cTn>
                                        <p:tgtEl>
                                          <p:spTgt spid="148"/>
                                        </p:tgtEl>
                                        <p:attrNameLst>
                                          <p:attrName>style.visibility</p:attrName>
                                        </p:attrNameLst>
                                      </p:cBhvr>
                                      <p:to>
                                        <p:strVal val="visible"/>
                                      </p:to>
                                    </p:set>
                                    <p:animEffect transition="in" filter="wedge">
                                      <p:cBhvr>
                                        <p:cTn id="165" dur="2000"/>
                                        <p:tgtEl>
                                          <p:spTgt spid="148"/>
                                        </p:tgtEl>
                                      </p:cBhvr>
                                    </p:animEffect>
                                  </p:childTnLst>
                                  <p:subTnLst>
                                    <p:audio>
                                      <p:cMediaNode>
                                        <p:cTn display="0" masterRel="sameClick">
                                          <p:stCondLst>
                                            <p:cond evt="begin" delay="0">
                                              <p:tn val="163"/>
                                            </p:cond>
                                          </p:stCondLst>
                                          <p:endCondLst>
                                            <p:cond evt="onStopAudio" delay="0">
                                              <p:tgtEl>
                                                <p:sldTgt/>
                                              </p:tgtEl>
                                            </p:cond>
                                          </p:endCondLst>
                                        </p:cTn>
                                        <p:tgtEl>
                                          <p:sndTgt r:embed="rId4" name="CHIMES.WAV"/>
                                        </p:tgtEl>
                                      </p:cMediaNode>
                                    </p:audio>
                                  </p:subTnLst>
                                </p:cTn>
                              </p:par>
                              <p:par>
                                <p:cTn id="166" presetID="20" presetClass="entr" presetSubtype="0" fill="hold" grpId="0" nodeType="withEffect">
                                  <p:stCondLst>
                                    <p:cond delay="300"/>
                                  </p:stCondLst>
                                  <p:childTnLst>
                                    <p:set>
                                      <p:cBhvr>
                                        <p:cTn id="167" dur="1" fill="hold">
                                          <p:stCondLst>
                                            <p:cond delay="0"/>
                                          </p:stCondLst>
                                        </p:cTn>
                                        <p:tgtEl>
                                          <p:spTgt spid="145"/>
                                        </p:tgtEl>
                                        <p:attrNameLst>
                                          <p:attrName>style.visibility</p:attrName>
                                        </p:attrNameLst>
                                      </p:cBhvr>
                                      <p:to>
                                        <p:strVal val="visible"/>
                                      </p:to>
                                    </p:set>
                                    <p:animEffect transition="in" filter="wedge">
                                      <p:cBhvr>
                                        <p:cTn id="168" dur="2000"/>
                                        <p:tgtEl>
                                          <p:spTgt spid="145"/>
                                        </p:tgtEl>
                                      </p:cBhvr>
                                    </p:animEffect>
                                  </p:childTnLst>
                                  <p:subTnLst>
                                    <p:audio>
                                      <p:cMediaNode>
                                        <p:cTn display="0" masterRel="sameClick">
                                          <p:stCondLst>
                                            <p:cond evt="begin" delay="0">
                                              <p:tn val="166"/>
                                            </p:cond>
                                          </p:stCondLst>
                                          <p:endCondLst>
                                            <p:cond evt="onStopAudio" delay="0">
                                              <p:tgtEl>
                                                <p:sldTgt/>
                                              </p:tgtEl>
                                            </p:cond>
                                          </p:endCondLst>
                                        </p:cTn>
                                        <p:tgtEl>
                                          <p:sndTgt r:embed="rId4" name="CHIMES.WAV"/>
                                        </p:tgtEl>
                                      </p:cMediaNode>
                                    </p:audio>
                                  </p:subTnLst>
                                </p:cTn>
                              </p:par>
                              <p:par>
                                <p:cTn id="169" presetID="20" presetClass="entr" presetSubtype="0" fill="hold" grpId="0" nodeType="withEffect">
                                  <p:stCondLst>
                                    <p:cond delay="300"/>
                                  </p:stCondLst>
                                  <p:childTnLst>
                                    <p:set>
                                      <p:cBhvr>
                                        <p:cTn id="170" dur="1" fill="hold">
                                          <p:stCondLst>
                                            <p:cond delay="0"/>
                                          </p:stCondLst>
                                        </p:cTn>
                                        <p:tgtEl>
                                          <p:spTgt spid="147"/>
                                        </p:tgtEl>
                                        <p:attrNameLst>
                                          <p:attrName>style.visibility</p:attrName>
                                        </p:attrNameLst>
                                      </p:cBhvr>
                                      <p:to>
                                        <p:strVal val="visible"/>
                                      </p:to>
                                    </p:set>
                                    <p:animEffect transition="in" filter="wedge">
                                      <p:cBhvr>
                                        <p:cTn id="171" dur="2000"/>
                                        <p:tgtEl>
                                          <p:spTgt spid="147"/>
                                        </p:tgtEl>
                                      </p:cBhvr>
                                    </p:animEffect>
                                  </p:childTnLst>
                                  <p:subTnLst>
                                    <p:audio>
                                      <p:cMediaNode>
                                        <p:cTn display="0" masterRel="sameClick">
                                          <p:stCondLst>
                                            <p:cond evt="begin" delay="0">
                                              <p:tn val="169"/>
                                            </p:cond>
                                          </p:stCondLst>
                                          <p:endCondLst>
                                            <p:cond evt="onStopAudio" delay="0">
                                              <p:tgtEl>
                                                <p:sldTgt/>
                                              </p:tgtEl>
                                            </p:cond>
                                          </p:endCondLst>
                                        </p:cTn>
                                        <p:tgtEl>
                                          <p:sndTgt r:embed="rId4" name="CHIMES.WAV"/>
                                        </p:tgtEl>
                                      </p:cMediaNode>
                                    </p:audio>
                                  </p:subTnLst>
                                </p:cTn>
                              </p:par>
                            </p:childTnLst>
                          </p:cTn>
                        </p:par>
                      </p:childTnLst>
                    </p:cTn>
                  </p:par>
                  <p:par>
                    <p:cTn id="172" fill="hold">
                      <p:stCondLst>
                        <p:cond delay="indefinite"/>
                      </p:stCondLst>
                      <p:childTnLst>
                        <p:par>
                          <p:cTn id="173" fill="hold">
                            <p:stCondLst>
                              <p:cond delay="0"/>
                            </p:stCondLst>
                            <p:childTnLst>
                              <p:par>
                                <p:cTn id="174" presetID="16" presetClass="entr" presetSubtype="37" fill="hold" nodeType="clickEffect">
                                  <p:stCondLst>
                                    <p:cond delay="0"/>
                                  </p:stCondLst>
                                  <p:childTnLst>
                                    <p:set>
                                      <p:cBhvr>
                                        <p:cTn id="175" dur="1" fill="hold">
                                          <p:stCondLst>
                                            <p:cond delay="0"/>
                                          </p:stCondLst>
                                        </p:cTn>
                                        <p:tgtEl>
                                          <p:spTgt spid="65"/>
                                        </p:tgtEl>
                                        <p:attrNameLst>
                                          <p:attrName>style.visibility</p:attrName>
                                        </p:attrNameLst>
                                      </p:cBhvr>
                                      <p:to>
                                        <p:strVal val="visible"/>
                                      </p:to>
                                    </p:set>
                                    <p:animEffect transition="in" filter="barn(outVertical)">
                                      <p:cBhvr>
                                        <p:cTn id="176" dur="3000"/>
                                        <p:tgtEl>
                                          <p:spTgt spid="65"/>
                                        </p:tgtEl>
                                      </p:cBhvr>
                                    </p:animEffect>
                                  </p:childTnLst>
                                  <p:subTnLst>
                                    <p:audio>
                                      <p:cMediaNode>
                                        <p:cTn display="0" masterRel="sameClick">
                                          <p:stCondLst>
                                            <p:cond evt="begin" delay="0">
                                              <p:tn val="174"/>
                                            </p:cond>
                                          </p:stCondLst>
                                          <p:endCondLst>
                                            <p:cond evt="onStopAudio" delay="0">
                                              <p:tgtEl>
                                                <p:sldTgt/>
                                              </p:tgtEl>
                                            </p:cond>
                                          </p:endCondLst>
                                        </p:cTn>
                                        <p:tgtEl>
                                          <p:sndTgt r:embed="rId5" name="PROJCTOR.WAV"/>
                                        </p:tgtEl>
                                      </p:cMediaNode>
                                    </p:audio>
                                  </p:subTnLst>
                                </p:cTn>
                              </p:par>
                            </p:childTnLst>
                          </p:cTn>
                        </p:par>
                      </p:childTnLst>
                    </p:cTn>
                  </p:par>
                  <p:par>
                    <p:cTn id="177" fill="hold">
                      <p:stCondLst>
                        <p:cond delay="indefinite"/>
                      </p:stCondLst>
                      <p:childTnLst>
                        <p:par>
                          <p:cTn id="178" fill="hold">
                            <p:stCondLst>
                              <p:cond delay="0"/>
                            </p:stCondLst>
                            <p:childTnLst>
                              <p:par>
                                <p:cTn id="179" presetID="22" presetClass="entr" presetSubtype="8" fill="hold" nodeType="clickEffect">
                                  <p:stCondLst>
                                    <p:cond delay="0"/>
                                  </p:stCondLst>
                                  <p:childTnLst>
                                    <p:set>
                                      <p:cBhvr>
                                        <p:cTn id="180" dur="1" fill="hold">
                                          <p:stCondLst>
                                            <p:cond delay="0"/>
                                          </p:stCondLst>
                                        </p:cTn>
                                        <p:tgtEl>
                                          <p:spTgt spid="84"/>
                                        </p:tgtEl>
                                        <p:attrNameLst>
                                          <p:attrName>style.visibility</p:attrName>
                                        </p:attrNameLst>
                                      </p:cBhvr>
                                      <p:to>
                                        <p:strVal val="visible"/>
                                      </p:to>
                                    </p:set>
                                    <p:animEffect transition="in" filter="wipe(left)">
                                      <p:cBhvr>
                                        <p:cTn id="181" dur="5000"/>
                                        <p:tgtEl>
                                          <p:spTgt spid="84"/>
                                        </p:tgtEl>
                                      </p:cBhvr>
                                    </p:animEffect>
                                  </p:childTnLst>
                                  <p:subTnLst>
                                    <p:audio>
                                      <p:cMediaNode>
                                        <p:cTn display="0" masterRel="sameClick">
                                          <p:stCondLst>
                                            <p:cond evt="begin" delay="0">
                                              <p:tn val="179"/>
                                            </p:cond>
                                          </p:stCondLst>
                                          <p:endCondLst>
                                            <p:cond evt="onStopAudio" delay="0">
                                              <p:tgtEl>
                                                <p:sldTgt/>
                                              </p:tgtEl>
                                            </p:cond>
                                          </p:endCondLst>
                                        </p:cTn>
                                        <p:tgtEl>
                                          <p:sndTgt r:embed="rId3" name="CAMERA.WAV"/>
                                        </p:tgtEl>
                                      </p:cMediaNode>
                                    </p:audio>
                                  </p:subTnLst>
                                </p:cTn>
                              </p:par>
                            </p:childTnLst>
                          </p:cTn>
                        </p:par>
                        <p:par>
                          <p:cTn id="182" fill="hold">
                            <p:stCondLst>
                              <p:cond delay="5000"/>
                            </p:stCondLst>
                            <p:childTnLst>
                              <p:par>
                                <p:cTn id="183" presetID="20" presetClass="entr" presetSubtype="0" fill="hold" grpId="0" nodeType="afterEffect">
                                  <p:stCondLst>
                                    <p:cond delay="1000"/>
                                  </p:stCondLst>
                                  <p:childTnLst>
                                    <p:set>
                                      <p:cBhvr>
                                        <p:cTn id="184" dur="1" fill="hold">
                                          <p:stCondLst>
                                            <p:cond delay="0"/>
                                          </p:stCondLst>
                                        </p:cTn>
                                        <p:tgtEl>
                                          <p:spTgt spid="63"/>
                                        </p:tgtEl>
                                        <p:attrNameLst>
                                          <p:attrName>style.visibility</p:attrName>
                                        </p:attrNameLst>
                                      </p:cBhvr>
                                      <p:to>
                                        <p:strVal val="visible"/>
                                      </p:to>
                                    </p:set>
                                    <p:animEffect transition="in" filter="wedge">
                                      <p:cBhvr>
                                        <p:cTn id="185" dur="3000"/>
                                        <p:tgtEl>
                                          <p:spTgt spid="63"/>
                                        </p:tgtEl>
                                      </p:cBhvr>
                                    </p:animEffect>
                                  </p:childTnLst>
                                  <p:subTnLst>
                                    <p:audio>
                                      <p:cMediaNode>
                                        <p:cTn display="0" masterRel="sameClick">
                                          <p:stCondLst>
                                            <p:cond evt="begin" delay="0">
                                              <p:tn val="183"/>
                                            </p:cond>
                                          </p:stCondLst>
                                          <p:endCondLst>
                                            <p:cond evt="onStopAudio" delay="0">
                                              <p:tgtEl>
                                                <p:sldTgt/>
                                              </p:tgtEl>
                                            </p:cond>
                                          </p:endCondLst>
                                        </p:cTn>
                                        <p:tgtEl>
                                          <p:sndTgt r:embed="rId5" name="PROJCTOR.WAV"/>
                                        </p:tgtEl>
                                      </p:cMediaNode>
                                    </p:audio>
                                  </p:subTnLst>
                                </p:cTn>
                              </p:par>
                            </p:childTnLst>
                          </p:cTn>
                        </p:par>
                        <p:par>
                          <p:cTn id="186" fill="hold">
                            <p:stCondLst>
                              <p:cond delay="9000"/>
                            </p:stCondLst>
                            <p:childTnLst>
                              <p:par>
                                <p:cTn id="187" presetID="18" presetClass="entr" presetSubtype="12" fill="hold" grpId="0" nodeType="afterEffect">
                                  <p:stCondLst>
                                    <p:cond delay="300"/>
                                  </p:stCondLst>
                                  <p:childTnLst>
                                    <p:set>
                                      <p:cBhvr>
                                        <p:cTn id="188" dur="1" fill="hold">
                                          <p:stCondLst>
                                            <p:cond delay="0"/>
                                          </p:stCondLst>
                                        </p:cTn>
                                        <p:tgtEl>
                                          <p:spTgt spid="89"/>
                                        </p:tgtEl>
                                        <p:attrNameLst>
                                          <p:attrName>style.visibility</p:attrName>
                                        </p:attrNameLst>
                                      </p:cBhvr>
                                      <p:to>
                                        <p:strVal val="visible"/>
                                      </p:to>
                                    </p:set>
                                    <p:animEffect transition="in" filter="strips(downLeft)">
                                      <p:cBhvr>
                                        <p:cTn id="189" dur="3000"/>
                                        <p:tgtEl>
                                          <p:spTgt spid="89"/>
                                        </p:tgtEl>
                                      </p:cBhvr>
                                    </p:animEffect>
                                  </p:childTnLst>
                                  <p:subTnLst>
                                    <p:audio>
                                      <p:cMediaNode>
                                        <p:cTn display="0" masterRel="sameClick">
                                          <p:stCondLst>
                                            <p:cond evt="begin" delay="0">
                                              <p:tn val="187"/>
                                            </p:cond>
                                          </p:stCondLst>
                                          <p:endCondLst>
                                            <p:cond evt="onStopAudio" delay="0">
                                              <p:tgtEl>
                                                <p:sldTgt/>
                                              </p:tgtEl>
                                            </p:cond>
                                          </p:endCondLst>
                                        </p:cTn>
                                        <p:tgtEl>
                                          <p:sndTgt r:embed="rId4" name="CHIMES.WAV"/>
                                        </p:tgtEl>
                                      </p:cMediaNode>
                                    </p:audio>
                                  </p:subTnLst>
                                </p:cTn>
                              </p:par>
                            </p:childTnLst>
                          </p:cTn>
                        </p:par>
                      </p:childTnLst>
                    </p:cTn>
                  </p:par>
                  <p:par>
                    <p:cTn id="190" fill="hold">
                      <p:stCondLst>
                        <p:cond delay="indefinite"/>
                      </p:stCondLst>
                      <p:childTnLst>
                        <p:par>
                          <p:cTn id="191" fill="hold">
                            <p:stCondLst>
                              <p:cond delay="0"/>
                            </p:stCondLst>
                            <p:childTnLst>
                              <p:par>
                                <p:cTn id="192" presetID="18" presetClass="entr" presetSubtype="3" fill="hold" grpId="0" nodeType="clickEffect">
                                  <p:stCondLst>
                                    <p:cond delay="0"/>
                                  </p:stCondLst>
                                  <p:childTnLst>
                                    <p:set>
                                      <p:cBhvr>
                                        <p:cTn id="193" dur="1" fill="hold">
                                          <p:stCondLst>
                                            <p:cond delay="0"/>
                                          </p:stCondLst>
                                        </p:cTn>
                                        <p:tgtEl>
                                          <p:spTgt spid="88"/>
                                        </p:tgtEl>
                                        <p:attrNameLst>
                                          <p:attrName>style.visibility</p:attrName>
                                        </p:attrNameLst>
                                      </p:cBhvr>
                                      <p:to>
                                        <p:strVal val="visible"/>
                                      </p:to>
                                    </p:set>
                                    <p:animEffect transition="in" filter="strips(upRight)">
                                      <p:cBhvr>
                                        <p:cTn id="194" dur="5000"/>
                                        <p:tgtEl>
                                          <p:spTgt spid="88"/>
                                        </p:tgtEl>
                                      </p:cBhvr>
                                    </p:animEffect>
                                  </p:childTnLst>
                                  <p:subTnLst>
                                    <p:audio>
                                      <p:cMediaNode>
                                        <p:cTn display="0" masterRel="sameClick">
                                          <p:stCondLst>
                                            <p:cond evt="begin" delay="0">
                                              <p:tn val="192"/>
                                            </p:cond>
                                          </p:stCondLst>
                                          <p:endCondLst>
                                            <p:cond evt="onStopAudio" delay="0">
                                              <p:tgtEl>
                                                <p:sldTgt/>
                                              </p:tgtEl>
                                            </p:cond>
                                          </p:endCondLst>
                                        </p:cTn>
                                        <p:tgtEl>
                                          <p:sndTgt r:embed="rId6" name="LASER.WAV"/>
                                        </p:tgtEl>
                                      </p:cMediaNode>
                                    </p:audio>
                                  </p:subTnLst>
                                </p:cTn>
                              </p:par>
                              <p:par>
                                <p:cTn id="195" presetID="19" presetClass="entr" presetSubtype="10" fill="hold" grpId="0" nodeType="withEffect">
                                  <p:stCondLst>
                                    <p:cond delay="0"/>
                                  </p:stCondLst>
                                  <p:childTnLst>
                                    <p:set>
                                      <p:cBhvr>
                                        <p:cTn id="196" dur="1" fill="hold">
                                          <p:stCondLst>
                                            <p:cond delay="0"/>
                                          </p:stCondLst>
                                        </p:cTn>
                                        <p:tgtEl>
                                          <p:spTgt spid="92"/>
                                        </p:tgtEl>
                                        <p:attrNameLst>
                                          <p:attrName>style.visibility</p:attrName>
                                        </p:attrNameLst>
                                      </p:cBhvr>
                                      <p:to>
                                        <p:strVal val="visible"/>
                                      </p:to>
                                    </p:set>
                                    <p:anim calcmode="lin" valueType="num">
                                      <p:cBhvr>
                                        <p:cTn id="197" dur="5000" fill="hold"/>
                                        <p:tgtEl>
                                          <p:spTgt spid="92"/>
                                        </p:tgtEl>
                                        <p:attrNameLst>
                                          <p:attrName>ppt_w</p:attrName>
                                        </p:attrNameLst>
                                      </p:cBhvr>
                                      <p:tavLst>
                                        <p:tav tm="0" fmla="#ppt_w*sin(2.5*pi*$)">
                                          <p:val>
                                            <p:fltVal val="0"/>
                                          </p:val>
                                        </p:tav>
                                        <p:tav tm="100000">
                                          <p:val>
                                            <p:fltVal val="1"/>
                                          </p:val>
                                        </p:tav>
                                      </p:tavLst>
                                    </p:anim>
                                    <p:anim calcmode="lin" valueType="num">
                                      <p:cBhvr>
                                        <p:cTn id="198" dur="5000" fill="hold"/>
                                        <p:tgtEl>
                                          <p:spTgt spid="92"/>
                                        </p:tgtEl>
                                        <p:attrNameLst>
                                          <p:attrName>ppt_h</p:attrName>
                                        </p:attrNameLst>
                                      </p:cBhvr>
                                      <p:tavLst>
                                        <p:tav tm="0">
                                          <p:val>
                                            <p:strVal val="#ppt_h"/>
                                          </p:val>
                                        </p:tav>
                                        <p:tav tm="100000">
                                          <p:val>
                                            <p:strVal val="#ppt_h"/>
                                          </p:val>
                                        </p:tav>
                                      </p:tavLst>
                                    </p:anim>
                                  </p:childTnLst>
                                </p:cTn>
                              </p:par>
                            </p:childTnLst>
                          </p:cTn>
                        </p:par>
                        <p:par>
                          <p:cTn id="199" fill="hold">
                            <p:stCondLst>
                              <p:cond delay="5000"/>
                            </p:stCondLst>
                            <p:childTnLst>
                              <p:par>
                                <p:cTn id="200" presetID="22" presetClass="entr" presetSubtype="4" fill="hold" grpId="0" nodeType="afterEffect">
                                  <p:stCondLst>
                                    <p:cond delay="0"/>
                                  </p:stCondLst>
                                  <p:childTnLst>
                                    <p:set>
                                      <p:cBhvr>
                                        <p:cTn id="201" dur="1" fill="hold">
                                          <p:stCondLst>
                                            <p:cond delay="0"/>
                                          </p:stCondLst>
                                        </p:cTn>
                                        <p:tgtEl>
                                          <p:spTgt spid="91"/>
                                        </p:tgtEl>
                                        <p:attrNameLst>
                                          <p:attrName>style.visibility</p:attrName>
                                        </p:attrNameLst>
                                      </p:cBhvr>
                                      <p:to>
                                        <p:strVal val="visible"/>
                                      </p:to>
                                    </p:set>
                                    <p:animEffect transition="in" filter="wipe(down)">
                                      <p:cBhvr>
                                        <p:cTn id="202" dur="3000"/>
                                        <p:tgtEl>
                                          <p:spTgt spid="91"/>
                                        </p:tgtEl>
                                      </p:cBhvr>
                                    </p:animEffect>
                                  </p:childTnLst>
                                </p:cTn>
                              </p:par>
                            </p:childTnLst>
                          </p:cTn>
                        </p:par>
                        <p:par>
                          <p:cTn id="203" fill="hold">
                            <p:stCondLst>
                              <p:cond delay="8000"/>
                            </p:stCondLst>
                            <p:childTnLst>
                              <p:par>
                                <p:cTn id="204" presetID="22" presetClass="entr" presetSubtype="8" fill="hold" grpId="0" nodeType="afterEffect">
                                  <p:stCondLst>
                                    <p:cond delay="1000"/>
                                  </p:stCondLst>
                                  <p:childTnLst>
                                    <p:set>
                                      <p:cBhvr>
                                        <p:cTn id="205" dur="1" fill="hold">
                                          <p:stCondLst>
                                            <p:cond delay="0"/>
                                          </p:stCondLst>
                                        </p:cTn>
                                        <p:tgtEl>
                                          <p:spTgt spid="64"/>
                                        </p:tgtEl>
                                        <p:attrNameLst>
                                          <p:attrName>style.visibility</p:attrName>
                                        </p:attrNameLst>
                                      </p:cBhvr>
                                      <p:to>
                                        <p:strVal val="visible"/>
                                      </p:to>
                                    </p:set>
                                    <p:animEffect transition="in" filter="wipe(left)">
                                      <p:cBhvr>
                                        <p:cTn id="206" dur="3000"/>
                                        <p:tgtEl>
                                          <p:spTgt spid="64"/>
                                        </p:tgtEl>
                                      </p:cBhvr>
                                    </p:animEffect>
                                  </p:childTnLst>
                                  <p:subTnLst>
                                    <p:audio>
                                      <p:cMediaNode>
                                        <p:cTn display="0" masterRel="sameClick">
                                          <p:stCondLst>
                                            <p:cond evt="begin" delay="0">
                                              <p:tn val="204"/>
                                            </p:cond>
                                          </p:stCondLst>
                                          <p:endCondLst>
                                            <p:cond evt="onStopAudio" delay="0">
                                              <p:tgtEl>
                                                <p:sldTgt/>
                                              </p:tgtEl>
                                            </p:cond>
                                          </p:endCondLst>
                                        </p:cTn>
                                        <p:tgtEl>
                                          <p:sndTgt r:embed="rId3" name="CAMERA.WAV"/>
                                        </p:tgtEl>
                                      </p:cMediaNode>
                                    </p:audio>
                                  </p:subTnLst>
                                </p:cTn>
                              </p:par>
                            </p:childTnLst>
                          </p:cTn>
                        </p:par>
                        <p:par>
                          <p:cTn id="207" fill="hold">
                            <p:stCondLst>
                              <p:cond delay="12000"/>
                            </p:stCondLst>
                            <p:childTnLst>
                              <p:par>
                                <p:cTn id="208" presetID="18" presetClass="entr" presetSubtype="12" fill="hold" grpId="0" nodeType="afterEffect">
                                  <p:stCondLst>
                                    <p:cond delay="300"/>
                                  </p:stCondLst>
                                  <p:childTnLst>
                                    <p:set>
                                      <p:cBhvr>
                                        <p:cTn id="209" dur="1" fill="hold">
                                          <p:stCondLst>
                                            <p:cond delay="0"/>
                                          </p:stCondLst>
                                        </p:cTn>
                                        <p:tgtEl>
                                          <p:spTgt spid="90"/>
                                        </p:tgtEl>
                                        <p:attrNameLst>
                                          <p:attrName>style.visibility</p:attrName>
                                        </p:attrNameLst>
                                      </p:cBhvr>
                                      <p:to>
                                        <p:strVal val="visible"/>
                                      </p:to>
                                    </p:set>
                                    <p:animEffect transition="in" filter="strips(downLeft)">
                                      <p:cBhvr>
                                        <p:cTn id="210" dur="5000"/>
                                        <p:tgtEl>
                                          <p:spTgt spid="90"/>
                                        </p:tgtEl>
                                      </p:cBhvr>
                                    </p:animEffect>
                                  </p:childTnLst>
                                  <p:subTnLst>
                                    <p:audio>
                                      <p:cMediaNode>
                                        <p:cTn display="0" masterRel="sameClick">
                                          <p:stCondLst>
                                            <p:cond evt="begin" delay="0">
                                              <p:tn val="208"/>
                                            </p:cond>
                                          </p:stCondLst>
                                          <p:endCondLst>
                                            <p:cond evt="onStopAudio" delay="0">
                                              <p:tgtEl>
                                                <p:sldTgt/>
                                              </p:tgtEl>
                                            </p:cond>
                                          </p:endCondLst>
                                        </p:cTn>
                                        <p:tgtEl>
                                          <p:sndTgt r:embed="rId4" name="CHIMES.WAV"/>
                                        </p:tgtEl>
                                      </p:cMediaNode>
                                    </p:audio>
                                  </p:subTnLst>
                                </p:cTn>
                              </p:par>
                            </p:childTnLst>
                          </p:cTn>
                        </p:par>
                      </p:childTnLst>
                    </p:cTn>
                  </p:par>
                  <p:par>
                    <p:cTn id="211" fill="hold">
                      <p:stCondLst>
                        <p:cond delay="indefinite"/>
                      </p:stCondLst>
                      <p:childTnLst>
                        <p:par>
                          <p:cTn id="212" fill="hold">
                            <p:stCondLst>
                              <p:cond delay="0"/>
                            </p:stCondLst>
                            <p:childTnLst>
                              <p:par>
                                <p:cTn id="213" presetID="20" presetClass="entr" presetSubtype="0" fill="hold" nodeType="clickEffect">
                                  <p:stCondLst>
                                    <p:cond delay="0"/>
                                  </p:stCondLst>
                                  <p:childTnLst>
                                    <p:set>
                                      <p:cBhvr>
                                        <p:cTn id="214" dur="1" fill="hold">
                                          <p:stCondLst>
                                            <p:cond delay="0"/>
                                          </p:stCondLst>
                                        </p:cTn>
                                        <p:tgtEl>
                                          <p:spTgt spid="94"/>
                                        </p:tgtEl>
                                        <p:attrNameLst>
                                          <p:attrName>style.visibility</p:attrName>
                                        </p:attrNameLst>
                                      </p:cBhvr>
                                      <p:to>
                                        <p:strVal val="visible"/>
                                      </p:to>
                                    </p:set>
                                    <p:animEffect transition="in" filter="wedge">
                                      <p:cBhvr>
                                        <p:cTn id="215" dur="5000"/>
                                        <p:tgtEl>
                                          <p:spTgt spid="94"/>
                                        </p:tgtEl>
                                      </p:cBhvr>
                                    </p:animEffect>
                                  </p:childTnLst>
                                  <p:subTnLst>
                                    <p:audio>
                                      <p:cMediaNode>
                                        <p:cTn display="0" masterRel="sameClick">
                                          <p:stCondLst>
                                            <p:cond evt="begin" delay="0">
                                              <p:tn val="213"/>
                                            </p:cond>
                                          </p:stCondLst>
                                          <p:endCondLst>
                                            <p:cond evt="onStopAudio" delay="0">
                                              <p:tgtEl>
                                                <p:sldTgt/>
                                              </p:tgtEl>
                                            </p:cond>
                                          </p:endCondLst>
                                        </p:cTn>
                                        <p:tgtEl>
                                          <p:sndTgt r:embed="rId3" name="CAMERA.WAV"/>
                                        </p:tgtEl>
                                      </p:cMediaNode>
                                    </p:audio>
                                  </p:subTnLst>
                                </p:cTn>
                              </p:par>
                            </p:childTnLst>
                          </p:cTn>
                        </p:par>
                        <p:par>
                          <p:cTn id="216" fill="hold">
                            <p:stCondLst>
                              <p:cond delay="5000"/>
                            </p:stCondLst>
                            <p:childTnLst>
                              <p:par>
                                <p:cTn id="217" presetID="18" presetClass="entr" presetSubtype="3" fill="hold" grpId="0" nodeType="afterEffect">
                                  <p:stCondLst>
                                    <p:cond delay="1000"/>
                                  </p:stCondLst>
                                  <p:childTnLst>
                                    <p:set>
                                      <p:cBhvr>
                                        <p:cTn id="218" dur="1" fill="hold">
                                          <p:stCondLst>
                                            <p:cond delay="0"/>
                                          </p:stCondLst>
                                        </p:cTn>
                                        <p:tgtEl>
                                          <p:spTgt spid="106"/>
                                        </p:tgtEl>
                                        <p:attrNameLst>
                                          <p:attrName>style.visibility</p:attrName>
                                        </p:attrNameLst>
                                      </p:cBhvr>
                                      <p:to>
                                        <p:strVal val="visible"/>
                                      </p:to>
                                    </p:set>
                                    <p:animEffect transition="in" filter="strips(upRight)">
                                      <p:cBhvr>
                                        <p:cTn id="219" dur="3000"/>
                                        <p:tgtEl>
                                          <p:spTgt spid="106"/>
                                        </p:tgtEl>
                                      </p:cBhvr>
                                    </p:animEffect>
                                  </p:childTnLst>
                                  <p:subTnLst>
                                    <p:audio>
                                      <p:cMediaNode>
                                        <p:cTn display="0" masterRel="sameClick">
                                          <p:stCondLst>
                                            <p:cond evt="begin" delay="0">
                                              <p:tn val="217"/>
                                            </p:cond>
                                          </p:stCondLst>
                                          <p:endCondLst>
                                            <p:cond evt="onStopAudio" delay="0">
                                              <p:tgtEl>
                                                <p:sldTgt/>
                                              </p:tgtEl>
                                            </p:cond>
                                          </p:endCondLst>
                                        </p:cTn>
                                        <p:tgtEl>
                                          <p:sndTgt r:embed="rId4" name="CHIMES.WAV"/>
                                        </p:tgtEl>
                                      </p:cMediaNode>
                                    </p:audio>
                                  </p:subTnLst>
                                </p:cTn>
                              </p:par>
                            </p:childTnLst>
                          </p:cTn>
                        </p:par>
                        <p:par>
                          <p:cTn id="220" fill="hold">
                            <p:stCondLst>
                              <p:cond delay="9000"/>
                            </p:stCondLst>
                            <p:childTnLst>
                              <p:par>
                                <p:cTn id="221" presetID="17" presetClass="entr" presetSubtype="10" fill="hold" grpId="0" nodeType="afterEffect">
                                  <p:stCondLst>
                                    <p:cond delay="300"/>
                                  </p:stCondLst>
                                  <p:childTnLst>
                                    <p:set>
                                      <p:cBhvr>
                                        <p:cTn id="222" dur="1" fill="hold">
                                          <p:stCondLst>
                                            <p:cond delay="0"/>
                                          </p:stCondLst>
                                        </p:cTn>
                                        <p:tgtEl>
                                          <p:spTgt spid="198"/>
                                        </p:tgtEl>
                                        <p:attrNameLst>
                                          <p:attrName>style.visibility</p:attrName>
                                        </p:attrNameLst>
                                      </p:cBhvr>
                                      <p:to>
                                        <p:strVal val="visible"/>
                                      </p:to>
                                    </p:set>
                                    <p:anim calcmode="lin" valueType="num">
                                      <p:cBhvr>
                                        <p:cTn id="223" dur="3000" fill="hold"/>
                                        <p:tgtEl>
                                          <p:spTgt spid="198"/>
                                        </p:tgtEl>
                                        <p:attrNameLst>
                                          <p:attrName>ppt_w</p:attrName>
                                        </p:attrNameLst>
                                      </p:cBhvr>
                                      <p:tavLst>
                                        <p:tav tm="0">
                                          <p:val>
                                            <p:fltVal val="0"/>
                                          </p:val>
                                        </p:tav>
                                        <p:tav tm="100000">
                                          <p:val>
                                            <p:strVal val="#ppt_w"/>
                                          </p:val>
                                        </p:tav>
                                      </p:tavLst>
                                    </p:anim>
                                    <p:anim calcmode="lin" valueType="num">
                                      <p:cBhvr>
                                        <p:cTn id="224"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1"/>
                                            </p:cond>
                                          </p:stCondLst>
                                          <p:endCondLst>
                                            <p:cond evt="onStopAudio" delay="0">
                                              <p:tgtEl>
                                                <p:sldTgt/>
                                              </p:tgtEl>
                                            </p:cond>
                                          </p:endCondLst>
                                        </p:cTn>
                                        <p:tgtEl>
                                          <p:sndTgt r:embed="rId4" name="CHIMES.WAV"/>
                                        </p:tgtEl>
                                      </p:cMediaNode>
                                    </p:audio>
                                  </p:subTnLst>
                                </p:cTn>
                              </p:par>
                            </p:childTnLst>
                          </p:cTn>
                        </p:par>
                        <p:par>
                          <p:cTn id="225" fill="hold">
                            <p:stCondLst>
                              <p:cond delay="12300"/>
                            </p:stCondLst>
                            <p:childTnLst>
                              <p:par>
                                <p:cTn id="226" presetID="17" presetClass="entr" presetSubtype="1" fill="hold" grpId="0" nodeType="afterEffect">
                                  <p:stCondLst>
                                    <p:cond delay="300"/>
                                  </p:stCondLst>
                                  <p:childTnLst>
                                    <p:set>
                                      <p:cBhvr>
                                        <p:cTn id="227" dur="1" fill="hold">
                                          <p:stCondLst>
                                            <p:cond delay="0"/>
                                          </p:stCondLst>
                                        </p:cTn>
                                        <p:tgtEl>
                                          <p:spTgt spid="107"/>
                                        </p:tgtEl>
                                        <p:attrNameLst>
                                          <p:attrName>style.visibility</p:attrName>
                                        </p:attrNameLst>
                                      </p:cBhvr>
                                      <p:to>
                                        <p:strVal val="visible"/>
                                      </p:to>
                                    </p:set>
                                    <p:anim calcmode="lin" valueType="num">
                                      <p:cBhvr>
                                        <p:cTn id="228" dur="3000" fill="hold"/>
                                        <p:tgtEl>
                                          <p:spTgt spid="107"/>
                                        </p:tgtEl>
                                        <p:attrNameLst>
                                          <p:attrName>ppt_x</p:attrName>
                                        </p:attrNameLst>
                                      </p:cBhvr>
                                      <p:tavLst>
                                        <p:tav tm="0">
                                          <p:val>
                                            <p:strVal val="#ppt_x"/>
                                          </p:val>
                                        </p:tav>
                                        <p:tav tm="100000">
                                          <p:val>
                                            <p:strVal val="#ppt_x"/>
                                          </p:val>
                                        </p:tav>
                                      </p:tavLst>
                                    </p:anim>
                                    <p:anim calcmode="lin" valueType="num">
                                      <p:cBhvr>
                                        <p:cTn id="229" dur="3000" fill="hold"/>
                                        <p:tgtEl>
                                          <p:spTgt spid="107"/>
                                        </p:tgtEl>
                                        <p:attrNameLst>
                                          <p:attrName>ppt_y</p:attrName>
                                        </p:attrNameLst>
                                      </p:cBhvr>
                                      <p:tavLst>
                                        <p:tav tm="0">
                                          <p:val>
                                            <p:strVal val="#ppt_y-#ppt_h/2"/>
                                          </p:val>
                                        </p:tav>
                                        <p:tav tm="100000">
                                          <p:val>
                                            <p:strVal val="#ppt_y"/>
                                          </p:val>
                                        </p:tav>
                                      </p:tavLst>
                                    </p:anim>
                                    <p:anim calcmode="lin" valueType="num">
                                      <p:cBhvr>
                                        <p:cTn id="230" dur="3000" fill="hold"/>
                                        <p:tgtEl>
                                          <p:spTgt spid="107"/>
                                        </p:tgtEl>
                                        <p:attrNameLst>
                                          <p:attrName>ppt_w</p:attrName>
                                        </p:attrNameLst>
                                      </p:cBhvr>
                                      <p:tavLst>
                                        <p:tav tm="0">
                                          <p:val>
                                            <p:strVal val="#ppt_w"/>
                                          </p:val>
                                        </p:tav>
                                        <p:tav tm="100000">
                                          <p:val>
                                            <p:strVal val="#ppt_w"/>
                                          </p:val>
                                        </p:tav>
                                      </p:tavLst>
                                    </p:anim>
                                    <p:anim calcmode="lin" valueType="num">
                                      <p:cBhvr>
                                        <p:cTn id="231"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26"/>
                                            </p:cond>
                                          </p:stCondLst>
                                          <p:endCondLst>
                                            <p:cond evt="onStopAudio" delay="0">
                                              <p:tgtEl>
                                                <p:sldTgt/>
                                              </p:tgtEl>
                                            </p:cond>
                                          </p:endCondLst>
                                        </p:cTn>
                                        <p:tgtEl>
                                          <p:sndTgt r:embed="rId4" name="CHIMES.WAV"/>
                                        </p:tgtEl>
                                      </p:cMediaNode>
                                    </p:audio>
                                  </p:subTnLst>
                                </p:cTn>
                              </p:par>
                            </p:childTnLst>
                          </p:cTn>
                        </p:par>
                        <p:par>
                          <p:cTn id="232" fill="hold">
                            <p:stCondLst>
                              <p:cond delay="15600"/>
                            </p:stCondLst>
                            <p:childTnLst>
                              <p:par>
                                <p:cTn id="233" presetID="17" presetClass="entr" presetSubtype="10" fill="hold" grpId="0" nodeType="afterEffect">
                                  <p:stCondLst>
                                    <p:cond delay="300"/>
                                  </p:stCondLst>
                                  <p:childTnLst>
                                    <p:set>
                                      <p:cBhvr>
                                        <p:cTn id="234" dur="1" fill="hold">
                                          <p:stCondLst>
                                            <p:cond delay="0"/>
                                          </p:stCondLst>
                                        </p:cTn>
                                        <p:tgtEl>
                                          <p:spTgt spid="197"/>
                                        </p:tgtEl>
                                        <p:attrNameLst>
                                          <p:attrName>style.visibility</p:attrName>
                                        </p:attrNameLst>
                                      </p:cBhvr>
                                      <p:to>
                                        <p:strVal val="visible"/>
                                      </p:to>
                                    </p:set>
                                    <p:anim calcmode="lin" valueType="num">
                                      <p:cBhvr>
                                        <p:cTn id="235" dur="3000" fill="hold"/>
                                        <p:tgtEl>
                                          <p:spTgt spid="197"/>
                                        </p:tgtEl>
                                        <p:attrNameLst>
                                          <p:attrName>ppt_w</p:attrName>
                                        </p:attrNameLst>
                                      </p:cBhvr>
                                      <p:tavLst>
                                        <p:tav tm="0">
                                          <p:val>
                                            <p:fltVal val="0"/>
                                          </p:val>
                                        </p:tav>
                                        <p:tav tm="100000">
                                          <p:val>
                                            <p:strVal val="#ppt_w"/>
                                          </p:val>
                                        </p:tav>
                                      </p:tavLst>
                                    </p:anim>
                                    <p:anim calcmode="lin" valueType="num">
                                      <p:cBhvr>
                                        <p:cTn id="236"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33"/>
                                            </p:cond>
                                          </p:stCondLst>
                                          <p:endCondLst>
                                            <p:cond evt="onStopAudio" delay="0">
                                              <p:tgtEl>
                                                <p:sldTgt/>
                                              </p:tgtEl>
                                            </p:cond>
                                          </p:endCondLst>
                                        </p:cTn>
                                        <p:tgtEl>
                                          <p:sndTgt r:embed="rId4" name="CHIMES.WAV"/>
                                        </p:tgtEl>
                                      </p:cMediaNode>
                                    </p:audio>
                                  </p:subTnLst>
                                </p:cTn>
                              </p:par>
                            </p:childTnLst>
                          </p:cTn>
                        </p:par>
                      </p:childTnLst>
                    </p:cTn>
                  </p:par>
                  <p:par>
                    <p:cTn id="237" fill="hold">
                      <p:stCondLst>
                        <p:cond delay="indefinite"/>
                      </p:stCondLst>
                      <p:childTnLst>
                        <p:par>
                          <p:cTn id="238" fill="hold">
                            <p:stCondLst>
                              <p:cond delay="0"/>
                            </p:stCondLst>
                            <p:childTnLst>
                              <p:par>
                                <p:cTn id="239" presetID="22" presetClass="entr" presetSubtype="4" fill="hold" grpId="0" nodeType="clickEffect">
                                  <p:stCondLst>
                                    <p:cond delay="0"/>
                                  </p:stCondLst>
                                  <p:childTnLst>
                                    <p:set>
                                      <p:cBhvr>
                                        <p:cTn id="240" dur="1" fill="hold">
                                          <p:stCondLst>
                                            <p:cond delay="0"/>
                                          </p:stCondLst>
                                        </p:cTn>
                                        <p:tgtEl>
                                          <p:spTgt spid="194"/>
                                        </p:tgtEl>
                                        <p:attrNameLst>
                                          <p:attrName>style.visibility</p:attrName>
                                        </p:attrNameLst>
                                      </p:cBhvr>
                                      <p:to>
                                        <p:strVal val="visible"/>
                                      </p:to>
                                    </p:set>
                                    <p:animEffect transition="in" filter="wipe(down)">
                                      <p:cBhvr>
                                        <p:cTn id="241" dur="5000"/>
                                        <p:tgtEl>
                                          <p:spTgt spid="194"/>
                                        </p:tgtEl>
                                      </p:cBhvr>
                                    </p:animEffect>
                                  </p:childTnLst>
                                  <p:subTnLst>
                                    <p:audio>
                                      <p:cMediaNode>
                                        <p:cTn display="0" masterRel="sameClick">
                                          <p:stCondLst>
                                            <p:cond evt="begin" delay="0">
                                              <p:tn val="239"/>
                                            </p:cond>
                                          </p:stCondLst>
                                          <p:endCondLst>
                                            <p:cond evt="onStopAudio" delay="0">
                                              <p:tgtEl>
                                                <p:sldTgt/>
                                              </p:tgtEl>
                                            </p:cond>
                                          </p:endCondLst>
                                        </p:cTn>
                                        <p:tgtEl>
                                          <p:sndTgt r:embed="rId3" name="CAMERA.WAV"/>
                                        </p:tgtEl>
                                      </p:cMediaNode>
                                    </p:audio>
                                  </p:subTnLst>
                                </p:cTn>
                              </p:par>
                              <p:par>
                                <p:cTn id="242" presetID="19" presetClass="entr" presetSubtype="10" fill="hold" grpId="0" nodeType="withEffect">
                                  <p:stCondLst>
                                    <p:cond delay="0"/>
                                  </p:stCondLst>
                                  <p:childTnLst>
                                    <p:set>
                                      <p:cBhvr>
                                        <p:cTn id="243" dur="1" fill="hold">
                                          <p:stCondLst>
                                            <p:cond delay="0"/>
                                          </p:stCondLst>
                                        </p:cTn>
                                        <p:tgtEl>
                                          <p:spTgt spid="195"/>
                                        </p:tgtEl>
                                        <p:attrNameLst>
                                          <p:attrName>style.visibility</p:attrName>
                                        </p:attrNameLst>
                                      </p:cBhvr>
                                      <p:to>
                                        <p:strVal val="visible"/>
                                      </p:to>
                                    </p:set>
                                    <p:anim calcmode="lin" valueType="num">
                                      <p:cBhvr>
                                        <p:cTn id="244" dur="3000" fill="hold"/>
                                        <p:tgtEl>
                                          <p:spTgt spid="195"/>
                                        </p:tgtEl>
                                        <p:attrNameLst>
                                          <p:attrName>ppt_w</p:attrName>
                                        </p:attrNameLst>
                                      </p:cBhvr>
                                      <p:tavLst>
                                        <p:tav tm="0" fmla="#ppt_w*sin(2.5*pi*$)">
                                          <p:val>
                                            <p:fltVal val="0"/>
                                          </p:val>
                                        </p:tav>
                                        <p:tav tm="100000">
                                          <p:val>
                                            <p:fltVal val="1"/>
                                          </p:val>
                                        </p:tav>
                                      </p:tavLst>
                                    </p:anim>
                                    <p:anim calcmode="lin" valueType="num">
                                      <p:cBhvr>
                                        <p:cTn id="245"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2"/>
                                            </p:cond>
                                          </p:stCondLst>
                                          <p:endCondLst>
                                            <p:cond evt="onStopAudio" delay="0">
                                              <p:tgtEl>
                                                <p:sldTgt/>
                                              </p:tgtEl>
                                            </p:cond>
                                          </p:endCondLst>
                                        </p:cTn>
                                        <p:tgtEl>
                                          <p:sndTgt r:embed="rId3" name="CAMERA.WAV"/>
                                        </p:tgtEl>
                                      </p:cMediaNode>
                                    </p:audio>
                                  </p:subTnLst>
                                </p:cTn>
                              </p:par>
                              <p:par>
                                <p:cTn id="246" presetID="17" presetClass="entr" presetSubtype="8" fill="hold" grpId="0" nodeType="withEffect">
                                  <p:stCondLst>
                                    <p:cond delay="0"/>
                                  </p:stCondLst>
                                  <p:childTnLst>
                                    <p:set>
                                      <p:cBhvr>
                                        <p:cTn id="247" dur="1" fill="hold">
                                          <p:stCondLst>
                                            <p:cond delay="0"/>
                                          </p:stCondLst>
                                        </p:cTn>
                                        <p:tgtEl>
                                          <p:spTgt spid="176"/>
                                        </p:tgtEl>
                                        <p:attrNameLst>
                                          <p:attrName>style.visibility</p:attrName>
                                        </p:attrNameLst>
                                      </p:cBhvr>
                                      <p:to>
                                        <p:strVal val="visible"/>
                                      </p:to>
                                    </p:set>
                                    <p:anim calcmode="lin" valueType="num">
                                      <p:cBhvr>
                                        <p:cTn id="248" dur="5000" fill="hold"/>
                                        <p:tgtEl>
                                          <p:spTgt spid="176"/>
                                        </p:tgtEl>
                                        <p:attrNameLst>
                                          <p:attrName>ppt_x</p:attrName>
                                        </p:attrNameLst>
                                      </p:cBhvr>
                                      <p:tavLst>
                                        <p:tav tm="0">
                                          <p:val>
                                            <p:strVal val="#ppt_x-#ppt_w/2"/>
                                          </p:val>
                                        </p:tav>
                                        <p:tav tm="100000">
                                          <p:val>
                                            <p:strVal val="#ppt_x"/>
                                          </p:val>
                                        </p:tav>
                                      </p:tavLst>
                                    </p:anim>
                                    <p:anim calcmode="lin" valueType="num">
                                      <p:cBhvr>
                                        <p:cTn id="249" dur="5000" fill="hold"/>
                                        <p:tgtEl>
                                          <p:spTgt spid="176"/>
                                        </p:tgtEl>
                                        <p:attrNameLst>
                                          <p:attrName>ppt_y</p:attrName>
                                        </p:attrNameLst>
                                      </p:cBhvr>
                                      <p:tavLst>
                                        <p:tav tm="0">
                                          <p:val>
                                            <p:strVal val="#ppt_y"/>
                                          </p:val>
                                        </p:tav>
                                        <p:tav tm="100000">
                                          <p:val>
                                            <p:strVal val="#ppt_y"/>
                                          </p:val>
                                        </p:tav>
                                      </p:tavLst>
                                    </p:anim>
                                    <p:anim calcmode="lin" valueType="num">
                                      <p:cBhvr>
                                        <p:cTn id="250" dur="5000" fill="hold"/>
                                        <p:tgtEl>
                                          <p:spTgt spid="176"/>
                                        </p:tgtEl>
                                        <p:attrNameLst>
                                          <p:attrName>ppt_w</p:attrName>
                                        </p:attrNameLst>
                                      </p:cBhvr>
                                      <p:tavLst>
                                        <p:tav tm="0">
                                          <p:val>
                                            <p:fltVal val="0"/>
                                          </p:val>
                                        </p:tav>
                                        <p:tav tm="100000">
                                          <p:val>
                                            <p:strVal val="#ppt_w"/>
                                          </p:val>
                                        </p:tav>
                                      </p:tavLst>
                                    </p:anim>
                                    <p:anim calcmode="lin" valueType="num">
                                      <p:cBhvr>
                                        <p:cTn id="251"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46"/>
                                            </p:cond>
                                          </p:stCondLst>
                                          <p:endCondLst>
                                            <p:cond evt="onStopAudio" delay="0">
                                              <p:tgtEl>
                                                <p:sldTgt/>
                                              </p:tgtEl>
                                            </p:cond>
                                          </p:endCondLst>
                                        </p:cTn>
                                        <p:tgtEl>
                                          <p:sndTgt r:embed="rId4" name="CHIMES.WAV"/>
                                        </p:tgtEl>
                                      </p:cMediaNode>
                                    </p:audio>
                                  </p:subTnLst>
                                </p:cTn>
                              </p:par>
                              <p:par>
                                <p:cTn id="252" presetID="17" presetClass="entr" presetSubtype="8" fill="hold" grpId="0" nodeType="withEffect">
                                  <p:stCondLst>
                                    <p:cond delay="0"/>
                                  </p:stCondLst>
                                  <p:childTnLst>
                                    <p:set>
                                      <p:cBhvr>
                                        <p:cTn id="253" dur="1" fill="hold">
                                          <p:stCondLst>
                                            <p:cond delay="0"/>
                                          </p:stCondLst>
                                        </p:cTn>
                                        <p:tgtEl>
                                          <p:spTgt spid="177"/>
                                        </p:tgtEl>
                                        <p:attrNameLst>
                                          <p:attrName>style.visibility</p:attrName>
                                        </p:attrNameLst>
                                      </p:cBhvr>
                                      <p:to>
                                        <p:strVal val="visible"/>
                                      </p:to>
                                    </p:set>
                                    <p:anim calcmode="lin" valueType="num">
                                      <p:cBhvr>
                                        <p:cTn id="254" dur="5000" fill="hold"/>
                                        <p:tgtEl>
                                          <p:spTgt spid="177"/>
                                        </p:tgtEl>
                                        <p:attrNameLst>
                                          <p:attrName>ppt_x</p:attrName>
                                        </p:attrNameLst>
                                      </p:cBhvr>
                                      <p:tavLst>
                                        <p:tav tm="0">
                                          <p:val>
                                            <p:strVal val="#ppt_x-#ppt_w/2"/>
                                          </p:val>
                                        </p:tav>
                                        <p:tav tm="100000">
                                          <p:val>
                                            <p:strVal val="#ppt_x"/>
                                          </p:val>
                                        </p:tav>
                                      </p:tavLst>
                                    </p:anim>
                                    <p:anim calcmode="lin" valueType="num">
                                      <p:cBhvr>
                                        <p:cTn id="255" dur="5000" fill="hold"/>
                                        <p:tgtEl>
                                          <p:spTgt spid="177"/>
                                        </p:tgtEl>
                                        <p:attrNameLst>
                                          <p:attrName>ppt_y</p:attrName>
                                        </p:attrNameLst>
                                      </p:cBhvr>
                                      <p:tavLst>
                                        <p:tav tm="0">
                                          <p:val>
                                            <p:strVal val="#ppt_y"/>
                                          </p:val>
                                        </p:tav>
                                        <p:tav tm="100000">
                                          <p:val>
                                            <p:strVal val="#ppt_y"/>
                                          </p:val>
                                        </p:tav>
                                      </p:tavLst>
                                    </p:anim>
                                    <p:anim calcmode="lin" valueType="num">
                                      <p:cBhvr>
                                        <p:cTn id="256" dur="5000" fill="hold"/>
                                        <p:tgtEl>
                                          <p:spTgt spid="177"/>
                                        </p:tgtEl>
                                        <p:attrNameLst>
                                          <p:attrName>ppt_w</p:attrName>
                                        </p:attrNameLst>
                                      </p:cBhvr>
                                      <p:tavLst>
                                        <p:tav tm="0">
                                          <p:val>
                                            <p:fltVal val="0"/>
                                          </p:val>
                                        </p:tav>
                                        <p:tav tm="100000">
                                          <p:val>
                                            <p:strVal val="#ppt_w"/>
                                          </p:val>
                                        </p:tav>
                                      </p:tavLst>
                                    </p:anim>
                                    <p:anim calcmode="lin" valueType="num">
                                      <p:cBhvr>
                                        <p:cTn id="257"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2"/>
                                            </p:cond>
                                          </p:stCondLst>
                                          <p:endCondLst>
                                            <p:cond evt="onStopAudio" delay="0">
                                              <p:tgtEl>
                                                <p:sldTgt/>
                                              </p:tgtEl>
                                            </p:cond>
                                          </p:endCondLst>
                                        </p:cTn>
                                        <p:tgtEl>
                                          <p:sndTgt r:embed="rId4" name="CHIMES.WAV"/>
                                        </p:tgtEl>
                                      </p:cMediaNode>
                                    </p:audio>
                                  </p:subTnLst>
                                </p:cTn>
                              </p:par>
                              <p:par>
                                <p:cTn id="258" presetID="17" presetClass="entr" presetSubtype="8" fill="hold" grpId="0" nodeType="withEffect">
                                  <p:stCondLst>
                                    <p:cond delay="0"/>
                                  </p:stCondLst>
                                  <p:childTnLst>
                                    <p:set>
                                      <p:cBhvr>
                                        <p:cTn id="259" dur="1" fill="hold">
                                          <p:stCondLst>
                                            <p:cond delay="0"/>
                                          </p:stCondLst>
                                        </p:cTn>
                                        <p:tgtEl>
                                          <p:spTgt spid="178"/>
                                        </p:tgtEl>
                                        <p:attrNameLst>
                                          <p:attrName>style.visibility</p:attrName>
                                        </p:attrNameLst>
                                      </p:cBhvr>
                                      <p:to>
                                        <p:strVal val="visible"/>
                                      </p:to>
                                    </p:set>
                                    <p:anim calcmode="lin" valueType="num">
                                      <p:cBhvr>
                                        <p:cTn id="260" dur="5000" fill="hold"/>
                                        <p:tgtEl>
                                          <p:spTgt spid="178"/>
                                        </p:tgtEl>
                                        <p:attrNameLst>
                                          <p:attrName>ppt_x</p:attrName>
                                        </p:attrNameLst>
                                      </p:cBhvr>
                                      <p:tavLst>
                                        <p:tav tm="0">
                                          <p:val>
                                            <p:strVal val="#ppt_x-#ppt_w/2"/>
                                          </p:val>
                                        </p:tav>
                                        <p:tav tm="100000">
                                          <p:val>
                                            <p:strVal val="#ppt_x"/>
                                          </p:val>
                                        </p:tav>
                                      </p:tavLst>
                                    </p:anim>
                                    <p:anim calcmode="lin" valueType="num">
                                      <p:cBhvr>
                                        <p:cTn id="261" dur="5000" fill="hold"/>
                                        <p:tgtEl>
                                          <p:spTgt spid="178"/>
                                        </p:tgtEl>
                                        <p:attrNameLst>
                                          <p:attrName>ppt_y</p:attrName>
                                        </p:attrNameLst>
                                      </p:cBhvr>
                                      <p:tavLst>
                                        <p:tav tm="0">
                                          <p:val>
                                            <p:strVal val="#ppt_y"/>
                                          </p:val>
                                        </p:tav>
                                        <p:tav tm="100000">
                                          <p:val>
                                            <p:strVal val="#ppt_y"/>
                                          </p:val>
                                        </p:tav>
                                      </p:tavLst>
                                    </p:anim>
                                    <p:anim calcmode="lin" valueType="num">
                                      <p:cBhvr>
                                        <p:cTn id="262" dur="5000" fill="hold"/>
                                        <p:tgtEl>
                                          <p:spTgt spid="178"/>
                                        </p:tgtEl>
                                        <p:attrNameLst>
                                          <p:attrName>ppt_w</p:attrName>
                                        </p:attrNameLst>
                                      </p:cBhvr>
                                      <p:tavLst>
                                        <p:tav tm="0">
                                          <p:val>
                                            <p:fltVal val="0"/>
                                          </p:val>
                                        </p:tav>
                                        <p:tav tm="100000">
                                          <p:val>
                                            <p:strVal val="#ppt_w"/>
                                          </p:val>
                                        </p:tav>
                                      </p:tavLst>
                                    </p:anim>
                                    <p:anim calcmode="lin" valueType="num">
                                      <p:cBhvr>
                                        <p:cTn id="263"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58"/>
                                            </p:cond>
                                          </p:stCondLst>
                                          <p:endCondLst>
                                            <p:cond evt="onStopAudio" delay="0">
                                              <p:tgtEl>
                                                <p:sldTgt/>
                                              </p:tgtEl>
                                            </p:cond>
                                          </p:endCondLst>
                                        </p:cTn>
                                        <p:tgtEl>
                                          <p:sndTgt r:embed="rId4" name="CHIMES.WAV"/>
                                        </p:tgtEl>
                                      </p:cMediaNode>
                                    </p:audio>
                                  </p:subTnLst>
                                </p:cTn>
                              </p:par>
                              <p:par>
                                <p:cTn id="264" presetID="17" presetClass="entr" presetSubtype="2" fill="hold" grpId="0" nodeType="withEffect">
                                  <p:stCondLst>
                                    <p:cond delay="0"/>
                                  </p:stCondLst>
                                  <p:childTnLst>
                                    <p:set>
                                      <p:cBhvr>
                                        <p:cTn id="265" dur="1" fill="hold">
                                          <p:stCondLst>
                                            <p:cond delay="0"/>
                                          </p:stCondLst>
                                        </p:cTn>
                                        <p:tgtEl>
                                          <p:spTgt spid="175"/>
                                        </p:tgtEl>
                                        <p:attrNameLst>
                                          <p:attrName>style.visibility</p:attrName>
                                        </p:attrNameLst>
                                      </p:cBhvr>
                                      <p:to>
                                        <p:strVal val="visible"/>
                                      </p:to>
                                    </p:set>
                                    <p:anim calcmode="lin" valueType="num">
                                      <p:cBhvr>
                                        <p:cTn id="266" dur="5000" fill="hold"/>
                                        <p:tgtEl>
                                          <p:spTgt spid="175"/>
                                        </p:tgtEl>
                                        <p:attrNameLst>
                                          <p:attrName>ppt_x</p:attrName>
                                        </p:attrNameLst>
                                      </p:cBhvr>
                                      <p:tavLst>
                                        <p:tav tm="0">
                                          <p:val>
                                            <p:strVal val="#ppt_x+#ppt_w/2"/>
                                          </p:val>
                                        </p:tav>
                                        <p:tav tm="100000">
                                          <p:val>
                                            <p:strVal val="#ppt_x"/>
                                          </p:val>
                                        </p:tav>
                                      </p:tavLst>
                                    </p:anim>
                                    <p:anim calcmode="lin" valueType="num">
                                      <p:cBhvr>
                                        <p:cTn id="267" dur="5000" fill="hold"/>
                                        <p:tgtEl>
                                          <p:spTgt spid="175"/>
                                        </p:tgtEl>
                                        <p:attrNameLst>
                                          <p:attrName>ppt_y</p:attrName>
                                        </p:attrNameLst>
                                      </p:cBhvr>
                                      <p:tavLst>
                                        <p:tav tm="0">
                                          <p:val>
                                            <p:strVal val="#ppt_y"/>
                                          </p:val>
                                        </p:tav>
                                        <p:tav tm="100000">
                                          <p:val>
                                            <p:strVal val="#ppt_y"/>
                                          </p:val>
                                        </p:tav>
                                      </p:tavLst>
                                    </p:anim>
                                    <p:anim calcmode="lin" valueType="num">
                                      <p:cBhvr>
                                        <p:cTn id="268" dur="5000" fill="hold"/>
                                        <p:tgtEl>
                                          <p:spTgt spid="175"/>
                                        </p:tgtEl>
                                        <p:attrNameLst>
                                          <p:attrName>ppt_w</p:attrName>
                                        </p:attrNameLst>
                                      </p:cBhvr>
                                      <p:tavLst>
                                        <p:tav tm="0">
                                          <p:val>
                                            <p:fltVal val="0"/>
                                          </p:val>
                                        </p:tav>
                                        <p:tav tm="100000">
                                          <p:val>
                                            <p:strVal val="#ppt_w"/>
                                          </p:val>
                                        </p:tav>
                                      </p:tavLst>
                                    </p:anim>
                                    <p:anim calcmode="lin" valueType="num">
                                      <p:cBhvr>
                                        <p:cTn id="269"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4"/>
                                            </p:cond>
                                          </p:stCondLst>
                                          <p:endCondLst>
                                            <p:cond evt="onStopAudio" delay="0">
                                              <p:tgtEl>
                                                <p:sldTgt/>
                                              </p:tgtEl>
                                            </p:cond>
                                          </p:endCondLst>
                                        </p:cTn>
                                        <p:tgtEl>
                                          <p:sndTgt r:embed="rId4" name="CHIMES.WAV"/>
                                        </p:tgtEl>
                                      </p:cMediaNode>
                                    </p:audio>
                                  </p:subTnLst>
                                </p:cTn>
                              </p:par>
                              <p:par>
                                <p:cTn id="270" presetID="17" presetClass="entr" presetSubtype="2" fill="hold" grpId="0" nodeType="withEffect">
                                  <p:stCondLst>
                                    <p:cond delay="0"/>
                                  </p:stCondLst>
                                  <p:childTnLst>
                                    <p:set>
                                      <p:cBhvr>
                                        <p:cTn id="271" dur="1" fill="hold">
                                          <p:stCondLst>
                                            <p:cond delay="0"/>
                                          </p:stCondLst>
                                        </p:cTn>
                                        <p:tgtEl>
                                          <p:spTgt spid="174"/>
                                        </p:tgtEl>
                                        <p:attrNameLst>
                                          <p:attrName>style.visibility</p:attrName>
                                        </p:attrNameLst>
                                      </p:cBhvr>
                                      <p:to>
                                        <p:strVal val="visible"/>
                                      </p:to>
                                    </p:set>
                                    <p:anim calcmode="lin" valueType="num">
                                      <p:cBhvr>
                                        <p:cTn id="272" dur="5000" fill="hold"/>
                                        <p:tgtEl>
                                          <p:spTgt spid="174"/>
                                        </p:tgtEl>
                                        <p:attrNameLst>
                                          <p:attrName>ppt_x</p:attrName>
                                        </p:attrNameLst>
                                      </p:cBhvr>
                                      <p:tavLst>
                                        <p:tav tm="0">
                                          <p:val>
                                            <p:strVal val="#ppt_x+#ppt_w/2"/>
                                          </p:val>
                                        </p:tav>
                                        <p:tav tm="100000">
                                          <p:val>
                                            <p:strVal val="#ppt_x"/>
                                          </p:val>
                                        </p:tav>
                                      </p:tavLst>
                                    </p:anim>
                                    <p:anim calcmode="lin" valueType="num">
                                      <p:cBhvr>
                                        <p:cTn id="273" dur="5000" fill="hold"/>
                                        <p:tgtEl>
                                          <p:spTgt spid="174"/>
                                        </p:tgtEl>
                                        <p:attrNameLst>
                                          <p:attrName>ppt_y</p:attrName>
                                        </p:attrNameLst>
                                      </p:cBhvr>
                                      <p:tavLst>
                                        <p:tav tm="0">
                                          <p:val>
                                            <p:strVal val="#ppt_y"/>
                                          </p:val>
                                        </p:tav>
                                        <p:tav tm="100000">
                                          <p:val>
                                            <p:strVal val="#ppt_y"/>
                                          </p:val>
                                        </p:tav>
                                      </p:tavLst>
                                    </p:anim>
                                    <p:anim calcmode="lin" valueType="num">
                                      <p:cBhvr>
                                        <p:cTn id="274" dur="5000" fill="hold"/>
                                        <p:tgtEl>
                                          <p:spTgt spid="174"/>
                                        </p:tgtEl>
                                        <p:attrNameLst>
                                          <p:attrName>ppt_w</p:attrName>
                                        </p:attrNameLst>
                                      </p:cBhvr>
                                      <p:tavLst>
                                        <p:tav tm="0">
                                          <p:val>
                                            <p:fltVal val="0"/>
                                          </p:val>
                                        </p:tav>
                                        <p:tav tm="100000">
                                          <p:val>
                                            <p:strVal val="#ppt_w"/>
                                          </p:val>
                                        </p:tav>
                                      </p:tavLst>
                                    </p:anim>
                                    <p:anim calcmode="lin" valueType="num">
                                      <p:cBhvr>
                                        <p:cTn id="275"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0"/>
                                            </p:cond>
                                          </p:stCondLst>
                                          <p:endCondLst>
                                            <p:cond evt="onStopAudio" delay="0">
                                              <p:tgtEl>
                                                <p:sldTgt/>
                                              </p:tgtEl>
                                            </p:cond>
                                          </p:endCondLst>
                                        </p:cTn>
                                        <p:tgtEl>
                                          <p:sndTgt r:embed="rId4" name="CHIMES.WAV"/>
                                        </p:tgtEl>
                                      </p:cMediaNode>
                                    </p:audio>
                                  </p:subTnLst>
                                </p:cTn>
                              </p:par>
                              <p:par>
                                <p:cTn id="276" presetID="17" presetClass="entr" presetSubtype="2" fill="hold" grpId="0" nodeType="withEffect">
                                  <p:stCondLst>
                                    <p:cond delay="0"/>
                                  </p:stCondLst>
                                  <p:childTnLst>
                                    <p:set>
                                      <p:cBhvr>
                                        <p:cTn id="277" dur="1" fill="hold">
                                          <p:stCondLst>
                                            <p:cond delay="0"/>
                                          </p:stCondLst>
                                        </p:cTn>
                                        <p:tgtEl>
                                          <p:spTgt spid="167"/>
                                        </p:tgtEl>
                                        <p:attrNameLst>
                                          <p:attrName>style.visibility</p:attrName>
                                        </p:attrNameLst>
                                      </p:cBhvr>
                                      <p:to>
                                        <p:strVal val="visible"/>
                                      </p:to>
                                    </p:set>
                                    <p:anim calcmode="lin" valueType="num">
                                      <p:cBhvr>
                                        <p:cTn id="278" dur="5000" fill="hold"/>
                                        <p:tgtEl>
                                          <p:spTgt spid="167"/>
                                        </p:tgtEl>
                                        <p:attrNameLst>
                                          <p:attrName>ppt_x</p:attrName>
                                        </p:attrNameLst>
                                      </p:cBhvr>
                                      <p:tavLst>
                                        <p:tav tm="0">
                                          <p:val>
                                            <p:strVal val="#ppt_x+#ppt_w/2"/>
                                          </p:val>
                                        </p:tav>
                                        <p:tav tm="100000">
                                          <p:val>
                                            <p:strVal val="#ppt_x"/>
                                          </p:val>
                                        </p:tav>
                                      </p:tavLst>
                                    </p:anim>
                                    <p:anim calcmode="lin" valueType="num">
                                      <p:cBhvr>
                                        <p:cTn id="279" dur="5000" fill="hold"/>
                                        <p:tgtEl>
                                          <p:spTgt spid="167"/>
                                        </p:tgtEl>
                                        <p:attrNameLst>
                                          <p:attrName>ppt_y</p:attrName>
                                        </p:attrNameLst>
                                      </p:cBhvr>
                                      <p:tavLst>
                                        <p:tav tm="0">
                                          <p:val>
                                            <p:strVal val="#ppt_y"/>
                                          </p:val>
                                        </p:tav>
                                        <p:tav tm="100000">
                                          <p:val>
                                            <p:strVal val="#ppt_y"/>
                                          </p:val>
                                        </p:tav>
                                      </p:tavLst>
                                    </p:anim>
                                    <p:anim calcmode="lin" valueType="num">
                                      <p:cBhvr>
                                        <p:cTn id="280" dur="5000" fill="hold"/>
                                        <p:tgtEl>
                                          <p:spTgt spid="167"/>
                                        </p:tgtEl>
                                        <p:attrNameLst>
                                          <p:attrName>ppt_w</p:attrName>
                                        </p:attrNameLst>
                                      </p:cBhvr>
                                      <p:tavLst>
                                        <p:tav tm="0">
                                          <p:val>
                                            <p:fltVal val="0"/>
                                          </p:val>
                                        </p:tav>
                                        <p:tav tm="100000">
                                          <p:val>
                                            <p:strVal val="#ppt_w"/>
                                          </p:val>
                                        </p:tav>
                                      </p:tavLst>
                                    </p:anim>
                                    <p:anim calcmode="lin" valueType="num">
                                      <p:cBhvr>
                                        <p:cTn id="281"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76"/>
                                            </p:cond>
                                          </p:stCondLst>
                                          <p:endCondLst>
                                            <p:cond evt="onStopAudio" delay="0">
                                              <p:tgtEl>
                                                <p:sldTgt/>
                                              </p:tgtEl>
                                            </p:cond>
                                          </p:endCondLst>
                                        </p:cTn>
                                        <p:tgtEl>
                                          <p:sndTgt r:embed="rId4" name="CHIMES.WAV"/>
                                        </p:tgtEl>
                                      </p:cMediaNode>
                                    </p:audio>
                                  </p:subTnLst>
                                </p:cTn>
                              </p:par>
                              <p:par>
                                <p:cTn id="282" presetID="17" presetClass="entr" presetSubtype="2" fill="hold" grpId="0" nodeType="withEffect">
                                  <p:stCondLst>
                                    <p:cond delay="0"/>
                                  </p:stCondLst>
                                  <p:childTnLst>
                                    <p:set>
                                      <p:cBhvr>
                                        <p:cTn id="283" dur="1" fill="hold">
                                          <p:stCondLst>
                                            <p:cond delay="0"/>
                                          </p:stCondLst>
                                        </p:cTn>
                                        <p:tgtEl>
                                          <p:spTgt spid="168"/>
                                        </p:tgtEl>
                                        <p:attrNameLst>
                                          <p:attrName>style.visibility</p:attrName>
                                        </p:attrNameLst>
                                      </p:cBhvr>
                                      <p:to>
                                        <p:strVal val="visible"/>
                                      </p:to>
                                    </p:set>
                                    <p:anim calcmode="lin" valueType="num">
                                      <p:cBhvr>
                                        <p:cTn id="284" dur="5000" fill="hold"/>
                                        <p:tgtEl>
                                          <p:spTgt spid="168"/>
                                        </p:tgtEl>
                                        <p:attrNameLst>
                                          <p:attrName>ppt_x</p:attrName>
                                        </p:attrNameLst>
                                      </p:cBhvr>
                                      <p:tavLst>
                                        <p:tav tm="0">
                                          <p:val>
                                            <p:strVal val="#ppt_x+#ppt_w/2"/>
                                          </p:val>
                                        </p:tav>
                                        <p:tav tm="100000">
                                          <p:val>
                                            <p:strVal val="#ppt_x"/>
                                          </p:val>
                                        </p:tav>
                                      </p:tavLst>
                                    </p:anim>
                                    <p:anim calcmode="lin" valueType="num">
                                      <p:cBhvr>
                                        <p:cTn id="285" dur="5000" fill="hold"/>
                                        <p:tgtEl>
                                          <p:spTgt spid="168"/>
                                        </p:tgtEl>
                                        <p:attrNameLst>
                                          <p:attrName>ppt_y</p:attrName>
                                        </p:attrNameLst>
                                      </p:cBhvr>
                                      <p:tavLst>
                                        <p:tav tm="0">
                                          <p:val>
                                            <p:strVal val="#ppt_y"/>
                                          </p:val>
                                        </p:tav>
                                        <p:tav tm="100000">
                                          <p:val>
                                            <p:strVal val="#ppt_y"/>
                                          </p:val>
                                        </p:tav>
                                      </p:tavLst>
                                    </p:anim>
                                    <p:anim calcmode="lin" valueType="num">
                                      <p:cBhvr>
                                        <p:cTn id="286" dur="5000" fill="hold"/>
                                        <p:tgtEl>
                                          <p:spTgt spid="168"/>
                                        </p:tgtEl>
                                        <p:attrNameLst>
                                          <p:attrName>ppt_w</p:attrName>
                                        </p:attrNameLst>
                                      </p:cBhvr>
                                      <p:tavLst>
                                        <p:tav tm="0">
                                          <p:val>
                                            <p:fltVal val="0"/>
                                          </p:val>
                                        </p:tav>
                                        <p:tav tm="100000">
                                          <p:val>
                                            <p:strVal val="#ppt_w"/>
                                          </p:val>
                                        </p:tav>
                                      </p:tavLst>
                                    </p:anim>
                                    <p:anim calcmode="lin" valueType="num">
                                      <p:cBhvr>
                                        <p:cTn id="287"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2"/>
                                            </p:cond>
                                          </p:stCondLst>
                                          <p:endCondLst>
                                            <p:cond evt="onStopAudio" delay="0">
                                              <p:tgtEl>
                                                <p:sldTgt/>
                                              </p:tgtEl>
                                            </p:cond>
                                          </p:endCondLst>
                                        </p:cTn>
                                        <p:tgtEl>
                                          <p:sndTgt r:embed="rId4" name="CHIMES.WAV"/>
                                        </p:tgtEl>
                                      </p:cMediaNode>
                                    </p:audio>
                                  </p:subTnLst>
                                </p:cTn>
                              </p:par>
                              <p:par>
                                <p:cTn id="288" presetID="17" presetClass="entr" presetSubtype="2" fill="hold" grpId="0" nodeType="withEffect">
                                  <p:stCondLst>
                                    <p:cond delay="0"/>
                                  </p:stCondLst>
                                  <p:childTnLst>
                                    <p:set>
                                      <p:cBhvr>
                                        <p:cTn id="289" dur="1" fill="hold">
                                          <p:stCondLst>
                                            <p:cond delay="0"/>
                                          </p:stCondLst>
                                        </p:cTn>
                                        <p:tgtEl>
                                          <p:spTgt spid="110"/>
                                        </p:tgtEl>
                                        <p:attrNameLst>
                                          <p:attrName>style.visibility</p:attrName>
                                        </p:attrNameLst>
                                      </p:cBhvr>
                                      <p:to>
                                        <p:strVal val="visible"/>
                                      </p:to>
                                    </p:set>
                                    <p:anim calcmode="lin" valueType="num">
                                      <p:cBhvr>
                                        <p:cTn id="290" dur="5000" fill="hold"/>
                                        <p:tgtEl>
                                          <p:spTgt spid="110"/>
                                        </p:tgtEl>
                                        <p:attrNameLst>
                                          <p:attrName>ppt_x</p:attrName>
                                        </p:attrNameLst>
                                      </p:cBhvr>
                                      <p:tavLst>
                                        <p:tav tm="0">
                                          <p:val>
                                            <p:strVal val="#ppt_x+#ppt_w/2"/>
                                          </p:val>
                                        </p:tav>
                                        <p:tav tm="100000">
                                          <p:val>
                                            <p:strVal val="#ppt_x"/>
                                          </p:val>
                                        </p:tav>
                                      </p:tavLst>
                                    </p:anim>
                                    <p:anim calcmode="lin" valueType="num">
                                      <p:cBhvr>
                                        <p:cTn id="291" dur="5000" fill="hold"/>
                                        <p:tgtEl>
                                          <p:spTgt spid="110"/>
                                        </p:tgtEl>
                                        <p:attrNameLst>
                                          <p:attrName>ppt_y</p:attrName>
                                        </p:attrNameLst>
                                      </p:cBhvr>
                                      <p:tavLst>
                                        <p:tav tm="0">
                                          <p:val>
                                            <p:strVal val="#ppt_y"/>
                                          </p:val>
                                        </p:tav>
                                        <p:tav tm="100000">
                                          <p:val>
                                            <p:strVal val="#ppt_y"/>
                                          </p:val>
                                        </p:tav>
                                      </p:tavLst>
                                    </p:anim>
                                    <p:anim calcmode="lin" valueType="num">
                                      <p:cBhvr>
                                        <p:cTn id="292" dur="5000" fill="hold"/>
                                        <p:tgtEl>
                                          <p:spTgt spid="110"/>
                                        </p:tgtEl>
                                        <p:attrNameLst>
                                          <p:attrName>ppt_w</p:attrName>
                                        </p:attrNameLst>
                                      </p:cBhvr>
                                      <p:tavLst>
                                        <p:tav tm="0">
                                          <p:val>
                                            <p:fltVal val="0"/>
                                          </p:val>
                                        </p:tav>
                                        <p:tav tm="100000">
                                          <p:val>
                                            <p:strVal val="#ppt_w"/>
                                          </p:val>
                                        </p:tav>
                                      </p:tavLst>
                                    </p:anim>
                                    <p:anim calcmode="lin" valueType="num">
                                      <p:cBhvr>
                                        <p:cTn id="293"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88"/>
                                            </p:cond>
                                          </p:stCondLst>
                                          <p:endCondLst>
                                            <p:cond evt="onStopAudio" delay="0">
                                              <p:tgtEl>
                                                <p:sldTgt/>
                                              </p:tgtEl>
                                            </p:cond>
                                          </p:endCondLst>
                                        </p:cTn>
                                        <p:tgtEl>
                                          <p:sndTgt r:embed="rId4" name="CHIMES.WAV"/>
                                        </p:tgtEl>
                                      </p:cMediaNode>
                                    </p:audio>
                                  </p:subTnLst>
                                </p:cTn>
                              </p:par>
                              <p:par>
                                <p:cTn id="294" presetID="17" presetClass="entr" presetSubtype="2" fill="hold" grpId="0" nodeType="withEffect">
                                  <p:stCondLst>
                                    <p:cond delay="0"/>
                                  </p:stCondLst>
                                  <p:childTnLst>
                                    <p:set>
                                      <p:cBhvr>
                                        <p:cTn id="295" dur="1" fill="hold">
                                          <p:stCondLst>
                                            <p:cond delay="0"/>
                                          </p:stCondLst>
                                        </p:cTn>
                                        <p:tgtEl>
                                          <p:spTgt spid="111"/>
                                        </p:tgtEl>
                                        <p:attrNameLst>
                                          <p:attrName>style.visibility</p:attrName>
                                        </p:attrNameLst>
                                      </p:cBhvr>
                                      <p:to>
                                        <p:strVal val="visible"/>
                                      </p:to>
                                    </p:set>
                                    <p:anim calcmode="lin" valueType="num">
                                      <p:cBhvr>
                                        <p:cTn id="296" dur="5000" fill="hold"/>
                                        <p:tgtEl>
                                          <p:spTgt spid="111"/>
                                        </p:tgtEl>
                                        <p:attrNameLst>
                                          <p:attrName>ppt_x</p:attrName>
                                        </p:attrNameLst>
                                      </p:cBhvr>
                                      <p:tavLst>
                                        <p:tav tm="0">
                                          <p:val>
                                            <p:strVal val="#ppt_x+#ppt_w/2"/>
                                          </p:val>
                                        </p:tav>
                                        <p:tav tm="100000">
                                          <p:val>
                                            <p:strVal val="#ppt_x"/>
                                          </p:val>
                                        </p:tav>
                                      </p:tavLst>
                                    </p:anim>
                                    <p:anim calcmode="lin" valueType="num">
                                      <p:cBhvr>
                                        <p:cTn id="297" dur="5000" fill="hold"/>
                                        <p:tgtEl>
                                          <p:spTgt spid="111"/>
                                        </p:tgtEl>
                                        <p:attrNameLst>
                                          <p:attrName>ppt_y</p:attrName>
                                        </p:attrNameLst>
                                      </p:cBhvr>
                                      <p:tavLst>
                                        <p:tav tm="0">
                                          <p:val>
                                            <p:strVal val="#ppt_y"/>
                                          </p:val>
                                        </p:tav>
                                        <p:tav tm="100000">
                                          <p:val>
                                            <p:strVal val="#ppt_y"/>
                                          </p:val>
                                        </p:tav>
                                      </p:tavLst>
                                    </p:anim>
                                    <p:anim calcmode="lin" valueType="num">
                                      <p:cBhvr>
                                        <p:cTn id="298" dur="5000" fill="hold"/>
                                        <p:tgtEl>
                                          <p:spTgt spid="111"/>
                                        </p:tgtEl>
                                        <p:attrNameLst>
                                          <p:attrName>ppt_w</p:attrName>
                                        </p:attrNameLst>
                                      </p:cBhvr>
                                      <p:tavLst>
                                        <p:tav tm="0">
                                          <p:val>
                                            <p:fltVal val="0"/>
                                          </p:val>
                                        </p:tav>
                                        <p:tav tm="100000">
                                          <p:val>
                                            <p:strVal val="#ppt_w"/>
                                          </p:val>
                                        </p:tav>
                                      </p:tavLst>
                                    </p:anim>
                                    <p:anim calcmode="lin" valueType="num">
                                      <p:cBhvr>
                                        <p:cTn id="299"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4"/>
                                            </p:cond>
                                          </p:stCondLst>
                                          <p:endCondLst>
                                            <p:cond evt="onStopAudio" delay="0">
                                              <p:tgtEl>
                                                <p:sldTgt/>
                                              </p:tgtEl>
                                            </p:cond>
                                          </p:endCondLst>
                                        </p:cTn>
                                        <p:tgtEl>
                                          <p:sndTgt r:embed="rId4" name="CHIMES.WAV"/>
                                        </p:tgtEl>
                                      </p:cMediaNode>
                                    </p:audio>
                                  </p:subTnLst>
                                </p:cTn>
                              </p:par>
                              <p:par>
                                <p:cTn id="300" presetID="17" presetClass="entr" presetSubtype="2" fill="hold" grpId="0" nodeType="withEffect">
                                  <p:stCondLst>
                                    <p:cond delay="0"/>
                                  </p:stCondLst>
                                  <p:childTnLst>
                                    <p:set>
                                      <p:cBhvr>
                                        <p:cTn id="301" dur="1" fill="hold">
                                          <p:stCondLst>
                                            <p:cond delay="0"/>
                                          </p:stCondLst>
                                        </p:cTn>
                                        <p:tgtEl>
                                          <p:spTgt spid="109"/>
                                        </p:tgtEl>
                                        <p:attrNameLst>
                                          <p:attrName>style.visibility</p:attrName>
                                        </p:attrNameLst>
                                      </p:cBhvr>
                                      <p:to>
                                        <p:strVal val="visible"/>
                                      </p:to>
                                    </p:set>
                                    <p:anim calcmode="lin" valueType="num">
                                      <p:cBhvr>
                                        <p:cTn id="302" dur="5000" fill="hold"/>
                                        <p:tgtEl>
                                          <p:spTgt spid="109"/>
                                        </p:tgtEl>
                                        <p:attrNameLst>
                                          <p:attrName>ppt_x</p:attrName>
                                        </p:attrNameLst>
                                      </p:cBhvr>
                                      <p:tavLst>
                                        <p:tav tm="0">
                                          <p:val>
                                            <p:strVal val="#ppt_x+#ppt_w/2"/>
                                          </p:val>
                                        </p:tav>
                                        <p:tav tm="100000">
                                          <p:val>
                                            <p:strVal val="#ppt_x"/>
                                          </p:val>
                                        </p:tav>
                                      </p:tavLst>
                                    </p:anim>
                                    <p:anim calcmode="lin" valueType="num">
                                      <p:cBhvr>
                                        <p:cTn id="303" dur="5000" fill="hold"/>
                                        <p:tgtEl>
                                          <p:spTgt spid="109"/>
                                        </p:tgtEl>
                                        <p:attrNameLst>
                                          <p:attrName>ppt_y</p:attrName>
                                        </p:attrNameLst>
                                      </p:cBhvr>
                                      <p:tavLst>
                                        <p:tav tm="0">
                                          <p:val>
                                            <p:strVal val="#ppt_y"/>
                                          </p:val>
                                        </p:tav>
                                        <p:tav tm="100000">
                                          <p:val>
                                            <p:strVal val="#ppt_y"/>
                                          </p:val>
                                        </p:tav>
                                      </p:tavLst>
                                    </p:anim>
                                    <p:anim calcmode="lin" valueType="num">
                                      <p:cBhvr>
                                        <p:cTn id="304" dur="5000" fill="hold"/>
                                        <p:tgtEl>
                                          <p:spTgt spid="109"/>
                                        </p:tgtEl>
                                        <p:attrNameLst>
                                          <p:attrName>ppt_w</p:attrName>
                                        </p:attrNameLst>
                                      </p:cBhvr>
                                      <p:tavLst>
                                        <p:tav tm="0">
                                          <p:val>
                                            <p:fltVal val="0"/>
                                          </p:val>
                                        </p:tav>
                                        <p:tav tm="100000">
                                          <p:val>
                                            <p:strVal val="#ppt_w"/>
                                          </p:val>
                                        </p:tav>
                                      </p:tavLst>
                                    </p:anim>
                                    <p:anim calcmode="lin" valueType="num">
                                      <p:cBhvr>
                                        <p:cTn id="305"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0"/>
                                            </p:cond>
                                          </p:stCondLst>
                                          <p:endCondLst>
                                            <p:cond evt="onStopAudio" delay="0">
                                              <p:tgtEl>
                                                <p:sldTgt/>
                                              </p:tgtEl>
                                            </p:cond>
                                          </p:endCondLst>
                                        </p:cTn>
                                        <p:tgtEl>
                                          <p:sndTgt r:embed="rId4" name="CHIMES.WAV"/>
                                        </p:tgtEl>
                                      </p:cMediaNode>
                                    </p:audio>
                                  </p:subTnLst>
                                </p:cTn>
                              </p:par>
                              <p:par>
                                <p:cTn id="306" presetID="17" presetClass="entr" presetSubtype="8" fill="hold" grpId="0" nodeType="withEffect">
                                  <p:stCondLst>
                                    <p:cond delay="0"/>
                                  </p:stCondLst>
                                  <p:childTnLst>
                                    <p:set>
                                      <p:cBhvr>
                                        <p:cTn id="307" dur="1" fill="hold">
                                          <p:stCondLst>
                                            <p:cond delay="0"/>
                                          </p:stCondLst>
                                        </p:cTn>
                                        <p:tgtEl>
                                          <p:spTgt spid="202"/>
                                        </p:tgtEl>
                                        <p:attrNameLst>
                                          <p:attrName>style.visibility</p:attrName>
                                        </p:attrNameLst>
                                      </p:cBhvr>
                                      <p:to>
                                        <p:strVal val="visible"/>
                                      </p:to>
                                    </p:set>
                                    <p:anim calcmode="lin" valueType="num">
                                      <p:cBhvr>
                                        <p:cTn id="308" dur="5000" fill="hold"/>
                                        <p:tgtEl>
                                          <p:spTgt spid="202"/>
                                        </p:tgtEl>
                                        <p:attrNameLst>
                                          <p:attrName>ppt_x</p:attrName>
                                        </p:attrNameLst>
                                      </p:cBhvr>
                                      <p:tavLst>
                                        <p:tav tm="0">
                                          <p:val>
                                            <p:strVal val="#ppt_x-#ppt_w/2"/>
                                          </p:val>
                                        </p:tav>
                                        <p:tav tm="100000">
                                          <p:val>
                                            <p:strVal val="#ppt_x"/>
                                          </p:val>
                                        </p:tav>
                                      </p:tavLst>
                                    </p:anim>
                                    <p:anim calcmode="lin" valueType="num">
                                      <p:cBhvr>
                                        <p:cTn id="309" dur="5000" fill="hold"/>
                                        <p:tgtEl>
                                          <p:spTgt spid="202"/>
                                        </p:tgtEl>
                                        <p:attrNameLst>
                                          <p:attrName>ppt_y</p:attrName>
                                        </p:attrNameLst>
                                      </p:cBhvr>
                                      <p:tavLst>
                                        <p:tav tm="0">
                                          <p:val>
                                            <p:strVal val="#ppt_y"/>
                                          </p:val>
                                        </p:tav>
                                        <p:tav tm="100000">
                                          <p:val>
                                            <p:strVal val="#ppt_y"/>
                                          </p:val>
                                        </p:tav>
                                      </p:tavLst>
                                    </p:anim>
                                    <p:anim calcmode="lin" valueType="num">
                                      <p:cBhvr>
                                        <p:cTn id="310" dur="5000" fill="hold"/>
                                        <p:tgtEl>
                                          <p:spTgt spid="202"/>
                                        </p:tgtEl>
                                        <p:attrNameLst>
                                          <p:attrName>ppt_w</p:attrName>
                                        </p:attrNameLst>
                                      </p:cBhvr>
                                      <p:tavLst>
                                        <p:tav tm="0">
                                          <p:val>
                                            <p:fltVal val="0"/>
                                          </p:val>
                                        </p:tav>
                                        <p:tav tm="100000">
                                          <p:val>
                                            <p:strVal val="#ppt_w"/>
                                          </p:val>
                                        </p:tav>
                                      </p:tavLst>
                                    </p:anim>
                                    <p:anim calcmode="lin" valueType="num">
                                      <p:cBhvr>
                                        <p:cTn id="311"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6"/>
                                            </p:cond>
                                          </p:stCondLst>
                                          <p:endCondLst>
                                            <p:cond evt="onStopAudio" delay="0">
                                              <p:tgtEl>
                                                <p:sldTgt/>
                                              </p:tgtEl>
                                            </p:cond>
                                          </p:endCondLst>
                                        </p:cTn>
                                        <p:tgtEl>
                                          <p:sndTgt r:embed="rId4" name="CHIMES.WAV"/>
                                        </p:tgtEl>
                                      </p:cMediaNode>
                                    </p:audio>
                                  </p:subTnLst>
                                </p:cTn>
                              </p:par>
                              <p:par>
                                <p:cTn id="312" presetID="17" presetClass="entr" presetSubtype="8" fill="hold" grpId="0" nodeType="withEffect">
                                  <p:stCondLst>
                                    <p:cond delay="0"/>
                                  </p:stCondLst>
                                  <p:childTnLst>
                                    <p:set>
                                      <p:cBhvr>
                                        <p:cTn id="313" dur="1" fill="hold">
                                          <p:stCondLst>
                                            <p:cond delay="0"/>
                                          </p:stCondLst>
                                        </p:cTn>
                                        <p:tgtEl>
                                          <p:spTgt spid="201"/>
                                        </p:tgtEl>
                                        <p:attrNameLst>
                                          <p:attrName>style.visibility</p:attrName>
                                        </p:attrNameLst>
                                      </p:cBhvr>
                                      <p:to>
                                        <p:strVal val="visible"/>
                                      </p:to>
                                    </p:set>
                                    <p:anim calcmode="lin" valueType="num">
                                      <p:cBhvr>
                                        <p:cTn id="314" dur="5000" fill="hold"/>
                                        <p:tgtEl>
                                          <p:spTgt spid="201"/>
                                        </p:tgtEl>
                                        <p:attrNameLst>
                                          <p:attrName>ppt_x</p:attrName>
                                        </p:attrNameLst>
                                      </p:cBhvr>
                                      <p:tavLst>
                                        <p:tav tm="0">
                                          <p:val>
                                            <p:strVal val="#ppt_x-#ppt_w/2"/>
                                          </p:val>
                                        </p:tav>
                                        <p:tav tm="100000">
                                          <p:val>
                                            <p:strVal val="#ppt_x"/>
                                          </p:val>
                                        </p:tav>
                                      </p:tavLst>
                                    </p:anim>
                                    <p:anim calcmode="lin" valueType="num">
                                      <p:cBhvr>
                                        <p:cTn id="315" dur="5000" fill="hold"/>
                                        <p:tgtEl>
                                          <p:spTgt spid="201"/>
                                        </p:tgtEl>
                                        <p:attrNameLst>
                                          <p:attrName>ppt_y</p:attrName>
                                        </p:attrNameLst>
                                      </p:cBhvr>
                                      <p:tavLst>
                                        <p:tav tm="0">
                                          <p:val>
                                            <p:strVal val="#ppt_y"/>
                                          </p:val>
                                        </p:tav>
                                        <p:tav tm="100000">
                                          <p:val>
                                            <p:strVal val="#ppt_y"/>
                                          </p:val>
                                        </p:tav>
                                      </p:tavLst>
                                    </p:anim>
                                    <p:anim calcmode="lin" valueType="num">
                                      <p:cBhvr>
                                        <p:cTn id="316" dur="5000" fill="hold"/>
                                        <p:tgtEl>
                                          <p:spTgt spid="201"/>
                                        </p:tgtEl>
                                        <p:attrNameLst>
                                          <p:attrName>ppt_w</p:attrName>
                                        </p:attrNameLst>
                                      </p:cBhvr>
                                      <p:tavLst>
                                        <p:tav tm="0">
                                          <p:val>
                                            <p:fltVal val="0"/>
                                          </p:val>
                                        </p:tav>
                                        <p:tav tm="100000">
                                          <p:val>
                                            <p:strVal val="#ppt_w"/>
                                          </p:val>
                                        </p:tav>
                                      </p:tavLst>
                                    </p:anim>
                                    <p:anim calcmode="lin" valueType="num">
                                      <p:cBhvr>
                                        <p:cTn id="317"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2"/>
                                            </p:cond>
                                          </p:stCondLst>
                                          <p:endCondLst>
                                            <p:cond evt="onStopAudio" delay="0">
                                              <p:tgtEl>
                                                <p:sldTgt/>
                                              </p:tgtEl>
                                            </p:cond>
                                          </p:endCondLst>
                                        </p:cTn>
                                        <p:tgtEl>
                                          <p:sndTgt r:embed="rId4" name="CHIMES.WAV"/>
                                        </p:tgtEl>
                                      </p:cMediaNode>
                                    </p:audio>
                                  </p:subTnLst>
                                </p:cTn>
                              </p:par>
                              <p:par>
                                <p:cTn id="318" presetID="17" presetClass="entr" presetSubtype="8" fill="hold" grpId="0" nodeType="withEffect">
                                  <p:stCondLst>
                                    <p:cond delay="0"/>
                                  </p:stCondLst>
                                  <p:childTnLst>
                                    <p:set>
                                      <p:cBhvr>
                                        <p:cTn id="319" dur="1" fill="hold">
                                          <p:stCondLst>
                                            <p:cond delay="0"/>
                                          </p:stCondLst>
                                        </p:cTn>
                                        <p:tgtEl>
                                          <p:spTgt spid="200"/>
                                        </p:tgtEl>
                                        <p:attrNameLst>
                                          <p:attrName>style.visibility</p:attrName>
                                        </p:attrNameLst>
                                      </p:cBhvr>
                                      <p:to>
                                        <p:strVal val="visible"/>
                                      </p:to>
                                    </p:set>
                                    <p:anim calcmode="lin" valueType="num">
                                      <p:cBhvr>
                                        <p:cTn id="320" dur="5000" fill="hold"/>
                                        <p:tgtEl>
                                          <p:spTgt spid="200"/>
                                        </p:tgtEl>
                                        <p:attrNameLst>
                                          <p:attrName>ppt_x</p:attrName>
                                        </p:attrNameLst>
                                      </p:cBhvr>
                                      <p:tavLst>
                                        <p:tav tm="0">
                                          <p:val>
                                            <p:strVal val="#ppt_x-#ppt_w/2"/>
                                          </p:val>
                                        </p:tav>
                                        <p:tav tm="100000">
                                          <p:val>
                                            <p:strVal val="#ppt_x"/>
                                          </p:val>
                                        </p:tav>
                                      </p:tavLst>
                                    </p:anim>
                                    <p:anim calcmode="lin" valueType="num">
                                      <p:cBhvr>
                                        <p:cTn id="321" dur="5000" fill="hold"/>
                                        <p:tgtEl>
                                          <p:spTgt spid="200"/>
                                        </p:tgtEl>
                                        <p:attrNameLst>
                                          <p:attrName>ppt_y</p:attrName>
                                        </p:attrNameLst>
                                      </p:cBhvr>
                                      <p:tavLst>
                                        <p:tav tm="0">
                                          <p:val>
                                            <p:strVal val="#ppt_y"/>
                                          </p:val>
                                        </p:tav>
                                        <p:tav tm="100000">
                                          <p:val>
                                            <p:strVal val="#ppt_y"/>
                                          </p:val>
                                        </p:tav>
                                      </p:tavLst>
                                    </p:anim>
                                    <p:anim calcmode="lin" valueType="num">
                                      <p:cBhvr>
                                        <p:cTn id="322" dur="5000" fill="hold"/>
                                        <p:tgtEl>
                                          <p:spTgt spid="200"/>
                                        </p:tgtEl>
                                        <p:attrNameLst>
                                          <p:attrName>ppt_w</p:attrName>
                                        </p:attrNameLst>
                                      </p:cBhvr>
                                      <p:tavLst>
                                        <p:tav tm="0">
                                          <p:val>
                                            <p:fltVal val="0"/>
                                          </p:val>
                                        </p:tav>
                                        <p:tav tm="100000">
                                          <p:val>
                                            <p:strVal val="#ppt_w"/>
                                          </p:val>
                                        </p:tav>
                                      </p:tavLst>
                                    </p:anim>
                                    <p:anim calcmode="lin" valueType="num">
                                      <p:cBhvr>
                                        <p:cTn id="323"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8"/>
                                            </p:cond>
                                          </p:stCondLst>
                                          <p:endCondLst>
                                            <p:cond evt="onStopAudio" delay="0">
                                              <p:tgtEl>
                                                <p:sldTgt/>
                                              </p:tgtEl>
                                            </p:cond>
                                          </p:endCondLst>
                                        </p:cTn>
                                        <p:tgtEl>
                                          <p:sndTgt r:embed="rId4" name="CHIMES.WAV"/>
                                        </p:tgtEl>
                                      </p:cMediaNode>
                                    </p:audio>
                                  </p:subTnLst>
                                </p:cTn>
                              </p:par>
                              <p:par>
                                <p:cTn id="324" presetID="17" presetClass="entr" presetSubtype="8" fill="hold" grpId="0" nodeType="withEffect">
                                  <p:stCondLst>
                                    <p:cond delay="0"/>
                                  </p:stCondLst>
                                  <p:childTnLst>
                                    <p:set>
                                      <p:cBhvr>
                                        <p:cTn id="325" dur="1" fill="hold">
                                          <p:stCondLst>
                                            <p:cond delay="0"/>
                                          </p:stCondLst>
                                        </p:cTn>
                                        <p:tgtEl>
                                          <p:spTgt spid="203"/>
                                        </p:tgtEl>
                                        <p:attrNameLst>
                                          <p:attrName>style.visibility</p:attrName>
                                        </p:attrNameLst>
                                      </p:cBhvr>
                                      <p:to>
                                        <p:strVal val="visible"/>
                                      </p:to>
                                    </p:set>
                                    <p:anim calcmode="lin" valueType="num">
                                      <p:cBhvr>
                                        <p:cTn id="326" dur="5000" fill="hold"/>
                                        <p:tgtEl>
                                          <p:spTgt spid="203"/>
                                        </p:tgtEl>
                                        <p:attrNameLst>
                                          <p:attrName>ppt_x</p:attrName>
                                        </p:attrNameLst>
                                      </p:cBhvr>
                                      <p:tavLst>
                                        <p:tav tm="0">
                                          <p:val>
                                            <p:strVal val="#ppt_x-#ppt_w/2"/>
                                          </p:val>
                                        </p:tav>
                                        <p:tav tm="100000">
                                          <p:val>
                                            <p:strVal val="#ppt_x"/>
                                          </p:val>
                                        </p:tav>
                                      </p:tavLst>
                                    </p:anim>
                                    <p:anim calcmode="lin" valueType="num">
                                      <p:cBhvr>
                                        <p:cTn id="327" dur="5000" fill="hold"/>
                                        <p:tgtEl>
                                          <p:spTgt spid="203"/>
                                        </p:tgtEl>
                                        <p:attrNameLst>
                                          <p:attrName>ppt_y</p:attrName>
                                        </p:attrNameLst>
                                      </p:cBhvr>
                                      <p:tavLst>
                                        <p:tav tm="0">
                                          <p:val>
                                            <p:strVal val="#ppt_y"/>
                                          </p:val>
                                        </p:tav>
                                        <p:tav tm="100000">
                                          <p:val>
                                            <p:strVal val="#ppt_y"/>
                                          </p:val>
                                        </p:tav>
                                      </p:tavLst>
                                    </p:anim>
                                    <p:anim calcmode="lin" valueType="num">
                                      <p:cBhvr>
                                        <p:cTn id="328" dur="5000" fill="hold"/>
                                        <p:tgtEl>
                                          <p:spTgt spid="203"/>
                                        </p:tgtEl>
                                        <p:attrNameLst>
                                          <p:attrName>ppt_w</p:attrName>
                                        </p:attrNameLst>
                                      </p:cBhvr>
                                      <p:tavLst>
                                        <p:tav tm="0">
                                          <p:val>
                                            <p:fltVal val="0"/>
                                          </p:val>
                                        </p:tav>
                                        <p:tav tm="100000">
                                          <p:val>
                                            <p:strVal val="#ppt_w"/>
                                          </p:val>
                                        </p:tav>
                                      </p:tavLst>
                                    </p:anim>
                                    <p:anim calcmode="lin" valueType="num">
                                      <p:cBhvr>
                                        <p:cTn id="329"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4"/>
                                            </p:cond>
                                          </p:stCondLst>
                                          <p:endCondLst>
                                            <p:cond evt="onStopAudio" delay="0">
                                              <p:tgtEl>
                                                <p:sldTgt/>
                                              </p:tgtEl>
                                            </p:cond>
                                          </p:endCondLst>
                                        </p:cTn>
                                        <p:tgtEl>
                                          <p:sndTgt r:embed="rId4" name="CHIMES.WAV"/>
                                        </p:tgtEl>
                                      </p:cMediaNode>
                                    </p:audio>
                                  </p:subTnLst>
                                </p:cTn>
                              </p:par>
                              <p:par>
                                <p:cTn id="330" presetID="17" presetClass="entr" presetSubtype="8" fill="hold" grpId="0" nodeType="withEffect">
                                  <p:stCondLst>
                                    <p:cond delay="0"/>
                                  </p:stCondLst>
                                  <p:childTnLst>
                                    <p:set>
                                      <p:cBhvr>
                                        <p:cTn id="331" dur="1" fill="hold">
                                          <p:stCondLst>
                                            <p:cond delay="0"/>
                                          </p:stCondLst>
                                        </p:cTn>
                                        <p:tgtEl>
                                          <p:spTgt spid="205"/>
                                        </p:tgtEl>
                                        <p:attrNameLst>
                                          <p:attrName>style.visibility</p:attrName>
                                        </p:attrNameLst>
                                      </p:cBhvr>
                                      <p:to>
                                        <p:strVal val="visible"/>
                                      </p:to>
                                    </p:set>
                                    <p:anim calcmode="lin" valueType="num">
                                      <p:cBhvr>
                                        <p:cTn id="332" dur="5000" fill="hold"/>
                                        <p:tgtEl>
                                          <p:spTgt spid="205"/>
                                        </p:tgtEl>
                                        <p:attrNameLst>
                                          <p:attrName>ppt_x</p:attrName>
                                        </p:attrNameLst>
                                      </p:cBhvr>
                                      <p:tavLst>
                                        <p:tav tm="0">
                                          <p:val>
                                            <p:strVal val="#ppt_x-#ppt_w/2"/>
                                          </p:val>
                                        </p:tav>
                                        <p:tav tm="100000">
                                          <p:val>
                                            <p:strVal val="#ppt_x"/>
                                          </p:val>
                                        </p:tav>
                                      </p:tavLst>
                                    </p:anim>
                                    <p:anim calcmode="lin" valueType="num">
                                      <p:cBhvr>
                                        <p:cTn id="333" dur="5000" fill="hold"/>
                                        <p:tgtEl>
                                          <p:spTgt spid="205"/>
                                        </p:tgtEl>
                                        <p:attrNameLst>
                                          <p:attrName>ppt_y</p:attrName>
                                        </p:attrNameLst>
                                      </p:cBhvr>
                                      <p:tavLst>
                                        <p:tav tm="0">
                                          <p:val>
                                            <p:strVal val="#ppt_y"/>
                                          </p:val>
                                        </p:tav>
                                        <p:tav tm="100000">
                                          <p:val>
                                            <p:strVal val="#ppt_y"/>
                                          </p:val>
                                        </p:tav>
                                      </p:tavLst>
                                    </p:anim>
                                    <p:anim calcmode="lin" valueType="num">
                                      <p:cBhvr>
                                        <p:cTn id="334" dur="5000" fill="hold"/>
                                        <p:tgtEl>
                                          <p:spTgt spid="205"/>
                                        </p:tgtEl>
                                        <p:attrNameLst>
                                          <p:attrName>ppt_w</p:attrName>
                                        </p:attrNameLst>
                                      </p:cBhvr>
                                      <p:tavLst>
                                        <p:tav tm="0">
                                          <p:val>
                                            <p:fltVal val="0"/>
                                          </p:val>
                                        </p:tav>
                                        <p:tav tm="100000">
                                          <p:val>
                                            <p:strVal val="#ppt_w"/>
                                          </p:val>
                                        </p:tav>
                                      </p:tavLst>
                                    </p:anim>
                                    <p:anim calcmode="lin" valueType="num">
                                      <p:cBhvr>
                                        <p:cTn id="335"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0"/>
                                            </p:cond>
                                          </p:stCondLst>
                                          <p:endCondLst>
                                            <p:cond evt="onStopAudio" delay="0">
                                              <p:tgtEl>
                                                <p:sldTgt/>
                                              </p:tgtEl>
                                            </p:cond>
                                          </p:endCondLst>
                                        </p:cTn>
                                        <p:tgtEl>
                                          <p:sndTgt r:embed="rId4" name="CHIMES.WAV"/>
                                        </p:tgtEl>
                                      </p:cMediaNode>
                                    </p:audio>
                                  </p:subTnLst>
                                </p:cTn>
                              </p:par>
                              <p:par>
                                <p:cTn id="336" presetID="17" presetClass="entr" presetSubtype="8" fill="hold" grpId="0" nodeType="withEffect">
                                  <p:stCondLst>
                                    <p:cond delay="0"/>
                                  </p:stCondLst>
                                  <p:childTnLst>
                                    <p:set>
                                      <p:cBhvr>
                                        <p:cTn id="337" dur="1" fill="hold">
                                          <p:stCondLst>
                                            <p:cond delay="0"/>
                                          </p:stCondLst>
                                        </p:cTn>
                                        <p:tgtEl>
                                          <p:spTgt spid="204"/>
                                        </p:tgtEl>
                                        <p:attrNameLst>
                                          <p:attrName>style.visibility</p:attrName>
                                        </p:attrNameLst>
                                      </p:cBhvr>
                                      <p:to>
                                        <p:strVal val="visible"/>
                                      </p:to>
                                    </p:set>
                                    <p:anim calcmode="lin" valueType="num">
                                      <p:cBhvr>
                                        <p:cTn id="338" dur="5000" fill="hold"/>
                                        <p:tgtEl>
                                          <p:spTgt spid="204"/>
                                        </p:tgtEl>
                                        <p:attrNameLst>
                                          <p:attrName>ppt_x</p:attrName>
                                        </p:attrNameLst>
                                      </p:cBhvr>
                                      <p:tavLst>
                                        <p:tav tm="0">
                                          <p:val>
                                            <p:strVal val="#ppt_x-#ppt_w/2"/>
                                          </p:val>
                                        </p:tav>
                                        <p:tav tm="100000">
                                          <p:val>
                                            <p:strVal val="#ppt_x"/>
                                          </p:val>
                                        </p:tav>
                                      </p:tavLst>
                                    </p:anim>
                                    <p:anim calcmode="lin" valueType="num">
                                      <p:cBhvr>
                                        <p:cTn id="339" dur="5000" fill="hold"/>
                                        <p:tgtEl>
                                          <p:spTgt spid="204"/>
                                        </p:tgtEl>
                                        <p:attrNameLst>
                                          <p:attrName>ppt_y</p:attrName>
                                        </p:attrNameLst>
                                      </p:cBhvr>
                                      <p:tavLst>
                                        <p:tav tm="0">
                                          <p:val>
                                            <p:strVal val="#ppt_y"/>
                                          </p:val>
                                        </p:tav>
                                        <p:tav tm="100000">
                                          <p:val>
                                            <p:strVal val="#ppt_y"/>
                                          </p:val>
                                        </p:tav>
                                      </p:tavLst>
                                    </p:anim>
                                    <p:anim calcmode="lin" valueType="num">
                                      <p:cBhvr>
                                        <p:cTn id="340" dur="5000" fill="hold"/>
                                        <p:tgtEl>
                                          <p:spTgt spid="204"/>
                                        </p:tgtEl>
                                        <p:attrNameLst>
                                          <p:attrName>ppt_w</p:attrName>
                                        </p:attrNameLst>
                                      </p:cBhvr>
                                      <p:tavLst>
                                        <p:tav tm="0">
                                          <p:val>
                                            <p:fltVal val="0"/>
                                          </p:val>
                                        </p:tav>
                                        <p:tav tm="100000">
                                          <p:val>
                                            <p:strVal val="#ppt_w"/>
                                          </p:val>
                                        </p:tav>
                                      </p:tavLst>
                                    </p:anim>
                                    <p:anim calcmode="lin" valueType="num">
                                      <p:cBhvr>
                                        <p:cTn id="341"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36"/>
                                            </p:cond>
                                          </p:stCondLst>
                                          <p:endCondLst>
                                            <p:cond evt="onStopAudio" delay="0">
                                              <p:tgtEl>
                                                <p:sldTgt/>
                                              </p:tgtEl>
                                            </p:cond>
                                          </p:endCondLst>
                                        </p:cTn>
                                        <p:tgtEl>
                                          <p:sndTgt r:embed="rId4" name="CHIMES.WAV"/>
                                        </p:tgtEl>
                                      </p:cMediaNode>
                                    </p:audio>
                                  </p:subTnLst>
                                </p:cTn>
                              </p:par>
                              <p:par>
                                <p:cTn id="342" presetID="18" presetClass="entr" presetSubtype="9" fill="hold" grpId="0" nodeType="withEffect">
                                  <p:stCondLst>
                                    <p:cond delay="0"/>
                                  </p:stCondLst>
                                  <p:childTnLst>
                                    <p:set>
                                      <p:cBhvr>
                                        <p:cTn id="343" dur="1" fill="hold">
                                          <p:stCondLst>
                                            <p:cond delay="0"/>
                                          </p:stCondLst>
                                        </p:cTn>
                                        <p:tgtEl>
                                          <p:spTgt spid="171"/>
                                        </p:tgtEl>
                                        <p:attrNameLst>
                                          <p:attrName>style.visibility</p:attrName>
                                        </p:attrNameLst>
                                      </p:cBhvr>
                                      <p:to>
                                        <p:strVal val="visible"/>
                                      </p:to>
                                    </p:set>
                                    <p:animEffect transition="in" filter="strips(upLeft)">
                                      <p:cBhvr>
                                        <p:cTn id="344" dur="5000"/>
                                        <p:tgtEl>
                                          <p:spTgt spid="171"/>
                                        </p:tgtEl>
                                      </p:cBhvr>
                                    </p:animEffect>
                                  </p:childTnLst>
                                  <p:subTnLst>
                                    <p:audio>
                                      <p:cMediaNode>
                                        <p:cTn display="0" masterRel="sameClick">
                                          <p:stCondLst>
                                            <p:cond evt="begin" delay="0">
                                              <p:tn val="342"/>
                                            </p:cond>
                                          </p:stCondLst>
                                          <p:endCondLst>
                                            <p:cond evt="onStopAudio" delay="0">
                                              <p:tgtEl>
                                                <p:sldTgt/>
                                              </p:tgtEl>
                                            </p:cond>
                                          </p:endCondLst>
                                        </p:cTn>
                                        <p:tgtEl>
                                          <p:sndTgt r:embed="rId4" name="CHIMES.WAV"/>
                                        </p:tgtEl>
                                      </p:cMediaNode>
                                    </p:audio>
                                  </p:subTnLst>
                                </p:cTn>
                              </p:par>
                              <p:par>
                                <p:cTn id="345" presetID="18" presetClass="entr" presetSubtype="3" fill="hold" grpId="0" nodeType="withEffect">
                                  <p:stCondLst>
                                    <p:cond delay="0"/>
                                  </p:stCondLst>
                                  <p:childTnLst>
                                    <p:set>
                                      <p:cBhvr>
                                        <p:cTn id="346" dur="1" fill="hold">
                                          <p:stCondLst>
                                            <p:cond delay="0"/>
                                          </p:stCondLst>
                                        </p:cTn>
                                        <p:tgtEl>
                                          <p:spTgt spid="169"/>
                                        </p:tgtEl>
                                        <p:attrNameLst>
                                          <p:attrName>style.visibility</p:attrName>
                                        </p:attrNameLst>
                                      </p:cBhvr>
                                      <p:to>
                                        <p:strVal val="visible"/>
                                      </p:to>
                                    </p:set>
                                    <p:animEffect transition="in" filter="strips(upRight)">
                                      <p:cBhvr>
                                        <p:cTn id="347" dur="5000"/>
                                        <p:tgtEl>
                                          <p:spTgt spid="169"/>
                                        </p:tgtEl>
                                      </p:cBhvr>
                                    </p:animEffect>
                                  </p:childTnLst>
                                  <p:subTnLst>
                                    <p:audio>
                                      <p:cMediaNode>
                                        <p:cTn display="0" masterRel="sameClick">
                                          <p:stCondLst>
                                            <p:cond evt="begin" delay="0">
                                              <p:tn val="345"/>
                                            </p:cond>
                                          </p:stCondLst>
                                          <p:endCondLst>
                                            <p:cond evt="onStopAudio" delay="0">
                                              <p:tgtEl>
                                                <p:sldTgt/>
                                              </p:tgtEl>
                                            </p:cond>
                                          </p:endCondLst>
                                        </p:cTn>
                                        <p:tgtEl>
                                          <p:sndTgt r:embed="rId4" name="CHIMES.WAV"/>
                                        </p:tgtEl>
                                      </p:cMediaNode>
                                    </p:audio>
                                  </p:subTnLst>
                                </p:cTn>
                              </p:par>
                              <p:par>
                                <p:cTn id="348" presetID="18" presetClass="entr" presetSubtype="3" fill="hold" grpId="0" nodeType="withEffect">
                                  <p:stCondLst>
                                    <p:cond delay="0"/>
                                  </p:stCondLst>
                                  <p:childTnLst>
                                    <p:set>
                                      <p:cBhvr>
                                        <p:cTn id="349" dur="1" fill="hold">
                                          <p:stCondLst>
                                            <p:cond delay="0"/>
                                          </p:stCondLst>
                                        </p:cTn>
                                        <p:tgtEl>
                                          <p:spTgt spid="108"/>
                                        </p:tgtEl>
                                        <p:attrNameLst>
                                          <p:attrName>style.visibility</p:attrName>
                                        </p:attrNameLst>
                                      </p:cBhvr>
                                      <p:to>
                                        <p:strVal val="visible"/>
                                      </p:to>
                                    </p:set>
                                    <p:animEffect transition="in" filter="strips(upRight)">
                                      <p:cBhvr>
                                        <p:cTn id="350" dur="5000"/>
                                        <p:tgtEl>
                                          <p:spTgt spid="108"/>
                                        </p:tgtEl>
                                      </p:cBhvr>
                                    </p:animEffect>
                                  </p:childTnLst>
                                  <p:subTnLst>
                                    <p:audio>
                                      <p:cMediaNode>
                                        <p:cTn display="0" masterRel="sameClick">
                                          <p:stCondLst>
                                            <p:cond evt="begin" delay="0">
                                              <p:tn val="348"/>
                                            </p:cond>
                                          </p:stCondLst>
                                          <p:endCondLst>
                                            <p:cond evt="onStopAudio" delay="0">
                                              <p:tgtEl>
                                                <p:sldTgt/>
                                              </p:tgtEl>
                                            </p:cond>
                                          </p:endCondLst>
                                        </p:cTn>
                                        <p:tgtEl>
                                          <p:sndTgt r:embed="rId4" name="CHIMES.WAV"/>
                                        </p:tgtEl>
                                      </p:cMediaNode>
                                    </p:audio>
                                  </p:subTnLst>
                                </p:cTn>
                              </p:par>
                              <p:par>
                                <p:cTn id="351" presetID="18" presetClass="entr" presetSubtype="12" fill="hold" grpId="0" nodeType="withEffect">
                                  <p:stCondLst>
                                    <p:cond delay="0"/>
                                  </p:stCondLst>
                                  <p:childTnLst>
                                    <p:set>
                                      <p:cBhvr>
                                        <p:cTn id="352" dur="1" fill="hold">
                                          <p:stCondLst>
                                            <p:cond delay="0"/>
                                          </p:stCondLst>
                                        </p:cTn>
                                        <p:tgtEl>
                                          <p:spTgt spid="170"/>
                                        </p:tgtEl>
                                        <p:attrNameLst>
                                          <p:attrName>style.visibility</p:attrName>
                                        </p:attrNameLst>
                                      </p:cBhvr>
                                      <p:to>
                                        <p:strVal val="visible"/>
                                      </p:to>
                                    </p:set>
                                    <p:animEffect transition="in" filter="strips(downLeft)">
                                      <p:cBhvr>
                                        <p:cTn id="353" dur="5000"/>
                                        <p:tgtEl>
                                          <p:spTgt spid="170"/>
                                        </p:tgtEl>
                                      </p:cBhvr>
                                    </p:animEffect>
                                  </p:childTnLst>
                                  <p:subTnLst>
                                    <p:audio>
                                      <p:cMediaNode>
                                        <p:cTn display="0" masterRel="sameClick">
                                          <p:stCondLst>
                                            <p:cond evt="begin" delay="0">
                                              <p:tn val="351"/>
                                            </p:cond>
                                          </p:stCondLst>
                                          <p:endCondLst>
                                            <p:cond evt="onStopAudio" delay="0">
                                              <p:tgtEl>
                                                <p:sldTgt/>
                                              </p:tgtEl>
                                            </p:cond>
                                          </p:endCondLst>
                                        </p:cTn>
                                        <p:tgtEl>
                                          <p:sndTgt r:embed="rId4" name="CHIMES.WAV"/>
                                        </p:tgtEl>
                                      </p:cMediaNode>
                                    </p:audio>
                                  </p:subTnLst>
                                </p:cTn>
                              </p:par>
                              <p:par>
                                <p:cTn id="354" presetID="18" presetClass="entr" presetSubtype="6" fill="hold" grpId="0" nodeType="withEffect">
                                  <p:stCondLst>
                                    <p:cond delay="0"/>
                                  </p:stCondLst>
                                  <p:childTnLst>
                                    <p:set>
                                      <p:cBhvr>
                                        <p:cTn id="355" dur="1" fill="hold">
                                          <p:stCondLst>
                                            <p:cond delay="0"/>
                                          </p:stCondLst>
                                        </p:cTn>
                                        <p:tgtEl>
                                          <p:spTgt spid="173"/>
                                        </p:tgtEl>
                                        <p:attrNameLst>
                                          <p:attrName>style.visibility</p:attrName>
                                        </p:attrNameLst>
                                      </p:cBhvr>
                                      <p:to>
                                        <p:strVal val="visible"/>
                                      </p:to>
                                    </p:set>
                                    <p:animEffect transition="in" filter="strips(downRight)">
                                      <p:cBhvr>
                                        <p:cTn id="356" dur="5000"/>
                                        <p:tgtEl>
                                          <p:spTgt spid="173"/>
                                        </p:tgtEl>
                                      </p:cBhvr>
                                    </p:animEffect>
                                  </p:childTnLst>
                                  <p:subTnLst>
                                    <p:audio>
                                      <p:cMediaNode>
                                        <p:cTn display="0" masterRel="sameClick">
                                          <p:stCondLst>
                                            <p:cond evt="begin" delay="0">
                                              <p:tn val="354"/>
                                            </p:cond>
                                          </p:stCondLst>
                                          <p:endCondLst>
                                            <p:cond evt="onStopAudio" delay="0">
                                              <p:tgtEl>
                                                <p:sldTgt/>
                                              </p:tgtEl>
                                            </p:cond>
                                          </p:endCondLst>
                                        </p:cTn>
                                        <p:tgtEl>
                                          <p:sndTgt r:embed="rId4" name="CHIMES.WAV"/>
                                        </p:tgtEl>
                                      </p:cMediaNode>
                                    </p:audio>
                                  </p:subTnLst>
                                </p:cTn>
                              </p:par>
                              <p:par>
                                <p:cTn id="357" presetID="18" presetClass="entr" presetSubtype="12" fill="hold" grpId="0" nodeType="withEffect">
                                  <p:stCondLst>
                                    <p:cond delay="0"/>
                                  </p:stCondLst>
                                  <p:childTnLst>
                                    <p:set>
                                      <p:cBhvr>
                                        <p:cTn id="358" dur="1" fill="hold">
                                          <p:stCondLst>
                                            <p:cond delay="0"/>
                                          </p:stCondLst>
                                        </p:cTn>
                                        <p:tgtEl>
                                          <p:spTgt spid="172"/>
                                        </p:tgtEl>
                                        <p:attrNameLst>
                                          <p:attrName>style.visibility</p:attrName>
                                        </p:attrNameLst>
                                      </p:cBhvr>
                                      <p:to>
                                        <p:strVal val="visible"/>
                                      </p:to>
                                    </p:set>
                                    <p:animEffect transition="in" filter="strips(downLeft)">
                                      <p:cBhvr>
                                        <p:cTn id="359" dur="5000"/>
                                        <p:tgtEl>
                                          <p:spTgt spid="172"/>
                                        </p:tgtEl>
                                      </p:cBhvr>
                                    </p:animEffect>
                                  </p:childTnLst>
                                  <p:subTnLst>
                                    <p:audio>
                                      <p:cMediaNode>
                                        <p:cTn display="0" masterRel="sameClick">
                                          <p:stCondLst>
                                            <p:cond evt="begin" delay="0">
                                              <p:tn val="357"/>
                                            </p:cond>
                                          </p:stCondLst>
                                          <p:endCondLst>
                                            <p:cond evt="onStopAudio" delay="0">
                                              <p:tgtEl>
                                                <p:sldTgt/>
                                              </p:tgtEl>
                                            </p:cond>
                                          </p:endCondLst>
                                        </p:cTn>
                                        <p:tgtEl>
                                          <p:sndTgt r:embed="rId4" name="CHIMES.WAV"/>
                                        </p:tgtEl>
                                      </p:cMediaNode>
                                    </p:audio>
                                  </p:subTnLst>
                                </p:cTn>
                              </p:par>
                            </p:childTnLst>
                          </p:cTn>
                        </p:par>
                        <p:par>
                          <p:cTn id="360" fill="hold">
                            <p:stCondLst>
                              <p:cond delay="5000"/>
                            </p:stCondLst>
                            <p:childTnLst>
                              <p:par>
                                <p:cTn id="361" presetID="20" presetClass="entr" presetSubtype="0" fill="hold" grpId="0" nodeType="afterEffect">
                                  <p:stCondLst>
                                    <p:cond delay="500"/>
                                  </p:stCondLst>
                                  <p:childTnLst>
                                    <p:set>
                                      <p:cBhvr>
                                        <p:cTn id="362" dur="1" fill="hold">
                                          <p:stCondLst>
                                            <p:cond delay="0"/>
                                          </p:stCondLst>
                                        </p:cTn>
                                        <p:tgtEl>
                                          <p:spTgt spid="199"/>
                                        </p:tgtEl>
                                        <p:attrNameLst>
                                          <p:attrName>style.visibility</p:attrName>
                                        </p:attrNameLst>
                                      </p:cBhvr>
                                      <p:to>
                                        <p:strVal val="visible"/>
                                      </p:to>
                                    </p:set>
                                    <p:animEffect transition="in" filter="wedge">
                                      <p:cBhvr>
                                        <p:cTn id="363" dur="3000"/>
                                        <p:tgtEl>
                                          <p:spTgt spid="199"/>
                                        </p:tgtEl>
                                      </p:cBhvr>
                                    </p:animEffect>
                                  </p:childTnLst>
                                  <p:subTnLst>
                                    <p:audio>
                                      <p:cMediaNode>
                                        <p:cTn display="0" masterRel="sameClick">
                                          <p:stCondLst>
                                            <p:cond evt="begin" delay="0">
                                              <p:tn val="361"/>
                                            </p:cond>
                                          </p:stCondLst>
                                          <p:endCondLst>
                                            <p:cond evt="onStopAudio" delay="0">
                                              <p:tgtEl>
                                                <p:sldTgt/>
                                              </p:tgtEl>
                                            </p:cond>
                                          </p:endCondLst>
                                        </p:cTn>
                                        <p:tgtEl>
                                          <p:sndTgt r:embed="rId4" name="CHIMES.WAV"/>
                                        </p:tgtEl>
                                      </p:cMediaNode>
                                    </p:audio>
                                  </p:subTnLst>
                                </p:cTn>
                              </p:par>
                            </p:childTnLst>
                          </p:cTn>
                        </p:par>
                      </p:childTnLst>
                    </p:cTn>
                  </p:par>
                  <p:par>
                    <p:cTn id="364" fill="hold">
                      <p:stCondLst>
                        <p:cond delay="indefinite"/>
                      </p:stCondLst>
                      <p:childTnLst>
                        <p:par>
                          <p:cTn id="365" fill="hold">
                            <p:stCondLst>
                              <p:cond delay="0"/>
                            </p:stCondLst>
                            <p:childTnLst>
                              <p:par>
                                <p:cTn id="366" presetID="22" presetClass="entr" presetSubtype="8" fill="hold" nodeType="clickEffect">
                                  <p:stCondLst>
                                    <p:cond delay="0"/>
                                  </p:stCondLst>
                                  <p:childTnLst>
                                    <p:set>
                                      <p:cBhvr>
                                        <p:cTn id="367" dur="1" fill="hold">
                                          <p:stCondLst>
                                            <p:cond delay="0"/>
                                          </p:stCondLst>
                                        </p:cTn>
                                        <p:tgtEl>
                                          <p:spTgt spid="187"/>
                                        </p:tgtEl>
                                        <p:attrNameLst>
                                          <p:attrName>style.visibility</p:attrName>
                                        </p:attrNameLst>
                                      </p:cBhvr>
                                      <p:to>
                                        <p:strVal val="visible"/>
                                      </p:to>
                                    </p:set>
                                    <p:animEffect transition="in" filter="wipe(left)">
                                      <p:cBhvr>
                                        <p:cTn id="368" dur="5000"/>
                                        <p:tgtEl>
                                          <p:spTgt spid="187"/>
                                        </p:tgtEl>
                                      </p:cBhvr>
                                    </p:animEffect>
                                  </p:childTnLst>
                                  <p:subTnLst>
                                    <p:audio>
                                      <p:cMediaNode>
                                        <p:cTn display="0" masterRel="sameClick">
                                          <p:stCondLst>
                                            <p:cond evt="begin" delay="0">
                                              <p:tn val="366"/>
                                            </p:cond>
                                          </p:stCondLst>
                                          <p:endCondLst>
                                            <p:cond evt="onStopAudio" delay="0">
                                              <p:tgtEl>
                                                <p:sldTgt/>
                                              </p:tgtEl>
                                            </p:cond>
                                          </p:endCondLst>
                                        </p:cTn>
                                        <p:tgtEl>
                                          <p:sndTgt r:embed="rId3" name="CAMERA.WAV"/>
                                        </p:tgtEl>
                                      </p:cMediaNode>
                                    </p:audio>
                                  </p:subTnLst>
                                </p:cTn>
                              </p:par>
                            </p:childTnLst>
                          </p:cTn>
                        </p:par>
                        <p:par>
                          <p:cTn id="369" fill="hold">
                            <p:stCondLst>
                              <p:cond delay="5000"/>
                            </p:stCondLst>
                            <p:childTnLst>
                              <p:par>
                                <p:cTn id="370" presetID="22" presetClass="entr" presetSubtype="4" fill="hold" grpId="0" nodeType="afterEffect">
                                  <p:stCondLst>
                                    <p:cond delay="500"/>
                                  </p:stCondLst>
                                  <p:childTnLst>
                                    <p:set>
                                      <p:cBhvr>
                                        <p:cTn id="371" dur="1" fill="hold">
                                          <p:stCondLst>
                                            <p:cond delay="0"/>
                                          </p:stCondLst>
                                        </p:cTn>
                                        <p:tgtEl>
                                          <p:spTgt spid="193"/>
                                        </p:tgtEl>
                                        <p:attrNameLst>
                                          <p:attrName>style.visibility</p:attrName>
                                        </p:attrNameLst>
                                      </p:cBhvr>
                                      <p:to>
                                        <p:strVal val="visible"/>
                                      </p:to>
                                    </p:set>
                                    <p:animEffect transition="in" filter="wipe(down)">
                                      <p:cBhvr>
                                        <p:cTn id="372" dur="5000"/>
                                        <p:tgtEl>
                                          <p:spTgt spid="193"/>
                                        </p:tgtEl>
                                      </p:cBhvr>
                                    </p:animEffect>
                                  </p:childTnLst>
                                  <p:subTnLst>
                                    <p:audio>
                                      <p:cMediaNode>
                                        <p:cTn display="0" masterRel="sameClick">
                                          <p:stCondLst>
                                            <p:cond evt="begin" delay="0">
                                              <p:tn val="370"/>
                                            </p:cond>
                                          </p:stCondLst>
                                          <p:endCondLst>
                                            <p:cond evt="onStopAudio" delay="0">
                                              <p:tgtEl>
                                                <p:sldTgt/>
                                              </p:tgtEl>
                                            </p:cond>
                                          </p:endCondLst>
                                        </p:cTn>
                                        <p:tgtEl>
                                          <p:sndTgt r:embed="rId3" name="CAMERA.WAV"/>
                                        </p:tgtEl>
                                      </p:cMediaNode>
                                    </p:audio>
                                  </p:subTnLst>
                                </p:cTn>
                              </p:par>
                              <p:par>
                                <p:cTn id="373" presetID="20" presetClass="entr" presetSubtype="0" fill="hold" grpId="0" nodeType="withEffect">
                                  <p:stCondLst>
                                    <p:cond delay="500"/>
                                  </p:stCondLst>
                                  <p:childTnLst>
                                    <p:set>
                                      <p:cBhvr>
                                        <p:cTn id="374" dur="1" fill="hold">
                                          <p:stCondLst>
                                            <p:cond delay="0"/>
                                          </p:stCondLst>
                                        </p:cTn>
                                        <p:tgtEl>
                                          <p:spTgt spid="196"/>
                                        </p:tgtEl>
                                        <p:attrNameLst>
                                          <p:attrName>style.visibility</p:attrName>
                                        </p:attrNameLst>
                                      </p:cBhvr>
                                      <p:to>
                                        <p:strVal val="visible"/>
                                      </p:to>
                                    </p:set>
                                    <p:animEffect transition="in" filter="wedge">
                                      <p:cBhvr>
                                        <p:cTn id="375" dur="2000"/>
                                        <p:tgtEl>
                                          <p:spTgt spid="196"/>
                                        </p:tgtEl>
                                      </p:cBhvr>
                                    </p:animEffect>
                                  </p:childTnLst>
                                  <p:subTnLst>
                                    <p:audio>
                                      <p:cMediaNode>
                                        <p:cTn display="0" masterRel="sameClick">
                                          <p:stCondLst>
                                            <p:cond evt="begin" delay="0">
                                              <p:tn val="373"/>
                                            </p:cond>
                                          </p:stCondLst>
                                          <p:endCondLst>
                                            <p:cond evt="onStopAudio" delay="0">
                                              <p:tgtEl>
                                                <p:sldTgt/>
                                              </p:tgtEl>
                                            </p:cond>
                                          </p:endCondLst>
                                        </p:cTn>
                                        <p:tgtEl>
                                          <p:sndTgt r:embed="rId3" name="CAMERA.WAV"/>
                                        </p:tgtEl>
                                      </p:cMediaNode>
                                    </p:audio>
                                  </p:subTnLst>
                                </p:cTn>
                              </p:par>
                              <p:par>
                                <p:cTn id="376" presetID="17" presetClass="entr" presetSubtype="8" fill="hold" grpId="0" nodeType="withEffect">
                                  <p:stCondLst>
                                    <p:cond delay="500"/>
                                  </p:stCondLst>
                                  <p:childTnLst>
                                    <p:set>
                                      <p:cBhvr>
                                        <p:cTn id="377" dur="1" fill="hold">
                                          <p:stCondLst>
                                            <p:cond delay="0"/>
                                          </p:stCondLst>
                                        </p:cTn>
                                        <p:tgtEl>
                                          <p:spTgt spid="182"/>
                                        </p:tgtEl>
                                        <p:attrNameLst>
                                          <p:attrName>style.visibility</p:attrName>
                                        </p:attrNameLst>
                                      </p:cBhvr>
                                      <p:to>
                                        <p:strVal val="visible"/>
                                      </p:to>
                                    </p:set>
                                    <p:anim calcmode="lin" valueType="num">
                                      <p:cBhvr>
                                        <p:cTn id="378" dur="5000" fill="hold"/>
                                        <p:tgtEl>
                                          <p:spTgt spid="182"/>
                                        </p:tgtEl>
                                        <p:attrNameLst>
                                          <p:attrName>ppt_x</p:attrName>
                                        </p:attrNameLst>
                                      </p:cBhvr>
                                      <p:tavLst>
                                        <p:tav tm="0">
                                          <p:val>
                                            <p:strVal val="#ppt_x-#ppt_w/2"/>
                                          </p:val>
                                        </p:tav>
                                        <p:tav tm="100000">
                                          <p:val>
                                            <p:strVal val="#ppt_x"/>
                                          </p:val>
                                        </p:tav>
                                      </p:tavLst>
                                    </p:anim>
                                    <p:anim calcmode="lin" valueType="num">
                                      <p:cBhvr>
                                        <p:cTn id="379" dur="5000" fill="hold"/>
                                        <p:tgtEl>
                                          <p:spTgt spid="182"/>
                                        </p:tgtEl>
                                        <p:attrNameLst>
                                          <p:attrName>ppt_y</p:attrName>
                                        </p:attrNameLst>
                                      </p:cBhvr>
                                      <p:tavLst>
                                        <p:tav tm="0">
                                          <p:val>
                                            <p:strVal val="#ppt_y"/>
                                          </p:val>
                                        </p:tav>
                                        <p:tav tm="100000">
                                          <p:val>
                                            <p:strVal val="#ppt_y"/>
                                          </p:val>
                                        </p:tav>
                                      </p:tavLst>
                                    </p:anim>
                                    <p:anim calcmode="lin" valueType="num">
                                      <p:cBhvr>
                                        <p:cTn id="380" dur="5000" fill="hold"/>
                                        <p:tgtEl>
                                          <p:spTgt spid="182"/>
                                        </p:tgtEl>
                                        <p:attrNameLst>
                                          <p:attrName>ppt_w</p:attrName>
                                        </p:attrNameLst>
                                      </p:cBhvr>
                                      <p:tavLst>
                                        <p:tav tm="0">
                                          <p:val>
                                            <p:fltVal val="0"/>
                                          </p:val>
                                        </p:tav>
                                        <p:tav tm="100000">
                                          <p:val>
                                            <p:strVal val="#ppt_w"/>
                                          </p:val>
                                        </p:tav>
                                      </p:tavLst>
                                    </p:anim>
                                    <p:anim calcmode="lin" valueType="num">
                                      <p:cBhvr>
                                        <p:cTn id="381"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6"/>
                                            </p:cond>
                                          </p:stCondLst>
                                          <p:endCondLst>
                                            <p:cond evt="onStopAudio" delay="0">
                                              <p:tgtEl>
                                                <p:sldTgt/>
                                              </p:tgtEl>
                                            </p:cond>
                                          </p:endCondLst>
                                        </p:cTn>
                                        <p:tgtEl>
                                          <p:sndTgt r:embed="rId4" name="CHIMES.WAV"/>
                                        </p:tgtEl>
                                      </p:cMediaNode>
                                    </p:audio>
                                  </p:subTnLst>
                                </p:cTn>
                              </p:par>
                              <p:par>
                                <p:cTn id="382" presetID="17" presetClass="entr" presetSubtype="8" fill="hold" grpId="0" nodeType="withEffect">
                                  <p:stCondLst>
                                    <p:cond delay="0"/>
                                  </p:stCondLst>
                                  <p:childTnLst>
                                    <p:set>
                                      <p:cBhvr>
                                        <p:cTn id="383" dur="1" fill="hold">
                                          <p:stCondLst>
                                            <p:cond delay="0"/>
                                          </p:stCondLst>
                                        </p:cTn>
                                        <p:tgtEl>
                                          <p:spTgt spid="183"/>
                                        </p:tgtEl>
                                        <p:attrNameLst>
                                          <p:attrName>style.visibility</p:attrName>
                                        </p:attrNameLst>
                                      </p:cBhvr>
                                      <p:to>
                                        <p:strVal val="visible"/>
                                      </p:to>
                                    </p:set>
                                    <p:anim calcmode="lin" valueType="num">
                                      <p:cBhvr>
                                        <p:cTn id="384" dur="5000" fill="hold"/>
                                        <p:tgtEl>
                                          <p:spTgt spid="183"/>
                                        </p:tgtEl>
                                        <p:attrNameLst>
                                          <p:attrName>ppt_x</p:attrName>
                                        </p:attrNameLst>
                                      </p:cBhvr>
                                      <p:tavLst>
                                        <p:tav tm="0">
                                          <p:val>
                                            <p:strVal val="#ppt_x-#ppt_w/2"/>
                                          </p:val>
                                        </p:tav>
                                        <p:tav tm="100000">
                                          <p:val>
                                            <p:strVal val="#ppt_x"/>
                                          </p:val>
                                        </p:tav>
                                      </p:tavLst>
                                    </p:anim>
                                    <p:anim calcmode="lin" valueType="num">
                                      <p:cBhvr>
                                        <p:cTn id="385" dur="5000" fill="hold"/>
                                        <p:tgtEl>
                                          <p:spTgt spid="183"/>
                                        </p:tgtEl>
                                        <p:attrNameLst>
                                          <p:attrName>ppt_y</p:attrName>
                                        </p:attrNameLst>
                                      </p:cBhvr>
                                      <p:tavLst>
                                        <p:tav tm="0">
                                          <p:val>
                                            <p:strVal val="#ppt_y"/>
                                          </p:val>
                                        </p:tav>
                                        <p:tav tm="100000">
                                          <p:val>
                                            <p:strVal val="#ppt_y"/>
                                          </p:val>
                                        </p:tav>
                                      </p:tavLst>
                                    </p:anim>
                                    <p:anim calcmode="lin" valueType="num">
                                      <p:cBhvr>
                                        <p:cTn id="386" dur="5000" fill="hold"/>
                                        <p:tgtEl>
                                          <p:spTgt spid="183"/>
                                        </p:tgtEl>
                                        <p:attrNameLst>
                                          <p:attrName>ppt_w</p:attrName>
                                        </p:attrNameLst>
                                      </p:cBhvr>
                                      <p:tavLst>
                                        <p:tav tm="0">
                                          <p:val>
                                            <p:fltVal val="0"/>
                                          </p:val>
                                        </p:tav>
                                        <p:tav tm="100000">
                                          <p:val>
                                            <p:strVal val="#ppt_w"/>
                                          </p:val>
                                        </p:tav>
                                      </p:tavLst>
                                    </p:anim>
                                    <p:anim calcmode="lin" valueType="num">
                                      <p:cBhvr>
                                        <p:cTn id="387"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2"/>
                                            </p:cond>
                                          </p:stCondLst>
                                          <p:endCondLst>
                                            <p:cond evt="onStopAudio" delay="0">
                                              <p:tgtEl>
                                                <p:sldTgt/>
                                              </p:tgtEl>
                                            </p:cond>
                                          </p:endCondLst>
                                        </p:cTn>
                                        <p:tgtEl>
                                          <p:sndTgt r:embed="rId4" name="CHIMES.WAV"/>
                                        </p:tgtEl>
                                      </p:cMediaNode>
                                    </p:audio>
                                  </p:subTnLst>
                                </p:cTn>
                              </p:par>
                              <p:par>
                                <p:cTn id="388" presetID="17" presetClass="entr" presetSubtype="8" fill="hold" grpId="0" nodeType="withEffect">
                                  <p:stCondLst>
                                    <p:cond delay="0"/>
                                  </p:stCondLst>
                                  <p:childTnLst>
                                    <p:set>
                                      <p:cBhvr>
                                        <p:cTn id="389" dur="1" fill="hold">
                                          <p:stCondLst>
                                            <p:cond delay="0"/>
                                          </p:stCondLst>
                                        </p:cTn>
                                        <p:tgtEl>
                                          <p:spTgt spid="184"/>
                                        </p:tgtEl>
                                        <p:attrNameLst>
                                          <p:attrName>style.visibility</p:attrName>
                                        </p:attrNameLst>
                                      </p:cBhvr>
                                      <p:to>
                                        <p:strVal val="visible"/>
                                      </p:to>
                                    </p:set>
                                    <p:anim calcmode="lin" valueType="num">
                                      <p:cBhvr>
                                        <p:cTn id="390" dur="5000" fill="hold"/>
                                        <p:tgtEl>
                                          <p:spTgt spid="184"/>
                                        </p:tgtEl>
                                        <p:attrNameLst>
                                          <p:attrName>ppt_x</p:attrName>
                                        </p:attrNameLst>
                                      </p:cBhvr>
                                      <p:tavLst>
                                        <p:tav tm="0">
                                          <p:val>
                                            <p:strVal val="#ppt_x-#ppt_w/2"/>
                                          </p:val>
                                        </p:tav>
                                        <p:tav tm="100000">
                                          <p:val>
                                            <p:strVal val="#ppt_x"/>
                                          </p:val>
                                        </p:tav>
                                      </p:tavLst>
                                    </p:anim>
                                    <p:anim calcmode="lin" valueType="num">
                                      <p:cBhvr>
                                        <p:cTn id="391" dur="5000" fill="hold"/>
                                        <p:tgtEl>
                                          <p:spTgt spid="184"/>
                                        </p:tgtEl>
                                        <p:attrNameLst>
                                          <p:attrName>ppt_y</p:attrName>
                                        </p:attrNameLst>
                                      </p:cBhvr>
                                      <p:tavLst>
                                        <p:tav tm="0">
                                          <p:val>
                                            <p:strVal val="#ppt_y"/>
                                          </p:val>
                                        </p:tav>
                                        <p:tav tm="100000">
                                          <p:val>
                                            <p:strVal val="#ppt_y"/>
                                          </p:val>
                                        </p:tav>
                                      </p:tavLst>
                                    </p:anim>
                                    <p:anim calcmode="lin" valueType="num">
                                      <p:cBhvr>
                                        <p:cTn id="392" dur="5000" fill="hold"/>
                                        <p:tgtEl>
                                          <p:spTgt spid="184"/>
                                        </p:tgtEl>
                                        <p:attrNameLst>
                                          <p:attrName>ppt_w</p:attrName>
                                        </p:attrNameLst>
                                      </p:cBhvr>
                                      <p:tavLst>
                                        <p:tav tm="0">
                                          <p:val>
                                            <p:fltVal val="0"/>
                                          </p:val>
                                        </p:tav>
                                        <p:tav tm="100000">
                                          <p:val>
                                            <p:strVal val="#ppt_w"/>
                                          </p:val>
                                        </p:tav>
                                      </p:tavLst>
                                    </p:anim>
                                    <p:anim calcmode="lin" valueType="num">
                                      <p:cBhvr>
                                        <p:cTn id="393"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8"/>
                                            </p:cond>
                                          </p:stCondLst>
                                          <p:endCondLst>
                                            <p:cond evt="onStopAudio" delay="0">
                                              <p:tgtEl>
                                                <p:sldTgt/>
                                              </p:tgtEl>
                                            </p:cond>
                                          </p:endCondLst>
                                        </p:cTn>
                                        <p:tgtEl>
                                          <p:sndTgt r:embed="rId4" name="CHIMES.WAV"/>
                                        </p:tgtEl>
                                      </p:cMediaNode>
                                    </p:audio>
                                  </p:subTnLst>
                                </p:cTn>
                              </p:par>
                              <p:par>
                                <p:cTn id="394" presetID="17" presetClass="entr" presetSubtype="2" fill="hold" grpId="0" nodeType="withEffect">
                                  <p:stCondLst>
                                    <p:cond delay="0"/>
                                  </p:stCondLst>
                                  <p:childTnLst>
                                    <p:set>
                                      <p:cBhvr>
                                        <p:cTn id="395" dur="1" fill="hold">
                                          <p:stCondLst>
                                            <p:cond delay="0"/>
                                          </p:stCondLst>
                                        </p:cTn>
                                        <p:tgtEl>
                                          <p:spTgt spid="181"/>
                                        </p:tgtEl>
                                        <p:attrNameLst>
                                          <p:attrName>style.visibility</p:attrName>
                                        </p:attrNameLst>
                                      </p:cBhvr>
                                      <p:to>
                                        <p:strVal val="visible"/>
                                      </p:to>
                                    </p:set>
                                    <p:anim calcmode="lin" valueType="num">
                                      <p:cBhvr>
                                        <p:cTn id="396" dur="5000" fill="hold"/>
                                        <p:tgtEl>
                                          <p:spTgt spid="181"/>
                                        </p:tgtEl>
                                        <p:attrNameLst>
                                          <p:attrName>ppt_x</p:attrName>
                                        </p:attrNameLst>
                                      </p:cBhvr>
                                      <p:tavLst>
                                        <p:tav tm="0">
                                          <p:val>
                                            <p:strVal val="#ppt_x+#ppt_w/2"/>
                                          </p:val>
                                        </p:tav>
                                        <p:tav tm="100000">
                                          <p:val>
                                            <p:strVal val="#ppt_x"/>
                                          </p:val>
                                        </p:tav>
                                      </p:tavLst>
                                    </p:anim>
                                    <p:anim calcmode="lin" valueType="num">
                                      <p:cBhvr>
                                        <p:cTn id="397" dur="5000" fill="hold"/>
                                        <p:tgtEl>
                                          <p:spTgt spid="181"/>
                                        </p:tgtEl>
                                        <p:attrNameLst>
                                          <p:attrName>ppt_y</p:attrName>
                                        </p:attrNameLst>
                                      </p:cBhvr>
                                      <p:tavLst>
                                        <p:tav tm="0">
                                          <p:val>
                                            <p:strVal val="#ppt_y"/>
                                          </p:val>
                                        </p:tav>
                                        <p:tav tm="100000">
                                          <p:val>
                                            <p:strVal val="#ppt_y"/>
                                          </p:val>
                                        </p:tav>
                                      </p:tavLst>
                                    </p:anim>
                                    <p:anim calcmode="lin" valueType="num">
                                      <p:cBhvr>
                                        <p:cTn id="398" dur="5000" fill="hold"/>
                                        <p:tgtEl>
                                          <p:spTgt spid="181"/>
                                        </p:tgtEl>
                                        <p:attrNameLst>
                                          <p:attrName>ppt_w</p:attrName>
                                        </p:attrNameLst>
                                      </p:cBhvr>
                                      <p:tavLst>
                                        <p:tav tm="0">
                                          <p:val>
                                            <p:fltVal val="0"/>
                                          </p:val>
                                        </p:tav>
                                        <p:tav tm="100000">
                                          <p:val>
                                            <p:strVal val="#ppt_w"/>
                                          </p:val>
                                        </p:tav>
                                      </p:tavLst>
                                    </p:anim>
                                    <p:anim calcmode="lin" valueType="num">
                                      <p:cBhvr>
                                        <p:cTn id="399"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4"/>
                                            </p:cond>
                                          </p:stCondLst>
                                          <p:endCondLst>
                                            <p:cond evt="onStopAudio" delay="0">
                                              <p:tgtEl>
                                                <p:sldTgt/>
                                              </p:tgtEl>
                                            </p:cond>
                                          </p:endCondLst>
                                        </p:cTn>
                                        <p:tgtEl>
                                          <p:sndTgt r:embed="rId4" name="CHIMES.WAV"/>
                                        </p:tgtEl>
                                      </p:cMediaNode>
                                    </p:audio>
                                  </p:subTnLst>
                                </p:cTn>
                              </p:par>
                              <p:par>
                                <p:cTn id="400" presetID="17" presetClass="entr" presetSubtype="2" fill="hold" grpId="0" nodeType="withEffect">
                                  <p:stCondLst>
                                    <p:cond delay="0"/>
                                  </p:stCondLst>
                                  <p:childTnLst>
                                    <p:set>
                                      <p:cBhvr>
                                        <p:cTn id="401" dur="1" fill="hold">
                                          <p:stCondLst>
                                            <p:cond delay="0"/>
                                          </p:stCondLst>
                                        </p:cTn>
                                        <p:tgtEl>
                                          <p:spTgt spid="180"/>
                                        </p:tgtEl>
                                        <p:attrNameLst>
                                          <p:attrName>style.visibility</p:attrName>
                                        </p:attrNameLst>
                                      </p:cBhvr>
                                      <p:to>
                                        <p:strVal val="visible"/>
                                      </p:to>
                                    </p:set>
                                    <p:anim calcmode="lin" valueType="num">
                                      <p:cBhvr>
                                        <p:cTn id="402" dur="5000" fill="hold"/>
                                        <p:tgtEl>
                                          <p:spTgt spid="180"/>
                                        </p:tgtEl>
                                        <p:attrNameLst>
                                          <p:attrName>ppt_x</p:attrName>
                                        </p:attrNameLst>
                                      </p:cBhvr>
                                      <p:tavLst>
                                        <p:tav tm="0">
                                          <p:val>
                                            <p:strVal val="#ppt_x+#ppt_w/2"/>
                                          </p:val>
                                        </p:tav>
                                        <p:tav tm="100000">
                                          <p:val>
                                            <p:strVal val="#ppt_x"/>
                                          </p:val>
                                        </p:tav>
                                      </p:tavLst>
                                    </p:anim>
                                    <p:anim calcmode="lin" valueType="num">
                                      <p:cBhvr>
                                        <p:cTn id="403" dur="5000" fill="hold"/>
                                        <p:tgtEl>
                                          <p:spTgt spid="180"/>
                                        </p:tgtEl>
                                        <p:attrNameLst>
                                          <p:attrName>ppt_y</p:attrName>
                                        </p:attrNameLst>
                                      </p:cBhvr>
                                      <p:tavLst>
                                        <p:tav tm="0">
                                          <p:val>
                                            <p:strVal val="#ppt_y"/>
                                          </p:val>
                                        </p:tav>
                                        <p:tav tm="100000">
                                          <p:val>
                                            <p:strVal val="#ppt_y"/>
                                          </p:val>
                                        </p:tav>
                                      </p:tavLst>
                                    </p:anim>
                                    <p:anim calcmode="lin" valueType="num">
                                      <p:cBhvr>
                                        <p:cTn id="404" dur="5000" fill="hold"/>
                                        <p:tgtEl>
                                          <p:spTgt spid="180"/>
                                        </p:tgtEl>
                                        <p:attrNameLst>
                                          <p:attrName>ppt_w</p:attrName>
                                        </p:attrNameLst>
                                      </p:cBhvr>
                                      <p:tavLst>
                                        <p:tav tm="0">
                                          <p:val>
                                            <p:fltVal val="0"/>
                                          </p:val>
                                        </p:tav>
                                        <p:tav tm="100000">
                                          <p:val>
                                            <p:strVal val="#ppt_w"/>
                                          </p:val>
                                        </p:tav>
                                      </p:tavLst>
                                    </p:anim>
                                    <p:anim calcmode="lin" valueType="num">
                                      <p:cBhvr>
                                        <p:cTn id="405"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0"/>
                                            </p:cond>
                                          </p:stCondLst>
                                          <p:endCondLst>
                                            <p:cond evt="onStopAudio" delay="0">
                                              <p:tgtEl>
                                                <p:sldTgt/>
                                              </p:tgtEl>
                                            </p:cond>
                                          </p:endCondLst>
                                        </p:cTn>
                                        <p:tgtEl>
                                          <p:sndTgt r:embed="rId4" name="CHIMES.WAV"/>
                                        </p:tgtEl>
                                      </p:cMediaNode>
                                    </p:audio>
                                  </p:subTnLst>
                                </p:cTn>
                              </p:par>
                              <p:par>
                                <p:cTn id="406" presetID="17" presetClass="entr" presetSubtype="2" fill="hold" grpId="0" nodeType="withEffect">
                                  <p:stCondLst>
                                    <p:cond delay="0"/>
                                  </p:stCondLst>
                                  <p:childTnLst>
                                    <p:set>
                                      <p:cBhvr>
                                        <p:cTn id="407" dur="1" fill="hold">
                                          <p:stCondLst>
                                            <p:cond delay="0"/>
                                          </p:stCondLst>
                                        </p:cTn>
                                        <p:tgtEl>
                                          <p:spTgt spid="185"/>
                                        </p:tgtEl>
                                        <p:attrNameLst>
                                          <p:attrName>style.visibility</p:attrName>
                                        </p:attrNameLst>
                                      </p:cBhvr>
                                      <p:to>
                                        <p:strVal val="visible"/>
                                      </p:to>
                                    </p:set>
                                    <p:anim calcmode="lin" valueType="num">
                                      <p:cBhvr>
                                        <p:cTn id="408" dur="5000" fill="hold"/>
                                        <p:tgtEl>
                                          <p:spTgt spid="185"/>
                                        </p:tgtEl>
                                        <p:attrNameLst>
                                          <p:attrName>ppt_x</p:attrName>
                                        </p:attrNameLst>
                                      </p:cBhvr>
                                      <p:tavLst>
                                        <p:tav tm="0">
                                          <p:val>
                                            <p:strVal val="#ppt_x+#ppt_w/2"/>
                                          </p:val>
                                        </p:tav>
                                        <p:tav tm="100000">
                                          <p:val>
                                            <p:strVal val="#ppt_x"/>
                                          </p:val>
                                        </p:tav>
                                      </p:tavLst>
                                    </p:anim>
                                    <p:anim calcmode="lin" valueType="num">
                                      <p:cBhvr>
                                        <p:cTn id="409" dur="5000" fill="hold"/>
                                        <p:tgtEl>
                                          <p:spTgt spid="185"/>
                                        </p:tgtEl>
                                        <p:attrNameLst>
                                          <p:attrName>ppt_y</p:attrName>
                                        </p:attrNameLst>
                                      </p:cBhvr>
                                      <p:tavLst>
                                        <p:tav tm="0">
                                          <p:val>
                                            <p:strVal val="#ppt_y"/>
                                          </p:val>
                                        </p:tav>
                                        <p:tav tm="100000">
                                          <p:val>
                                            <p:strVal val="#ppt_y"/>
                                          </p:val>
                                        </p:tav>
                                      </p:tavLst>
                                    </p:anim>
                                    <p:anim calcmode="lin" valueType="num">
                                      <p:cBhvr>
                                        <p:cTn id="410" dur="5000" fill="hold"/>
                                        <p:tgtEl>
                                          <p:spTgt spid="185"/>
                                        </p:tgtEl>
                                        <p:attrNameLst>
                                          <p:attrName>ppt_w</p:attrName>
                                        </p:attrNameLst>
                                      </p:cBhvr>
                                      <p:tavLst>
                                        <p:tav tm="0">
                                          <p:val>
                                            <p:fltVal val="0"/>
                                          </p:val>
                                        </p:tav>
                                        <p:tav tm="100000">
                                          <p:val>
                                            <p:strVal val="#ppt_w"/>
                                          </p:val>
                                        </p:tav>
                                      </p:tavLst>
                                    </p:anim>
                                    <p:anim calcmode="lin" valueType="num">
                                      <p:cBhvr>
                                        <p:cTn id="411"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6"/>
                                            </p:cond>
                                          </p:stCondLst>
                                          <p:endCondLst>
                                            <p:cond evt="onStopAudio" delay="0">
                                              <p:tgtEl>
                                                <p:sldTgt/>
                                              </p:tgtEl>
                                            </p:cond>
                                          </p:endCondLst>
                                        </p:cTn>
                                        <p:tgtEl>
                                          <p:sndTgt r:embed="rId4" name="CHIMES.WAV"/>
                                        </p:tgtEl>
                                      </p:cMediaNode>
                                    </p:audio>
                                  </p:subTnLst>
                                </p:cTn>
                              </p:par>
                              <p:par>
                                <p:cTn id="412" presetID="18" presetClass="entr" presetSubtype="12" fill="hold" grpId="0" nodeType="withEffect">
                                  <p:stCondLst>
                                    <p:cond delay="0"/>
                                  </p:stCondLst>
                                  <p:childTnLst>
                                    <p:set>
                                      <p:cBhvr>
                                        <p:cTn id="413" dur="1" fill="hold">
                                          <p:stCondLst>
                                            <p:cond delay="0"/>
                                          </p:stCondLst>
                                        </p:cTn>
                                        <p:tgtEl>
                                          <p:spTgt spid="179"/>
                                        </p:tgtEl>
                                        <p:attrNameLst>
                                          <p:attrName>style.visibility</p:attrName>
                                        </p:attrNameLst>
                                      </p:cBhvr>
                                      <p:to>
                                        <p:strVal val="visible"/>
                                      </p:to>
                                    </p:set>
                                    <p:animEffect transition="in" filter="strips(downLeft)">
                                      <p:cBhvr>
                                        <p:cTn id="414" dur="5000"/>
                                        <p:tgtEl>
                                          <p:spTgt spid="179"/>
                                        </p:tgtEl>
                                      </p:cBhvr>
                                    </p:animEffect>
                                  </p:childTnLst>
                                  <p:subTnLst>
                                    <p:audio>
                                      <p:cMediaNode>
                                        <p:cTn display="0" masterRel="sameClick">
                                          <p:stCondLst>
                                            <p:cond evt="begin" delay="0">
                                              <p:tn val="412"/>
                                            </p:cond>
                                          </p:stCondLst>
                                          <p:endCondLst>
                                            <p:cond evt="onStopAudio" delay="0">
                                              <p:tgtEl>
                                                <p:sldTgt/>
                                              </p:tgtEl>
                                            </p:cond>
                                          </p:endCondLst>
                                        </p:cTn>
                                        <p:tgtEl>
                                          <p:sndTgt r:embed="rId4" name="CHIMES.WAV"/>
                                        </p:tgtEl>
                                      </p:cMediaNode>
                                    </p:audio>
                                  </p:subTnLst>
                                </p:cTn>
                              </p:par>
                              <p:par>
                                <p:cTn id="415" presetID="18" presetClass="entr" presetSubtype="6" fill="hold" grpId="0" nodeType="withEffect">
                                  <p:stCondLst>
                                    <p:cond delay="0"/>
                                  </p:stCondLst>
                                  <p:childTnLst>
                                    <p:set>
                                      <p:cBhvr>
                                        <p:cTn id="416" dur="1" fill="hold">
                                          <p:stCondLst>
                                            <p:cond delay="0"/>
                                          </p:stCondLst>
                                        </p:cTn>
                                        <p:tgtEl>
                                          <p:spTgt spid="186"/>
                                        </p:tgtEl>
                                        <p:attrNameLst>
                                          <p:attrName>style.visibility</p:attrName>
                                        </p:attrNameLst>
                                      </p:cBhvr>
                                      <p:to>
                                        <p:strVal val="visible"/>
                                      </p:to>
                                    </p:set>
                                    <p:animEffect transition="in" filter="strips(downRight)">
                                      <p:cBhvr>
                                        <p:cTn id="417" dur="5000"/>
                                        <p:tgtEl>
                                          <p:spTgt spid="186"/>
                                        </p:tgtEl>
                                      </p:cBhvr>
                                    </p:animEffect>
                                  </p:childTnLst>
                                  <p:subTnLst>
                                    <p:audio>
                                      <p:cMediaNode>
                                        <p:cTn display="0" masterRel="sameClick">
                                          <p:stCondLst>
                                            <p:cond evt="begin" delay="0">
                                              <p:tn val="415"/>
                                            </p:cond>
                                          </p:stCondLst>
                                          <p:endCondLst>
                                            <p:cond evt="onStopAudio" delay="0">
                                              <p:tgtEl>
                                                <p:sldTgt/>
                                              </p:tgtEl>
                                            </p:cond>
                                          </p:endCondLst>
                                        </p:cTn>
                                        <p:tgtEl>
                                          <p:sndTgt r:embed="rId4" name="CHIMES.WAV"/>
                                        </p:tgtEl>
                                      </p:cMediaNode>
                                    </p:audio>
                                  </p:subTnLst>
                                </p:cTn>
                              </p:par>
                            </p:childTnLst>
                          </p:cTn>
                        </p:par>
                        <p:par>
                          <p:cTn id="418" fill="hold">
                            <p:stCondLst>
                              <p:cond delay="10500"/>
                            </p:stCondLst>
                            <p:childTnLst>
                              <p:par>
                                <p:cTn id="419" presetID="19" presetClass="entr" presetSubtype="10" fill="hold" grpId="0" nodeType="afterEffect">
                                  <p:stCondLst>
                                    <p:cond delay="0"/>
                                  </p:stCondLst>
                                  <p:childTnLst>
                                    <p:set>
                                      <p:cBhvr>
                                        <p:cTn id="420" dur="1" fill="hold">
                                          <p:stCondLst>
                                            <p:cond delay="0"/>
                                          </p:stCondLst>
                                        </p:cTn>
                                        <p:tgtEl>
                                          <p:spTgt spid="206"/>
                                        </p:tgtEl>
                                        <p:attrNameLst>
                                          <p:attrName>style.visibility</p:attrName>
                                        </p:attrNameLst>
                                      </p:cBhvr>
                                      <p:to>
                                        <p:strVal val="visible"/>
                                      </p:to>
                                    </p:set>
                                    <p:anim calcmode="lin" valueType="num">
                                      <p:cBhvr>
                                        <p:cTn id="421" dur="5000" fill="hold"/>
                                        <p:tgtEl>
                                          <p:spTgt spid="206"/>
                                        </p:tgtEl>
                                        <p:attrNameLst>
                                          <p:attrName>ppt_w</p:attrName>
                                        </p:attrNameLst>
                                      </p:cBhvr>
                                      <p:tavLst>
                                        <p:tav tm="0" fmla="#ppt_w*sin(2.5*pi*$)">
                                          <p:val>
                                            <p:fltVal val="0"/>
                                          </p:val>
                                        </p:tav>
                                        <p:tav tm="100000">
                                          <p:val>
                                            <p:fltVal val="1"/>
                                          </p:val>
                                        </p:tav>
                                      </p:tavLst>
                                    </p:anim>
                                    <p:anim calcmode="lin" valueType="num">
                                      <p:cBhvr>
                                        <p:cTn id="422"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par>
                    <p:cTn id="423" fill="hold">
                      <p:stCondLst>
                        <p:cond delay="indefinite"/>
                      </p:stCondLst>
                      <p:childTnLst>
                        <p:par>
                          <p:cTn id="424" fill="hold">
                            <p:stCondLst>
                              <p:cond delay="0"/>
                            </p:stCondLst>
                            <p:childTnLst>
                              <p:par>
                                <p:cTn id="425" presetID="1" presetClass="entr" presetSubtype="0" fill="hold" grpId="0" nodeType="clickEffect">
                                  <p:stCondLst>
                                    <p:cond delay="0"/>
                                  </p:stCondLst>
                                  <p:childTnLst>
                                    <p:set>
                                      <p:cBhvr>
                                        <p:cTn id="42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9" grpId="0" animBg="1"/>
      <p:bldP spid="120" grpId="0" animBg="1"/>
      <p:bldP spid="121" grpId="0" animBg="1"/>
      <p:bldP spid="122" grpId="0" animBg="1"/>
      <p:bldP spid="123" grpId="0" animBg="1"/>
      <p:bldP spid="124" grpId="0" animBg="1"/>
      <p:bldP spid="129" grpId="0" autoUpdateAnimBg="0"/>
      <p:bldP spid="130" grpId="0" autoUpdateAnimBg="0"/>
      <p:bldP spid="131" grpId="0" autoUpdateAnimBg="0"/>
      <p:bldP spid="132" grpId="0" autoUpdateAnimBg="0"/>
      <p:bldP spid="133" grpId="0" autoUpdateAnimBg="0"/>
      <p:bldP spid="134" grpId="0" autoUpdateAnimBg="0"/>
      <p:bldP spid="135" grpId="0" autoUpdateAnimBg="0"/>
      <p:bldP spid="136" grpId="0" autoUpdateAnimBg="0"/>
      <p:bldP spid="137" grpId="0" animBg="1"/>
      <p:bldP spid="138" grpId="0" animBg="1"/>
      <p:bldP spid="139" grpId="0" animBg="1"/>
      <p:bldP spid="140" grpId="0" animBg="1"/>
      <p:bldP spid="141" grpId="0" autoUpdateAnimBg="0"/>
      <p:bldP spid="142" grpId="0" autoUpdateAnimBg="0"/>
      <p:bldP spid="143" grpId="0" autoUpdateAnimBg="0"/>
      <p:bldP spid="144" grpId="0" autoUpdateAnimBg="0"/>
      <p:bldP spid="145" grpId="0" autoUpdateAnimBg="0"/>
      <p:bldP spid="146" grpId="0" autoUpdateAnimBg="0"/>
      <p:bldP spid="147" grpId="0" autoUpdateAnimBg="0"/>
      <p:bldP spid="148" grpId="0" autoUpdateAnimBg="0"/>
      <p:bldP spid="149" grpId="0" animBg="1"/>
      <p:bldP spid="150" grpId="0" autoUpdateAnimBg="0"/>
      <p:bldP spid="151" grpId="0" autoUpdateAnimBg="0"/>
      <p:bldP spid="152" grpId="0" animBg="1"/>
      <p:bldP spid="161" grpId="0" animBg="1"/>
      <p:bldP spid="161" grpId="1" animBg="1"/>
      <p:bldP spid="162" grpId="0" animBg="1"/>
      <p:bldP spid="162" grpId="1" animBg="1"/>
      <p:bldP spid="163" grpId="0" autoUpdateAnimBg="0"/>
      <p:bldP spid="163" grpId="1"/>
      <p:bldP spid="164" grpId="0" autoUpdateAnimBg="0"/>
      <p:bldP spid="164" grpId="1"/>
      <p:bldP spid="165" grpId="0" autoUpdateAnimBg="0"/>
      <p:bldP spid="166" grpId="0" autoUpdateAnimBg="0"/>
      <p:bldP spid="62" grpId="0" autoUpdateAnimBg="0"/>
      <p:bldP spid="63" grpId="0" autoUpdateAnimBg="0"/>
      <p:bldP spid="64" grpId="0" autoUpdateAnimBg="0"/>
      <p:bldP spid="88" grpId="0" animBg="1"/>
      <p:bldP spid="89" grpId="0" animBg="1"/>
      <p:bldP spid="90" grpId="0" animBg="1"/>
      <p:bldP spid="91" grpId="0" animBg="1"/>
      <p:bldP spid="92" grpId="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8040216" y="937406"/>
            <a:ext cx="4032448" cy="2795667"/>
          </a:xfrm>
          <a:prstGeom prst="rect">
            <a:avLst/>
          </a:prstGeom>
          <a:solidFill>
            <a:srgbClr val="B9CDE5"/>
          </a:solidFill>
          <a:ln>
            <a:noFill/>
          </a:ln>
          <a:effectLst/>
        </p:spPr>
        <p:txBody>
          <a:bodyPr wrap="none" anchor="ctr"/>
          <a:lstStyle/>
          <a:p>
            <a:endParaRPr lang="zh-CN" altLang="en-US" dirty="0"/>
          </a:p>
        </p:txBody>
      </p:sp>
      <p:sp>
        <p:nvSpPr>
          <p:cNvPr id="62" name="Text Box 1032"/>
          <p:cNvSpPr txBox="1">
            <a:spLocks noChangeArrowheads="1"/>
          </p:cNvSpPr>
          <p:nvPr/>
        </p:nvSpPr>
        <p:spPr bwMode="auto">
          <a:xfrm>
            <a:off x="191344" y="824991"/>
            <a:ext cx="7696472" cy="1212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2800" i="0" dirty="0">
                <a:latin typeface="+mn-lt"/>
                <a:ea typeface="微软雅黑" panose="020B0503020204020204" pitchFamily="34" charset="-122"/>
              </a:rPr>
              <a:t>将</a:t>
            </a:r>
            <a:r>
              <a:rPr lang="zh-CN" altLang="en-US" sz="2800" b="0" dirty="0">
                <a:latin typeface="+mn-lt"/>
                <a:ea typeface="微软雅黑" panose="020B0503020204020204" pitchFamily="34" charset="-122"/>
                <a:sym typeface="Symbol" panose="05050102010706020507" pitchFamily="18" charset="2"/>
              </a:rPr>
              <a:t></a:t>
            </a:r>
            <a:r>
              <a:rPr lang="zh-CN" altLang="en-US" sz="2800" b="0" dirty="0">
                <a:latin typeface="+mn-lt"/>
                <a:ea typeface="微软雅黑" panose="020B0503020204020204" pitchFamily="34" charset="-122"/>
              </a:rPr>
              <a:t> </a:t>
            </a:r>
            <a:r>
              <a:rPr lang="zh-CN" altLang="en-US" sz="2800" b="0" i="0" dirty="0">
                <a:latin typeface="+mn-lt"/>
                <a:ea typeface="微软雅黑" panose="020B0503020204020204" pitchFamily="34" charset="-122"/>
              </a:rPr>
              <a:t>＝</a:t>
            </a:r>
            <a:r>
              <a:rPr lang="en-US" altLang="zh-CN" sz="2800" b="0" dirty="0" err="1">
                <a:latin typeface="+mn-lt"/>
                <a:ea typeface="微软雅黑" panose="020B0503020204020204" pitchFamily="34" charset="-122"/>
              </a:rPr>
              <a:t>Ky</a:t>
            </a:r>
            <a:r>
              <a:rPr lang="zh-CN" altLang="en-US" sz="2800" i="0" dirty="0">
                <a:latin typeface="+mn-lt"/>
                <a:ea typeface="微软雅黑" panose="020B0503020204020204" pitchFamily="34" charset="-122"/>
              </a:rPr>
              <a:t>代入以上两式，得</a:t>
            </a:r>
            <a:endParaRPr lang="en-US" altLang="zh-CN" sz="2800" i="0" dirty="0">
              <a:latin typeface="+mn-lt"/>
              <a:ea typeface="微软雅黑" panose="020B0503020204020204" pitchFamily="34" charset="-122"/>
            </a:endParaRPr>
          </a:p>
          <a:p>
            <a:pPr eaLnBrk="1" hangingPunct="1">
              <a:lnSpc>
                <a:spcPct val="130000"/>
              </a:lnSpc>
            </a:pPr>
            <a:r>
              <a:rPr lang="en-US" altLang="zh-CN" sz="2800" b="0" i="0" dirty="0">
                <a:latin typeface="+mn-lt"/>
                <a:ea typeface="微软雅黑" panose="020B0503020204020204" pitchFamily="34" charset="-122"/>
                <a:sym typeface="Symbol" panose="05050102010706020507" pitchFamily="18" charset="2"/>
              </a:rPr>
              <a:t>                 </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err="1">
                <a:latin typeface="+mn-lt"/>
                <a:ea typeface="微软雅黑" panose="020B0503020204020204" pitchFamily="34" charset="-122"/>
              </a:rPr>
              <a:t>A</a:t>
            </a:r>
            <a:r>
              <a:rPr lang="en-US" altLang="zh-CN" sz="2800" b="0" dirty="0" err="1">
                <a:latin typeface="+mn-lt"/>
                <a:ea typeface="微软雅黑" panose="020B0503020204020204" pitchFamily="34" charset="-122"/>
              </a:rPr>
              <a:t>Ky</a:t>
            </a:r>
            <a:r>
              <a:rPr lang="en-US" altLang="zh-CN" sz="2800" b="0" i="0" dirty="0" err="1">
                <a:latin typeface="+mn-lt"/>
                <a:ea typeface="微软雅黑" panose="020B0503020204020204" pitchFamily="34" charset="-122"/>
              </a:rPr>
              <a:t>d</a:t>
            </a:r>
            <a:r>
              <a:rPr lang="en-US" altLang="zh-CN" sz="2800" b="0" dirty="0" err="1">
                <a:latin typeface="+mn-lt"/>
                <a:ea typeface="微软雅黑" panose="020B0503020204020204" pitchFamily="34" charset="-122"/>
              </a:rPr>
              <a:t>A</a:t>
            </a:r>
            <a:r>
              <a:rPr lang="en-US" altLang="zh-CN" sz="2800" b="0" i="0" dirty="0">
                <a:latin typeface="+mn-lt"/>
                <a:ea typeface="微软雅黑" panose="020B0503020204020204" pitchFamily="34" charset="-122"/>
              </a:rPr>
              <a:t>=0     </a:t>
            </a:r>
            <a:r>
              <a:rPr lang="zh-CN" altLang="en-US" sz="2800" i="0" dirty="0">
                <a:latin typeface="+mn-lt"/>
                <a:ea typeface="微软雅黑" panose="020B0503020204020204" pitchFamily="34" charset="-122"/>
              </a:rPr>
              <a:t>和          </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a:t>
            </a:r>
            <a:r>
              <a:rPr lang="en-US" altLang="zh-CN" sz="2800" b="0" dirty="0">
                <a:latin typeface="+mn-lt"/>
                <a:ea typeface="微软雅黑" panose="020B0503020204020204" pitchFamily="34" charset="-122"/>
              </a:rPr>
              <a:t>Ky</a:t>
            </a:r>
            <a:r>
              <a:rPr lang="en-US" altLang="zh-CN" sz="2800" b="0" i="0" baseline="30000" dirty="0">
                <a:latin typeface="+mn-lt"/>
                <a:ea typeface="微软雅黑" panose="020B0503020204020204" pitchFamily="34" charset="-122"/>
              </a:rPr>
              <a:t>2</a:t>
            </a:r>
            <a:r>
              <a:rPr lang="en-US" altLang="zh-CN" sz="2800" b="0" dirty="0">
                <a:latin typeface="+mn-lt"/>
                <a:ea typeface="微软雅黑" panose="020B0503020204020204" pitchFamily="34" charset="-122"/>
                <a:sym typeface="Symbol" panose="05050102010706020507" pitchFamily="18" charset="2"/>
              </a:rPr>
              <a:t></a:t>
            </a:r>
            <a:r>
              <a:rPr lang="en-US" altLang="zh-CN" sz="2800" b="0" dirty="0">
                <a:latin typeface="+mn-lt"/>
                <a:ea typeface="微软雅黑" panose="020B0503020204020204" pitchFamily="34" charset="-122"/>
              </a:rPr>
              <a:t>dA=M</a:t>
            </a:r>
          </a:p>
        </p:txBody>
      </p:sp>
      <p:grpSp>
        <p:nvGrpSpPr>
          <p:cNvPr id="94" name="Group 4"/>
          <p:cNvGrpSpPr>
            <a:grpSpLocks/>
          </p:cNvGrpSpPr>
          <p:nvPr/>
        </p:nvGrpSpPr>
        <p:grpSpPr bwMode="auto">
          <a:xfrm>
            <a:off x="9333434" y="1544705"/>
            <a:ext cx="800100" cy="957262"/>
            <a:chOff x="4596" y="700"/>
            <a:chExt cx="504" cy="603"/>
          </a:xfrm>
        </p:grpSpPr>
        <p:sp>
          <p:nvSpPr>
            <p:cNvPr id="95" name="Freeform 5"/>
            <p:cNvSpPr>
              <a:spLocks/>
            </p:cNvSpPr>
            <p:nvPr/>
          </p:nvSpPr>
          <p:spPr bwMode="auto">
            <a:xfrm>
              <a:off x="4602" y="702"/>
              <a:ext cx="498" cy="546"/>
            </a:xfrm>
            <a:custGeom>
              <a:avLst/>
              <a:gdLst>
                <a:gd name="T0" fmla="*/ 48 w 498"/>
                <a:gd name="T1" fmla="*/ 156 h 546"/>
                <a:gd name="T2" fmla="*/ 114 w 498"/>
                <a:gd name="T3" fmla="*/ 96 h 546"/>
                <a:gd name="T4" fmla="*/ 78 w 498"/>
                <a:gd name="T5" fmla="*/ 84 h 546"/>
                <a:gd name="T6" fmla="*/ 204 w 498"/>
                <a:gd name="T7" fmla="*/ 60 h 546"/>
                <a:gd name="T8" fmla="*/ 156 w 498"/>
                <a:gd name="T9" fmla="*/ 42 h 546"/>
                <a:gd name="T10" fmla="*/ 198 w 498"/>
                <a:gd name="T11" fmla="*/ 6 h 546"/>
                <a:gd name="T12" fmla="*/ 498 w 498"/>
                <a:gd name="T13" fmla="*/ 0 h 546"/>
                <a:gd name="T14" fmla="*/ 336 w 498"/>
                <a:gd name="T15" fmla="*/ 144 h 546"/>
                <a:gd name="T16" fmla="*/ 330 w 498"/>
                <a:gd name="T17" fmla="*/ 546 h 546"/>
                <a:gd name="T18" fmla="*/ 54 w 498"/>
                <a:gd name="T19" fmla="*/ 546 h 546"/>
                <a:gd name="T20" fmla="*/ 42 w 498"/>
                <a:gd name="T21" fmla="*/ 366 h 546"/>
                <a:gd name="T22" fmla="*/ 0 w 498"/>
                <a:gd name="T23" fmla="*/ 360 h 546"/>
                <a:gd name="T24" fmla="*/ 90 w 498"/>
                <a:gd name="T25" fmla="*/ 324 h 546"/>
                <a:gd name="T26" fmla="*/ 54 w 498"/>
                <a:gd name="T27" fmla="*/ 300 h 546"/>
                <a:gd name="T28" fmla="*/ 48 w 498"/>
                <a:gd name="T29" fmla="*/ 156 h 5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98"/>
                <a:gd name="T46" fmla="*/ 0 h 546"/>
                <a:gd name="T47" fmla="*/ 498 w 498"/>
                <a:gd name="T48" fmla="*/ 546 h 5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98" h="546">
                  <a:moveTo>
                    <a:pt x="48" y="156"/>
                  </a:moveTo>
                  <a:lnTo>
                    <a:pt x="114" y="96"/>
                  </a:lnTo>
                  <a:lnTo>
                    <a:pt x="78" y="84"/>
                  </a:lnTo>
                  <a:lnTo>
                    <a:pt x="204" y="60"/>
                  </a:lnTo>
                  <a:lnTo>
                    <a:pt x="156" y="42"/>
                  </a:lnTo>
                  <a:lnTo>
                    <a:pt x="198" y="6"/>
                  </a:lnTo>
                  <a:lnTo>
                    <a:pt x="498" y="0"/>
                  </a:lnTo>
                  <a:lnTo>
                    <a:pt x="336" y="144"/>
                  </a:lnTo>
                  <a:lnTo>
                    <a:pt x="330" y="546"/>
                  </a:lnTo>
                  <a:lnTo>
                    <a:pt x="54" y="546"/>
                  </a:lnTo>
                  <a:lnTo>
                    <a:pt x="42" y="366"/>
                  </a:lnTo>
                  <a:lnTo>
                    <a:pt x="0" y="360"/>
                  </a:lnTo>
                  <a:lnTo>
                    <a:pt x="90" y="324"/>
                  </a:lnTo>
                  <a:lnTo>
                    <a:pt x="54" y="300"/>
                  </a:lnTo>
                  <a:lnTo>
                    <a:pt x="48" y="15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96" name="AutoShape 6"/>
            <p:cNvSpPr>
              <a:spLocks noChangeArrowheads="1"/>
            </p:cNvSpPr>
            <p:nvPr/>
          </p:nvSpPr>
          <p:spPr bwMode="auto">
            <a:xfrm rot="16200000" flipH="1">
              <a:off x="4746" y="912"/>
              <a:ext cx="546" cy="156"/>
            </a:xfrm>
            <a:prstGeom prst="parallelogram">
              <a:avLst>
                <a:gd name="adj" fmla="val 95100"/>
              </a:avLst>
            </a:prstGeom>
            <a:gradFill rotWithShape="0">
              <a:gsLst>
                <a:gs pos="0">
                  <a:srgbClr val="CDCDCD"/>
                </a:gs>
                <a:gs pos="100000">
                  <a:srgbClr val="A0A0A0"/>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endParaRPr lang="zh-CN" altLang="en-US">
                <a:solidFill>
                  <a:srgbClr val="FFFFFF"/>
                </a:solidFill>
              </a:endParaRPr>
            </a:p>
          </p:txBody>
        </p:sp>
        <p:sp>
          <p:nvSpPr>
            <p:cNvPr id="97" name="Line 7" descr="浅色上对角线"/>
            <p:cNvSpPr>
              <a:spLocks noChangeShapeType="1"/>
            </p:cNvSpPr>
            <p:nvPr/>
          </p:nvSpPr>
          <p:spPr bwMode="auto">
            <a:xfrm>
              <a:off x="4940" y="852"/>
              <a:ext cx="1" cy="4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Freeform 8" descr="浅色上对角线"/>
            <p:cNvSpPr>
              <a:spLocks/>
            </p:cNvSpPr>
            <p:nvPr/>
          </p:nvSpPr>
          <p:spPr bwMode="auto">
            <a:xfrm>
              <a:off x="4596" y="85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28575"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 name="Line 9" descr="浅色上对角线"/>
            <p:cNvSpPr>
              <a:spLocks noChangeShapeType="1"/>
            </p:cNvSpPr>
            <p:nvPr/>
          </p:nvSpPr>
          <p:spPr bwMode="auto">
            <a:xfrm>
              <a:off x="4804" y="712"/>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 name="Line 10"/>
            <p:cNvSpPr>
              <a:spLocks noChangeShapeType="1"/>
            </p:cNvSpPr>
            <p:nvPr/>
          </p:nvSpPr>
          <p:spPr bwMode="auto">
            <a:xfrm flipH="1">
              <a:off x="4940" y="712"/>
              <a:ext cx="152" cy="14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 name="Freeform 11"/>
            <p:cNvSpPr>
              <a:spLocks/>
            </p:cNvSpPr>
            <p:nvPr/>
          </p:nvSpPr>
          <p:spPr bwMode="auto">
            <a:xfrm>
              <a:off x="4652" y="700"/>
              <a:ext cx="164" cy="156"/>
            </a:xfrm>
            <a:custGeom>
              <a:avLst/>
              <a:gdLst>
                <a:gd name="T0" fmla="*/ 155 w 380"/>
                <a:gd name="T1" fmla="*/ 0 h 360"/>
                <a:gd name="T2" fmla="*/ 104 w 380"/>
                <a:gd name="T3" fmla="*/ 52 h 360"/>
                <a:gd name="T4" fmla="*/ 164 w 380"/>
                <a:gd name="T5" fmla="*/ 61 h 360"/>
                <a:gd name="T6" fmla="*/ 17 w 380"/>
                <a:gd name="T7" fmla="*/ 87 h 360"/>
                <a:gd name="T8" fmla="*/ 69 w 380"/>
                <a:gd name="T9" fmla="*/ 104 h 360"/>
                <a:gd name="T10" fmla="*/ 0 w 380"/>
                <a:gd name="T11" fmla="*/ 156 h 360"/>
                <a:gd name="T12" fmla="*/ 0 60000 65536"/>
                <a:gd name="T13" fmla="*/ 0 60000 65536"/>
                <a:gd name="T14" fmla="*/ 0 60000 65536"/>
                <a:gd name="T15" fmla="*/ 0 60000 65536"/>
                <a:gd name="T16" fmla="*/ 0 60000 65536"/>
                <a:gd name="T17" fmla="*/ 0 60000 65536"/>
                <a:gd name="T18" fmla="*/ 0 w 380"/>
                <a:gd name="T19" fmla="*/ 0 h 360"/>
                <a:gd name="T20" fmla="*/ 380 w 380"/>
                <a:gd name="T21" fmla="*/ 360 h 360"/>
              </a:gdLst>
              <a:ahLst/>
              <a:cxnLst>
                <a:cxn ang="T12">
                  <a:pos x="T0" y="T1"/>
                </a:cxn>
                <a:cxn ang="T13">
                  <a:pos x="T2" y="T3"/>
                </a:cxn>
                <a:cxn ang="T14">
                  <a:pos x="T4" y="T5"/>
                </a:cxn>
                <a:cxn ang="T15">
                  <a:pos x="T6" y="T7"/>
                </a:cxn>
                <a:cxn ang="T16">
                  <a:pos x="T8" y="T9"/>
                </a:cxn>
                <a:cxn ang="T17">
                  <a:pos x="T10" y="T11"/>
                </a:cxn>
              </a:cxnLst>
              <a:rect l="T18" t="T19" r="T20" b="T21"/>
              <a:pathLst>
                <a:path w="380" h="360">
                  <a:moveTo>
                    <a:pt x="360" y="0"/>
                  </a:moveTo>
                  <a:lnTo>
                    <a:pt x="240" y="120"/>
                  </a:lnTo>
                  <a:lnTo>
                    <a:pt x="380" y="140"/>
                  </a:lnTo>
                  <a:lnTo>
                    <a:pt x="40" y="200"/>
                  </a:lnTo>
                  <a:lnTo>
                    <a:pt x="160" y="240"/>
                  </a:lnTo>
                  <a:lnTo>
                    <a:pt x="0" y="36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 name="Line 12" descr="浅色上对角线"/>
            <p:cNvSpPr>
              <a:spLocks noChangeShapeType="1"/>
            </p:cNvSpPr>
            <p:nvPr/>
          </p:nvSpPr>
          <p:spPr bwMode="auto">
            <a:xfrm>
              <a:off x="5092" y="720"/>
              <a:ext cx="1" cy="392"/>
            </a:xfrm>
            <a:prstGeom prst="line">
              <a:avLst/>
            </a:prstGeom>
            <a:noFill/>
            <a:ln w="285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3" name="Line 13"/>
            <p:cNvSpPr>
              <a:spLocks noChangeShapeType="1"/>
            </p:cNvSpPr>
            <p:nvPr/>
          </p:nvSpPr>
          <p:spPr bwMode="auto">
            <a:xfrm flipH="1">
              <a:off x="4948" y="1112"/>
              <a:ext cx="152" cy="144"/>
            </a:xfrm>
            <a:prstGeom prst="line">
              <a:avLst/>
            </a:prstGeom>
            <a:noFill/>
            <a:ln w="28575">
              <a:solidFill>
                <a:srgbClr val="000000"/>
              </a:solidFill>
              <a:prstDash val="dash"/>
              <a:round/>
              <a:headEnd/>
              <a:tailEnd type="none" w="sm" len="med"/>
            </a:ln>
            <a:extLst>
              <a:ext uri="{909E8E84-426E-40DD-AFC4-6F175D3DCCD1}">
                <a14:hiddenFill xmlns:a14="http://schemas.microsoft.com/office/drawing/2010/main">
                  <a:noFill/>
                </a14:hiddenFill>
              </a:ext>
            </a:extLst>
          </p:spPr>
          <p:txBody>
            <a:bodyPr/>
            <a:lstStyle/>
            <a:p>
              <a:endParaRPr lang="zh-CN" altLang="en-US"/>
            </a:p>
          </p:txBody>
        </p:sp>
        <p:sp>
          <p:nvSpPr>
            <p:cNvPr id="104" name="Line 14" descr="浅色上对角线"/>
            <p:cNvSpPr>
              <a:spLocks noChangeShapeType="1"/>
            </p:cNvSpPr>
            <p:nvPr/>
          </p:nvSpPr>
          <p:spPr bwMode="auto">
            <a:xfrm>
              <a:off x="4652" y="856"/>
              <a:ext cx="288" cy="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Freeform 15" descr="浅色上对角线"/>
            <p:cNvSpPr>
              <a:spLocks/>
            </p:cNvSpPr>
            <p:nvPr/>
          </p:nvSpPr>
          <p:spPr bwMode="auto">
            <a:xfrm>
              <a:off x="4652" y="1256"/>
              <a:ext cx="288" cy="47"/>
            </a:xfrm>
            <a:custGeom>
              <a:avLst/>
              <a:gdLst>
                <a:gd name="T0" fmla="*/ 288 w 720"/>
                <a:gd name="T1" fmla="*/ 0 h 1"/>
                <a:gd name="T2" fmla="*/ 0 w 720"/>
                <a:gd name="T3" fmla="*/ 0 h 1"/>
                <a:gd name="T4" fmla="*/ 0 60000 65536"/>
                <a:gd name="T5" fmla="*/ 0 60000 65536"/>
                <a:gd name="T6" fmla="*/ 0 w 720"/>
                <a:gd name="T7" fmla="*/ 0 h 1"/>
                <a:gd name="T8" fmla="*/ 720 w 720"/>
                <a:gd name="T9" fmla="*/ 1 h 1"/>
              </a:gdLst>
              <a:ahLst/>
              <a:cxnLst>
                <a:cxn ang="T4">
                  <a:pos x="T0" y="T1"/>
                </a:cxn>
                <a:cxn ang="T5">
                  <a:pos x="T2" y="T3"/>
                </a:cxn>
              </a:cxnLst>
              <a:rect l="T6" t="T7" r="T8" b="T9"/>
              <a:pathLst>
                <a:path w="720" h="1">
                  <a:moveTo>
                    <a:pt x="720" y="0"/>
                  </a:moveTo>
                  <a:lnTo>
                    <a:pt x="0" y="0"/>
                  </a:lnTo>
                </a:path>
              </a:pathLst>
            </a:custGeom>
            <a:noFill/>
            <a:ln w="28575" cap="flat" cmpd="sng">
              <a:solidFill>
                <a:srgbClr val="0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6" name="Line 16"/>
          <p:cNvSpPr>
            <a:spLocks noChangeShapeType="1"/>
          </p:cNvSpPr>
          <p:nvPr/>
        </p:nvSpPr>
        <p:spPr bwMode="auto">
          <a:xfrm flipV="1">
            <a:off x="9650934" y="1398655"/>
            <a:ext cx="939800" cy="9398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7" name="Line 17"/>
          <p:cNvSpPr>
            <a:spLocks noChangeShapeType="1"/>
          </p:cNvSpPr>
          <p:nvPr/>
        </p:nvSpPr>
        <p:spPr bwMode="auto">
          <a:xfrm>
            <a:off x="10006534" y="1335155"/>
            <a:ext cx="1587" cy="1346200"/>
          </a:xfrm>
          <a:prstGeom prst="line">
            <a:avLst/>
          </a:prstGeom>
          <a:noFill/>
          <a:ln w="3175">
            <a:solidFill>
              <a:srgbClr val="CC0099"/>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08" name="Line 18"/>
          <p:cNvSpPr>
            <a:spLocks noChangeShapeType="1"/>
          </p:cNvSpPr>
          <p:nvPr/>
        </p:nvSpPr>
        <p:spPr bwMode="auto">
          <a:xfrm flipH="1">
            <a:off x="10108134" y="1576455"/>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9" name="Line 19"/>
          <p:cNvSpPr>
            <a:spLocks noChangeShapeType="1"/>
          </p:cNvSpPr>
          <p:nvPr/>
        </p:nvSpPr>
        <p:spPr bwMode="auto">
          <a:xfrm flipH="1">
            <a:off x="10120834" y="15637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0" name="Line 20"/>
          <p:cNvSpPr>
            <a:spLocks noChangeShapeType="1"/>
          </p:cNvSpPr>
          <p:nvPr/>
        </p:nvSpPr>
        <p:spPr bwMode="auto">
          <a:xfrm flipH="1">
            <a:off x="9993834" y="16780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11" name="Line 21"/>
          <p:cNvSpPr>
            <a:spLocks noChangeShapeType="1"/>
          </p:cNvSpPr>
          <p:nvPr/>
        </p:nvSpPr>
        <p:spPr bwMode="auto">
          <a:xfrm flipH="1">
            <a:off x="10044634" y="1614555"/>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7" name="Line 22"/>
          <p:cNvSpPr>
            <a:spLocks noChangeShapeType="1"/>
          </p:cNvSpPr>
          <p:nvPr/>
        </p:nvSpPr>
        <p:spPr bwMode="auto">
          <a:xfrm flipH="1">
            <a:off x="9854134" y="17923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8" name="Line 23"/>
          <p:cNvSpPr>
            <a:spLocks noChangeShapeType="1"/>
          </p:cNvSpPr>
          <p:nvPr/>
        </p:nvSpPr>
        <p:spPr bwMode="auto">
          <a:xfrm flipH="1">
            <a:off x="9933509" y="17415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69" name="Line 24"/>
          <p:cNvSpPr>
            <a:spLocks noChangeShapeType="1"/>
          </p:cNvSpPr>
          <p:nvPr/>
        </p:nvSpPr>
        <p:spPr bwMode="auto">
          <a:xfrm flipH="1">
            <a:off x="9866834" y="1792355"/>
            <a:ext cx="241300" cy="3429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0" name="Line 25"/>
          <p:cNvSpPr>
            <a:spLocks noChangeShapeType="1"/>
          </p:cNvSpPr>
          <p:nvPr/>
        </p:nvSpPr>
        <p:spPr bwMode="auto">
          <a:xfrm flipH="1">
            <a:off x="10108134" y="1563755"/>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1" name="Line 26"/>
          <p:cNvSpPr>
            <a:spLocks noChangeShapeType="1"/>
          </p:cNvSpPr>
          <p:nvPr/>
        </p:nvSpPr>
        <p:spPr bwMode="auto">
          <a:xfrm>
            <a:off x="9866834" y="2122555"/>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2" name="Line 27"/>
          <p:cNvSpPr>
            <a:spLocks noChangeShapeType="1"/>
          </p:cNvSpPr>
          <p:nvPr/>
        </p:nvSpPr>
        <p:spPr bwMode="auto">
          <a:xfrm flipH="1">
            <a:off x="10108134" y="2211455"/>
            <a:ext cx="241300" cy="2286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3" name="Line 28"/>
          <p:cNvSpPr>
            <a:spLocks noChangeShapeType="1"/>
          </p:cNvSpPr>
          <p:nvPr/>
        </p:nvSpPr>
        <p:spPr bwMode="auto">
          <a:xfrm>
            <a:off x="10108134" y="1906655"/>
            <a:ext cx="241300" cy="30480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 name="Line 29"/>
          <p:cNvSpPr>
            <a:spLocks noChangeShapeType="1"/>
          </p:cNvSpPr>
          <p:nvPr/>
        </p:nvSpPr>
        <p:spPr bwMode="auto">
          <a:xfrm flipH="1" flipV="1">
            <a:off x="9879534" y="1881255"/>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5" name="Line 30"/>
          <p:cNvSpPr>
            <a:spLocks noChangeShapeType="1"/>
          </p:cNvSpPr>
          <p:nvPr/>
        </p:nvSpPr>
        <p:spPr bwMode="auto">
          <a:xfrm flipH="1" flipV="1">
            <a:off x="9866834" y="1982855"/>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6" name="Line 31"/>
          <p:cNvSpPr>
            <a:spLocks noChangeShapeType="1"/>
          </p:cNvSpPr>
          <p:nvPr/>
        </p:nvSpPr>
        <p:spPr bwMode="auto">
          <a:xfrm>
            <a:off x="9879534" y="2427355"/>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7" name="Line 32"/>
          <p:cNvSpPr>
            <a:spLocks noChangeShapeType="1"/>
          </p:cNvSpPr>
          <p:nvPr/>
        </p:nvSpPr>
        <p:spPr bwMode="auto">
          <a:xfrm flipV="1">
            <a:off x="9892234" y="2338455"/>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8" name="Line 33"/>
          <p:cNvSpPr>
            <a:spLocks noChangeShapeType="1"/>
          </p:cNvSpPr>
          <p:nvPr/>
        </p:nvSpPr>
        <p:spPr bwMode="auto">
          <a:xfrm flipV="1">
            <a:off x="9873184" y="2236855"/>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79" name="Line 34"/>
          <p:cNvSpPr>
            <a:spLocks noChangeShapeType="1"/>
          </p:cNvSpPr>
          <p:nvPr/>
        </p:nvSpPr>
        <p:spPr bwMode="auto">
          <a:xfrm flipH="1">
            <a:off x="10057334" y="2921550"/>
            <a:ext cx="241300" cy="3429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0" name="Line 35"/>
          <p:cNvSpPr>
            <a:spLocks noChangeShapeType="1"/>
          </p:cNvSpPr>
          <p:nvPr/>
        </p:nvSpPr>
        <p:spPr bwMode="auto">
          <a:xfrm flipH="1" flipV="1">
            <a:off x="10070034" y="3010450"/>
            <a:ext cx="1778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1" name="Line 36"/>
          <p:cNvSpPr>
            <a:spLocks noChangeShapeType="1"/>
          </p:cNvSpPr>
          <p:nvPr/>
        </p:nvSpPr>
        <p:spPr bwMode="auto">
          <a:xfrm flipH="1" flipV="1">
            <a:off x="10057334" y="3112050"/>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2" name="Line 37"/>
          <p:cNvSpPr>
            <a:spLocks noChangeShapeType="1"/>
          </p:cNvSpPr>
          <p:nvPr/>
        </p:nvSpPr>
        <p:spPr bwMode="auto">
          <a:xfrm>
            <a:off x="10070034" y="3556550"/>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3" name="Line 38"/>
          <p:cNvSpPr>
            <a:spLocks noChangeShapeType="1"/>
          </p:cNvSpPr>
          <p:nvPr/>
        </p:nvSpPr>
        <p:spPr bwMode="auto">
          <a:xfrm flipV="1">
            <a:off x="10066859" y="3467650"/>
            <a:ext cx="206375"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4" name="Line 39"/>
          <p:cNvSpPr>
            <a:spLocks noChangeShapeType="1"/>
          </p:cNvSpPr>
          <p:nvPr/>
        </p:nvSpPr>
        <p:spPr bwMode="auto">
          <a:xfrm flipV="1">
            <a:off x="10082734" y="3366050"/>
            <a:ext cx="114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5" name="Line 40"/>
          <p:cNvSpPr>
            <a:spLocks noChangeShapeType="1"/>
          </p:cNvSpPr>
          <p:nvPr/>
        </p:nvSpPr>
        <p:spPr bwMode="auto">
          <a:xfrm flipH="1">
            <a:off x="10068446" y="2921550"/>
            <a:ext cx="241300" cy="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86" name="Line 41"/>
          <p:cNvSpPr>
            <a:spLocks noChangeShapeType="1"/>
          </p:cNvSpPr>
          <p:nvPr/>
        </p:nvSpPr>
        <p:spPr bwMode="auto">
          <a:xfrm>
            <a:off x="10082734" y="3251750"/>
            <a:ext cx="254000" cy="31750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7" name="Group 42"/>
          <p:cNvGrpSpPr>
            <a:grpSpLocks/>
          </p:cNvGrpSpPr>
          <p:nvPr/>
        </p:nvGrpSpPr>
        <p:grpSpPr bwMode="auto">
          <a:xfrm>
            <a:off x="9727134" y="2921550"/>
            <a:ext cx="342900" cy="635000"/>
            <a:chOff x="4844" y="1496"/>
            <a:chExt cx="216" cy="400"/>
          </a:xfrm>
        </p:grpSpPr>
        <p:sp>
          <p:nvSpPr>
            <p:cNvPr id="188" name="Freeform 43"/>
            <p:cNvSpPr>
              <a:spLocks/>
            </p:cNvSpPr>
            <p:nvPr/>
          </p:nvSpPr>
          <p:spPr bwMode="auto">
            <a:xfrm>
              <a:off x="4860" y="1500"/>
              <a:ext cx="198" cy="396"/>
            </a:xfrm>
            <a:custGeom>
              <a:avLst/>
              <a:gdLst>
                <a:gd name="T0" fmla="*/ 48 w 198"/>
                <a:gd name="T1" fmla="*/ 396 h 396"/>
                <a:gd name="T2" fmla="*/ 48 w 198"/>
                <a:gd name="T3" fmla="*/ 210 h 396"/>
                <a:gd name="T4" fmla="*/ 0 w 198"/>
                <a:gd name="T5" fmla="*/ 198 h 396"/>
                <a:gd name="T6" fmla="*/ 90 w 198"/>
                <a:gd name="T7" fmla="*/ 180 h 396"/>
                <a:gd name="T8" fmla="*/ 42 w 198"/>
                <a:gd name="T9" fmla="*/ 150 h 396"/>
                <a:gd name="T10" fmla="*/ 42 w 198"/>
                <a:gd name="T11" fmla="*/ 0 h 396"/>
                <a:gd name="T12" fmla="*/ 198 w 198"/>
                <a:gd name="T13" fmla="*/ 0 h 396"/>
                <a:gd name="T14" fmla="*/ 198 w 198"/>
                <a:gd name="T15" fmla="*/ 396 h 396"/>
                <a:gd name="T16" fmla="*/ 48 w 198"/>
                <a:gd name="T17" fmla="*/ 396 h 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396"/>
                <a:gd name="T29" fmla="*/ 198 w 198"/>
                <a:gd name="T30" fmla="*/ 396 h 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396">
                  <a:moveTo>
                    <a:pt x="48" y="396"/>
                  </a:moveTo>
                  <a:lnTo>
                    <a:pt x="48" y="210"/>
                  </a:lnTo>
                  <a:lnTo>
                    <a:pt x="0" y="198"/>
                  </a:lnTo>
                  <a:lnTo>
                    <a:pt x="90" y="180"/>
                  </a:lnTo>
                  <a:lnTo>
                    <a:pt x="42" y="150"/>
                  </a:lnTo>
                  <a:lnTo>
                    <a:pt x="42" y="0"/>
                  </a:lnTo>
                  <a:lnTo>
                    <a:pt x="198" y="0"/>
                  </a:lnTo>
                  <a:lnTo>
                    <a:pt x="198" y="396"/>
                  </a:lnTo>
                  <a:lnTo>
                    <a:pt x="48" y="396"/>
                  </a:lnTo>
                  <a:close/>
                </a:path>
              </a:pathLst>
            </a:custGeom>
            <a:gradFill rotWithShape="0">
              <a:gsLst>
                <a:gs pos="0">
                  <a:srgbClr val="DDDDDD"/>
                </a:gs>
                <a:gs pos="100000">
                  <a:srgbClr val="A8A8A8"/>
                </a:gs>
              </a:gsLst>
              <a:lin ang="2700000" scaled="1"/>
            </a:grad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wrap="none" anchor="ctr"/>
            <a:lstStyle/>
            <a:p>
              <a:endParaRPr lang="zh-CN" altLang="en-US"/>
            </a:p>
          </p:txBody>
        </p:sp>
        <p:sp>
          <p:nvSpPr>
            <p:cNvPr id="189" name="Line 44" descr="浅色上对角线"/>
            <p:cNvSpPr>
              <a:spLocks noChangeShapeType="1"/>
            </p:cNvSpPr>
            <p:nvPr/>
          </p:nvSpPr>
          <p:spPr bwMode="auto">
            <a:xfrm>
              <a:off x="4900" y="14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0" name="Freeform 45" descr="浅色上对角线"/>
            <p:cNvSpPr>
              <a:spLocks/>
            </p:cNvSpPr>
            <p:nvPr/>
          </p:nvSpPr>
          <p:spPr bwMode="auto">
            <a:xfrm>
              <a:off x="4844" y="1496"/>
              <a:ext cx="104" cy="400"/>
            </a:xfrm>
            <a:custGeom>
              <a:avLst/>
              <a:gdLst>
                <a:gd name="T0" fmla="*/ 56 w 260"/>
                <a:gd name="T1" fmla="*/ 0 h 1000"/>
                <a:gd name="T2" fmla="*/ 56 w 260"/>
                <a:gd name="T3" fmla="*/ 160 h 1000"/>
                <a:gd name="T4" fmla="*/ 104 w 260"/>
                <a:gd name="T5" fmla="*/ 176 h 1000"/>
                <a:gd name="T6" fmla="*/ 0 w 260"/>
                <a:gd name="T7" fmla="*/ 200 h 1000"/>
                <a:gd name="T8" fmla="*/ 56 w 260"/>
                <a:gd name="T9" fmla="*/ 216 h 1000"/>
                <a:gd name="T10" fmla="*/ 56 w 260"/>
                <a:gd name="T11" fmla="*/ 400 h 1000"/>
                <a:gd name="T12" fmla="*/ 0 60000 65536"/>
                <a:gd name="T13" fmla="*/ 0 60000 65536"/>
                <a:gd name="T14" fmla="*/ 0 60000 65536"/>
                <a:gd name="T15" fmla="*/ 0 60000 65536"/>
                <a:gd name="T16" fmla="*/ 0 60000 65536"/>
                <a:gd name="T17" fmla="*/ 0 60000 65536"/>
                <a:gd name="T18" fmla="*/ 0 w 260"/>
                <a:gd name="T19" fmla="*/ 0 h 1000"/>
                <a:gd name="T20" fmla="*/ 260 w 260"/>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260" h="1000">
                  <a:moveTo>
                    <a:pt x="140" y="0"/>
                  </a:moveTo>
                  <a:lnTo>
                    <a:pt x="140" y="400"/>
                  </a:lnTo>
                  <a:lnTo>
                    <a:pt x="260" y="440"/>
                  </a:lnTo>
                  <a:lnTo>
                    <a:pt x="0" y="500"/>
                  </a:lnTo>
                  <a:lnTo>
                    <a:pt x="140" y="540"/>
                  </a:lnTo>
                  <a:lnTo>
                    <a:pt x="140" y="1000"/>
                  </a:lnTo>
                </a:path>
              </a:pathLst>
            </a:custGeom>
            <a:noFill/>
            <a:ln w="1905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1" name="Line 46" descr="浅色上对角线"/>
            <p:cNvSpPr>
              <a:spLocks noChangeShapeType="1"/>
            </p:cNvSpPr>
            <p:nvPr/>
          </p:nvSpPr>
          <p:spPr bwMode="auto">
            <a:xfrm>
              <a:off x="5060" y="1496"/>
              <a:ext cx="0" cy="39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2" name="Line 47" descr="浅色上对角线"/>
            <p:cNvSpPr>
              <a:spLocks noChangeShapeType="1"/>
            </p:cNvSpPr>
            <p:nvPr/>
          </p:nvSpPr>
          <p:spPr bwMode="auto">
            <a:xfrm>
              <a:off x="4900" y="1896"/>
              <a:ext cx="16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3" name="Arc 48"/>
          <p:cNvSpPr>
            <a:spLocks/>
          </p:cNvSpPr>
          <p:nvPr/>
        </p:nvSpPr>
        <p:spPr bwMode="auto">
          <a:xfrm rot="2491005">
            <a:off x="10158934" y="3035850"/>
            <a:ext cx="406400" cy="431800"/>
          </a:xfrm>
          <a:custGeom>
            <a:avLst/>
            <a:gdLst>
              <a:gd name="T0" fmla="*/ 0 w 21600"/>
              <a:gd name="T1" fmla="*/ 0 h 21600"/>
              <a:gd name="T2" fmla="*/ 7646340 w 21600"/>
              <a:gd name="T3" fmla="*/ 8632001 h 21600"/>
              <a:gd name="T4" fmla="*/ 0 w 21600"/>
              <a:gd name="T5" fmla="*/ 863200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4" name="Arc 49"/>
          <p:cNvSpPr>
            <a:spLocks/>
          </p:cNvSpPr>
          <p:nvPr/>
        </p:nvSpPr>
        <p:spPr bwMode="auto">
          <a:xfrm rot="2491005">
            <a:off x="10243071" y="1747905"/>
            <a:ext cx="407988" cy="430212"/>
          </a:xfrm>
          <a:custGeom>
            <a:avLst/>
            <a:gdLst>
              <a:gd name="T0" fmla="*/ 0 w 21600"/>
              <a:gd name="T1" fmla="*/ 0 h 21600"/>
              <a:gd name="T2" fmla="*/ 7706213 w 21600"/>
              <a:gd name="T3" fmla="*/ 8568627 h 21600"/>
              <a:gd name="T4" fmla="*/ 0 w 21600"/>
              <a:gd name="T5" fmla="*/ 856862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FF0000"/>
            </a:solidFill>
            <a:round/>
            <a:headEnd type="stealth" w="sm" len="lg"/>
            <a:tailEnd type="none" w="sm"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5" name="Text Box 50"/>
          <p:cNvSpPr txBox="1">
            <a:spLocks noChangeArrowheads="1"/>
          </p:cNvSpPr>
          <p:nvPr/>
        </p:nvSpPr>
        <p:spPr bwMode="auto">
          <a:xfrm>
            <a:off x="10539934" y="1870142"/>
            <a:ext cx="641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mj-lt"/>
                <a:ea typeface="宋体" panose="02010600030101010101" pitchFamily="2" charset="-122"/>
              </a:rPr>
              <a:t>M</a:t>
            </a:r>
          </a:p>
        </p:txBody>
      </p:sp>
      <p:sp>
        <p:nvSpPr>
          <p:cNvPr id="196" name="Text Box 51"/>
          <p:cNvSpPr txBox="1">
            <a:spLocks noChangeArrowheads="1"/>
          </p:cNvSpPr>
          <p:nvPr/>
        </p:nvSpPr>
        <p:spPr bwMode="auto">
          <a:xfrm>
            <a:off x="10435159" y="3064425"/>
            <a:ext cx="522287"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1" dirty="0">
                <a:solidFill>
                  <a:srgbClr val="FF0000"/>
                </a:solidFill>
                <a:latin typeface="+mj-lt"/>
                <a:ea typeface="宋体" panose="02010600030101010101" pitchFamily="2" charset="-122"/>
              </a:rPr>
              <a:t>M</a:t>
            </a:r>
          </a:p>
        </p:txBody>
      </p:sp>
      <p:sp>
        <p:nvSpPr>
          <p:cNvPr id="197" name="Text Box 52"/>
          <p:cNvSpPr txBox="1">
            <a:spLocks noChangeArrowheads="1"/>
          </p:cNvSpPr>
          <p:nvPr/>
        </p:nvSpPr>
        <p:spPr bwMode="auto">
          <a:xfrm>
            <a:off x="9990659" y="2387667"/>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mn-lt"/>
                <a:ea typeface="宋体" panose="02010600030101010101" pitchFamily="2" charset="-122"/>
              </a:rPr>
              <a:t>y</a:t>
            </a:r>
          </a:p>
        </p:txBody>
      </p:sp>
      <p:sp>
        <p:nvSpPr>
          <p:cNvPr id="198" name="Text Box 53"/>
          <p:cNvSpPr txBox="1">
            <a:spLocks noChangeArrowheads="1"/>
          </p:cNvSpPr>
          <p:nvPr/>
        </p:nvSpPr>
        <p:spPr bwMode="auto">
          <a:xfrm>
            <a:off x="10447859" y="1376430"/>
            <a:ext cx="3048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2000" b="0" i="1" dirty="0">
                <a:solidFill>
                  <a:srgbClr val="CC0099"/>
                </a:solidFill>
                <a:latin typeface="+mn-lt"/>
                <a:ea typeface="宋体" panose="02010600030101010101" pitchFamily="2" charset="-122"/>
              </a:rPr>
              <a:t>z</a:t>
            </a:r>
          </a:p>
        </p:txBody>
      </p:sp>
      <p:sp>
        <p:nvSpPr>
          <p:cNvPr id="199" name="Text Box 54"/>
          <p:cNvSpPr txBox="1">
            <a:spLocks noChangeArrowheads="1"/>
          </p:cNvSpPr>
          <p:nvPr/>
        </p:nvSpPr>
        <p:spPr bwMode="auto">
          <a:xfrm>
            <a:off x="10552691" y="1098617"/>
            <a:ext cx="13271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FF0000"/>
                </a:solidFill>
                <a:latin typeface="" pitchFamily="18" charset="-52"/>
              </a:rPr>
              <a:t>中性轴</a:t>
            </a:r>
          </a:p>
        </p:txBody>
      </p:sp>
      <p:sp>
        <p:nvSpPr>
          <p:cNvPr id="200" name="Line 55"/>
          <p:cNvSpPr>
            <a:spLocks noChangeShapeType="1"/>
          </p:cNvSpPr>
          <p:nvPr/>
        </p:nvSpPr>
        <p:spPr bwMode="auto">
          <a:xfrm>
            <a:off x="10108134" y="22082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1" name="Line 56"/>
          <p:cNvSpPr>
            <a:spLocks noChangeShapeType="1"/>
          </p:cNvSpPr>
          <p:nvPr/>
        </p:nvSpPr>
        <p:spPr bwMode="auto">
          <a:xfrm flipV="1">
            <a:off x="10120834" y="2119380"/>
            <a:ext cx="1778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2" name="Line 57"/>
          <p:cNvSpPr>
            <a:spLocks noChangeShapeType="1"/>
          </p:cNvSpPr>
          <p:nvPr/>
        </p:nvSpPr>
        <p:spPr bwMode="auto">
          <a:xfrm flipV="1">
            <a:off x="10101784" y="2017780"/>
            <a:ext cx="114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3" name="Line 58"/>
          <p:cNvSpPr>
            <a:spLocks noChangeShapeType="1"/>
          </p:cNvSpPr>
          <p:nvPr/>
        </p:nvSpPr>
        <p:spPr bwMode="auto">
          <a:xfrm>
            <a:off x="10054159" y="22590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4" name="Line 59"/>
          <p:cNvSpPr>
            <a:spLocks noChangeShapeType="1"/>
          </p:cNvSpPr>
          <p:nvPr/>
        </p:nvSpPr>
        <p:spPr bwMode="auto">
          <a:xfrm>
            <a:off x="9943034" y="2373380"/>
            <a:ext cx="24130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5" name="Line 60"/>
          <p:cNvSpPr>
            <a:spLocks noChangeShapeType="1"/>
          </p:cNvSpPr>
          <p:nvPr/>
        </p:nvSpPr>
        <p:spPr bwMode="auto">
          <a:xfrm>
            <a:off x="9977959" y="2319405"/>
            <a:ext cx="260350" cy="1587"/>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206" name="Text Box 139"/>
          <p:cNvSpPr txBox="1">
            <a:spLocks noChangeArrowheads="1"/>
          </p:cNvSpPr>
          <p:nvPr/>
        </p:nvSpPr>
        <p:spPr bwMode="auto">
          <a:xfrm>
            <a:off x="10343084" y="2247967"/>
            <a:ext cx="1211262" cy="59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eaLnBrk="1" hangingPunct="1">
              <a:lnSpc>
                <a:spcPct val="130000"/>
              </a:lnSpc>
            </a:pPr>
            <a:r>
              <a:rPr lang="en-US" altLang="zh-CN" sz="2800" b="0" i="1" dirty="0">
                <a:solidFill>
                  <a:srgbClr val="000000"/>
                </a:solidFill>
                <a:sym typeface="Symbol" panose="05050102010706020507" pitchFamily="18" charset="2"/>
              </a:rPr>
              <a:t> </a:t>
            </a:r>
            <a:r>
              <a:rPr lang="en-US" altLang="zh-CN" sz="2800" b="0" dirty="0">
                <a:solidFill>
                  <a:srgbClr val="000000"/>
                </a:solidFill>
              </a:rPr>
              <a:t>=</a:t>
            </a:r>
            <a:r>
              <a:rPr lang="en-US" altLang="zh-CN" sz="2800" b="0" i="1" dirty="0" err="1">
                <a:solidFill>
                  <a:srgbClr val="000000"/>
                </a:solidFill>
              </a:rPr>
              <a:t>Ky</a:t>
            </a:r>
            <a:endParaRPr lang="en-US" altLang="zh-CN" sz="2800" b="0" dirty="0">
              <a:solidFill>
                <a:srgbClr val="000000"/>
              </a:solidFill>
            </a:endParaRPr>
          </a:p>
        </p:txBody>
      </p:sp>
      <p:sp>
        <p:nvSpPr>
          <p:cNvPr id="207" name="Text Box 1032"/>
          <p:cNvSpPr txBox="1">
            <a:spLocks noChangeArrowheads="1"/>
          </p:cNvSpPr>
          <p:nvPr/>
        </p:nvSpPr>
        <p:spPr bwMode="auto">
          <a:xfrm>
            <a:off x="191343" y="1946412"/>
            <a:ext cx="8088785" cy="171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lang="zh-CN" altLang="en-US" sz="2800" b="0" i="0" dirty="0">
                <a:ea typeface="微软雅黑" panose="020B0503020204020204" pitchFamily="34" charset="-122"/>
                <a:sym typeface="Symbol" panose="05050102010706020507" pitchFamily="18" charset="2"/>
              </a:rPr>
              <a:t> </a:t>
            </a:r>
            <a:r>
              <a:rPr lang="en-US" altLang="zh-CN" sz="2800" b="0" dirty="0" err="1">
                <a:ea typeface="微软雅黑" panose="020B0503020204020204" pitchFamily="34" charset="-122"/>
              </a:rPr>
              <a:t>y</a:t>
            </a:r>
            <a:r>
              <a:rPr lang="en-US" altLang="zh-CN" sz="2800" b="0" i="0" dirty="0" err="1">
                <a:ea typeface="微软雅黑" panose="020B0503020204020204" pitchFamily="34" charset="-122"/>
              </a:rPr>
              <a:t>d</a:t>
            </a:r>
            <a:r>
              <a:rPr lang="en-US" altLang="zh-CN" sz="2800" b="0" dirty="0" err="1">
                <a:ea typeface="微软雅黑" panose="020B0503020204020204" pitchFamily="34" charset="-122"/>
              </a:rPr>
              <a:t>A</a:t>
            </a:r>
            <a:r>
              <a:rPr kumimoji="1" lang="zh-CN" altLang="en-US" sz="2800" i="0" dirty="0">
                <a:latin typeface="+mn-lt"/>
                <a:ea typeface="微软雅黑" panose="020B0503020204020204" pitchFamily="34" charset="-122"/>
              </a:rPr>
              <a:t>为截面对</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轴的</a:t>
            </a:r>
            <a:r>
              <a:rPr kumimoji="1" lang="zh-CN" altLang="en-US" sz="2800" i="0" dirty="0">
                <a:solidFill>
                  <a:srgbClr val="FF00FF"/>
                </a:solidFill>
                <a:latin typeface="+mn-lt"/>
                <a:ea typeface="微软雅黑" panose="020B0503020204020204" pitchFamily="34" charset="-122"/>
              </a:rPr>
              <a:t>静矩</a:t>
            </a:r>
            <a:r>
              <a:rPr kumimoji="1" lang="zh-CN" altLang="en-US" sz="2800" i="0" dirty="0">
                <a:latin typeface="+mn-lt"/>
                <a:ea typeface="微软雅黑" panose="020B0503020204020204" pitchFamily="34" charset="-122"/>
              </a:rPr>
              <a:t>，记作</a:t>
            </a:r>
            <a:r>
              <a:rPr kumimoji="1" lang="en-US" altLang="zh-CN" sz="2800" b="0" dirty="0">
                <a:latin typeface="+mn-lt"/>
                <a:ea typeface="微软雅黑" panose="020B0503020204020204" pitchFamily="34" charset="-122"/>
              </a:rPr>
              <a:t>S*</a:t>
            </a:r>
            <a:r>
              <a:rPr kumimoji="1" lang="zh-CN" altLang="en-US" sz="2800" i="0" dirty="0">
                <a:latin typeface="+mn-lt"/>
                <a:ea typeface="微软雅黑" panose="020B0503020204020204" pitchFamily="34" charset="-122"/>
              </a:rPr>
              <a:t>，单位为</a:t>
            </a:r>
            <a:r>
              <a:rPr kumimoji="1" lang="en-US" altLang="zh-CN" sz="2800" b="0" i="0" dirty="0">
                <a:latin typeface="+mn-lt"/>
                <a:ea typeface="微软雅黑" panose="020B0503020204020204" pitchFamily="34" charset="-122"/>
              </a:rPr>
              <a:t>m</a:t>
            </a:r>
            <a:r>
              <a:rPr kumimoji="1" lang="en-US" altLang="zh-CN" sz="2800" b="0" i="0" baseline="30000" dirty="0">
                <a:latin typeface="+mn-lt"/>
                <a:ea typeface="微软雅黑" panose="020B0503020204020204" pitchFamily="34" charset="-122"/>
              </a:rPr>
              <a:t>3</a:t>
            </a:r>
            <a:r>
              <a:rPr kumimoji="1" lang="zh-CN" altLang="en-US" sz="2800" i="0" dirty="0">
                <a:latin typeface="+mn-lt"/>
                <a:ea typeface="微软雅黑" panose="020B0503020204020204" pitchFamily="34" charset="-122"/>
              </a:rPr>
              <a:t>；</a:t>
            </a:r>
          </a:p>
          <a:p>
            <a:pPr lvl="0">
              <a:lnSpc>
                <a:spcPct val="130000"/>
              </a:lnSpc>
            </a:pPr>
            <a:r>
              <a:rPr kumimoji="1" lang="zh-CN" altLang="en-US" sz="2800" b="0" i="0">
                <a:latin typeface="+mn-lt"/>
                <a:ea typeface="微软雅黑" panose="020B0503020204020204" pitchFamily="34" charset="-122"/>
                <a:sym typeface="Symbol" panose="05050102010706020507" pitchFamily="18" charset="2"/>
              </a:rPr>
              <a:t></a:t>
            </a:r>
            <a:r>
              <a:rPr kumimoji="1" lang="zh-CN" altLang="en-US" sz="2800" i="0">
                <a:latin typeface="+mn-lt"/>
                <a:ea typeface="微软雅黑" panose="020B0503020204020204" pitchFamily="34" charset="-122"/>
              </a:rPr>
              <a:t> </a:t>
            </a:r>
            <a:r>
              <a:rPr kumimoji="1" lang="en-US" altLang="zh-CN" sz="2800" b="0">
                <a:latin typeface="+mn-lt"/>
                <a:ea typeface="微软雅黑" panose="020B0503020204020204" pitchFamily="34" charset="-122"/>
              </a:rPr>
              <a:t>y</a:t>
            </a:r>
            <a:r>
              <a:rPr kumimoji="1" lang="en-US" altLang="zh-CN" sz="2800" b="0" i="0" baseline="30000">
                <a:latin typeface="+mn-lt"/>
                <a:ea typeface="微软雅黑" panose="020B0503020204020204" pitchFamily="34" charset="-122"/>
              </a:rPr>
              <a:t>2</a:t>
            </a:r>
            <a:r>
              <a:rPr kumimoji="1" lang="en-US" altLang="zh-CN" sz="2800" b="0" i="0">
                <a:latin typeface="+mn-lt"/>
                <a:ea typeface="微软雅黑" panose="020B0503020204020204" pitchFamily="34" charset="-122"/>
              </a:rPr>
              <a:t>d</a:t>
            </a:r>
            <a:r>
              <a:rPr kumimoji="1" lang="en-US" altLang="zh-CN" sz="2800" b="0">
                <a:latin typeface="+mn-lt"/>
                <a:ea typeface="微软雅黑" panose="020B0503020204020204" pitchFamily="34" charset="-122"/>
              </a:rPr>
              <a:t>A</a:t>
            </a:r>
            <a:r>
              <a:rPr kumimoji="1" lang="zh-CN" altLang="en-US" sz="2800" i="0" dirty="0">
                <a:latin typeface="+mn-lt"/>
                <a:ea typeface="微软雅黑" panose="020B0503020204020204" pitchFamily="34" charset="-122"/>
              </a:rPr>
              <a:t>为截面对</a:t>
            </a:r>
            <a:r>
              <a:rPr kumimoji="1" lang="en-US" altLang="zh-CN" sz="2800" b="0" dirty="0">
                <a:solidFill>
                  <a:srgbClr val="FF00FF"/>
                </a:solidFill>
                <a:latin typeface="+mn-lt"/>
                <a:ea typeface="微软雅黑" panose="020B0503020204020204" pitchFamily="34" charset="-122"/>
              </a:rPr>
              <a:t>z</a:t>
            </a:r>
            <a:r>
              <a:rPr kumimoji="1" lang="zh-CN" altLang="en-US" sz="2800" i="0" dirty="0">
                <a:solidFill>
                  <a:srgbClr val="FF00FF"/>
                </a:solidFill>
                <a:latin typeface="+mn-lt"/>
                <a:ea typeface="微软雅黑" panose="020B0503020204020204" pitchFamily="34" charset="-122"/>
              </a:rPr>
              <a:t>轴的惯性矩</a:t>
            </a:r>
            <a:r>
              <a:rPr kumimoji="1" lang="zh-CN" altLang="en-US" sz="2800" i="0" dirty="0">
                <a:latin typeface="+mn-lt"/>
                <a:ea typeface="微软雅黑" panose="020B0503020204020204" pitchFamily="34" charset="-122"/>
              </a:rPr>
              <a:t>，记作</a:t>
            </a: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zh-CN" altLang="en-US" sz="2800" i="0" dirty="0">
                <a:ea typeface="微软雅黑" panose="020B0503020204020204" pitchFamily="34" charset="-122"/>
              </a:rPr>
              <a:t> ，</a:t>
            </a:r>
            <a:r>
              <a:rPr kumimoji="1" lang="zh-CN" altLang="en-US" sz="2800" i="0" dirty="0">
                <a:latin typeface="+mn-lt"/>
                <a:ea typeface="微软雅黑" panose="020B0503020204020204" pitchFamily="34" charset="-122"/>
              </a:rPr>
              <a:t>单位为</a:t>
            </a:r>
            <a:r>
              <a:rPr kumimoji="1" lang="en-US" altLang="zh-CN" sz="2800" b="0" i="0" dirty="0">
                <a:latin typeface="+mn-lt"/>
                <a:ea typeface="微软雅黑" panose="020B0503020204020204" pitchFamily="34" charset="-122"/>
              </a:rPr>
              <a:t>m</a:t>
            </a:r>
            <a:r>
              <a:rPr kumimoji="1" lang="en-US" altLang="zh-CN" sz="2800" b="0" i="0" baseline="30000" dirty="0">
                <a:latin typeface="+mn-lt"/>
                <a:ea typeface="微软雅黑" panose="020B0503020204020204" pitchFamily="34" charset="-122"/>
              </a:rPr>
              <a:t>4</a:t>
            </a:r>
            <a:r>
              <a:rPr kumimoji="1" lang="zh-CN" altLang="en-US" sz="2800" i="0" dirty="0">
                <a:latin typeface="+mn-lt"/>
                <a:ea typeface="微软雅黑" panose="020B0503020204020204" pitchFamily="34" charset="-122"/>
              </a:rPr>
              <a:t>。以上两式可写作</a:t>
            </a:r>
            <a:endParaRPr kumimoji="1" lang="zh-CN" altLang="en-US" sz="2800" dirty="0">
              <a:latin typeface="+mn-lt"/>
              <a:ea typeface="微软雅黑" panose="020B0503020204020204" pitchFamily="34" charset="-122"/>
            </a:endParaRPr>
          </a:p>
        </p:txBody>
      </p:sp>
      <p:sp>
        <p:nvSpPr>
          <p:cNvPr id="208" name="Text Box 1032"/>
          <p:cNvSpPr txBox="1">
            <a:spLocks noChangeArrowheads="1"/>
          </p:cNvSpPr>
          <p:nvPr/>
        </p:nvSpPr>
        <p:spPr bwMode="auto">
          <a:xfrm>
            <a:off x="3137490" y="3049278"/>
            <a:ext cx="4777804" cy="593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kumimoji="1" lang="en-US" altLang="zh-CN" sz="2800" b="0" dirty="0">
                <a:latin typeface="+mn-lt"/>
                <a:ea typeface="黑体" panose="02010609060101010101" pitchFamily="49" charset="-122"/>
              </a:rPr>
              <a:t>KS*</a:t>
            </a:r>
            <a:r>
              <a:rPr kumimoji="1" lang="zh-CN" altLang="en-US" sz="2800" b="0" i="0" dirty="0">
                <a:latin typeface="+mn-lt"/>
                <a:ea typeface="黑体" panose="02010609060101010101" pitchFamily="49" charset="-122"/>
              </a:rPr>
              <a:t>＝</a:t>
            </a:r>
            <a:r>
              <a:rPr kumimoji="1" lang="en-US" altLang="zh-CN" sz="2800" b="0" i="0" dirty="0">
                <a:latin typeface="+mn-lt"/>
                <a:ea typeface="黑体" panose="02010609060101010101" pitchFamily="49" charset="-122"/>
              </a:rPr>
              <a:t>0     </a:t>
            </a:r>
            <a:r>
              <a:rPr lang="zh-CN" altLang="en-US" sz="2800" i="0" dirty="0">
                <a:latin typeface="+mn-lt"/>
                <a:ea typeface="微软雅黑" panose="020B0503020204020204" pitchFamily="34" charset="-122"/>
              </a:rPr>
              <a:t>和         </a:t>
            </a:r>
            <a:r>
              <a:rPr kumimoji="1" lang="en-US" altLang="zh-CN" sz="2800" b="0" dirty="0" err="1">
                <a:latin typeface="+mn-lt"/>
                <a:ea typeface="黑体" panose="02010609060101010101" pitchFamily="49" charset="-122"/>
              </a:rPr>
              <a:t>KI</a:t>
            </a:r>
            <a:r>
              <a:rPr kumimoji="1" lang="en-US" altLang="zh-CN" sz="2800" b="0" baseline="-25000" dirty="0" err="1">
                <a:latin typeface="+mn-lt"/>
                <a:ea typeface="黑体" panose="02010609060101010101" pitchFamily="49" charset="-122"/>
              </a:rPr>
              <a:t>z</a:t>
            </a:r>
            <a:r>
              <a:rPr kumimoji="1" lang="zh-CN" altLang="en-US" sz="2800" b="0" i="0" dirty="0">
                <a:latin typeface="+mn-lt"/>
                <a:ea typeface="黑体" panose="02010609060101010101" pitchFamily="49" charset="-122"/>
              </a:rPr>
              <a:t>＝</a:t>
            </a:r>
            <a:r>
              <a:rPr kumimoji="1" lang="en-US" altLang="zh-CN" sz="2800" b="0" dirty="0">
                <a:latin typeface="+mn-lt"/>
                <a:ea typeface="黑体" panose="02010609060101010101" pitchFamily="49" charset="-122"/>
              </a:rPr>
              <a:t>M                                 </a:t>
            </a:r>
          </a:p>
        </p:txBody>
      </p:sp>
      <p:sp>
        <p:nvSpPr>
          <p:cNvPr id="209" name="Text Box 1032"/>
          <p:cNvSpPr txBox="1">
            <a:spLocks noChangeArrowheads="1"/>
          </p:cNvSpPr>
          <p:nvPr/>
        </p:nvSpPr>
        <p:spPr bwMode="auto">
          <a:xfrm>
            <a:off x="191344" y="3708898"/>
            <a:ext cx="11363002"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由于</a:t>
            </a:r>
            <a:r>
              <a:rPr kumimoji="1" lang="en-US" altLang="zh-CN" sz="2800" b="0" dirty="0">
                <a:latin typeface="+mn-lt"/>
                <a:ea typeface="微软雅黑" panose="020B0503020204020204" pitchFamily="34" charset="-122"/>
              </a:rPr>
              <a:t>K</a:t>
            </a:r>
            <a:r>
              <a:rPr kumimoji="1" lang="zh-CN" altLang="en-US" sz="2800" i="0" dirty="0">
                <a:latin typeface="+mn-lt"/>
                <a:ea typeface="微软雅黑" panose="020B0503020204020204" pitchFamily="34" charset="-122"/>
              </a:rPr>
              <a:t>不为零，故</a:t>
            </a:r>
            <a:r>
              <a:rPr kumimoji="1" lang="en-US" altLang="zh-CN" sz="2800" b="0" dirty="0">
                <a:latin typeface="+mn-lt"/>
                <a:ea typeface="微软雅黑" panose="020B0503020204020204" pitchFamily="34" charset="-122"/>
              </a:rPr>
              <a:t>S*</a:t>
            </a:r>
            <a:r>
              <a:rPr kumimoji="1" lang="zh-CN" altLang="en-US" sz="2800" i="0" dirty="0">
                <a:latin typeface="+mn-lt"/>
                <a:ea typeface="微软雅黑" panose="020B0503020204020204" pitchFamily="34" charset="-122"/>
              </a:rPr>
              <a:t>必为零，说明中性轴</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轴通过截面形心。</a:t>
            </a:r>
          </a:p>
          <a:p>
            <a:pPr lvl="0">
              <a:lnSpc>
                <a:spcPct val="120000"/>
              </a:lnSpc>
            </a:pPr>
            <a:r>
              <a:rPr kumimoji="1" lang="zh-CN" altLang="en-US" sz="2800" i="0" dirty="0">
                <a:latin typeface="+mn-lt"/>
                <a:ea typeface="微软雅黑" panose="020B0503020204020204" pitchFamily="34" charset="-122"/>
              </a:rPr>
              <a:t>         将</a:t>
            </a:r>
            <a:r>
              <a:rPr kumimoji="1" lang="en-US" altLang="zh-CN" sz="2800" b="0" dirty="0">
                <a:latin typeface="+mn-lt"/>
                <a:ea typeface="微软雅黑" panose="020B0503020204020204" pitchFamily="34" charset="-122"/>
              </a:rPr>
              <a:t>K </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 y</a:t>
            </a:r>
            <a:r>
              <a:rPr kumimoji="1" lang="zh-CN" altLang="en-US" sz="2800" i="0" dirty="0">
                <a:latin typeface="+mn-lt"/>
                <a:ea typeface="微软雅黑" panose="020B0503020204020204" pitchFamily="34" charset="-122"/>
              </a:rPr>
              <a:t>代入式，得               </a:t>
            </a:r>
            <a:r>
              <a:rPr kumimoji="1" lang="zh-CN" altLang="en-US" sz="2800" b="0" dirty="0">
                <a:latin typeface="+mn-lt"/>
                <a:ea typeface="微软雅黑" panose="020B0503020204020204" pitchFamily="34" charset="-122"/>
                <a:sym typeface="Symbol" panose="05050102010706020507" pitchFamily="18" charset="2"/>
              </a:rPr>
              <a:t></a:t>
            </a:r>
            <a:r>
              <a:rPr kumimoji="1" lang="zh-CN" altLang="en-US" sz="2800" b="0" dirty="0">
                <a:latin typeface="+mn-lt"/>
                <a:ea typeface="微软雅黑" panose="020B0503020204020204" pitchFamily="34" charset="-122"/>
              </a:rPr>
              <a:t> </a:t>
            </a:r>
            <a:r>
              <a:rPr kumimoji="1" lang="en-US" altLang="zh-CN" sz="2800" b="0" dirty="0">
                <a:latin typeface="+mn-lt"/>
                <a:ea typeface="微软雅黑" panose="020B0503020204020204" pitchFamily="34" charset="-122"/>
              </a:rPr>
              <a:t>=My/</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baseline="-25000" dirty="0">
                <a:latin typeface="+mn-lt"/>
                <a:ea typeface="微软雅黑" panose="020B0503020204020204" pitchFamily="34" charset="-122"/>
              </a:rPr>
              <a:t> </a:t>
            </a:r>
            <a:r>
              <a:rPr kumimoji="1" lang="en-US" altLang="zh-CN" sz="2800" i="0" dirty="0">
                <a:solidFill>
                  <a:srgbClr val="FF0000"/>
                </a:solidFill>
                <a:ea typeface="微软雅黑" panose="020B0503020204020204" pitchFamily="34" charset="-122"/>
              </a:rPr>
              <a:t>——</a:t>
            </a:r>
            <a:r>
              <a:rPr kumimoji="1" lang="zh-CN" altLang="en-US" sz="2800" i="0" dirty="0">
                <a:solidFill>
                  <a:srgbClr val="FF0000"/>
                </a:solidFill>
                <a:ea typeface="微软雅黑" panose="020B0503020204020204" pitchFamily="34" charset="-122"/>
              </a:rPr>
              <a:t>梁的正应力计算公式</a:t>
            </a:r>
            <a:endParaRPr kumimoji="1" lang="zh-CN" altLang="en-US" sz="2800" b="0" dirty="0">
              <a:solidFill>
                <a:srgbClr val="FF0000"/>
              </a:solidFill>
              <a:latin typeface="+mn-lt"/>
              <a:ea typeface="微软雅黑" panose="020B0503020204020204" pitchFamily="34" charset="-122"/>
            </a:endParaRPr>
          </a:p>
        </p:txBody>
      </p:sp>
      <p:sp>
        <p:nvSpPr>
          <p:cNvPr id="210" name="Text Box 1032"/>
          <p:cNvSpPr txBox="1">
            <a:spLocks noChangeArrowheads="1"/>
          </p:cNvSpPr>
          <p:nvPr/>
        </p:nvSpPr>
        <p:spPr bwMode="auto">
          <a:xfrm>
            <a:off x="191344" y="4791819"/>
            <a:ext cx="11161240" cy="1081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计算梁横截面上的最大正应力，可定义抗弯截面系数     </a:t>
            </a:r>
            <a:r>
              <a:rPr kumimoji="1" lang="en-US" altLang="zh-CN" sz="2800" b="0" dirty="0" err="1">
                <a:latin typeface="+mn-lt"/>
                <a:ea typeface="微软雅黑" panose="020B0503020204020204" pitchFamily="34" charset="-122"/>
              </a:rPr>
              <a:t>W</a:t>
            </a:r>
            <a:r>
              <a:rPr kumimoji="1" lang="en-US" altLang="zh-CN" sz="2800" b="0" baseline="-25000" dirty="0" err="1">
                <a:latin typeface="+mn-lt"/>
                <a:ea typeface="微软雅黑" panose="020B0503020204020204" pitchFamily="34" charset="-122"/>
              </a:rPr>
              <a:t>z</a:t>
            </a:r>
            <a:r>
              <a:rPr kumimoji="1" lang="zh-CN" altLang="en-US"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dirty="0" err="1">
                <a:latin typeface="+mn-lt"/>
                <a:ea typeface="微软雅黑" panose="020B0503020204020204" pitchFamily="34" charset="-122"/>
              </a:rPr>
              <a:t>y</a:t>
            </a:r>
            <a:r>
              <a:rPr kumimoji="1" lang="en-US" altLang="zh-CN" sz="2800" b="0" i="0" baseline="-25000" dirty="0" err="1">
                <a:latin typeface="+mn-lt"/>
                <a:ea typeface="微软雅黑" panose="020B0503020204020204" pitchFamily="34" charset="-122"/>
              </a:rPr>
              <a:t>max</a:t>
            </a:r>
            <a:r>
              <a:rPr kumimoji="1" lang="zh-CN" altLang="en-US" sz="2800" i="0" dirty="0">
                <a:latin typeface="+mn-lt"/>
                <a:ea typeface="微软雅黑" panose="020B0503020204020204" pitchFamily="34" charset="-122"/>
              </a:rPr>
              <a:t>，</a:t>
            </a:r>
            <a:endParaRPr kumimoji="1" lang="en-US" altLang="zh-CN" sz="2800" i="0" dirty="0">
              <a:latin typeface="+mn-lt"/>
              <a:ea typeface="微软雅黑" panose="020B0503020204020204" pitchFamily="34" charset="-122"/>
            </a:endParaRPr>
          </a:p>
          <a:p>
            <a:pPr lvl="0">
              <a:lnSpc>
                <a:spcPct val="120000"/>
              </a:lnSpc>
            </a:pPr>
            <a:r>
              <a:rPr kumimoji="1" lang="zh-CN" altLang="en-US" sz="2800" i="0" dirty="0">
                <a:latin typeface="+mn-lt"/>
                <a:ea typeface="微软雅黑" panose="020B0503020204020204" pitchFamily="34" charset="-122"/>
              </a:rPr>
              <a:t>截面最大正应力公式              </a:t>
            </a:r>
            <a:r>
              <a:rPr kumimoji="1" lang="zh-CN" altLang="en-US" sz="2800" b="0" dirty="0">
                <a:latin typeface="+mn-lt"/>
                <a:ea typeface="微软雅黑" panose="020B0503020204020204" pitchFamily="34" charset="-122"/>
              </a:rPr>
              <a:t>           </a:t>
            </a:r>
            <a:r>
              <a:rPr lang="zh-CN" altLang="en-US" sz="2800" b="0" dirty="0">
                <a:sym typeface="Symbol" panose="05050102010706020507" pitchFamily="18" charset="2"/>
              </a:rPr>
              <a:t></a:t>
            </a:r>
            <a:r>
              <a:rPr lang="en-US" altLang="zh-CN" sz="2800" b="0" i="0" baseline="-25000" dirty="0"/>
              <a:t>max</a:t>
            </a:r>
            <a:r>
              <a:rPr lang="en-US" altLang="zh-CN" sz="2800" b="0" dirty="0"/>
              <a:t>=</a:t>
            </a:r>
            <a:r>
              <a:rPr lang="en-US" altLang="zh-CN" sz="2800" b="0" dirty="0" err="1"/>
              <a:t>M</a:t>
            </a:r>
            <a:r>
              <a:rPr lang="en-US" altLang="zh-CN" sz="2800" b="0" i="0" baseline="-25000" dirty="0" err="1"/>
              <a:t>max</a:t>
            </a:r>
            <a:r>
              <a:rPr lang="en-US" altLang="zh-CN" sz="2800" b="0" dirty="0"/>
              <a:t>/</a:t>
            </a:r>
            <a:r>
              <a:rPr lang="en-US" altLang="zh-CN" sz="2800" b="0" dirty="0" err="1"/>
              <a:t>W</a:t>
            </a:r>
            <a:r>
              <a:rPr lang="en-US" altLang="zh-CN" sz="2800" b="0" baseline="-25000" dirty="0" err="1"/>
              <a:t>z</a:t>
            </a:r>
            <a:endParaRPr kumimoji="1" lang="zh-CN" altLang="en-US" sz="2800" b="0" dirty="0">
              <a:solidFill>
                <a:srgbClr val="FF0000"/>
              </a:solidFill>
              <a:latin typeface="+mn-lt"/>
              <a:ea typeface="微软雅黑" panose="020B0503020204020204" pitchFamily="34" charset="-122"/>
            </a:endParaRPr>
          </a:p>
        </p:txBody>
      </p:sp>
      <p:sp>
        <p:nvSpPr>
          <p:cNvPr id="211" name="Text Box 1032"/>
          <p:cNvSpPr txBox="1">
            <a:spLocks noChangeArrowheads="1"/>
          </p:cNvSpPr>
          <p:nvPr/>
        </p:nvSpPr>
        <p:spPr bwMode="auto">
          <a:xfrm>
            <a:off x="191344" y="5746777"/>
            <a:ext cx="8856984" cy="59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solidFill>
                  <a:srgbClr val="FF00FF"/>
                </a:solidFill>
                <a:latin typeface="+mn-lt"/>
                <a:ea typeface="微软雅黑" panose="020B0503020204020204" pitchFamily="34" charset="-122"/>
              </a:rPr>
              <a:t>通常情况下梁正应力计算公式同样适用于横力弯曲梁。</a:t>
            </a:r>
          </a:p>
        </p:txBody>
      </p:sp>
    </p:spTree>
    <p:extLst>
      <p:ext uri="{BB962C8B-B14F-4D97-AF65-F5344CB8AC3E}">
        <p14:creationId xmlns:p14="http://schemas.microsoft.com/office/powerpoint/2010/main" val="101449045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0"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animEffect transition="in" filter="wedge">
                                      <p:cBhvr>
                                        <p:cTn id="11" dur="5000"/>
                                        <p:tgtEl>
                                          <p:spTgt spid="94"/>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par>
                          <p:cTn id="12" fill="hold">
                            <p:stCondLst>
                              <p:cond delay="5000"/>
                            </p:stCondLst>
                            <p:childTnLst>
                              <p:par>
                                <p:cTn id="13" presetID="18" presetClass="entr" presetSubtype="3" fill="hold" grpId="0" nodeType="afterEffect">
                                  <p:stCondLst>
                                    <p:cond delay="1000"/>
                                  </p:stCondLst>
                                  <p:childTnLst>
                                    <p:set>
                                      <p:cBhvr>
                                        <p:cTn id="14" dur="1" fill="hold">
                                          <p:stCondLst>
                                            <p:cond delay="0"/>
                                          </p:stCondLst>
                                        </p:cTn>
                                        <p:tgtEl>
                                          <p:spTgt spid="106"/>
                                        </p:tgtEl>
                                        <p:attrNameLst>
                                          <p:attrName>style.visibility</p:attrName>
                                        </p:attrNameLst>
                                      </p:cBhvr>
                                      <p:to>
                                        <p:strVal val="visible"/>
                                      </p:to>
                                    </p:set>
                                    <p:animEffect transition="in" filter="strips(upRight)">
                                      <p:cBhvr>
                                        <p:cTn id="15" dur="3000"/>
                                        <p:tgtEl>
                                          <p:spTgt spid="106"/>
                                        </p:tgtEl>
                                      </p:cBhvr>
                                    </p:animEffect>
                                  </p:childTnLst>
                                  <p:subTnLst>
                                    <p:audio>
                                      <p:cMediaNode>
                                        <p:cTn display="0" masterRel="sameClick">
                                          <p:stCondLst>
                                            <p:cond evt="begin" delay="0">
                                              <p:tn val="13"/>
                                            </p:cond>
                                          </p:stCondLst>
                                          <p:endCondLst>
                                            <p:cond evt="onStopAudio" delay="0">
                                              <p:tgtEl>
                                                <p:sldTgt/>
                                              </p:tgtEl>
                                            </p:cond>
                                          </p:endCondLst>
                                        </p:cTn>
                                        <p:tgtEl>
                                          <p:sndTgt r:embed="rId4" name="CHIMES.WAV"/>
                                        </p:tgtEl>
                                      </p:cMediaNode>
                                    </p:audio>
                                  </p:subTnLst>
                                </p:cTn>
                              </p:par>
                            </p:childTnLst>
                          </p:cTn>
                        </p:par>
                        <p:par>
                          <p:cTn id="16" fill="hold">
                            <p:stCondLst>
                              <p:cond delay="9000"/>
                            </p:stCondLst>
                            <p:childTnLst>
                              <p:par>
                                <p:cTn id="17" presetID="17" presetClass="entr" presetSubtype="10" fill="hold" grpId="0" nodeType="afterEffect">
                                  <p:stCondLst>
                                    <p:cond delay="300"/>
                                  </p:stCondLst>
                                  <p:childTnLst>
                                    <p:set>
                                      <p:cBhvr>
                                        <p:cTn id="18" dur="1" fill="hold">
                                          <p:stCondLst>
                                            <p:cond delay="0"/>
                                          </p:stCondLst>
                                        </p:cTn>
                                        <p:tgtEl>
                                          <p:spTgt spid="198"/>
                                        </p:tgtEl>
                                        <p:attrNameLst>
                                          <p:attrName>style.visibility</p:attrName>
                                        </p:attrNameLst>
                                      </p:cBhvr>
                                      <p:to>
                                        <p:strVal val="visible"/>
                                      </p:to>
                                    </p:set>
                                    <p:anim calcmode="lin" valueType="num">
                                      <p:cBhvr>
                                        <p:cTn id="19" dur="3000" fill="hold"/>
                                        <p:tgtEl>
                                          <p:spTgt spid="198"/>
                                        </p:tgtEl>
                                        <p:attrNameLst>
                                          <p:attrName>ppt_w</p:attrName>
                                        </p:attrNameLst>
                                      </p:cBhvr>
                                      <p:tavLst>
                                        <p:tav tm="0">
                                          <p:val>
                                            <p:fltVal val="0"/>
                                          </p:val>
                                        </p:tav>
                                        <p:tav tm="100000">
                                          <p:val>
                                            <p:strVal val="#ppt_w"/>
                                          </p:val>
                                        </p:tav>
                                      </p:tavLst>
                                    </p:anim>
                                    <p:anim calcmode="lin" valueType="num">
                                      <p:cBhvr>
                                        <p:cTn id="20" dur="3000" fill="hold"/>
                                        <p:tgtEl>
                                          <p:spTgt spid="19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4" name="CHIMES.WAV"/>
                                        </p:tgtEl>
                                      </p:cMediaNode>
                                    </p:audio>
                                  </p:subTnLst>
                                </p:cTn>
                              </p:par>
                            </p:childTnLst>
                          </p:cTn>
                        </p:par>
                        <p:par>
                          <p:cTn id="21" fill="hold">
                            <p:stCondLst>
                              <p:cond delay="12300"/>
                            </p:stCondLst>
                            <p:childTnLst>
                              <p:par>
                                <p:cTn id="22" presetID="17" presetClass="entr" presetSubtype="1" fill="hold" grpId="0" nodeType="afterEffect">
                                  <p:stCondLst>
                                    <p:cond delay="300"/>
                                  </p:stCondLst>
                                  <p:childTnLst>
                                    <p:set>
                                      <p:cBhvr>
                                        <p:cTn id="23" dur="1" fill="hold">
                                          <p:stCondLst>
                                            <p:cond delay="0"/>
                                          </p:stCondLst>
                                        </p:cTn>
                                        <p:tgtEl>
                                          <p:spTgt spid="107"/>
                                        </p:tgtEl>
                                        <p:attrNameLst>
                                          <p:attrName>style.visibility</p:attrName>
                                        </p:attrNameLst>
                                      </p:cBhvr>
                                      <p:to>
                                        <p:strVal val="visible"/>
                                      </p:to>
                                    </p:set>
                                    <p:anim calcmode="lin" valueType="num">
                                      <p:cBhvr>
                                        <p:cTn id="24" dur="3000" fill="hold"/>
                                        <p:tgtEl>
                                          <p:spTgt spid="107"/>
                                        </p:tgtEl>
                                        <p:attrNameLst>
                                          <p:attrName>ppt_x</p:attrName>
                                        </p:attrNameLst>
                                      </p:cBhvr>
                                      <p:tavLst>
                                        <p:tav tm="0">
                                          <p:val>
                                            <p:strVal val="#ppt_x"/>
                                          </p:val>
                                        </p:tav>
                                        <p:tav tm="100000">
                                          <p:val>
                                            <p:strVal val="#ppt_x"/>
                                          </p:val>
                                        </p:tav>
                                      </p:tavLst>
                                    </p:anim>
                                    <p:anim calcmode="lin" valueType="num">
                                      <p:cBhvr>
                                        <p:cTn id="25" dur="3000" fill="hold"/>
                                        <p:tgtEl>
                                          <p:spTgt spid="107"/>
                                        </p:tgtEl>
                                        <p:attrNameLst>
                                          <p:attrName>ppt_y</p:attrName>
                                        </p:attrNameLst>
                                      </p:cBhvr>
                                      <p:tavLst>
                                        <p:tav tm="0">
                                          <p:val>
                                            <p:strVal val="#ppt_y-#ppt_h/2"/>
                                          </p:val>
                                        </p:tav>
                                        <p:tav tm="100000">
                                          <p:val>
                                            <p:strVal val="#ppt_y"/>
                                          </p:val>
                                        </p:tav>
                                      </p:tavLst>
                                    </p:anim>
                                    <p:anim calcmode="lin" valueType="num">
                                      <p:cBhvr>
                                        <p:cTn id="26" dur="3000" fill="hold"/>
                                        <p:tgtEl>
                                          <p:spTgt spid="107"/>
                                        </p:tgtEl>
                                        <p:attrNameLst>
                                          <p:attrName>ppt_w</p:attrName>
                                        </p:attrNameLst>
                                      </p:cBhvr>
                                      <p:tavLst>
                                        <p:tav tm="0">
                                          <p:val>
                                            <p:strVal val="#ppt_w"/>
                                          </p:val>
                                        </p:tav>
                                        <p:tav tm="100000">
                                          <p:val>
                                            <p:strVal val="#ppt_w"/>
                                          </p:val>
                                        </p:tav>
                                      </p:tavLst>
                                    </p:anim>
                                    <p:anim calcmode="lin" valueType="num">
                                      <p:cBhvr>
                                        <p:cTn id="27" dur="3000" fill="hold"/>
                                        <p:tgtEl>
                                          <p:spTgt spid="107"/>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4" name="CHIMES.WAV"/>
                                        </p:tgtEl>
                                      </p:cMediaNode>
                                    </p:audio>
                                  </p:subTnLst>
                                </p:cTn>
                              </p:par>
                            </p:childTnLst>
                          </p:cTn>
                        </p:par>
                        <p:par>
                          <p:cTn id="28" fill="hold">
                            <p:stCondLst>
                              <p:cond delay="15600"/>
                            </p:stCondLst>
                            <p:childTnLst>
                              <p:par>
                                <p:cTn id="29" presetID="17" presetClass="entr" presetSubtype="10" fill="hold" grpId="0" nodeType="afterEffect">
                                  <p:stCondLst>
                                    <p:cond delay="300"/>
                                  </p:stCondLst>
                                  <p:childTnLst>
                                    <p:set>
                                      <p:cBhvr>
                                        <p:cTn id="30" dur="1" fill="hold">
                                          <p:stCondLst>
                                            <p:cond delay="0"/>
                                          </p:stCondLst>
                                        </p:cTn>
                                        <p:tgtEl>
                                          <p:spTgt spid="197"/>
                                        </p:tgtEl>
                                        <p:attrNameLst>
                                          <p:attrName>style.visibility</p:attrName>
                                        </p:attrNameLst>
                                      </p:cBhvr>
                                      <p:to>
                                        <p:strVal val="visible"/>
                                      </p:to>
                                    </p:set>
                                    <p:anim calcmode="lin" valueType="num">
                                      <p:cBhvr>
                                        <p:cTn id="31" dur="3000" fill="hold"/>
                                        <p:tgtEl>
                                          <p:spTgt spid="197"/>
                                        </p:tgtEl>
                                        <p:attrNameLst>
                                          <p:attrName>ppt_w</p:attrName>
                                        </p:attrNameLst>
                                      </p:cBhvr>
                                      <p:tavLst>
                                        <p:tav tm="0">
                                          <p:val>
                                            <p:fltVal val="0"/>
                                          </p:val>
                                        </p:tav>
                                        <p:tav tm="100000">
                                          <p:val>
                                            <p:strVal val="#ppt_w"/>
                                          </p:val>
                                        </p:tav>
                                      </p:tavLst>
                                    </p:anim>
                                    <p:anim calcmode="lin" valueType="num">
                                      <p:cBhvr>
                                        <p:cTn id="32" dur="3000" fill="hold"/>
                                        <p:tgtEl>
                                          <p:spTgt spid="19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9"/>
                                            </p:cond>
                                          </p:stCondLst>
                                          <p:endCondLst>
                                            <p:cond evt="onStopAudio" delay="0">
                                              <p:tgtEl>
                                                <p:sldTgt/>
                                              </p:tgtEl>
                                            </p:cond>
                                          </p:endCondLst>
                                        </p:cTn>
                                        <p:tgtEl>
                                          <p:sndTgt r:embed="rId4" name="CHIMES.WAV"/>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4"/>
                                        </p:tgtEl>
                                        <p:attrNameLst>
                                          <p:attrName>style.visibility</p:attrName>
                                        </p:attrNameLst>
                                      </p:cBhvr>
                                      <p:to>
                                        <p:strVal val="visible"/>
                                      </p:to>
                                    </p:set>
                                    <p:animEffect transition="in" filter="wipe(down)">
                                      <p:cBhvr>
                                        <p:cTn id="37" dur="5000"/>
                                        <p:tgtEl>
                                          <p:spTgt spid="194"/>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par>
                                <p:cTn id="38" presetID="19" presetClass="entr" presetSubtype="10" fill="hold" grpId="0" nodeType="withEffect">
                                  <p:stCondLst>
                                    <p:cond delay="0"/>
                                  </p:stCondLst>
                                  <p:childTnLst>
                                    <p:set>
                                      <p:cBhvr>
                                        <p:cTn id="39" dur="1" fill="hold">
                                          <p:stCondLst>
                                            <p:cond delay="0"/>
                                          </p:stCondLst>
                                        </p:cTn>
                                        <p:tgtEl>
                                          <p:spTgt spid="195"/>
                                        </p:tgtEl>
                                        <p:attrNameLst>
                                          <p:attrName>style.visibility</p:attrName>
                                        </p:attrNameLst>
                                      </p:cBhvr>
                                      <p:to>
                                        <p:strVal val="visible"/>
                                      </p:to>
                                    </p:set>
                                    <p:anim calcmode="lin" valueType="num">
                                      <p:cBhvr>
                                        <p:cTn id="40" dur="3000" fill="hold"/>
                                        <p:tgtEl>
                                          <p:spTgt spid="195"/>
                                        </p:tgtEl>
                                        <p:attrNameLst>
                                          <p:attrName>ppt_w</p:attrName>
                                        </p:attrNameLst>
                                      </p:cBhvr>
                                      <p:tavLst>
                                        <p:tav tm="0" fmla="#ppt_w*sin(2.5*pi*$)">
                                          <p:val>
                                            <p:fltVal val="0"/>
                                          </p:val>
                                        </p:tav>
                                        <p:tav tm="100000">
                                          <p:val>
                                            <p:fltVal val="1"/>
                                          </p:val>
                                        </p:tav>
                                      </p:tavLst>
                                    </p:anim>
                                    <p:anim calcmode="lin" valueType="num">
                                      <p:cBhvr>
                                        <p:cTn id="41" dur="3000" fill="hold"/>
                                        <p:tgtEl>
                                          <p:spTgt spid="19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8"/>
                                            </p:cond>
                                          </p:stCondLst>
                                          <p:endCondLst>
                                            <p:cond evt="onStopAudio" delay="0">
                                              <p:tgtEl>
                                                <p:sldTgt/>
                                              </p:tgtEl>
                                            </p:cond>
                                          </p:endCondLst>
                                        </p:cTn>
                                        <p:tgtEl>
                                          <p:sndTgt r:embed="rId3" name="CAMERA.WAV"/>
                                        </p:tgtEl>
                                      </p:cMediaNode>
                                    </p:audio>
                                  </p:subTnLst>
                                </p:cTn>
                              </p:par>
                              <p:par>
                                <p:cTn id="42" presetID="17" presetClass="entr" presetSubtype="8" fill="hold" grpId="0" nodeType="withEffect">
                                  <p:stCondLst>
                                    <p:cond delay="0"/>
                                  </p:stCondLst>
                                  <p:childTnLst>
                                    <p:set>
                                      <p:cBhvr>
                                        <p:cTn id="43" dur="1" fill="hold">
                                          <p:stCondLst>
                                            <p:cond delay="0"/>
                                          </p:stCondLst>
                                        </p:cTn>
                                        <p:tgtEl>
                                          <p:spTgt spid="176"/>
                                        </p:tgtEl>
                                        <p:attrNameLst>
                                          <p:attrName>style.visibility</p:attrName>
                                        </p:attrNameLst>
                                      </p:cBhvr>
                                      <p:to>
                                        <p:strVal val="visible"/>
                                      </p:to>
                                    </p:set>
                                    <p:anim calcmode="lin" valueType="num">
                                      <p:cBhvr>
                                        <p:cTn id="44" dur="5000" fill="hold"/>
                                        <p:tgtEl>
                                          <p:spTgt spid="176"/>
                                        </p:tgtEl>
                                        <p:attrNameLst>
                                          <p:attrName>ppt_x</p:attrName>
                                        </p:attrNameLst>
                                      </p:cBhvr>
                                      <p:tavLst>
                                        <p:tav tm="0">
                                          <p:val>
                                            <p:strVal val="#ppt_x-#ppt_w/2"/>
                                          </p:val>
                                        </p:tav>
                                        <p:tav tm="100000">
                                          <p:val>
                                            <p:strVal val="#ppt_x"/>
                                          </p:val>
                                        </p:tav>
                                      </p:tavLst>
                                    </p:anim>
                                    <p:anim calcmode="lin" valueType="num">
                                      <p:cBhvr>
                                        <p:cTn id="45" dur="5000" fill="hold"/>
                                        <p:tgtEl>
                                          <p:spTgt spid="176"/>
                                        </p:tgtEl>
                                        <p:attrNameLst>
                                          <p:attrName>ppt_y</p:attrName>
                                        </p:attrNameLst>
                                      </p:cBhvr>
                                      <p:tavLst>
                                        <p:tav tm="0">
                                          <p:val>
                                            <p:strVal val="#ppt_y"/>
                                          </p:val>
                                        </p:tav>
                                        <p:tav tm="100000">
                                          <p:val>
                                            <p:strVal val="#ppt_y"/>
                                          </p:val>
                                        </p:tav>
                                      </p:tavLst>
                                    </p:anim>
                                    <p:anim calcmode="lin" valueType="num">
                                      <p:cBhvr>
                                        <p:cTn id="46" dur="5000" fill="hold"/>
                                        <p:tgtEl>
                                          <p:spTgt spid="176"/>
                                        </p:tgtEl>
                                        <p:attrNameLst>
                                          <p:attrName>ppt_w</p:attrName>
                                        </p:attrNameLst>
                                      </p:cBhvr>
                                      <p:tavLst>
                                        <p:tav tm="0">
                                          <p:val>
                                            <p:fltVal val="0"/>
                                          </p:val>
                                        </p:tav>
                                        <p:tav tm="100000">
                                          <p:val>
                                            <p:strVal val="#ppt_w"/>
                                          </p:val>
                                        </p:tav>
                                      </p:tavLst>
                                    </p:anim>
                                    <p:anim calcmode="lin" valueType="num">
                                      <p:cBhvr>
                                        <p:cTn id="47" dur="5000" fill="hold"/>
                                        <p:tgtEl>
                                          <p:spTgt spid="17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4" name="CHIMES.WAV"/>
                                        </p:tgtEl>
                                      </p:cMediaNode>
                                    </p:audio>
                                  </p:subTnLst>
                                </p:cTn>
                              </p:par>
                              <p:par>
                                <p:cTn id="48" presetID="17" presetClass="entr" presetSubtype="8" fill="hold" grpId="0" nodeType="withEffect">
                                  <p:stCondLst>
                                    <p:cond delay="0"/>
                                  </p:stCondLst>
                                  <p:childTnLst>
                                    <p:set>
                                      <p:cBhvr>
                                        <p:cTn id="49" dur="1" fill="hold">
                                          <p:stCondLst>
                                            <p:cond delay="0"/>
                                          </p:stCondLst>
                                        </p:cTn>
                                        <p:tgtEl>
                                          <p:spTgt spid="177"/>
                                        </p:tgtEl>
                                        <p:attrNameLst>
                                          <p:attrName>style.visibility</p:attrName>
                                        </p:attrNameLst>
                                      </p:cBhvr>
                                      <p:to>
                                        <p:strVal val="visible"/>
                                      </p:to>
                                    </p:set>
                                    <p:anim calcmode="lin" valueType="num">
                                      <p:cBhvr>
                                        <p:cTn id="50" dur="5000" fill="hold"/>
                                        <p:tgtEl>
                                          <p:spTgt spid="177"/>
                                        </p:tgtEl>
                                        <p:attrNameLst>
                                          <p:attrName>ppt_x</p:attrName>
                                        </p:attrNameLst>
                                      </p:cBhvr>
                                      <p:tavLst>
                                        <p:tav tm="0">
                                          <p:val>
                                            <p:strVal val="#ppt_x-#ppt_w/2"/>
                                          </p:val>
                                        </p:tav>
                                        <p:tav tm="100000">
                                          <p:val>
                                            <p:strVal val="#ppt_x"/>
                                          </p:val>
                                        </p:tav>
                                      </p:tavLst>
                                    </p:anim>
                                    <p:anim calcmode="lin" valueType="num">
                                      <p:cBhvr>
                                        <p:cTn id="51" dur="5000" fill="hold"/>
                                        <p:tgtEl>
                                          <p:spTgt spid="177"/>
                                        </p:tgtEl>
                                        <p:attrNameLst>
                                          <p:attrName>ppt_y</p:attrName>
                                        </p:attrNameLst>
                                      </p:cBhvr>
                                      <p:tavLst>
                                        <p:tav tm="0">
                                          <p:val>
                                            <p:strVal val="#ppt_y"/>
                                          </p:val>
                                        </p:tav>
                                        <p:tav tm="100000">
                                          <p:val>
                                            <p:strVal val="#ppt_y"/>
                                          </p:val>
                                        </p:tav>
                                      </p:tavLst>
                                    </p:anim>
                                    <p:anim calcmode="lin" valueType="num">
                                      <p:cBhvr>
                                        <p:cTn id="52" dur="5000" fill="hold"/>
                                        <p:tgtEl>
                                          <p:spTgt spid="177"/>
                                        </p:tgtEl>
                                        <p:attrNameLst>
                                          <p:attrName>ppt_w</p:attrName>
                                        </p:attrNameLst>
                                      </p:cBhvr>
                                      <p:tavLst>
                                        <p:tav tm="0">
                                          <p:val>
                                            <p:fltVal val="0"/>
                                          </p:val>
                                        </p:tav>
                                        <p:tav tm="100000">
                                          <p:val>
                                            <p:strVal val="#ppt_w"/>
                                          </p:val>
                                        </p:tav>
                                      </p:tavLst>
                                    </p:anim>
                                    <p:anim calcmode="lin" valueType="num">
                                      <p:cBhvr>
                                        <p:cTn id="53" dur="5000" fill="hold"/>
                                        <p:tgtEl>
                                          <p:spTgt spid="17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8"/>
                                            </p:cond>
                                          </p:stCondLst>
                                          <p:endCondLst>
                                            <p:cond evt="onStopAudio" delay="0">
                                              <p:tgtEl>
                                                <p:sldTgt/>
                                              </p:tgtEl>
                                            </p:cond>
                                          </p:endCondLst>
                                        </p:cTn>
                                        <p:tgtEl>
                                          <p:sndTgt r:embed="rId4" name="CHIMES.WAV"/>
                                        </p:tgtEl>
                                      </p:cMediaNode>
                                    </p:audio>
                                  </p:subTnLst>
                                </p:cTn>
                              </p:par>
                              <p:par>
                                <p:cTn id="54" presetID="17" presetClass="entr" presetSubtype="8" fill="hold" grpId="0" nodeType="withEffect">
                                  <p:stCondLst>
                                    <p:cond delay="0"/>
                                  </p:stCondLst>
                                  <p:childTnLst>
                                    <p:set>
                                      <p:cBhvr>
                                        <p:cTn id="55" dur="1" fill="hold">
                                          <p:stCondLst>
                                            <p:cond delay="0"/>
                                          </p:stCondLst>
                                        </p:cTn>
                                        <p:tgtEl>
                                          <p:spTgt spid="178"/>
                                        </p:tgtEl>
                                        <p:attrNameLst>
                                          <p:attrName>style.visibility</p:attrName>
                                        </p:attrNameLst>
                                      </p:cBhvr>
                                      <p:to>
                                        <p:strVal val="visible"/>
                                      </p:to>
                                    </p:set>
                                    <p:anim calcmode="lin" valueType="num">
                                      <p:cBhvr>
                                        <p:cTn id="56" dur="5000" fill="hold"/>
                                        <p:tgtEl>
                                          <p:spTgt spid="178"/>
                                        </p:tgtEl>
                                        <p:attrNameLst>
                                          <p:attrName>ppt_x</p:attrName>
                                        </p:attrNameLst>
                                      </p:cBhvr>
                                      <p:tavLst>
                                        <p:tav tm="0">
                                          <p:val>
                                            <p:strVal val="#ppt_x-#ppt_w/2"/>
                                          </p:val>
                                        </p:tav>
                                        <p:tav tm="100000">
                                          <p:val>
                                            <p:strVal val="#ppt_x"/>
                                          </p:val>
                                        </p:tav>
                                      </p:tavLst>
                                    </p:anim>
                                    <p:anim calcmode="lin" valueType="num">
                                      <p:cBhvr>
                                        <p:cTn id="57" dur="5000" fill="hold"/>
                                        <p:tgtEl>
                                          <p:spTgt spid="178"/>
                                        </p:tgtEl>
                                        <p:attrNameLst>
                                          <p:attrName>ppt_y</p:attrName>
                                        </p:attrNameLst>
                                      </p:cBhvr>
                                      <p:tavLst>
                                        <p:tav tm="0">
                                          <p:val>
                                            <p:strVal val="#ppt_y"/>
                                          </p:val>
                                        </p:tav>
                                        <p:tav tm="100000">
                                          <p:val>
                                            <p:strVal val="#ppt_y"/>
                                          </p:val>
                                        </p:tav>
                                      </p:tavLst>
                                    </p:anim>
                                    <p:anim calcmode="lin" valueType="num">
                                      <p:cBhvr>
                                        <p:cTn id="58" dur="5000" fill="hold"/>
                                        <p:tgtEl>
                                          <p:spTgt spid="178"/>
                                        </p:tgtEl>
                                        <p:attrNameLst>
                                          <p:attrName>ppt_w</p:attrName>
                                        </p:attrNameLst>
                                      </p:cBhvr>
                                      <p:tavLst>
                                        <p:tav tm="0">
                                          <p:val>
                                            <p:fltVal val="0"/>
                                          </p:val>
                                        </p:tav>
                                        <p:tav tm="100000">
                                          <p:val>
                                            <p:strVal val="#ppt_w"/>
                                          </p:val>
                                        </p:tav>
                                      </p:tavLst>
                                    </p:anim>
                                    <p:anim calcmode="lin" valueType="num">
                                      <p:cBhvr>
                                        <p:cTn id="59" dur="5000" fill="hold"/>
                                        <p:tgtEl>
                                          <p:spTgt spid="17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4" name="CHIMES.WAV"/>
                                        </p:tgtEl>
                                      </p:cMediaNode>
                                    </p:audio>
                                  </p:subTnLst>
                                </p:cTn>
                              </p:par>
                              <p:par>
                                <p:cTn id="60" presetID="17" presetClass="entr" presetSubtype="2" fill="hold" grpId="0" nodeType="withEffect">
                                  <p:stCondLst>
                                    <p:cond delay="0"/>
                                  </p:stCondLst>
                                  <p:childTnLst>
                                    <p:set>
                                      <p:cBhvr>
                                        <p:cTn id="61" dur="1" fill="hold">
                                          <p:stCondLst>
                                            <p:cond delay="0"/>
                                          </p:stCondLst>
                                        </p:cTn>
                                        <p:tgtEl>
                                          <p:spTgt spid="175"/>
                                        </p:tgtEl>
                                        <p:attrNameLst>
                                          <p:attrName>style.visibility</p:attrName>
                                        </p:attrNameLst>
                                      </p:cBhvr>
                                      <p:to>
                                        <p:strVal val="visible"/>
                                      </p:to>
                                    </p:set>
                                    <p:anim calcmode="lin" valueType="num">
                                      <p:cBhvr>
                                        <p:cTn id="62" dur="5000" fill="hold"/>
                                        <p:tgtEl>
                                          <p:spTgt spid="175"/>
                                        </p:tgtEl>
                                        <p:attrNameLst>
                                          <p:attrName>ppt_x</p:attrName>
                                        </p:attrNameLst>
                                      </p:cBhvr>
                                      <p:tavLst>
                                        <p:tav tm="0">
                                          <p:val>
                                            <p:strVal val="#ppt_x+#ppt_w/2"/>
                                          </p:val>
                                        </p:tav>
                                        <p:tav tm="100000">
                                          <p:val>
                                            <p:strVal val="#ppt_x"/>
                                          </p:val>
                                        </p:tav>
                                      </p:tavLst>
                                    </p:anim>
                                    <p:anim calcmode="lin" valueType="num">
                                      <p:cBhvr>
                                        <p:cTn id="63" dur="5000" fill="hold"/>
                                        <p:tgtEl>
                                          <p:spTgt spid="175"/>
                                        </p:tgtEl>
                                        <p:attrNameLst>
                                          <p:attrName>ppt_y</p:attrName>
                                        </p:attrNameLst>
                                      </p:cBhvr>
                                      <p:tavLst>
                                        <p:tav tm="0">
                                          <p:val>
                                            <p:strVal val="#ppt_y"/>
                                          </p:val>
                                        </p:tav>
                                        <p:tav tm="100000">
                                          <p:val>
                                            <p:strVal val="#ppt_y"/>
                                          </p:val>
                                        </p:tav>
                                      </p:tavLst>
                                    </p:anim>
                                    <p:anim calcmode="lin" valueType="num">
                                      <p:cBhvr>
                                        <p:cTn id="64" dur="5000" fill="hold"/>
                                        <p:tgtEl>
                                          <p:spTgt spid="175"/>
                                        </p:tgtEl>
                                        <p:attrNameLst>
                                          <p:attrName>ppt_w</p:attrName>
                                        </p:attrNameLst>
                                      </p:cBhvr>
                                      <p:tavLst>
                                        <p:tav tm="0">
                                          <p:val>
                                            <p:fltVal val="0"/>
                                          </p:val>
                                        </p:tav>
                                        <p:tav tm="100000">
                                          <p:val>
                                            <p:strVal val="#ppt_w"/>
                                          </p:val>
                                        </p:tav>
                                      </p:tavLst>
                                    </p:anim>
                                    <p:anim calcmode="lin" valueType="num">
                                      <p:cBhvr>
                                        <p:cTn id="65" dur="5000" fill="hold"/>
                                        <p:tgtEl>
                                          <p:spTgt spid="17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0"/>
                                            </p:cond>
                                          </p:stCondLst>
                                          <p:endCondLst>
                                            <p:cond evt="onStopAudio" delay="0">
                                              <p:tgtEl>
                                                <p:sldTgt/>
                                              </p:tgtEl>
                                            </p:cond>
                                          </p:endCondLst>
                                        </p:cTn>
                                        <p:tgtEl>
                                          <p:sndTgt r:embed="rId4" name="CHIMES.WAV"/>
                                        </p:tgtEl>
                                      </p:cMediaNode>
                                    </p:audio>
                                  </p:subTnLst>
                                </p:cTn>
                              </p:par>
                              <p:par>
                                <p:cTn id="66" presetID="17" presetClass="entr" presetSubtype="2" fill="hold" grpId="0" nodeType="withEffect">
                                  <p:stCondLst>
                                    <p:cond delay="0"/>
                                  </p:stCondLst>
                                  <p:childTnLst>
                                    <p:set>
                                      <p:cBhvr>
                                        <p:cTn id="67" dur="1" fill="hold">
                                          <p:stCondLst>
                                            <p:cond delay="0"/>
                                          </p:stCondLst>
                                        </p:cTn>
                                        <p:tgtEl>
                                          <p:spTgt spid="174"/>
                                        </p:tgtEl>
                                        <p:attrNameLst>
                                          <p:attrName>style.visibility</p:attrName>
                                        </p:attrNameLst>
                                      </p:cBhvr>
                                      <p:to>
                                        <p:strVal val="visible"/>
                                      </p:to>
                                    </p:set>
                                    <p:anim calcmode="lin" valueType="num">
                                      <p:cBhvr>
                                        <p:cTn id="68" dur="5000" fill="hold"/>
                                        <p:tgtEl>
                                          <p:spTgt spid="174"/>
                                        </p:tgtEl>
                                        <p:attrNameLst>
                                          <p:attrName>ppt_x</p:attrName>
                                        </p:attrNameLst>
                                      </p:cBhvr>
                                      <p:tavLst>
                                        <p:tav tm="0">
                                          <p:val>
                                            <p:strVal val="#ppt_x+#ppt_w/2"/>
                                          </p:val>
                                        </p:tav>
                                        <p:tav tm="100000">
                                          <p:val>
                                            <p:strVal val="#ppt_x"/>
                                          </p:val>
                                        </p:tav>
                                      </p:tavLst>
                                    </p:anim>
                                    <p:anim calcmode="lin" valueType="num">
                                      <p:cBhvr>
                                        <p:cTn id="69" dur="5000" fill="hold"/>
                                        <p:tgtEl>
                                          <p:spTgt spid="174"/>
                                        </p:tgtEl>
                                        <p:attrNameLst>
                                          <p:attrName>ppt_y</p:attrName>
                                        </p:attrNameLst>
                                      </p:cBhvr>
                                      <p:tavLst>
                                        <p:tav tm="0">
                                          <p:val>
                                            <p:strVal val="#ppt_y"/>
                                          </p:val>
                                        </p:tav>
                                        <p:tav tm="100000">
                                          <p:val>
                                            <p:strVal val="#ppt_y"/>
                                          </p:val>
                                        </p:tav>
                                      </p:tavLst>
                                    </p:anim>
                                    <p:anim calcmode="lin" valueType="num">
                                      <p:cBhvr>
                                        <p:cTn id="70" dur="5000" fill="hold"/>
                                        <p:tgtEl>
                                          <p:spTgt spid="174"/>
                                        </p:tgtEl>
                                        <p:attrNameLst>
                                          <p:attrName>ppt_w</p:attrName>
                                        </p:attrNameLst>
                                      </p:cBhvr>
                                      <p:tavLst>
                                        <p:tav tm="0">
                                          <p:val>
                                            <p:fltVal val="0"/>
                                          </p:val>
                                        </p:tav>
                                        <p:tav tm="100000">
                                          <p:val>
                                            <p:strVal val="#ppt_w"/>
                                          </p:val>
                                        </p:tav>
                                      </p:tavLst>
                                    </p:anim>
                                    <p:anim calcmode="lin" valueType="num">
                                      <p:cBhvr>
                                        <p:cTn id="71" dur="5000" fill="hold"/>
                                        <p:tgtEl>
                                          <p:spTgt spid="17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6"/>
                                            </p:cond>
                                          </p:stCondLst>
                                          <p:endCondLst>
                                            <p:cond evt="onStopAudio" delay="0">
                                              <p:tgtEl>
                                                <p:sldTgt/>
                                              </p:tgtEl>
                                            </p:cond>
                                          </p:endCondLst>
                                        </p:cTn>
                                        <p:tgtEl>
                                          <p:sndTgt r:embed="rId4" name="CHIMES.WAV"/>
                                        </p:tgtEl>
                                      </p:cMediaNode>
                                    </p:audio>
                                  </p:subTnLst>
                                </p:cTn>
                              </p:par>
                              <p:par>
                                <p:cTn id="72" presetID="17" presetClass="entr" presetSubtype="2" fill="hold" grpId="0" nodeType="withEffect">
                                  <p:stCondLst>
                                    <p:cond delay="0"/>
                                  </p:stCondLst>
                                  <p:childTnLst>
                                    <p:set>
                                      <p:cBhvr>
                                        <p:cTn id="73" dur="1" fill="hold">
                                          <p:stCondLst>
                                            <p:cond delay="0"/>
                                          </p:stCondLst>
                                        </p:cTn>
                                        <p:tgtEl>
                                          <p:spTgt spid="167"/>
                                        </p:tgtEl>
                                        <p:attrNameLst>
                                          <p:attrName>style.visibility</p:attrName>
                                        </p:attrNameLst>
                                      </p:cBhvr>
                                      <p:to>
                                        <p:strVal val="visible"/>
                                      </p:to>
                                    </p:set>
                                    <p:anim calcmode="lin" valueType="num">
                                      <p:cBhvr>
                                        <p:cTn id="74" dur="5000" fill="hold"/>
                                        <p:tgtEl>
                                          <p:spTgt spid="167"/>
                                        </p:tgtEl>
                                        <p:attrNameLst>
                                          <p:attrName>ppt_x</p:attrName>
                                        </p:attrNameLst>
                                      </p:cBhvr>
                                      <p:tavLst>
                                        <p:tav tm="0">
                                          <p:val>
                                            <p:strVal val="#ppt_x+#ppt_w/2"/>
                                          </p:val>
                                        </p:tav>
                                        <p:tav tm="100000">
                                          <p:val>
                                            <p:strVal val="#ppt_x"/>
                                          </p:val>
                                        </p:tav>
                                      </p:tavLst>
                                    </p:anim>
                                    <p:anim calcmode="lin" valueType="num">
                                      <p:cBhvr>
                                        <p:cTn id="75" dur="5000" fill="hold"/>
                                        <p:tgtEl>
                                          <p:spTgt spid="167"/>
                                        </p:tgtEl>
                                        <p:attrNameLst>
                                          <p:attrName>ppt_y</p:attrName>
                                        </p:attrNameLst>
                                      </p:cBhvr>
                                      <p:tavLst>
                                        <p:tav tm="0">
                                          <p:val>
                                            <p:strVal val="#ppt_y"/>
                                          </p:val>
                                        </p:tav>
                                        <p:tav tm="100000">
                                          <p:val>
                                            <p:strVal val="#ppt_y"/>
                                          </p:val>
                                        </p:tav>
                                      </p:tavLst>
                                    </p:anim>
                                    <p:anim calcmode="lin" valueType="num">
                                      <p:cBhvr>
                                        <p:cTn id="76" dur="5000" fill="hold"/>
                                        <p:tgtEl>
                                          <p:spTgt spid="167"/>
                                        </p:tgtEl>
                                        <p:attrNameLst>
                                          <p:attrName>ppt_w</p:attrName>
                                        </p:attrNameLst>
                                      </p:cBhvr>
                                      <p:tavLst>
                                        <p:tav tm="0">
                                          <p:val>
                                            <p:fltVal val="0"/>
                                          </p:val>
                                        </p:tav>
                                        <p:tav tm="100000">
                                          <p:val>
                                            <p:strVal val="#ppt_w"/>
                                          </p:val>
                                        </p:tav>
                                      </p:tavLst>
                                    </p:anim>
                                    <p:anim calcmode="lin" valueType="num">
                                      <p:cBhvr>
                                        <p:cTn id="77" dur="5000" fill="hold"/>
                                        <p:tgtEl>
                                          <p:spTgt spid="16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2"/>
                                            </p:cond>
                                          </p:stCondLst>
                                          <p:endCondLst>
                                            <p:cond evt="onStopAudio" delay="0">
                                              <p:tgtEl>
                                                <p:sldTgt/>
                                              </p:tgtEl>
                                            </p:cond>
                                          </p:endCondLst>
                                        </p:cTn>
                                        <p:tgtEl>
                                          <p:sndTgt r:embed="rId4" name="CHIMES.WAV"/>
                                        </p:tgtEl>
                                      </p:cMediaNode>
                                    </p:audio>
                                  </p:subTnLst>
                                </p:cTn>
                              </p:par>
                              <p:par>
                                <p:cTn id="78" presetID="17" presetClass="entr" presetSubtype="2" fill="hold" grpId="0" nodeType="withEffect">
                                  <p:stCondLst>
                                    <p:cond delay="0"/>
                                  </p:stCondLst>
                                  <p:childTnLst>
                                    <p:set>
                                      <p:cBhvr>
                                        <p:cTn id="79" dur="1" fill="hold">
                                          <p:stCondLst>
                                            <p:cond delay="0"/>
                                          </p:stCondLst>
                                        </p:cTn>
                                        <p:tgtEl>
                                          <p:spTgt spid="168"/>
                                        </p:tgtEl>
                                        <p:attrNameLst>
                                          <p:attrName>style.visibility</p:attrName>
                                        </p:attrNameLst>
                                      </p:cBhvr>
                                      <p:to>
                                        <p:strVal val="visible"/>
                                      </p:to>
                                    </p:set>
                                    <p:anim calcmode="lin" valueType="num">
                                      <p:cBhvr>
                                        <p:cTn id="80" dur="5000" fill="hold"/>
                                        <p:tgtEl>
                                          <p:spTgt spid="168"/>
                                        </p:tgtEl>
                                        <p:attrNameLst>
                                          <p:attrName>ppt_x</p:attrName>
                                        </p:attrNameLst>
                                      </p:cBhvr>
                                      <p:tavLst>
                                        <p:tav tm="0">
                                          <p:val>
                                            <p:strVal val="#ppt_x+#ppt_w/2"/>
                                          </p:val>
                                        </p:tav>
                                        <p:tav tm="100000">
                                          <p:val>
                                            <p:strVal val="#ppt_x"/>
                                          </p:val>
                                        </p:tav>
                                      </p:tavLst>
                                    </p:anim>
                                    <p:anim calcmode="lin" valueType="num">
                                      <p:cBhvr>
                                        <p:cTn id="81" dur="5000" fill="hold"/>
                                        <p:tgtEl>
                                          <p:spTgt spid="168"/>
                                        </p:tgtEl>
                                        <p:attrNameLst>
                                          <p:attrName>ppt_y</p:attrName>
                                        </p:attrNameLst>
                                      </p:cBhvr>
                                      <p:tavLst>
                                        <p:tav tm="0">
                                          <p:val>
                                            <p:strVal val="#ppt_y"/>
                                          </p:val>
                                        </p:tav>
                                        <p:tav tm="100000">
                                          <p:val>
                                            <p:strVal val="#ppt_y"/>
                                          </p:val>
                                        </p:tav>
                                      </p:tavLst>
                                    </p:anim>
                                    <p:anim calcmode="lin" valueType="num">
                                      <p:cBhvr>
                                        <p:cTn id="82" dur="5000" fill="hold"/>
                                        <p:tgtEl>
                                          <p:spTgt spid="168"/>
                                        </p:tgtEl>
                                        <p:attrNameLst>
                                          <p:attrName>ppt_w</p:attrName>
                                        </p:attrNameLst>
                                      </p:cBhvr>
                                      <p:tavLst>
                                        <p:tav tm="0">
                                          <p:val>
                                            <p:fltVal val="0"/>
                                          </p:val>
                                        </p:tav>
                                        <p:tav tm="100000">
                                          <p:val>
                                            <p:strVal val="#ppt_w"/>
                                          </p:val>
                                        </p:tav>
                                      </p:tavLst>
                                    </p:anim>
                                    <p:anim calcmode="lin" valueType="num">
                                      <p:cBhvr>
                                        <p:cTn id="83" dur="5000" fill="hold"/>
                                        <p:tgtEl>
                                          <p:spTgt spid="16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4" name="CHIMES.WAV"/>
                                        </p:tgtEl>
                                      </p:cMediaNode>
                                    </p:audio>
                                  </p:subTnLst>
                                </p:cTn>
                              </p:par>
                              <p:par>
                                <p:cTn id="84" presetID="17" presetClass="entr" presetSubtype="2" fill="hold" grpId="0" nodeType="withEffect">
                                  <p:stCondLst>
                                    <p:cond delay="0"/>
                                  </p:stCondLst>
                                  <p:childTnLst>
                                    <p:set>
                                      <p:cBhvr>
                                        <p:cTn id="85" dur="1" fill="hold">
                                          <p:stCondLst>
                                            <p:cond delay="0"/>
                                          </p:stCondLst>
                                        </p:cTn>
                                        <p:tgtEl>
                                          <p:spTgt spid="110"/>
                                        </p:tgtEl>
                                        <p:attrNameLst>
                                          <p:attrName>style.visibility</p:attrName>
                                        </p:attrNameLst>
                                      </p:cBhvr>
                                      <p:to>
                                        <p:strVal val="visible"/>
                                      </p:to>
                                    </p:set>
                                    <p:anim calcmode="lin" valueType="num">
                                      <p:cBhvr>
                                        <p:cTn id="86" dur="5000" fill="hold"/>
                                        <p:tgtEl>
                                          <p:spTgt spid="110"/>
                                        </p:tgtEl>
                                        <p:attrNameLst>
                                          <p:attrName>ppt_x</p:attrName>
                                        </p:attrNameLst>
                                      </p:cBhvr>
                                      <p:tavLst>
                                        <p:tav tm="0">
                                          <p:val>
                                            <p:strVal val="#ppt_x+#ppt_w/2"/>
                                          </p:val>
                                        </p:tav>
                                        <p:tav tm="100000">
                                          <p:val>
                                            <p:strVal val="#ppt_x"/>
                                          </p:val>
                                        </p:tav>
                                      </p:tavLst>
                                    </p:anim>
                                    <p:anim calcmode="lin" valueType="num">
                                      <p:cBhvr>
                                        <p:cTn id="87" dur="5000" fill="hold"/>
                                        <p:tgtEl>
                                          <p:spTgt spid="110"/>
                                        </p:tgtEl>
                                        <p:attrNameLst>
                                          <p:attrName>ppt_y</p:attrName>
                                        </p:attrNameLst>
                                      </p:cBhvr>
                                      <p:tavLst>
                                        <p:tav tm="0">
                                          <p:val>
                                            <p:strVal val="#ppt_y"/>
                                          </p:val>
                                        </p:tav>
                                        <p:tav tm="100000">
                                          <p:val>
                                            <p:strVal val="#ppt_y"/>
                                          </p:val>
                                        </p:tav>
                                      </p:tavLst>
                                    </p:anim>
                                    <p:anim calcmode="lin" valueType="num">
                                      <p:cBhvr>
                                        <p:cTn id="88" dur="5000" fill="hold"/>
                                        <p:tgtEl>
                                          <p:spTgt spid="110"/>
                                        </p:tgtEl>
                                        <p:attrNameLst>
                                          <p:attrName>ppt_w</p:attrName>
                                        </p:attrNameLst>
                                      </p:cBhvr>
                                      <p:tavLst>
                                        <p:tav tm="0">
                                          <p:val>
                                            <p:fltVal val="0"/>
                                          </p:val>
                                        </p:tav>
                                        <p:tav tm="100000">
                                          <p:val>
                                            <p:strVal val="#ppt_w"/>
                                          </p:val>
                                        </p:tav>
                                      </p:tavLst>
                                    </p:anim>
                                    <p:anim calcmode="lin" valueType="num">
                                      <p:cBhvr>
                                        <p:cTn id="89" dur="5000" fill="hold"/>
                                        <p:tgtEl>
                                          <p:spTgt spid="11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4"/>
                                            </p:cond>
                                          </p:stCondLst>
                                          <p:endCondLst>
                                            <p:cond evt="onStopAudio" delay="0">
                                              <p:tgtEl>
                                                <p:sldTgt/>
                                              </p:tgtEl>
                                            </p:cond>
                                          </p:endCondLst>
                                        </p:cTn>
                                        <p:tgtEl>
                                          <p:sndTgt r:embed="rId4" name="CHIMES.WAV"/>
                                        </p:tgtEl>
                                      </p:cMediaNode>
                                    </p:audio>
                                  </p:subTnLst>
                                </p:cTn>
                              </p:par>
                              <p:par>
                                <p:cTn id="90" presetID="17" presetClass="entr" presetSubtype="2" fill="hold" grpId="0" nodeType="withEffect">
                                  <p:stCondLst>
                                    <p:cond delay="0"/>
                                  </p:stCondLst>
                                  <p:childTnLst>
                                    <p:set>
                                      <p:cBhvr>
                                        <p:cTn id="91" dur="1" fill="hold">
                                          <p:stCondLst>
                                            <p:cond delay="0"/>
                                          </p:stCondLst>
                                        </p:cTn>
                                        <p:tgtEl>
                                          <p:spTgt spid="111"/>
                                        </p:tgtEl>
                                        <p:attrNameLst>
                                          <p:attrName>style.visibility</p:attrName>
                                        </p:attrNameLst>
                                      </p:cBhvr>
                                      <p:to>
                                        <p:strVal val="visible"/>
                                      </p:to>
                                    </p:set>
                                    <p:anim calcmode="lin" valueType="num">
                                      <p:cBhvr>
                                        <p:cTn id="92" dur="5000" fill="hold"/>
                                        <p:tgtEl>
                                          <p:spTgt spid="111"/>
                                        </p:tgtEl>
                                        <p:attrNameLst>
                                          <p:attrName>ppt_x</p:attrName>
                                        </p:attrNameLst>
                                      </p:cBhvr>
                                      <p:tavLst>
                                        <p:tav tm="0">
                                          <p:val>
                                            <p:strVal val="#ppt_x+#ppt_w/2"/>
                                          </p:val>
                                        </p:tav>
                                        <p:tav tm="100000">
                                          <p:val>
                                            <p:strVal val="#ppt_x"/>
                                          </p:val>
                                        </p:tav>
                                      </p:tavLst>
                                    </p:anim>
                                    <p:anim calcmode="lin" valueType="num">
                                      <p:cBhvr>
                                        <p:cTn id="93" dur="5000" fill="hold"/>
                                        <p:tgtEl>
                                          <p:spTgt spid="111"/>
                                        </p:tgtEl>
                                        <p:attrNameLst>
                                          <p:attrName>ppt_y</p:attrName>
                                        </p:attrNameLst>
                                      </p:cBhvr>
                                      <p:tavLst>
                                        <p:tav tm="0">
                                          <p:val>
                                            <p:strVal val="#ppt_y"/>
                                          </p:val>
                                        </p:tav>
                                        <p:tav tm="100000">
                                          <p:val>
                                            <p:strVal val="#ppt_y"/>
                                          </p:val>
                                        </p:tav>
                                      </p:tavLst>
                                    </p:anim>
                                    <p:anim calcmode="lin" valueType="num">
                                      <p:cBhvr>
                                        <p:cTn id="94" dur="5000" fill="hold"/>
                                        <p:tgtEl>
                                          <p:spTgt spid="111"/>
                                        </p:tgtEl>
                                        <p:attrNameLst>
                                          <p:attrName>ppt_w</p:attrName>
                                        </p:attrNameLst>
                                      </p:cBhvr>
                                      <p:tavLst>
                                        <p:tav tm="0">
                                          <p:val>
                                            <p:fltVal val="0"/>
                                          </p:val>
                                        </p:tav>
                                        <p:tav tm="100000">
                                          <p:val>
                                            <p:strVal val="#ppt_w"/>
                                          </p:val>
                                        </p:tav>
                                      </p:tavLst>
                                    </p:anim>
                                    <p:anim calcmode="lin" valueType="num">
                                      <p:cBhvr>
                                        <p:cTn id="95" dur="5000" fill="hold"/>
                                        <p:tgtEl>
                                          <p:spTgt spid="11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4" name="CHIMES.WAV"/>
                                        </p:tgtEl>
                                      </p:cMediaNode>
                                    </p:audio>
                                  </p:subTnLst>
                                </p:cTn>
                              </p:par>
                              <p:par>
                                <p:cTn id="96" presetID="17" presetClass="entr" presetSubtype="2" fill="hold" grpId="0" nodeType="withEffect">
                                  <p:stCondLst>
                                    <p:cond delay="0"/>
                                  </p:stCondLst>
                                  <p:childTnLst>
                                    <p:set>
                                      <p:cBhvr>
                                        <p:cTn id="97" dur="1" fill="hold">
                                          <p:stCondLst>
                                            <p:cond delay="0"/>
                                          </p:stCondLst>
                                        </p:cTn>
                                        <p:tgtEl>
                                          <p:spTgt spid="109"/>
                                        </p:tgtEl>
                                        <p:attrNameLst>
                                          <p:attrName>style.visibility</p:attrName>
                                        </p:attrNameLst>
                                      </p:cBhvr>
                                      <p:to>
                                        <p:strVal val="visible"/>
                                      </p:to>
                                    </p:set>
                                    <p:anim calcmode="lin" valueType="num">
                                      <p:cBhvr>
                                        <p:cTn id="98" dur="5000" fill="hold"/>
                                        <p:tgtEl>
                                          <p:spTgt spid="109"/>
                                        </p:tgtEl>
                                        <p:attrNameLst>
                                          <p:attrName>ppt_x</p:attrName>
                                        </p:attrNameLst>
                                      </p:cBhvr>
                                      <p:tavLst>
                                        <p:tav tm="0">
                                          <p:val>
                                            <p:strVal val="#ppt_x+#ppt_w/2"/>
                                          </p:val>
                                        </p:tav>
                                        <p:tav tm="100000">
                                          <p:val>
                                            <p:strVal val="#ppt_x"/>
                                          </p:val>
                                        </p:tav>
                                      </p:tavLst>
                                    </p:anim>
                                    <p:anim calcmode="lin" valueType="num">
                                      <p:cBhvr>
                                        <p:cTn id="99" dur="5000" fill="hold"/>
                                        <p:tgtEl>
                                          <p:spTgt spid="109"/>
                                        </p:tgtEl>
                                        <p:attrNameLst>
                                          <p:attrName>ppt_y</p:attrName>
                                        </p:attrNameLst>
                                      </p:cBhvr>
                                      <p:tavLst>
                                        <p:tav tm="0">
                                          <p:val>
                                            <p:strVal val="#ppt_y"/>
                                          </p:val>
                                        </p:tav>
                                        <p:tav tm="100000">
                                          <p:val>
                                            <p:strVal val="#ppt_y"/>
                                          </p:val>
                                        </p:tav>
                                      </p:tavLst>
                                    </p:anim>
                                    <p:anim calcmode="lin" valueType="num">
                                      <p:cBhvr>
                                        <p:cTn id="100" dur="5000" fill="hold"/>
                                        <p:tgtEl>
                                          <p:spTgt spid="109"/>
                                        </p:tgtEl>
                                        <p:attrNameLst>
                                          <p:attrName>ppt_w</p:attrName>
                                        </p:attrNameLst>
                                      </p:cBhvr>
                                      <p:tavLst>
                                        <p:tav tm="0">
                                          <p:val>
                                            <p:fltVal val="0"/>
                                          </p:val>
                                        </p:tav>
                                        <p:tav tm="100000">
                                          <p:val>
                                            <p:strVal val="#ppt_w"/>
                                          </p:val>
                                        </p:tav>
                                      </p:tavLst>
                                    </p:anim>
                                    <p:anim calcmode="lin" valueType="num">
                                      <p:cBhvr>
                                        <p:cTn id="101"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6"/>
                                            </p:cond>
                                          </p:stCondLst>
                                          <p:endCondLst>
                                            <p:cond evt="onStopAudio" delay="0">
                                              <p:tgtEl>
                                                <p:sldTgt/>
                                              </p:tgtEl>
                                            </p:cond>
                                          </p:endCondLst>
                                        </p:cTn>
                                        <p:tgtEl>
                                          <p:sndTgt r:embed="rId4" name="CHIMES.WAV"/>
                                        </p:tgtEl>
                                      </p:cMediaNode>
                                    </p:audio>
                                  </p:subTnLst>
                                </p:cTn>
                              </p:par>
                              <p:par>
                                <p:cTn id="102" presetID="17" presetClass="entr" presetSubtype="8" fill="hold" grpId="0" nodeType="withEffect">
                                  <p:stCondLst>
                                    <p:cond delay="0"/>
                                  </p:stCondLst>
                                  <p:childTnLst>
                                    <p:set>
                                      <p:cBhvr>
                                        <p:cTn id="103" dur="1" fill="hold">
                                          <p:stCondLst>
                                            <p:cond delay="0"/>
                                          </p:stCondLst>
                                        </p:cTn>
                                        <p:tgtEl>
                                          <p:spTgt spid="202"/>
                                        </p:tgtEl>
                                        <p:attrNameLst>
                                          <p:attrName>style.visibility</p:attrName>
                                        </p:attrNameLst>
                                      </p:cBhvr>
                                      <p:to>
                                        <p:strVal val="visible"/>
                                      </p:to>
                                    </p:set>
                                    <p:anim calcmode="lin" valueType="num">
                                      <p:cBhvr>
                                        <p:cTn id="104" dur="5000" fill="hold"/>
                                        <p:tgtEl>
                                          <p:spTgt spid="202"/>
                                        </p:tgtEl>
                                        <p:attrNameLst>
                                          <p:attrName>ppt_x</p:attrName>
                                        </p:attrNameLst>
                                      </p:cBhvr>
                                      <p:tavLst>
                                        <p:tav tm="0">
                                          <p:val>
                                            <p:strVal val="#ppt_x-#ppt_w/2"/>
                                          </p:val>
                                        </p:tav>
                                        <p:tav tm="100000">
                                          <p:val>
                                            <p:strVal val="#ppt_x"/>
                                          </p:val>
                                        </p:tav>
                                      </p:tavLst>
                                    </p:anim>
                                    <p:anim calcmode="lin" valueType="num">
                                      <p:cBhvr>
                                        <p:cTn id="105" dur="5000" fill="hold"/>
                                        <p:tgtEl>
                                          <p:spTgt spid="202"/>
                                        </p:tgtEl>
                                        <p:attrNameLst>
                                          <p:attrName>ppt_y</p:attrName>
                                        </p:attrNameLst>
                                      </p:cBhvr>
                                      <p:tavLst>
                                        <p:tav tm="0">
                                          <p:val>
                                            <p:strVal val="#ppt_y"/>
                                          </p:val>
                                        </p:tav>
                                        <p:tav tm="100000">
                                          <p:val>
                                            <p:strVal val="#ppt_y"/>
                                          </p:val>
                                        </p:tav>
                                      </p:tavLst>
                                    </p:anim>
                                    <p:anim calcmode="lin" valueType="num">
                                      <p:cBhvr>
                                        <p:cTn id="106" dur="5000" fill="hold"/>
                                        <p:tgtEl>
                                          <p:spTgt spid="202"/>
                                        </p:tgtEl>
                                        <p:attrNameLst>
                                          <p:attrName>ppt_w</p:attrName>
                                        </p:attrNameLst>
                                      </p:cBhvr>
                                      <p:tavLst>
                                        <p:tav tm="0">
                                          <p:val>
                                            <p:fltVal val="0"/>
                                          </p:val>
                                        </p:tav>
                                        <p:tav tm="100000">
                                          <p:val>
                                            <p:strVal val="#ppt_w"/>
                                          </p:val>
                                        </p:tav>
                                      </p:tavLst>
                                    </p:anim>
                                    <p:anim calcmode="lin" valueType="num">
                                      <p:cBhvr>
                                        <p:cTn id="107" dur="5000" fill="hold"/>
                                        <p:tgtEl>
                                          <p:spTgt spid="20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4" name="CHIMES.WAV"/>
                                        </p:tgtEl>
                                      </p:cMediaNode>
                                    </p:audio>
                                  </p:subTnLst>
                                </p:cTn>
                              </p:par>
                              <p:par>
                                <p:cTn id="108" presetID="17" presetClass="entr" presetSubtype="8" fill="hold" grpId="0" nodeType="withEffect">
                                  <p:stCondLst>
                                    <p:cond delay="0"/>
                                  </p:stCondLst>
                                  <p:childTnLst>
                                    <p:set>
                                      <p:cBhvr>
                                        <p:cTn id="109" dur="1" fill="hold">
                                          <p:stCondLst>
                                            <p:cond delay="0"/>
                                          </p:stCondLst>
                                        </p:cTn>
                                        <p:tgtEl>
                                          <p:spTgt spid="201"/>
                                        </p:tgtEl>
                                        <p:attrNameLst>
                                          <p:attrName>style.visibility</p:attrName>
                                        </p:attrNameLst>
                                      </p:cBhvr>
                                      <p:to>
                                        <p:strVal val="visible"/>
                                      </p:to>
                                    </p:set>
                                    <p:anim calcmode="lin" valueType="num">
                                      <p:cBhvr>
                                        <p:cTn id="110" dur="5000" fill="hold"/>
                                        <p:tgtEl>
                                          <p:spTgt spid="201"/>
                                        </p:tgtEl>
                                        <p:attrNameLst>
                                          <p:attrName>ppt_x</p:attrName>
                                        </p:attrNameLst>
                                      </p:cBhvr>
                                      <p:tavLst>
                                        <p:tav tm="0">
                                          <p:val>
                                            <p:strVal val="#ppt_x-#ppt_w/2"/>
                                          </p:val>
                                        </p:tav>
                                        <p:tav tm="100000">
                                          <p:val>
                                            <p:strVal val="#ppt_x"/>
                                          </p:val>
                                        </p:tav>
                                      </p:tavLst>
                                    </p:anim>
                                    <p:anim calcmode="lin" valueType="num">
                                      <p:cBhvr>
                                        <p:cTn id="111" dur="5000" fill="hold"/>
                                        <p:tgtEl>
                                          <p:spTgt spid="201"/>
                                        </p:tgtEl>
                                        <p:attrNameLst>
                                          <p:attrName>ppt_y</p:attrName>
                                        </p:attrNameLst>
                                      </p:cBhvr>
                                      <p:tavLst>
                                        <p:tav tm="0">
                                          <p:val>
                                            <p:strVal val="#ppt_y"/>
                                          </p:val>
                                        </p:tav>
                                        <p:tav tm="100000">
                                          <p:val>
                                            <p:strVal val="#ppt_y"/>
                                          </p:val>
                                        </p:tav>
                                      </p:tavLst>
                                    </p:anim>
                                    <p:anim calcmode="lin" valueType="num">
                                      <p:cBhvr>
                                        <p:cTn id="112" dur="5000" fill="hold"/>
                                        <p:tgtEl>
                                          <p:spTgt spid="201"/>
                                        </p:tgtEl>
                                        <p:attrNameLst>
                                          <p:attrName>ppt_w</p:attrName>
                                        </p:attrNameLst>
                                      </p:cBhvr>
                                      <p:tavLst>
                                        <p:tav tm="0">
                                          <p:val>
                                            <p:fltVal val="0"/>
                                          </p:val>
                                        </p:tav>
                                        <p:tav tm="100000">
                                          <p:val>
                                            <p:strVal val="#ppt_w"/>
                                          </p:val>
                                        </p:tav>
                                      </p:tavLst>
                                    </p:anim>
                                    <p:anim calcmode="lin" valueType="num">
                                      <p:cBhvr>
                                        <p:cTn id="113"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8"/>
                                            </p:cond>
                                          </p:stCondLst>
                                          <p:endCondLst>
                                            <p:cond evt="onStopAudio" delay="0">
                                              <p:tgtEl>
                                                <p:sldTgt/>
                                              </p:tgtEl>
                                            </p:cond>
                                          </p:endCondLst>
                                        </p:cTn>
                                        <p:tgtEl>
                                          <p:sndTgt r:embed="rId4" name="CHIMES.WAV"/>
                                        </p:tgtEl>
                                      </p:cMediaNode>
                                    </p:audio>
                                  </p:subTnLst>
                                </p:cTn>
                              </p:par>
                              <p:par>
                                <p:cTn id="114" presetID="17" presetClass="entr" presetSubtype="8" fill="hold" grpId="0" nodeType="withEffect">
                                  <p:stCondLst>
                                    <p:cond delay="0"/>
                                  </p:stCondLst>
                                  <p:childTnLst>
                                    <p:set>
                                      <p:cBhvr>
                                        <p:cTn id="115" dur="1" fill="hold">
                                          <p:stCondLst>
                                            <p:cond delay="0"/>
                                          </p:stCondLst>
                                        </p:cTn>
                                        <p:tgtEl>
                                          <p:spTgt spid="200"/>
                                        </p:tgtEl>
                                        <p:attrNameLst>
                                          <p:attrName>style.visibility</p:attrName>
                                        </p:attrNameLst>
                                      </p:cBhvr>
                                      <p:to>
                                        <p:strVal val="visible"/>
                                      </p:to>
                                    </p:set>
                                    <p:anim calcmode="lin" valueType="num">
                                      <p:cBhvr>
                                        <p:cTn id="116" dur="5000" fill="hold"/>
                                        <p:tgtEl>
                                          <p:spTgt spid="200"/>
                                        </p:tgtEl>
                                        <p:attrNameLst>
                                          <p:attrName>ppt_x</p:attrName>
                                        </p:attrNameLst>
                                      </p:cBhvr>
                                      <p:tavLst>
                                        <p:tav tm="0">
                                          <p:val>
                                            <p:strVal val="#ppt_x-#ppt_w/2"/>
                                          </p:val>
                                        </p:tav>
                                        <p:tav tm="100000">
                                          <p:val>
                                            <p:strVal val="#ppt_x"/>
                                          </p:val>
                                        </p:tav>
                                      </p:tavLst>
                                    </p:anim>
                                    <p:anim calcmode="lin" valueType="num">
                                      <p:cBhvr>
                                        <p:cTn id="117" dur="5000" fill="hold"/>
                                        <p:tgtEl>
                                          <p:spTgt spid="200"/>
                                        </p:tgtEl>
                                        <p:attrNameLst>
                                          <p:attrName>ppt_y</p:attrName>
                                        </p:attrNameLst>
                                      </p:cBhvr>
                                      <p:tavLst>
                                        <p:tav tm="0">
                                          <p:val>
                                            <p:strVal val="#ppt_y"/>
                                          </p:val>
                                        </p:tav>
                                        <p:tav tm="100000">
                                          <p:val>
                                            <p:strVal val="#ppt_y"/>
                                          </p:val>
                                        </p:tav>
                                      </p:tavLst>
                                    </p:anim>
                                    <p:anim calcmode="lin" valueType="num">
                                      <p:cBhvr>
                                        <p:cTn id="118" dur="5000" fill="hold"/>
                                        <p:tgtEl>
                                          <p:spTgt spid="200"/>
                                        </p:tgtEl>
                                        <p:attrNameLst>
                                          <p:attrName>ppt_w</p:attrName>
                                        </p:attrNameLst>
                                      </p:cBhvr>
                                      <p:tavLst>
                                        <p:tav tm="0">
                                          <p:val>
                                            <p:fltVal val="0"/>
                                          </p:val>
                                        </p:tav>
                                        <p:tav tm="100000">
                                          <p:val>
                                            <p:strVal val="#ppt_w"/>
                                          </p:val>
                                        </p:tav>
                                      </p:tavLst>
                                    </p:anim>
                                    <p:anim calcmode="lin" valueType="num">
                                      <p:cBhvr>
                                        <p:cTn id="119" dur="5000" fill="hold"/>
                                        <p:tgtEl>
                                          <p:spTgt spid="20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14"/>
                                            </p:cond>
                                          </p:stCondLst>
                                          <p:endCondLst>
                                            <p:cond evt="onStopAudio" delay="0">
                                              <p:tgtEl>
                                                <p:sldTgt/>
                                              </p:tgtEl>
                                            </p:cond>
                                          </p:endCondLst>
                                        </p:cTn>
                                        <p:tgtEl>
                                          <p:sndTgt r:embed="rId4" name="CHIMES.WAV"/>
                                        </p:tgtEl>
                                      </p:cMediaNode>
                                    </p:audio>
                                  </p:subTnLst>
                                </p:cTn>
                              </p:par>
                              <p:par>
                                <p:cTn id="120" presetID="17" presetClass="entr" presetSubtype="8" fill="hold" grpId="0" nodeType="withEffect">
                                  <p:stCondLst>
                                    <p:cond delay="0"/>
                                  </p:stCondLst>
                                  <p:childTnLst>
                                    <p:set>
                                      <p:cBhvr>
                                        <p:cTn id="121" dur="1" fill="hold">
                                          <p:stCondLst>
                                            <p:cond delay="0"/>
                                          </p:stCondLst>
                                        </p:cTn>
                                        <p:tgtEl>
                                          <p:spTgt spid="203"/>
                                        </p:tgtEl>
                                        <p:attrNameLst>
                                          <p:attrName>style.visibility</p:attrName>
                                        </p:attrNameLst>
                                      </p:cBhvr>
                                      <p:to>
                                        <p:strVal val="visible"/>
                                      </p:to>
                                    </p:set>
                                    <p:anim calcmode="lin" valueType="num">
                                      <p:cBhvr>
                                        <p:cTn id="122" dur="5000" fill="hold"/>
                                        <p:tgtEl>
                                          <p:spTgt spid="203"/>
                                        </p:tgtEl>
                                        <p:attrNameLst>
                                          <p:attrName>ppt_x</p:attrName>
                                        </p:attrNameLst>
                                      </p:cBhvr>
                                      <p:tavLst>
                                        <p:tav tm="0">
                                          <p:val>
                                            <p:strVal val="#ppt_x-#ppt_w/2"/>
                                          </p:val>
                                        </p:tav>
                                        <p:tav tm="100000">
                                          <p:val>
                                            <p:strVal val="#ppt_x"/>
                                          </p:val>
                                        </p:tav>
                                      </p:tavLst>
                                    </p:anim>
                                    <p:anim calcmode="lin" valueType="num">
                                      <p:cBhvr>
                                        <p:cTn id="123" dur="5000" fill="hold"/>
                                        <p:tgtEl>
                                          <p:spTgt spid="203"/>
                                        </p:tgtEl>
                                        <p:attrNameLst>
                                          <p:attrName>ppt_y</p:attrName>
                                        </p:attrNameLst>
                                      </p:cBhvr>
                                      <p:tavLst>
                                        <p:tav tm="0">
                                          <p:val>
                                            <p:strVal val="#ppt_y"/>
                                          </p:val>
                                        </p:tav>
                                        <p:tav tm="100000">
                                          <p:val>
                                            <p:strVal val="#ppt_y"/>
                                          </p:val>
                                        </p:tav>
                                      </p:tavLst>
                                    </p:anim>
                                    <p:anim calcmode="lin" valueType="num">
                                      <p:cBhvr>
                                        <p:cTn id="124" dur="5000" fill="hold"/>
                                        <p:tgtEl>
                                          <p:spTgt spid="203"/>
                                        </p:tgtEl>
                                        <p:attrNameLst>
                                          <p:attrName>ppt_w</p:attrName>
                                        </p:attrNameLst>
                                      </p:cBhvr>
                                      <p:tavLst>
                                        <p:tav tm="0">
                                          <p:val>
                                            <p:fltVal val="0"/>
                                          </p:val>
                                        </p:tav>
                                        <p:tav tm="100000">
                                          <p:val>
                                            <p:strVal val="#ppt_w"/>
                                          </p:val>
                                        </p:tav>
                                      </p:tavLst>
                                    </p:anim>
                                    <p:anim calcmode="lin" valueType="num">
                                      <p:cBhvr>
                                        <p:cTn id="125" dur="5000" fill="hold"/>
                                        <p:tgtEl>
                                          <p:spTgt spid="20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4" name="CHIMES.WAV"/>
                                        </p:tgtEl>
                                      </p:cMediaNode>
                                    </p:audio>
                                  </p:subTnLst>
                                </p:cTn>
                              </p:par>
                              <p:par>
                                <p:cTn id="126" presetID="17" presetClass="entr" presetSubtype="8" fill="hold" grpId="0" nodeType="withEffect">
                                  <p:stCondLst>
                                    <p:cond delay="0"/>
                                  </p:stCondLst>
                                  <p:childTnLst>
                                    <p:set>
                                      <p:cBhvr>
                                        <p:cTn id="127" dur="1" fill="hold">
                                          <p:stCondLst>
                                            <p:cond delay="0"/>
                                          </p:stCondLst>
                                        </p:cTn>
                                        <p:tgtEl>
                                          <p:spTgt spid="205"/>
                                        </p:tgtEl>
                                        <p:attrNameLst>
                                          <p:attrName>style.visibility</p:attrName>
                                        </p:attrNameLst>
                                      </p:cBhvr>
                                      <p:to>
                                        <p:strVal val="visible"/>
                                      </p:to>
                                    </p:set>
                                    <p:anim calcmode="lin" valueType="num">
                                      <p:cBhvr>
                                        <p:cTn id="128" dur="5000" fill="hold"/>
                                        <p:tgtEl>
                                          <p:spTgt spid="205"/>
                                        </p:tgtEl>
                                        <p:attrNameLst>
                                          <p:attrName>ppt_x</p:attrName>
                                        </p:attrNameLst>
                                      </p:cBhvr>
                                      <p:tavLst>
                                        <p:tav tm="0">
                                          <p:val>
                                            <p:strVal val="#ppt_x-#ppt_w/2"/>
                                          </p:val>
                                        </p:tav>
                                        <p:tav tm="100000">
                                          <p:val>
                                            <p:strVal val="#ppt_x"/>
                                          </p:val>
                                        </p:tav>
                                      </p:tavLst>
                                    </p:anim>
                                    <p:anim calcmode="lin" valueType="num">
                                      <p:cBhvr>
                                        <p:cTn id="129" dur="5000" fill="hold"/>
                                        <p:tgtEl>
                                          <p:spTgt spid="205"/>
                                        </p:tgtEl>
                                        <p:attrNameLst>
                                          <p:attrName>ppt_y</p:attrName>
                                        </p:attrNameLst>
                                      </p:cBhvr>
                                      <p:tavLst>
                                        <p:tav tm="0">
                                          <p:val>
                                            <p:strVal val="#ppt_y"/>
                                          </p:val>
                                        </p:tav>
                                        <p:tav tm="100000">
                                          <p:val>
                                            <p:strVal val="#ppt_y"/>
                                          </p:val>
                                        </p:tav>
                                      </p:tavLst>
                                    </p:anim>
                                    <p:anim calcmode="lin" valueType="num">
                                      <p:cBhvr>
                                        <p:cTn id="130" dur="5000" fill="hold"/>
                                        <p:tgtEl>
                                          <p:spTgt spid="205"/>
                                        </p:tgtEl>
                                        <p:attrNameLst>
                                          <p:attrName>ppt_w</p:attrName>
                                        </p:attrNameLst>
                                      </p:cBhvr>
                                      <p:tavLst>
                                        <p:tav tm="0">
                                          <p:val>
                                            <p:fltVal val="0"/>
                                          </p:val>
                                        </p:tav>
                                        <p:tav tm="100000">
                                          <p:val>
                                            <p:strVal val="#ppt_w"/>
                                          </p:val>
                                        </p:tav>
                                      </p:tavLst>
                                    </p:anim>
                                    <p:anim calcmode="lin" valueType="num">
                                      <p:cBhvr>
                                        <p:cTn id="131" dur="5000" fill="hold"/>
                                        <p:tgtEl>
                                          <p:spTgt spid="2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6"/>
                                            </p:cond>
                                          </p:stCondLst>
                                          <p:endCondLst>
                                            <p:cond evt="onStopAudio" delay="0">
                                              <p:tgtEl>
                                                <p:sldTgt/>
                                              </p:tgtEl>
                                            </p:cond>
                                          </p:endCondLst>
                                        </p:cTn>
                                        <p:tgtEl>
                                          <p:sndTgt r:embed="rId4" name="CHIMES.WAV"/>
                                        </p:tgtEl>
                                      </p:cMediaNode>
                                    </p:audio>
                                  </p:subTnLst>
                                </p:cTn>
                              </p:par>
                              <p:par>
                                <p:cTn id="132" presetID="17" presetClass="entr" presetSubtype="8" fill="hold" grpId="0" nodeType="withEffect">
                                  <p:stCondLst>
                                    <p:cond delay="0"/>
                                  </p:stCondLst>
                                  <p:childTnLst>
                                    <p:set>
                                      <p:cBhvr>
                                        <p:cTn id="133" dur="1" fill="hold">
                                          <p:stCondLst>
                                            <p:cond delay="0"/>
                                          </p:stCondLst>
                                        </p:cTn>
                                        <p:tgtEl>
                                          <p:spTgt spid="204"/>
                                        </p:tgtEl>
                                        <p:attrNameLst>
                                          <p:attrName>style.visibility</p:attrName>
                                        </p:attrNameLst>
                                      </p:cBhvr>
                                      <p:to>
                                        <p:strVal val="visible"/>
                                      </p:to>
                                    </p:set>
                                    <p:anim calcmode="lin" valueType="num">
                                      <p:cBhvr>
                                        <p:cTn id="134" dur="5000" fill="hold"/>
                                        <p:tgtEl>
                                          <p:spTgt spid="204"/>
                                        </p:tgtEl>
                                        <p:attrNameLst>
                                          <p:attrName>ppt_x</p:attrName>
                                        </p:attrNameLst>
                                      </p:cBhvr>
                                      <p:tavLst>
                                        <p:tav tm="0">
                                          <p:val>
                                            <p:strVal val="#ppt_x-#ppt_w/2"/>
                                          </p:val>
                                        </p:tav>
                                        <p:tav tm="100000">
                                          <p:val>
                                            <p:strVal val="#ppt_x"/>
                                          </p:val>
                                        </p:tav>
                                      </p:tavLst>
                                    </p:anim>
                                    <p:anim calcmode="lin" valueType="num">
                                      <p:cBhvr>
                                        <p:cTn id="135" dur="5000" fill="hold"/>
                                        <p:tgtEl>
                                          <p:spTgt spid="204"/>
                                        </p:tgtEl>
                                        <p:attrNameLst>
                                          <p:attrName>ppt_y</p:attrName>
                                        </p:attrNameLst>
                                      </p:cBhvr>
                                      <p:tavLst>
                                        <p:tav tm="0">
                                          <p:val>
                                            <p:strVal val="#ppt_y"/>
                                          </p:val>
                                        </p:tav>
                                        <p:tav tm="100000">
                                          <p:val>
                                            <p:strVal val="#ppt_y"/>
                                          </p:val>
                                        </p:tav>
                                      </p:tavLst>
                                    </p:anim>
                                    <p:anim calcmode="lin" valueType="num">
                                      <p:cBhvr>
                                        <p:cTn id="136" dur="5000" fill="hold"/>
                                        <p:tgtEl>
                                          <p:spTgt spid="204"/>
                                        </p:tgtEl>
                                        <p:attrNameLst>
                                          <p:attrName>ppt_w</p:attrName>
                                        </p:attrNameLst>
                                      </p:cBhvr>
                                      <p:tavLst>
                                        <p:tav tm="0">
                                          <p:val>
                                            <p:fltVal val="0"/>
                                          </p:val>
                                        </p:tav>
                                        <p:tav tm="100000">
                                          <p:val>
                                            <p:strVal val="#ppt_w"/>
                                          </p:val>
                                        </p:tav>
                                      </p:tavLst>
                                    </p:anim>
                                    <p:anim calcmode="lin" valueType="num">
                                      <p:cBhvr>
                                        <p:cTn id="137" dur="5000" fill="hold"/>
                                        <p:tgtEl>
                                          <p:spTgt spid="20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32"/>
                                            </p:cond>
                                          </p:stCondLst>
                                          <p:endCondLst>
                                            <p:cond evt="onStopAudio" delay="0">
                                              <p:tgtEl>
                                                <p:sldTgt/>
                                              </p:tgtEl>
                                            </p:cond>
                                          </p:endCondLst>
                                        </p:cTn>
                                        <p:tgtEl>
                                          <p:sndTgt r:embed="rId4" name="CHIMES.WAV"/>
                                        </p:tgtEl>
                                      </p:cMediaNode>
                                    </p:audio>
                                  </p:subTnLst>
                                </p:cTn>
                              </p:par>
                              <p:par>
                                <p:cTn id="138" presetID="18" presetClass="entr" presetSubtype="9" fill="hold" grpId="0" nodeType="withEffect">
                                  <p:stCondLst>
                                    <p:cond delay="0"/>
                                  </p:stCondLst>
                                  <p:childTnLst>
                                    <p:set>
                                      <p:cBhvr>
                                        <p:cTn id="139" dur="1" fill="hold">
                                          <p:stCondLst>
                                            <p:cond delay="0"/>
                                          </p:stCondLst>
                                        </p:cTn>
                                        <p:tgtEl>
                                          <p:spTgt spid="171"/>
                                        </p:tgtEl>
                                        <p:attrNameLst>
                                          <p:attrName>style.visibility</p:attrName>
                                        </p:attrNameLst>
                                      </p:cBhvr>
                                      <p:to>
                                        <p:strVal val="visible"/>
                                      </p:to>
                                    </p:set>
                                    <p:animEffect transition="in" filter="strips(upLeft)">
                                      <p:cBhvr>
                                        <p:cTn id="140" dur="5000"/>
                                        <p:tgtEl>
                                          <p:spTgt spid="171"/>
                                        </p:tgtEl>
                                      </p:cBhvr>
                                    </p:animEffect>
                                  </p:childTnLst>
                                  <p:subTnLst>
                                    <p:audio>
                                      <p:cMediaNode>
                                        <p:cTn display="0" masterRel="sameClick">
                                          <p:stCondLst>
                                            <p:cond evt="begin" delay="0">
                                              <p:tn val="138"/>
                                            </p:cond>
                                          </p:stCondLst>
                                          <p:endCondLst>
                                            <p:cond evt="onStopAudio" delay="0">
                                              <p:tgtEl>
                                                <p:sldTgt/>
                                              </p:tgtEl>
                                            </p:cond>
                                          </p:endCondLst>
                                        </p:cTn>
                                        <p:tgtEl>
                                          <p:sndTgt r:embed="rId4" name="CHIMES.WAV"/>
                                        </p:tgtEl>
                                      </p:cMediaNode>
                                    </p:audio>
                                  </p:subTnLst>
                                </p:cTn>
                              </p:par>
                              <p:par>
                                <p:cTn id="141" presetID="18" presetClass="entr" presetSubtype="3" fill="hold" grpId="0" nodeType="withEffect">
                                  <p:stCondLst>
                                    <p:cond delay="0"/>
                                  </p:stCondLst>
                                  <p:childTnLst>
                                    <p:set>
                                      <p:cBhvr>
                                        <p:cTn id="142" dur="1" fill="hold">
                                          <p:stCondLst>
                                            <p:cond delay="0"/>
                                          </p:stCondLst>
                                        </p:cTn>
                                        <p:tgtEl>
                                          <p:spTgt spid="169"/>
                                        </p:tgtEl>
                                        <p:attrNameLst>
                                          <p:attrName>style.visibility</p:attrName>
                                        </p:attrNameLst>
                                      </p:cBhvr>
                                      <p:to>
                                        <p:strVal val="visible"/>
                                      </p:to>
                                    </p:set>
                                    <p:animEffect transition="in" filter="strips(upRight)">
                                      <p:cBhvr>
                                        <p:cTn id="143" dur="5000"/>
                                        <p:tgtEl>
                                          <p:spTgt spid="169"/>
                                        </p:tgtEl>
                                      </p:cBhvr>
                                    </p:animEffect>
                                  </p:childTnLst>
                                  <p:subTnLst>
                                    <p:audio>
                                      <p:cMediaNode>
                                        <p:cTn display="0" masterRel="sameClick">
                                          <p:stCondLst>
                                            <p:cond evt="begin" delay="0">
                                              <p:tn val="141"/>
                                            </p:cond>
                                          </p:stCondLst>
                                          <p:endCondLst>
                                            <p:cond evt="onStopAudio" delay="0">
                                              <p:tgtEl>
                                                <p:sldTgt/>
                                              </p:tgtEl>
                                            </p:cond>
                                          </p:endCondLst>
                                        </p:cTn>
                                        <p:tgtEl>
                                          <p:sndTgt r:embed="rId4" name="CHIMES.WAV"/>
                                        </p:tgtEl>
                                      </p:cMediaNode>
                                    </p:audio>
                                  </p:subTnLst>
                                </p:cTn>
                              </p:par>
                              <p:par>
                                <p:cTn id="144" presetID="18" presetClass="entr" presetSubtype="3" fill="hold" grpId="0" nodeType="withEffect">
                                  <p:stCondLst>
                                    <p:cond delay="0"/>
                                  </p:stCondLst>
                                  <p:childTnLst>
                                    <p:set>
                                      <p:cBhvr>
                                        <p:cTn id="145" dur="1" fill="hold">
                                          <p:stCondLst>
                                            <p:cond delay="0"/>
                                          </p:stCondLst>
                                        </p:cTn>
                                        <p:tgtEl>
                                          <p:spTgt spid="108"/>
                                        </p:tgtEl>
                                        <p:attrNameLst>
                                          <p:attrName>style.visibility</p:attrName>
                                        </p:attrNameLst>
                                      </p:cBhvr>
                                      <p:to>
                                        <p:strVal val="visible"/>
                                      </p:to>
                                    </p:set>
                                    <p:animEffect transition="in" filter="strips(upRight)">
                                      <p:cBhvr>
                                        <p:cTn id="146" dur="5000"/>
                                        <p:tgtEl>
                                          <p:spTgt spid="108"/>
                                        </p:tgtEl>
                                      </p:cBhvr>
                                    </p:animEffect>
                                  </p:childTnLst>
                                  <p:subTnLst>
                                    <p:audio>
                                      <p:cMediaNode>
                                        <p:cTn display="0" masterRel="sameClick">
                                          <p:stCondLst>
                                            <p:cond evt="begin" delay="0">
                                              <p:tn val="144"/>
                                            </p:cond>
                                          </p:stCondLst>
                                          <p:endCondLst>
                                            <p:cond evt="onStopAudio" delay="0">
                                              <p:tgtEl>
                                                <p:sldTgt/>
                                              </p:tgtEl>
                                            </p:cond>
                                          </p:endCondLst>
                                        </p:cTn>
                                        <p:tgtEl>
                                          <p:sndTgt r:embed="rId4" name="CHIMES.WAV"/>
                                        </p:tgtEl>
                                      </p:cMediaNode>
                                    </p:audio>
                                  </p:subTnLst>
                                </p:cTn>
                              </p:par>
                              <p:par>
                                <p:cTn id="147" presetID="18" presetClass="entr" presetSubtype="12" fill="hold" grpId="0" nodeType="withEffect">
                                  <p:stCondLst>
                                    <p:cond delay="0"/>
                                  </p:stCondLst>
                                  <p:childTnLst>
                                    <p:set>
                                      <p:cBhvr>
                                        <p:cTn id="148" dur="1" fill="hold">
                                          <p:stCondLst>
                                            <p:cond delay="0"/>
                                          </p:stCondLst>
                                        </p:cTn>
                                        <p:tgtEl>
                                          <p:spTgt spid="170"/>
                                        </p:tgtEl>
                                        <p:attrNameLst>
                                          <p:attrName>style.visibility</p:attrName>
                                        </p:attrNameLst>
                                      </p:cBhvr>
                                      <p:to>
                                        <p:strVal val="visible"/>
                                      </p:to>
                                    </p:set>
                                    <p:animEffect transition="in" filter="strips(downLeft)">
                                      <p:cBhvr>
                                        <p:cTn id="149" dur="5000"/>
                                        <p:tgtEl>
                                          <p:spTgt spid="170"/>
                                        </p:tgtEl>
                                      </p:cBhvr>
                                    </p:animEffect>
                                  </p:childTnLst>
                                  <p:subTnLst>
                                    <p:audio>
                                      <p:cMediaNode>
                                        <p:cTn display="0" masterRel="sameClick">
                                          <p:stCondLst>
                                            <p:cond evt="begin" delay="0">
                                              <p:tn val="147"/>
                                            </p:cond>
                                          </p:stCondLst>
                                          <p:endCondLst>
                                            <p:cond evt="onStopAudio" delay="0">
                                              <p:tgtEl>
                                                <p:sldTgt/>
                                              </p:tgtEl>
                                            </p:cond>
                                          </p:endCondLst>
                                        </p:cTn>
                                        <p:tgtEl>
                                          <p:sndTgt r:embed="rId4" name="CHIMES.WAV"/>
                                        </p:tgtEl>
                                      </p:cMediaNode>
                                    </p:audio>
                                  </p:subTnLst>
                                </p:cTn>
                              </p:par>
                              <p:par>
                                <p:cTn id="150" presetID="18" presetClass="entr" presetSubtype="6" fill="hold" grpId="0" nodeType="withEffect">
                                  <p:stCondLst>
                                    <p:cond delay="0"/>
                                  </p:stCondLst>
                                  <p:childTnLst>
                                    <p:set>
                                      <p:cBhvr>
                                        <p:cTn id="151" dur="1" fill="hold">
                                          <p:stCondLst>
                                            <p:cond delay="0"/>
                                          </p:stCondLst>
                                        </p:cTn>
                                        <p:tgtEl>
                                          <p:spTgt spid="173"/>
                                        </p:tgtEl>
                                        <p:attrNameLst>
                                          <p:attrName>style.visibility</p:attrName>
                                        </p:attrNameLst>
                                      </p:cBhvr>
                                      <p:to>
                                        <p:strVal val="visible"/>
                                      </p:to>
                                    </p:set>
                                    <p:animEffect transition="in" filter="strips(downRight)">
                                      <p:cBhvr>
                                        <p:cTn id="152" dur="5000"/>
                                        <p:tgtEl>
                                          <p:spTgt spid="173"/>
                                        </p:tgtEl>
                                      </p:cBhvr>
                                    </p:animEffect>
                                  </p:childTnLst>
                                  <p:subTnLst>
                                    <p:audio>
                                      <p:cMediaNode>
                                        <p:cTn display="0" masterRel="sameClick">
                                          <p:stCondLst>
                                            <p:cond evt="begin" delay="0">
                                              <p:tn val="150"/>
                                            </p:cond>
                                          </p:stCondLst>
                                          <p:endCondLst>
                                            <p:cond evt="onStopAudio" delay="0">
                                              <p:tgtEl>
                                                <p:sldTgt/>
                                              </p:tgtEl>
                                            </p:cond>
                                          </p:endCondLst>
                                        </p:cTn>
                                        <p:tgtEl>
                                          <p:sndTgt r:embed="rId4" name="CHIMES.WAV"/>
                                        </p:tgtEl>
                                      </p:cMediaNode>
                                    </p:audio>
                                  </p:subTnLst>
                                </p:cTn>
                              </p:par>
                              <p:par>
                                <p:cTn id="153" presetID="18" presetClass="entr" presetSubtype="12" fill="hold" grpId="0" nodeType="withEffect">
                                  <p:stCondLst>
                                    <p:cond delay="0"/>
                                  </p:stCondLst>
                                  <p:childTnLst>
                                    <p:set>
                                      <p:cBhvr>
                                        <p:cTn id="154" dur="1" fill="hold">
                                          <p:stCondLst>
                                            <p:cond delay="0"/>
                                          </p:stCondLst>
                                        </p:cTn>
                                        <p:tgtEl>
                                          <p:spTgt spid="172"/>
                                        </p:tgtEl>
                                        <p:attrNameLst>
                                          <p:attrName>style.visibility</p:attrName>
                                        </p:attrNameLst>
                                      </p:cBhvr>
                                      <p:to>
                                        <p:strVal val="visible"/>
                                      </p:to>
                                    </p:set>
                                    <p:animEffect transition="in" filter="strips(downLeft)">
                                      <p:cBhvr>
                                        <p:cTn id="155" dur="5000"/>
                                        <p:tgtEl>
                                          <p:spTgt spid="172"/>
                                        </p:tgtEl>
                                      </p:cBhvr>
                                    </p:animEffect>
                                  </p:childTnLst>
                                  <p:subTnLst>
                                    <p:audio>
                                      <p:cMediaNode>
                                        <p:cTn display="0" masterRel="sameClick">
                                          <p:stCondLst>
                                            <p:cond evt="begin" delay="0">
                                              <p:tn val="153"/>
                                            </p:cond>
                                          </p:stCondLst>
                                          <p:endCondLst>
                                            <p:cond evt="onStopAudio" delay="0">
                                              <p:tgtEl>
                                                <p:sldTgt/>
                                              </p:tgtEl>
                                            </p:cond>
                                          </p:endCondLst>
                                        </p:cTn>
                                        <p:tgtEl>
                                          <p:sndTgt r:embed="rId4" name="CHIMES.WAV"/>
                                        </p:tgtEl>
                                      </p:cMediaNode>
                                    </p:audio>
                                  </p:subTnLst>
                                </p:cTn>
                              </p:par>
                            </p:childTnLst>
                          </p:cTn>
                        </p:par>
                        <p:par>
                          <p:cTn id="156" fill="hold">
                            <p:stCondLst>
                              <p:cond delay="5000"/>
                            </p:stCondLst>
                            <p:childTnLst>
                              <p:par>
                                <p:cTn id="157" presetID="20" presetClass="entr" presetSubtype="0" fill="hold" grpId="0" nodeType="afterEffect">
                                  <p:stCondLst>
                                    <p:cond delay="500"/>
                                  </p:stCondLst>
                                  <p:childTnLst>
                                    <p:set>
                                      <p:cBhvr>
                                        <p:cTn id="158" dur="1" fill="hold">
                                          <p:stCondLst>
                                            <p:cond delay="0"/>
                                          </p:stCondLst>
                                        </p:cTn>
                                        <p:tgtEl>
                                          <p:spTgt spid="199"/>
                                        </p:tgtEl>
                                        <p:attrNameLst>
                                          <p:attrName>style.visibility</p:attrName>
                                        </p:attrNameLst>
                                      </p:cBhvr>
                                      <p:to>
                                        <p:strVal val="visible"/>
                                      </p:to>
                                    </p:set>
                                    <p:animEffect transition="in" filter="wedge">
                                      <p:cBhvr>
                                        <p:cTn id="159" dur="3000"/>
                                        <p:tgtEl>
                                          <p:spTgt spid="199"/>
                                        </p:tgtEl>
                                      </p:cBhvr>
                                    </p:animEffect>
                                  </p:childTnLst>
                                  <p:subTnLst>
                                    <p:audio>
                                      <p:cMediaNode>
                                        <p:cTn display="0" masterRel="sameClick">
                                          <p:stCondLst>
                                            <p:cond evt="begin" delay="0">
                                              <p:tn val="157"/>
                                            </p:cond>
                                          </p:stCondLst>
                                          <p:endCondLst>
                                            <p:cond evt="onStopAudio" delay="0">
                                              <p:tgtEl>
                                                <p:sldTgt/>
                                              </p:tgtEl>
                                            </p:cond>
                                          </p:endCondLst>
                                        </p:cTn>
                                        <p:tgtEl>
                                          <p:sndTgt r:embed="rId4" name="CHIMES.WAV"/>
                                        </p:tgtEl>
                                      </p:cMediaNode>
                                    </p:audio>
                                  </p:sub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187"/>
                                        </p:tgtEl>
                                        <p:attrNameLst>
                                          <p:attrName>style.visibility</p:attrName>
                                        </p:attrNameLst>
                                      </p:cBhvr>
                                      <p:to>
                                        <p:strVal val="visible"/>
                                      </p:to>
                                    </p:set>
                                    <p:animEffect transition="in" filter="wipe(left)">
                                      <p:cBhvr>
                                        <p:cTn id="164" dur="5000"/>
                                        <p:tgtEl>
                                          <p:spTgt spid="187"/>
                                        </p:tgtEl>
                                      </p:cBhvr>
                                    </p:animEffect>
                                  </p:childTnLst>
                                  <p:subTnLst>
                                    <p:audio>
                                      <p:cMediaNode>
                                        <p:cTn display="0" masterRel="sameClick">
                                          <p:stCondLst>
                                            <p:cond evt="begin" delay="0">
                                              <p:tn val="162"/>
                                            </p:cond>
                                          </p:stCondLst>
                                          <p:endCondLst>
                                            <p:cond evt="onStopAudio" delay="0">
                                              <p:tgtEl>
                                                <p:sldTgt/>
                                              </p:tgtEl>
                                            </p:cond>
                                          </p:endCondLst>
                                        </p:cTn>
                                        <p:tgtEl>
                                          <p:sndTgt r:embed="rId3" name="CAMERA.WAV"/>
                                        </p:tgtEl>
                                      </p:cMediaNode>
                                    </p:audio>
                                  </p:subTnLst>
                                </p:cTn>
                              </p:par>
                            </p:childTnLst>
                          </p:cTn>
                        </p:par>
                        <p:par>
                          <p:cTn id="165" fill="hold">
                            <p:stCondLst>
                              <p:cond delay="5000"/>
                            </p:stCondLst>
                            <p:childTnLst>
                              <p:par>
                                <p:cTn id="166" presetID="22" presetClass="entr" presetSubtype="4" fill="hold" grpId="0" nodeType="afterEffect">
                                  <p:stCondLst>
                                    <p:cond delay="500"/>
                                  </p:stCondLst>
                                  <p:childTnLst>
                                    <p:set>
                                      <p:cBhvr>
                                        <p:cTn id="167" dur="1" fill="hold">
                                          <p:stCondLst>
                                            <p:cond delay="0"/>
                                          </p:stCondLst>
                                        </p:cTn>
                                        <p:tgtEl>
                                          <p:spTgt spid="193"/>
                                        </p:tgtEl>
                                        <p:attrNameLst>
                                          <p:attrName>style.visibility</p:attrName>
                                        </p:attrNameLst>
                                      </p:cBhvr>
                                      <p:to>
                                        <p:strVal val="visible"/>
                                      </p:to>
                                    </p:set>
                                    <p:animEffect transition="in" filter="wipe(down)">
                                      <p:cBhvr>
                                        <p:cTn id="168" dur="5000"/>
                                        <p:tgtEl>
                                          <p:spTgt spid="193"/>
                                        </p:tgtEl>
                                      </p:cBhvr>
                                    </p:animEffect>
                                  </p:childTnLst>
                                  <p:subTnLst>
                                    <p:audio>
                                      <p:cMediaNode>
                                        <p:cTn display="0" masterRel="sameClick">
                                          <p:stCondLst>
                                            <p:cond evt="begin" delay="0">
                                              <p:tn val="166"/>
                                            </p:cond>
                                          </p:stCondLst>
                                          <p:endCondLst>
                                            <p:cond evt="onStopAudio" delay="0">
                                              <p:tgtEl>
                                                <p:sldTgt/>
                                              </p:tgtEl>
                                            </p:cond>
                                          </p:endCondLst>
                                        </p:cTn>
                                        <p:tgtEl>
                                          <p:sndTgt r:embed="rId3" name="CAMERA.WAV"/>
                                        </p:tgtEl>
                                      </p:cMediaNode>
                                    </p:audio>
                                  </p:subTnLst>
                                </p:cTn>
                              </p:par>
                              <p:par>
                                <p:cTn id="169" presetID="20" presetClass="entr" presetSubtype="0" fill="hold" grpId="0" nodeType="withEffect">
                                  <p:stCondLst>
                                    <p:cond delay="500"/>
                                  </p:stCondLst>
                                  <p:childTnLst>
                                    <p:set>
                                      <p:cBhvr>
                                        <p:cTn id="170" dur="1" fill="hold">
                                          <p:stCondLst>
                                            <p:cond delay="0"/>
                                          </p:stCondLst>
                                        </p:cTn>
                                        <p:tgtEl>
                                          <p:spTgt spid="196"/>
                                        </p:tgtEl>
                                        <p:attrNameLst>
                                          <p:attrName>style.visibility</p:attrName>
                                        </p:attrNameLst>
                                      </p:cBhvr>
                                      <p:to>
                                        <p:strVal val="visible"/>
                                      </p:to>
                                    </p:set>
                                    <p:animEffect transition="in" filter="wedge">
                                      <p:cBhvr>
                                        <p:cTn id="171" dur="2000"/>
                                        <p:tgtEl>
                                          <p:spTgt spid="196"/>
                                        </p:tgtEl>
                                      </p:cBhvr>
                                    </p:animEffect>
                                  </p:childTnLst>
                                  <p:subTnLst>
                                    <p:audio>
                                      <p:cMediaNode>
                                        <p:cTn display="0" masterRel="sameClick">
                                          <p:stCondLst>
                                            <p:cond evt="begin" delay="0">
                                              <p:tn val="169"/>
                                            </p:cond>
                                          </p:stCondLst>
                                          <p:endCondLst>
                                            <p:cond evt="onStopAudio" delay="0">
                                              <p:tgtEl>
                                                <p:sldTgt/>
                                              </p:tgtEl>
                                            </p:cond>
                                          </p:endCondLst>
                                        </p:cTn>
                                        <p:tgtEl>
                                          <p:sndTgt r:embed="rId3" name="CAMERA.WAV"/>
                                        </p:tgtEl>
                                      </p:cMediaNode>
                                    </p:audio>
                                  </p:subTnLst>
                                </p:cTn>
                              </p:par>
                              <p:par>
                                <p:cTn id="172" presetID="17" presetClass="entr" presetSubtype="8" fill="hold" grpId="0" nodeType="withEffect">
                                  <p:stCondLst>
                                    <p:cond delay="500"/>
                                  </p:stCondLst>
                                  <p:childTnLst>
                                    <p:set>
                                      <p:cBhvr>
                                        <p:cTn id="173" dur="1" fill="hold">
                                          <p:stCondLst>
                                            <p:cond delay="0"/>
                                          </p:stCondLst>
                                        </p:cTn>
                                        <p:tgtEl>
                                          <p:spTgt spid="182"/>
                                        </p:tgtEl>
                                        <p:attrNameLst>
                                          <p:attrName>style.visibility</p:attrName>
                                        </p:attrNameLst>
                                      </p:cBhvr>
                                      <p:to>
                                        <p:strVal val="visible"/>
                                      </p:to>
                                    </p:set>
                                    <p:anim calcmode="lin" valueType="num">
                                      <p:cBhvr>
                                        <p:cTn id="174" dur="5000" fill="hold"/>
                                        <p:tgtEl>
                                          <p:spTgt spid="182"/>
                                        </p:tgtEl>
                                        <p:attrNameLst>
                                          <p:attrName>ppt_x</p:attrName>
                                        </p:attrNameLst>
                                      </p:cBhvr>
                                      <p:tavLst>
                                        <p:tav tm="0">
                                          <p:val>
                                            <p:strVal val="#ppt_x-#ppt_w/2"/>
                                          </p:val>
                                        </p:tav>
                                        <p:tav tm="100000">
                                          <p:val>
                                            <p:strVal val="#ppt_x"/>
                                          </p:val>
                                        </p:tav>
                                      </p:tavLst>
                                    </p:anim>
                                    <p:anim calcmode="lin" valueType="num">
                                      <p:cBhvr>
                                        <p:cTn id="175" dur="5000" fill="hold"/>
                                        <p:tgtEl>
                                          <p:spTgt spid="182"/>
                                        </p:tgtEl>
                                        <p:attrNameLst>
                                          <p:attrName>ppt_y</p:attrName>
                                        </p:attrNameLst>
                                      </p:cBhvr>
                                      <p:tavLst>
                                        <p:tav tm="0">
                                          <p:val>
                                            <p:strVal val="#ppt_y"/>
                                          </p:val>
                                        </p:tav>
                                        <p:tav tm="100000">
                                          <p:val>
                                            <p:strVal val="#ppt_y"/>
                                          </p:val>
                                        </p:tav>
                                      </p:tavLst>
                                    </p:anim>
                                    <p:anim calcmode="lin" valueType="num">
                                      <p:cBhvr>
                                        <p:cTn id="176" dur="5000" fill="hold"/>
                                        <p:tgtEl>
                                          <p:spTgt spid="182"/>
                                        </p:tgtEl>
                                        <p:attrNameLst>
                                          <p:attrName>ppt_w</p:attrName>
                                        </p:attrNameLst>
                                      </p:cBhvr>
                                      <p:tavLst>
                                        <p:tav tm="0">
                                          <p:val>
                                            <p:fltVal val="0"/>
                                          </p:val>
                                        </p:tav>
                                        <p:tav tm="100000">
                                          <p:val>
                                            <p:strVal val="#ppt_w"/>
                                          </p:val>
                                        </p:tav>
                                      </p:tavLst>
                                    </p:anim>
                                    <p:anim calcmode="lin" valueType="num">
                                      <p:cBhvr>
                                        <p:cTn id="177"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2"/>
                                            </p:cond>
                                          </p:stCondLst>
                                          <p:endCondLst>
                                            <p:cond evt="onStopAudio" delay="0">
                                              <p:tgtEl>
                                                <p:sldTgt/>
                                              </p:tgtEl>
                                            </p:cond>
                                          </p:endCondLst>
                                        </p:cTn>
                                        <p:tgtEl>
                                          <p:sndTgt r:embed="rId4" name="CHIMES.WAV"/>
                                        </p:tgtEl>
                                      </p:cMediaNode>
                                    </p:audio>
                                  </p:subTnLst>
                                </p:cTn>
                              </p:par>
                              <p:par>
                                <p:cTn id="178" presetID="17" presetClass="entr" presetSubtype="8" fill="hold" grpId="0" nodeType="withEffect">
                                  <p:stCondLst>
                                    <p:cond delay="0"/>
                                  </p:stCondLst>
                                  <p:childTnLst>
                                    <p:set>
                                      <p:cBhvr>
                                        <p:cTn id="179" dur="1" fill="hold">
                                          <p:stCondLst>
                                            <p:cond delay="0"/>
                                          </p:stCondLst>
                                        </p:cTn>
                                        <p:tgtEl>
                                          <p:spTgt spid="183"/>
                                        </p:tgtEl>
                                        <p:attrNameLst>
                                          <p:attrName>style.visibility</p:attrName>
                                        </p:attrNameLst>
                                      </p:cBhvr>
                                      <p:to>
                                        <p:strVal val="visible"/>
                                      </p:to>
                                    </p:set>
                                    <p:anim calcmode="lin" valueType="num">
                                      <p:cBhvr>
                                        <p:cTn id="180" dur="5000" fill="hold"/>
                                        <p:tgtEl>
                                          <p:spTgt spid="183"/>
                                        </p:tgtEl>
                                        <p:attrNameLst>
                                          <p:attrName>ppt_x</p:attrName>
                                        </p:attrNameLst>
                                      </p:cBhvr>
                                      <p:tavLst>
                                        <p:tav tm="0">
                                          <p:val>
                                            <p:strVal val="#ppt_x-#ppt_w/2"/>
                                          </p:val>
                                        </p:tav>
                                        <p:tav tm="100000">
                                          <p:val>
                                            <p:strVal val="#ppt_x"/>
                                          </p:val>
                                        </p:tav>
                                      </p:tavLst>
                                    </p:anim>
                                    <p:anim calcmode="lin" valueType="num">
                                      <p:cBhvr>
                                        <p:cTn id="181" dur="5000" fill="hold"/>
                                        <p:tgtEl>
                                          <p:spTgt spid="183"/>
                                        </p:tgtEl>
                                        <p:attrNameLst>
                                          <p:attrName>ppt_y</p:attrName>
                                        </p:attrNameLst>
                                      </p:cBhvr>
                                      <p:tavLst>
                                        <p:tav tm="0">
                                          <p:val>
                                            <p:strVal val="#ppt_y"/>
                                          </p:val>
                                        </p:tav>
                                        <p:tav tm="100000">
                                          <p:val>
                                            <p:strVal val="#ppt_y"/>
                                          </p:val>
                                        </p:tav>
                                      </p:tavLst>
                                    </p:anim>
                                    <p:anim calcmode="lin" valueType="num">
                                      <p:cBhvr>
                                        <p:cTn id="182" dur="5000" fill="hold"/>
                                        <p:tgtEl>
                                          <p:spTgt spid="183"/>
                                        </p:tgtEl>
                                        <p:attrNameLst>
                                          <p:attrName>ppt_w</p:attrName>
                                        </p:attrNameLst>
                                      </p:cBhvr>
                                      <p:tavLst>
                                        <p:tav tm="0">
                                          <p:val>
                                            <p:fltVal val="0"/>
                                          </p:val>
                                        </p:tav>
                                        <p:tav tm="100000">
                                          <p:val>
                                            <p:strVal val="#ppt_w"/>
                                          </p:val>
                                        </p:tav>
                                      </p:tavLst>
                                    </p:anim>
                                    <p:anim calcmode="lin" valueType="num">
                                      <p:cBhvr>
                                        <p:cTn id="183" dur="5000" fill="hold"/>
                                        <p:tgtEl>
                                          <p:spTgt spid="18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78"/>
                                            </p:cond>
                                          </p:stCondLst>
                                          <p:endCondLst>
                                            <p:cond evt="onStopAudio" delay="0">
                                              <p:tgtEl>
                                                <p:sldTgt/>
                                              </p:tgtEl>
                                            </p:cond>
                                          </p:endCondLst>
                                        </p:cTn>
                                        <p:tgtEl>
                                          <p:sndTgt r:embed="rId4" name="CHIMES.WAV"/>
                                        </p:tgtEl>
                                      </p:cMediaNode>
                                    </p:audio>
                                  </p:subTnLst>
                                </p:cTn>
                              </p:par>
                              <p:par>
                                <p:cTn id="184" presetID="17" presetClass="entr" presetSubtype="8" fill="hold" grpId="0" nodeType="withEffect">
                                  <p:stCondLst>
                                    <p:cond delay="0"/>
                                  </p:stCondLst>
                                  <p:childTnLst>
                                    <p:set>
                                      <p:cBhvr>
                                        <p:cTn id="185" dur="1" fill="hold">
                                          <p:stCondLst>
                                            <p:cond delay="0"/>
                                          </p:stCondLst>
                                        </p:cTn>
                                        <p:tgtEl>
                                          <p:spTgt spid="184"/>
                                        </p:tgtEl>
                                        <p:attrNameLst>
                                          <p:attrName>style.visibility</p:attrName>
                                        </p:attrNameLst>
                                      </p:cBhvr>
                                      <p:to>
                                        <p:strVal val="visible"/>
                                      </p:to>
                                    </p:set>
                                    <p:anim calcmode="lin" valueType="num">
                                      <p:cBhvr>
                                        <p:cTn id="186" dur="5000" fill="hold"/>
                                        <p:tgtEl>
                                          <p:spTgt spid="184"/>
                                        </p:tgtEl>
                                        <p:attrNameLst>
                                          <p:attrName>ppt_x</p:attrName>
                                        </p:attrNameLst>
                                      </p:cBhvr>
                                      <p:tavLst>
                                        <p:tav tm="0">
                                          <p:val>
                                            <p:strVal val="#ppt_x-#ppt_w/2"/>
                                          </p:val>
                                        </p:tav>
                                        <p:tav tm="100000">
                                          <p:val>
                                            <p:strVal val="#ppt_x"/>
                                          </p:val>
                                        </p:tav>
                                      </p:tavLst>
                                    </p:anim>
                                    <p:anim calcmode="lin" valueType="num">
                                      <p:cBhvr>
                                        <p:cTn id="187" dur="5000" fill="hold"/>
                                        <p:tgtEl>
                                          <p:spTgt spid="184"/>
                                        </p:tgtEl>
                                        <p:attrNameLst>
                                          <p:attrName>ppt_y</p:attrName>
                                        </p:attrNameLst>
                                      </p:cBhvr>
                                      <p:tavLst>
                                        <p:tav tm="0">
                                          <p:val>
                                            <p:strVal val="#ppt_y"/>
                                          </p:val>
                                        </p:tav>
                                        <p:tav tm="100000">
                                          <p:val>
                                            <p:strVal val="#ppt_y"/>
                                          </p:val>
                                        </p:tav>
                                      </p:tavLst>
                                    </p:anim>
                                    <p:anim calcmode="lin" valueType="num">
                                      <p:cBhvr>
                                        <p:cTn id="188" dur="5000" fill="hold"/>
                                        <p:tgtEl>
                                          <p:spTgt spid="184"/>
                                        </p:tgtEl>
                                        <p:attrNameLst>
                                          <p:attrName>ppt_w</p:attrName>
                                        </p:attrNameLst>
                                      </p:cBhvr>
                                      <p:tavLst>
                                        <p:tav tm="0">
                                          <p:val>
                                            <p:fltVal val="0"/>
                                          </p:val>
                                        </p:tav>
                                        <p:tav tm="100000">
                                          <p:val>
                                            <p:strVal val="#ppt_w"/>
                                          </p:val>
                                        </p:tav>
                                      </p:tavLst>
                                    </p:anim>
                                    <p:anim calcmode="lin" valueType="num">
                                      <p:cBhvr>
                                        <p:cTn id="189" dur="5000" fill="hold"/>
                                        <p:tgtEl>
                                          <p:spTgt spid="18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84"/>
                                            </p:cond>
                                          </p:stCondLst>
                                          <p:endCondLst>
                                            <p:cond evt="onStopAudio" delay="0">
                                              <p:tgtEl>
                                                <p:sldTgt/>
                                              </p:tgtEl>
                                            </p:cond>
                                          </p:endCondLst>
                                        </p:cTn>
                                        <p:tgtEl>
                                          <p:sndTgt r:embed="rId4" name="CHIMES.WAV"/>
                                        </p:tgtEl>
                                      </p:cMediaNode>
                                    </p:audio>
                                  </p:subTnLst>
                                </p:cTn>
                              </p:par>
                              <p:par>
                                <p:cTn id="190" presetID="17" presetClass="entr" presetSubtype="2" fill="hold" grpId="0" nodeType="withEffect">
                                  <p:stCondLst>
                                    <p:cond delay="0"/>
                                  </p:stCondLst>
                                  <p:childTnLst>
                                    <p:set>
                                      <p:cBhvr>
                                        <p:cTn id="191" dur="1" fill="hold">
                                          <p:stCondLst>
                                            <p:cond delay="0"/>
                                          </p:stCondLst>
                                        </p:cTn>
                                        <p:tgtEl>
                                          <p:spTgt spid="181"/>
                                        </p:tgtEl>
                                        <p:attrNameLst>
                                          <p:attrName>style.visibility</p:attrName>
                                        </p:attrNameLst>
                                      </p:cBhvr>
                                      <p:to>
                                        <p:strVal val="visible"/>
                                      </p:to>
                                    </p:set>
                                    <p:anim calcmode="lin" valueType="num">
                                      <p:cBhvr>
                                        <p:cTn id="192" dur="5000" fill="hold"/>
                                        <p:tgtEl>
                                          <p:spTgt spid="181"/>
                                        </p:tgtEl>
                                        <p:attrNameLst>
                                          <p:attrName>ppt_x</p:attrName>
                                        </p:attrNameLst>
                                      </p:cBhvr>
                                      <p:tavLst>
                                        <p:tav tm="0">
                                          <p:val>
                                            <p:strVal val="#ppt_x+#ppt_w/2"/>
                                          </p:val>
                                        </p:tav>
                                        <p:tav tm="100000">
                                          <p:val>
                                            <p:strVal val="#ppt_x"/>
                                          </p:val>
                                        </p:tav>
                                      </p:tavLst>
                                    </p:anim>
                                    <p:anim calcmode="lin" valueType="num">
                                      <p:cBhvr>
                                        <p:cTn id="193" dur="5000" fill="hold"/>
                                        <p:tgtEl>
                                          <p:spTgt spid="181"/>
                                        </p:tgtEl>
                                        <p:attrNameLst>
                                          <p:attrName>ppt_y</p:attrName>
                                        </p:attrNameLst>
                                      </p:cBhvr>
                                      <p:tavLst>
                                        <p:tav tm="0">
                                          <p:val>
                                            <p:strVal val="#ppt_y"/>
                                          </p:val>
                                        </p:tav>
                                        <p:tav tm="100000">
                                          <p:val>
                                            <p:strVal val="#ppt_y"/>
                                          </p:val>
                                        </p:tav>
                                      </p:tavLst>
                                    </p:anim>
                                    <p:anim calcmode="lin" valueType="num">
                                      <p:cBhvr>
                                        <p:cTn id="194" dur="5000" fill="hold"/>
                                        <p:tgtEl>
                                          <p:spTgt spid="181"/>
                                        </p:tgtEl>
                                        <p:attrNameLst>
                                          <p:attrName>ppt_w</p:attrName>
                                        </p:attrNameLst>
                                      </p:cBhvr>
                                      <p:tavLst>
                                        <p:tav tm="0">
                                          <p:val>
                                            <p:fltVal val="0"/>
                                          </p:val>
                                        </p:tav>
                                        <p:tav tm="100000">
                                          <p:val>
                                            <p:strVal val="#ppt_w"/>
                                          </p:val>
                                        </p:tav>
                                      </p:tavLst>
                                    </p:anim>
                                    <p:anim calcmode="lin" valueType="num">
                                      <p:cBhvr>
                                        <p:cTn id="195" dur="5000" fill="hold"/>
                                        <p:tgtEl>
                                          <p:spTgt spid="18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0"/>
                                            </p:cond>
                                          </p:stCondLst>
                                          <p:endCondLst>
                                            <p:cond evt="onStopAudio" delay="0">
                                              <p:tgtEl>
                                                <p:sldTgt/>
                                              </p:tgtEl>
                                            </p:cond>
                                          </p:endCondLst>
                                        </p:cTn>
                                        <p:tgtEl>
                                          <p:sndTgt r:embed="rId4" name="CHIMES.WAV"/>
                                        </p:tgtEl>
                                      </p:cMediaNode>
                                    </p:audio>
                                  </p:subTnLst>
                                </p:cTn>
                              </p:par>
                              <p:par>
                                <p:cTn id="196" presetID="17" presetClass="entr" presetSubtype="2" fill="hold" grpId="0" nodeType="withEffect">
                                  <p:stCondLst>
                                    <p:cond delay="0"/>
                                  </p:stCondLst>
                                  <p:childTnLst>
                                    <p:set>
                                      <p:cBhvr>
                                        <p:cTn id="197" dur="1" fill="hold">
                                          <p:stCondLst>
                                            <p:cond delay="0"/>
                                          </p:stCondLst>
                                        </p:cTn>
                                        <p:tgtEl>
                                          <p:spTgt spid="180"/>
                                        </p:tgtEl>
                                        <p:attrNameLst>
                                          <p:attrName>style.visibility</p:attrName>
                                        </p:attrNameLst>
                                      </p:cBhvr>
                                      <p:to>
                                        <p:strVal val="visible"/>
                                      </p:to>
                                    </p:set>
                                    <p:anim calcmode="lin" valueType="num">
                                      <p:cBhvr>
                                        <p:cTn id="198" dur="5000" fill="hold"/>
                                        <p:tgtEl>
                                          <p:spTgt spid="180"/>
                                        </p:tgtEl>
                                        <p:attrNameLst>
                                          <p:attrName>ppt_x</p:attrName>
                                        </p:attrNameLst>
                                      </p:cBhvr>
                                      <p:tavLst>
                                        <p:tav tm="0">
                                          <p:val>
                                            <p:strVal val="#ppt_x+#ppt_w/2"/>
                                          </p:val>
                                        </p:tav>
                                        <p:tav tm="100000">
                                          <p:val>
                                            <p:strVal val="#ppt_x"/>
                                          </p:val>
                                        </p:tav>
                                      </p:tavLst>
                                    </p:anim>
                                    <p:anim calcmode="lin" valueType="num">
                                      <p:cBhvr>
                                        <p:cTn id="199" dur="5000" fill="hold"/>
                                        <p:tgtEl>
                                          <p:spTgt spid="180"/>
                                        </p:tgtEl>
                                        <p:attrNameLst>
                                          <p:attrName>ppt_y</p:attrName>
                                        </p:attrNameLst>
                                      </p:cBhvr>
                                      <p:tavLst>
                                        <p:tav tm="0">
                                          <p:val>
                                            <p:strVal val="#ppt_y"/>
                                          </p:val>
                                        </p:tav>
                                        <p:tav tm="100000">
                                          <p:val>
                                            <p:strVal val="#ppt_y"/>
                                          </p:val>
                                        </p:tav>
                                      </p:tavLst>
                                    </p:anim>
                                    <p:anim calcmode="lin" valueType="num">
                                      <p:cBhvr>
                                        <p:cTn id="200" dur="5000" fill="hold"/>
                                        <p:tgtEl>
                                          <p:spTgt spid="180"/>
                                        </p:tgtEl>
                                        <p:attrNameLst>
                                          <p:attrName>ppt_w</p:attrName>
                                        </p:attrNameLst>
                                      </p:cBhvr>
                                      <p:tavLst>
                                        <p:tav tm="0">
                                          <p:val>
                                            <p:fltVal val="0"/>
                                          </p:val>
                                        </p:tav>
                                        <p:tav tm="100000">
                                          <p:val>
                                            <p:strVal val="#ppt_w"/>
                                          </p:val>
                                        </p:tav>
                                      </p:tavLst>
                                    </p:anim>
                                    <p:anim calcmode="lin" valueType="num">
                                      <p:cBhvr>
                                        <p:cTn id="201" dur="5000" fill="hold"/>
                                        <p:tgtEl>
                                          <p:spTgt spid="18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96"/>
                                            </p:cond>
                                          </p:stCondLst>
                                          <p:endCondLst>
                                            <p:cond evt="onStopAudio" delay="0">
                                              <p:tgtEl>
                                                <p:sldTgt/>
                                              </p:tgtEl>
                                            </p:cond>
                                          </p:endCondLst>
                                        </p:cTn>
                                        <p:tgtEl>
                                          <p:sndTgt r:embed="rId4" name="CHIMES.WAV"/>
                                        </p:tgtEl>
                                      </p:cMediaNode>
                                    </p:audio>
                                  </p:subTnLst>
                                </p:cTn>
                              </p:par>
                              <p:par>
                                <p:cTn id="202" presetID="17" presetClass="entr" presetSubtype="2" fill="hold" grpId="0" nodeType="withEffect">
                                  <p:stCondLst>
                                    <p:cond delay="0"/>
                                  </p:stCondLst>
                                  <p:childTnLst>
                                    <p:set>
                                      <p:cBhvr>
                                        <p:cTn id="203" dur="1" fill="hold">
                                          <p:stCondLst>
                                            <p:cond delay="0"/>
                                          </p:stCondLst>
                                        </p:cTn>
                                        <p:tgtEl>
                                          <p:spTgt spid="185"/>
                                        </p:tgtEl>
                                        <p:attrNameLst>
                                          <p:attrName>style.visibility</p:attrName>
                                        </p:attrNameLst>
                                      </p:cBhvr>
                                      <p:to>
                                        <p:strVal val="visible"/>
                                      </p:to>
                                    </p:set>
                                    <p:anim calcmode="lin" valueType="num">
                                      <p:cBhvr>
                                        <p:cTn id="204" dur="5000" fill="hold"/>
                                        <p:tgtEl>
                                          <p:spTgt spid="185"/>
                                        </p:tgtEl>
                                        <p:attrNameLst>
                                          <p:attrName>ppt_x</p:attrName>
                                        </p:attrNameLst>
                                      </p:cBhvr>
                                      <p:tavLst>
                                        <p:tav tm="0">
                                          <p:val>
                                            <p:strVal val="#ppt_x+#ppt_w/2"/>
                                          </p:val>
                                        </p:tav>
                                        <p:tav tm="100000">
                                          <p:val>
                                            <p:strVal val="#ppt_x"/>
                                          </p:val>
                                        </p:tav>
                                      </p:tavLst>
                                    </p:anim>
                                    <p:anim calcmode="lin" valueType="num">
                                      <p:cBhvr>
                                        <p:cTn id="205" dur="5000" fill="hold"/>
                                        <p:tgtEl>
                                          <p:spTgt spid="185"/>
                                        </p:tgtEl>
                                        <p:attrNameLst>
                                          <p:attrName>ppt_y</p:attrName>
                                        </p:attrNameLst>
                                      </p:cBhvr>
                                      <p:tavLst>
                                        <p:tav tm="0">
                                          <p:val>
                                            <p:strVal val="#ppt_y"/>
                                          </p:val>
                                        </p:tav>
                                        <p:tav tm="100000">
                                          <p:val>
                                            <p:strVal val="#ppt_y"/>
                                          </p:val>
                                        </p:tav>
                                      </p:tavLst>
                                    </p:anim>
                                    <p:anim calcmode="lin" valueType="num">
                                      <p:cBhvr>
                                        <p:cTn id="206" dur="5000" fill="hold"/>
                                        <p:tgtEl>
                                          <p:spTgt spid="185"/>
                                        </p:tgtEl>
                                        <p:attrNameLst>
                                          <p:attrName>ppt_w</p:attrName>
                                        </p:attrNameLst>
                                      </p:cBhvr>
                                      <p:tavLst>
                                        <p:tav tm="0">
                                          <p:val>
                                            <p:fltVal val="0"/>
                                          </p:val>
                                        </p:tav>
                                        <p:tav tm="100000">
                                          <p:val>
                                            <p:strVal val="#ppt_w"/>
                                          </p:val>
                                        </p:tav>
                                      </p:tavLst>
                                    </p:anim>
                                    <p:anim calcmode="lin" valueType="num">
                                      <p:cBhvr>
                                        <p:cTn id="207" dur="5000" fill="hold"/>
                                        <p:tgtEl>
                                          <p:spTgt spid="18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02"/>
                                            </p:cond>
                                          </p:stCondLst>
                                          <p:endCondLst>
                                            <p:cond evt="onStopAudio" delay="0">
                                              <p:tgtEl>
                                                <p:sldTgt/>
                                              </p:tgtEl>
                                            </p:cond>
                                          </p:endCondLst>
                                        </p:cTn>
                                        <p:tgtEl>
                                          <p:sndTgt r:embed="rId4" name="CHIMES.WAV"/>
                                        </p:tgtEl>
                                      </p:cMediaNode>
                                    </p:audio>
                                  </p:subTnLst>
                                </p:cTn>
                              </p:par>
                              <p:par>
                                <p:cTn id="208" presetID="18" presetClass="entr" presetSubtype="12" fill="hold" grpId="0" nodeType="withEffect">
                                  <p:stCondLst>
                                    <p:cond delay="0"/>
                                  </p:stCondLst>
                                  <p:childTnLst>
                                    <p:set>
                                      <p:cBhvr>
                                        <p:cTn id="209" dur="1" fill="hold">
                                          <p:stCondLst>
                                            <p:cond delay="0"/>
                                          </p:stCondLst>
                                        </p:cTn>
                                        <p:tgtEl>
                                          <p:spTgt spid="179"/>
                                        </p:tgtEl>
                                        <p:attrNameLst>
                                          <p:attrName>style.visibility</p:attrName>
                                        </p:attrNameLst>
                                      </p:cBhvr>
                                      <p:to>
                                        <p:strVal val="visible"/>
                                      </p:to>
                                    </p:set>
                                    <p:animEffect transition="in" filter="strips(downLeft)">
                                      <p:cBhvr>
                                        <p:cTn id="210" dur="5000"/>
                                        <p:tgtEl>
                                          <p:spTgt spid="179"/>
                                        </p:tgtEl>
                                      </p:cBhvr>
                                    </p:animEffect>
                                  </p:childTnLst>
                                  <p:subTnLst>
                                    <p:audio>
                                      <p:cMediaNode>
                                        <p:cTn display="0" masterRel="sameClick">
                                          <p:stCondLst>
                                            <p:cond evt="begin" delay="0">
                                              <p:tn val="208"/>
                                            </p:cond>
                                          </p:stCondLst>
                                          <p:endCondLst>
                                            <p:cond evt="onStopAudio" delay="0">
                                              <p:tgtEl>
                                                <p:sldTgt/>
                                              </p:tgtEl>
                                            </p:cond>
                                          </p:endCondLst>
                                        </p:cTn>
                                        <p:tgtEl>
                                          <p:sndTgt r:embed="rId4" name="CHIMES.WAV"/>
                                        </p:tgtEl>
                                      </p:cMediaNode>
                                    </p:audio>
                                  </p:subTnLst>
                                </p:cTn>
                              </p:par>
                              <p:par>
                                <p:cTn id="211" presetID="18" presetClass="entr" presetSubtype="6" fill="hold" grpId="0" nodeType="withEffect">
                                  <p:stCondLst>
                                    <p:cond delay="0"/>
                                  </p:stCondLst>
                                  <p:childTnLst>
                                    <p:set>
                                      <p:cBhvr>
                                        <p:cTn id="212" dur="1" fill="hold">
                                          <p:stCondLst>
                                            <p:cond delay="0"/>
                                          </p:stCondLst>
                                        </p:cTn>
                                        <p:tgtEl>
                                          <p:spTgt spid="186"/>
                                        </p:tgtEl>
                                        <p:attrNameLst>
                                          <p:attrName>style.visibility</p:attrName>
                                        </p:attrNameLst>
                                      </p:cBhvr>
                                      <p:to>
                                        <p:strVal val="visible"/>
                                      </p:to>
                                    </p:set>
                                    <p:animEffect transition="in" filter="strips(downRight)">
                                      <p:cBhvr>
                                        <p:cTn id="213" dur="5000"/>
                                        <p:tgtEl>
                                          <p:spTgt spid="186"/>
                                        </p:tgtEl>
                                      </p:cBhvr>
                                    </p:animEffect>
                                  </p:childTnLst>
                                  <p:subTnLst>
                                    <p:audio>
                                      <p:cMediaNode>
                                        <p:cTn display="0" masterRel="sameClick">
                                          <p:stCondLst>
                                            <p:cond evt="begin" delay="0">
                                              <p:tn val="211"/>
                                            </p:cond>
                                          </p:stCondLst>
                                          <p:endCondLst>
                                            <p:cond evt="onStopAudio" delay="0">
                                              <p:tgtEl>
                                                <p:sldTgt/>
                                              </p:tgtEl>
                                            </p:cond>
                                          </p:endCondLst>
                                        </p:cTn>
                                        <p:tgtEl>
                                          <p:sndTgt r:embed="rId4" name="CHIMES.WAV"/>
                                        </p:tgtEl>
                                      </p:cMediaNode>
                                    </p:audio>
                                  </p:subTnLst>
                                </p:cTn>
                              </p:par>
                            </p:childTnLst>
                          </p:cTn>
                        </p:par>
                        <p:par>
                          <p:cTn id="214" fill="hold">
                            <p:stCondLst>
                              <p:cond delay="10500"/>
                            </p:stCondLst>
                            <p:childTnLst>
                              <p:par>
                                <p:cTn id="215" presetID="19" presetClass="entr" presetSubtype="10" fill="hold" grpId="0" nodeType="afterEffect">
                                  <p:stCondLst>
                                    <p:cond delay="0"/>
                                  </p:stCondLst>
                                  <p:childTnLst>
                                    <p:set>
                                      <p:cBhvr>
                                        <p:cTn id="216" dur="1" fill="hold">
                                          <p:stCondLst>
                                            <p:cond delay="0"/>
                                          </p:stCondLst>
                                        </p:cTn>
                                        <p:tgtEl>
                                          <p:spTgt spid="206"/>
                                        </p:tgtEl>
                                        <p:attrNameLst>
                                          <p:attrName>style.visibility</p:attrName>
                                        </p:attrNameLst>
                                      </p:cBhvr>
                                      <p:to>
                                        <p:strVal val="visible"/>
                                      </p:to>
                                    </p:set>
                                    <p:anim calcmode="lin" valueType="num">
                                      <p:cBhvr>
                                        <p:cTn id="217" dur="5000" fill="hold"/>
                                        <p:tgtEl>
                                          <p:spTgt spid="206"/>
                                        </p:tgtEl>
                                        <p:attrNameLst>
                                          <p:attrName>ppt_w</p:attrName>
                                        </p:attrNameLst>
                                      </p:cBhvr>
                                      <p:tavLst>
                                        <p:tav tm="0" fmla="#ppt_w*sin(2.5*pi*$)">
                                          <p:val>
                                            <p:fltVal val="0"/>
                                          </p:val>
                                        </p:tav>
                                        <p:tav tm="100000">
                                          <p:val>
                                            <p:fltVal val="1"/>
                                          </p:val>
                                        </p:tav>
                                      </p:tavLst>
                                    </p:anim>
                                    <p:anim calcmode="lin" valueType="num">
                                      <p:cBhvr>
                                        <p:cTn id="218" dur="5000" fill="hold"/>
                                        <p:tgtEl>
                                          <p:spTgt spid="206"/>
                                        </p:tgtEl>
                                        <p:attrNameLst>
                                          <p:attrName>ppt_h</p:attrName>
                                        </p:attrNameLst>
                                      </p:cBhvr>
                                      <p:tavLst>
                                        <p:tav tm="0">
                                          <p:val>
                                            <p:strVal val="#ppt_h"/>
                                          </p:val>
                                        </p:tav>
                                        <p:tav tm="100000">
                                          <p:val>
                                            <p:strVal val="#ppt_h"/>
                                          </p:val>
                                        </p:tav>
                                      </p:tavLst>
                                    </p:anim>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499"/>
                                          </p:stCondLst>
                                        </p:cTn>
                                        <p:tgtEl>
                                          <p:spTgt spid="62"/>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grpId="0" nodeType="clickEffect">
                                  <p:stCondLst>
                                    <p:cond delay="0"/>
                                  </p:stCondLst>
                                  <p:childTnLst>
                                    <p:set>
                                      <p:cBhvr>
                                        <p:cTn id="226" dur="1" fill="hold">
                                          <p:stCondLst>
                                            <p:cond delay="499"/>
                                          </p:stCondLst>
                                        </p:cTn>
                                        <p:tgtEl>
                                          <p:spTgt spid="207"/>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499"/>
                                          </p:stCondLst>
                                        </p:cTn>
                                        <p:tgtEl>
                                          <p:spTgt spid="20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grpId="0" nodeType="clickEffect">
                                  <p:stCondLst>
                                    <p:cond delay="0"/>
                                  </p:stCondLst>
                                  <p:childTnLst>
                                    <p:set>
                                      <p:cBhvr>
                                        <p:cTn id="234" dur="1" fill="hold">
                                          <p:stCondLst>
                                            <p:cond delay="499"/>
                                          </p:stCondLst>
                                        </p:cTn>
                                        <p:tgtEl>
                                          <p:spTgt spid="209"/>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499"/>
                                          </p:stCondLst>
                                        </p:cTn>
                                        <p:tgtEl>
                                          <p:spTgt spid="210"/>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presetID="1" presetClass="entr" presetSubtype="0" fill="hold" grpId="0" nodeType="clickEffect">
                                  <p:stCondLst>
                                    <p:cond delay="0"/>
                                  </p:stCondLst>
                                  <p:childTnLst>
                                    <p:set>
                                      <p:cBhvr>
                                        <p:cTn id="242" dur="1" fill="hold">
                                          <p:stCondLst>
                                            <p:cond delay="499"/>
                                          </p:stCondLst>
                                        </p:cTn>
                                        <p:tgtEl>
                                          <p:spTgt spid="2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62" grpId="0" autoUpdateAnimBg="0"/>
      <p:bldP spid="106" grpId="0" animBg="1"/>
      <p:bldP spid="107" grpId="0" animBg="1"/>
      <p:bldP spid="108" grpId="0" animBg="1"/>
      <p:bldP spid="109" grpId="0" animBg="1"/>
      <p:bldP spid="110" grpId="0" animBg="1"/>
      <p:bldP spid="111"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93" grpId="0" animBg="1"/>
      <p:bldP spid="194" grpId="0" animBg="1"/>
      <p:bldP spid="195" grpId="0" autoUpdateAnimBg="0"/>
      <p:bldP spid="196" grpId="0" autoUpdateAnimBg="0"/>
      <p:bldP spid="197" grpId="0" autoUpdateAnimBg="0"/>
      <p:bldP spid="198" grpId="0" autoUpdateAnimBg="0"/>
      <p:bldP spid="199" grpId="0" autoUpdateAnimBg="0"/>
      <p:bldP spid="200" grpId="0" animBg="1"/>
      <p:bldP spid="201" grpId="0" animBg="1"/>
      <p:bldP spid="202" grpId="0" animBg="1"/>
      <p:bldP spid="203" grpId="0" animBg="1"/>
      <p:bldP spid="204" grpId="0" animBg="1"/>
      <p:bldP spid="205" grpId="0" animBg="1"/>
      <p:bldP spid="206" grpId="0"/>
      <p:bldP spid="207" grpId="0" autoUpdateAnimBg="0"/>
      <p:bldP spid="208" grpId="0" autoUpdateAnimBg="0"/>
      <p:bldP spid="209" grpId="0" autoUpdateAnimBg="0"/>
      <p:bldP spid="210" grpId="0" autoUpdateAnimBg="0"/>
      <p:bldP spid="211"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623392" y="857411"/>
            <a:ext cx="10120185" cy="339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en-US" altLang="zh-CN" sz="2800" i="0" dirty="0">
                <a:solidFill>
                  <a:srgbClr val="FF00FF"/>
                </a:solidFill>
                <a:latin typeface="+mn-lt"/>
                <a:ea typeface="微软雅黑" panose="020B0503020204020204" pitchFamily="34" charset="-122"/>
              </a:rPr>
              <a:t>3</a:t>
            </a:r>
            <a:r>
              <a:rPr kumimoji="1" lang="zh-CN" altLang="en-US" sz="2800" i="0" dirty="0">
                <a:solidFill>
                  <a:srgbClr val="FF00FF"/>
                </a:solidFill>
                <a:latin typeface="+mn-lt"/>
                <a:ea typeface="微软雅黑" panose="020B0503020204020204" pitchFamily="34" charset="-122"/>
              </a:rPr>
              <a:t>．惯性矩的对比计算</a:t>
            </a:r>
          </a:p>
          <a:p>
            <a:pPr lvl="0" algn="just">
              <a:lnSpc>
                <a:spcPct val="130000"/>
              </a:lnSpc>
            </a:pPr>
            <a:r>
              <a:rPr kumimoji="1" lang="zh-CN" altLang="en-US" sz="2800" i="0" dirty="0">
                <a:latin typeface="+mn-lt"/>
                <a:ea typeface="微软雅黑" panose="020B0503020204020204" pitchFamily="34" charset="-122"/>
              </a:rPr>
              <a:t>      </a:t>
            </a:r>
            <a:r>
              <a:rPr lang="zh-CN" altLang="en-US" sz="2800" i="0" dirty="0">
                <a:latin typeface="+mn-lt"/>
                <a:ea typeface="微软雅黑" panose="020B0503020204020204" pitchFamily="34" charset="-122"/>
              </a:rPr>
              <a:t>由理论力学部分可知，对于匀质规则形状的物体，其转动惯量为</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m </a:t>
            </a:r>
            <a:r>
              <a:rPr lang="en-US" altLang="zh-CN" sz="2800" b="0" dirty="0">
                <a:latin typeface="+mn-lt"/>
                <a:ea typeface="微软雅黑" panose="020B0503020204020204" pitchFamily="34" charset="-122"/>
              </a:rPr>
              <a:t>r</a:t>
            </a:r>
            <a:r>
              <a:rPr lang="en-US" altLang="zh-CN" sz="2800" b="0" i="0" baseline="30000" dirty="0">
                <a:latin typeface="+mn-lt"/>
                <a:ea typeface="微软雅黑" panose="020B0503020204020204" pitchFamily="34" charset="-122"/>
              </a:rPr>
              <a:t>2</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m</a:t>
            </a:r>
            <a:r>
              <a:rPr lang="zh-CN" altLang="en-US" sz="2800" i="0" dirty="0">
                <a:latin typeface="+mn-lt"/>
                <a:ea typeface="微软雅黑" panose="020B0503020204020204" pitchFamily="34" charset="-122"/>
              </a:rPr>
              <a:t>，它是旋转物体质量对转轴的二次矩；截面惯性矩定义为</a:t>
            </a:r>
            <a:r>
              <a:rPr lang="zh-CN" altLang="en-US" sz="2800" b="0" i="0" dirty="0">
                <a:latin typeface="+mn-lt"/>
                <a:ea typeface="微软雅黑" panose="020B0503020204020204" pitchFamily="34" charset="-122"/>
                <a:sym typeface="Symbol" panose="05050102010706020507" pitchFamily="18" charset="2"/>
              </a:rPr>
              <a:t></a:t>
            </a:r>
            <a:r>
              <a:rPr lang="en-US" altLang="zh-CN" sz="2800" b="0" baseline="-25000" dirty="0">
                <a:latin typeface="+mn-lt"/>
                <a:ea typeface="微软雅黑" panose="020B0503020204020204" pitchFamily="34" charset="-122"/>
              </a:rPr>
              <a:t>A </a:t>
            </a:r>
            <a:r>
              <a:rPr lang="en-US" altLang="zh-CN" sz="2800" b="0" dirty="0">
                <a:latin typeface="+mn-lt"/>
                <a:ea typeface="微软雅黑" panose="020B0503020204020204" pitchFamily="34" charset="-122"/>
              </a:rPr>
              <a:t>y</a:t>
            </a:r>
            <a:r>
              <a:rPr lang="en-US" altLang="zh-CN" sz="2800" b="0" i="0" baseline="30000" dirty="0">
                <a:latin typeface="+mn-lt"/>
                <a:ea typeface="微软雅黑" panose="020B0503020204020204" pitchFamily="34" charset="-122"/>
              </a:rPr>
              <a:t>2</a:t>
            </a:r>
            <a:r>
              <a:rPr lang="en-US" altLang="zh-CN" sz="2800" b="0" i="0" dirty="0">
                <a:latin typeface="+mn-lt"/>
                <a:ea typeface="微软雅黑" panose="020B0503020204020204" pitchFamily="34" charset="-122"/>
              </a:rPr>
              <a:t>d</a:t>
            </a:r>
            <a:r>
              <a:rPr lang="en-US" altLang="zh-CN" sz="2800" b="0" dirty="0">
                <a:latin typeface="+mn-lt"/>
                <a:ea typeface="微软雅黑" panose="020B0503020204020204" pitchFamily="34" charset="-122"/>
              </a:rPr>
              <a:t>A</a:t>
            </a:r>
            <a:r>
              <a:rPr lang="zh-CN" altLang="en-US" sz="2800" i="0" dirty="0">
                <a:latin typeface="+mn-lt"/>
                <a:ea typeface="微软雅黑" panose="020B0503020204020204" pitchFamily="34" charset="-122"/>
              </a:rPr>
              <a:t>，它是面积对中性轴的二次矩，它们的表达式相似，计算方法也类同。因此只须用面积来置换质量，就可将转动惯量改写成惯性矩。 </a:t>
            </a:r>
            <a:endParaRPr kumimoji="1"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355113014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623393" y="1052736"/>
            <a:ext cx="6480719" cy="3958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j-lt"/>
                <a:ea typeface="微软雅黑" panose="020B0503020204020204" pitchFamily="34" charset="-122"/>
              </a:rPr>
              <a:t>以高为</a:t>
            </a:r>
            <a:r>
              <a:rPr kumimoji="1" lang="en-US" altLang="zh-CN" sz="2800" b="0" dirty="0">
                <a:latin typeface="+mj-lt"/>
                <a:ea typeface="微软雅黑" panose="020B0503020204020204" pitchFamily="34" charset="-122"/>
              </a:rPr>
              <a:t>h</a:t>
            </a:r>
            <a:r>
              <a:rPr kumimoji="1" lang="zh-CN" altLang="en-US" sz="2800" i="0" dirty="0">
                <a:latin typeface="+mj-lt"/>
                <a:ea typeface="微软雅黑" panose="020B0503020204020204" pitchFamily="34" charset="-122"/>
              </a:rPr>
              <a:t>、宽为</a:t>
            </a:r>
            <a:r>
              <a:rPr kumimoji="1" lang="en-US" altLang="zh-CN" sz="2800" b="0" dirty="0">
                <a:latin typeface="+mj-lt"/>
                <a:ea typeface="微软雅黑" panose="020B0503020204020204" pitchFamily="34" charset="-122"/>
              </a:rPr>
              <a:t>b</a:t>
            </a:r>
            <a:r>
              <a:rPr kumimoji="1" lang="zh-CN" altLang="en-US" sz="2800" i="0" dirty="0">
                <a:latin typeface="+mj-lt"/>
                <a:ea typeface="微软雅黑" panose="020B0503020204020204" pitchFamily="34" charset="-122"/>
              </a:rPr>
              <a:t>的矩形为例，</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轴通过形心且平行于底边，</a:t>
            </a:r>
            <a:r>
              <a:rPr kumimoji="1" lang="en-US" altLang="zh-CN" sz="2800" b="0" dirty="0">
                <a:latin typeface="+mj-lt"/>
                <a:ea typeface="微软雅黑" panose="020B0503020204020204" pitchFamily="34" charset="-122"/>
              </a:rPr>
              <a:t>y</a:t>
            </a:r>
            <a:r>
              <a:rPr kumimoji="1" lang="zh-CN" altLang="en-US" sz="2800" i="0" dirty="0">
                <a:latin typeface="+mj-lt"/>
                <a:ea typeface="微软雅黑" panose="020B0503020204020204" pitchFamily="34" charset="-122"/>
              </a:rPr>
              <a:t>轴过形心垂直于</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轴，则对</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轴的惯性矩为</a:t>
            </a:r>
          </a:p>
          <a:p>
            <a:pPr lvl="0">
              <a:lnSpc>
                <a:spcPct val="130000"/>
              </a:lnSpc>
            </a:pP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Ah</a:t>
            </a:r>
            <a:r>
              <a:rPr kumimoji="1" lang="en-US" altLang="zh-CN" sz="2800" b="0" i="0" baseline="30000" dirty="0">
                <a:latin typeface="+mj-lt"/>
                <a:ea typeface="微软雅黑" panose="020B0503020204020204" pitchFamily="34" charset="-122"/>
              </a:rPr>
              <a:t>2</a:t>
            </a:r>
            <a:r>
              <a:rPr kumimoji="1" lang="en-US" altLang="zh-CN" sz="2800" b="0" i="0" dirty="0">
                <a:latin typeface="+mj-lt"/>
                <a:ea typeface="微软雅黑" panose="020B0503020204020204" pitchFamily="34" charset="-122"/>
              </a:rPr>
              <a:t>/12</a:t>
            </a:r>
            <a:r>
              <a:rPr kumimoji="1" lang="zh-CN" altLang="en-US" sz="2800" i="0" dirty="0">
                <a:latin typeface="+mj-lt"/>
                <a:ea typeface="微软雅黑" panose="020B0503020204020204" pitchFamily="34" charset="-122"/>
              </a:rPr>
              <a:t>，以</a:t>
            </a:r>
            <a:r>
              <a:rPr kumimoji="1" lang="en-US" altLang="zh-CN" sz="2800" b="0" dirty="0">
                <a:latin typeface="+mj-lt"/>
                <a:ea typeface="微软雅黑" panose="020B0503020204020204" pitchFamily="34" charset="-122"/>
              </a:rPr>
              <a:t>A</a:t>
            </a:r>
            <a:r>
              <a:rPr kumimoji="1" lang="zh-CN" altLang="en-US" sz="2800" b="0" i="0" dirty="0">
                <a:latin typeface="+mj-lt"/>
                <a:ea typeface="微软雅黑" panose="020B0503020204020204" pitchFamily="34" charset="-122"/>
              </a:rPr>
              <a:t>＝</a:t>
            </a:r>
            <a:r>
              <a:rPr kumimoji="1" lang="en-US" altLang="zh-CN" sz="2800" b="0" dirty="0" err="1">
                <a:latin typeface="+mj-lt"/>
                <a:ea typeface="微软雅黑" panose="020B0503020204020204" pitchFamily="34" charset="-122"/>
              </a:rPr>
              <a:t>bh</a:t>
            </a:r>
            <a:r>
              <a:rPr kumimoji="1" lang="zh-CN" altLang="en-US" sz="2800" i="0" dirty="0">
                <a:latin typeface="+mj-lt"/>
                <a:ea typeface="微软雅黑" panose="020B0503020204020204" pitchFamily="34" charset="-122"/>
              </a:rPr>
              <a:t>代人得</a:t>
            </a:r>
          </a:p>
          <a:p>
            <a:pPr lvl="0">
              <a:lnSpc>
                <a:spcPct val="130000"/>
              </a:lnSpc>
            </a:pPr>
            <a:r>
              <a:rPr kumimoji="1" lang="zh-CN" altLang="en-US" sz="280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bh</a:t>
            </a:r>
            <a:r>
              <a:rPr kumimoji="1" lang="en-US" altLang="zh-CN" sz="2800" b="0" i="0" baseline="30000" dirty="0">
                <a:latin typeface="+mj-lt"/>
                <a:ea typeface="微软雅黑" panose="020B0503020204020204" pitchFamily="34" charset="-122"/>
              </a:rPr>
              <a:t>3</a:t>
            </a:r>
            <a:r>
              <a:rPr kumimoji="1" lang="en-US" altLang="zh-CN" sz="2800" b="0" i="0" dirty="0">
                <a:latin typeface="+mj-lt"/>
                <a:ea typeface="微软雅黑" panose="020B0503020204020204" pitchFamily="34" charset="-122"/>
              </a:rPr>
              <a:t>/12       </a:t>
            </a:r>
          </a:p>
          <a:p>
            <a:pPr lvl="0">
              <a:lnSpc>
                <a:spcPct val="130000"/>
              </a:lnSpc>
            </a:pPr>
            <a:r>
              <a:rPr kumimoji="1" lang="zh-CN" altLang="en-US" sz="2800" i="0" dirty="0">
                <a:latin typeface="+mj-lt"/>
                <a:ea typeface="微软雅黑" panose="020B0503020204020204" pitchFamily="34" charset="-122"/>
              </a:rPr>
              <a:t>相应地</a:t>
            </a:r>
          </a:p>
          <a:p>
            <a:pPr lvl="0">
              <a:lnSpc>
                <a:spcPct val="130000"/>
              </a:lnSpc>
            </a:pPr>
            <a:r>
              <a:rPr kumimoji="1" lang="zh-CN" altLang="en-US" sz="2800" i="0" dirty="0">
                <a:latin typeface="+mj-lt"/>
                <a:ea typeface="微软雅黑" panose="020B0503020204020204" pitchFamily="34" charset="-122"/>
              </a:rPr>
              <a:t>          </a:t>
            </a:r>
            <a:r>
              <a:rPr kumimoji="1" lang="en-US" altLang="zh-CN" sz="2800" b="0" dirty="0" err="1">
                <a:latin typeface="+mj-lt"/>
                <a:ea typeface="微软雅黑" panose="020B0503020204020204" pitchFamily="34" charset="-122"/>
              </a:rPr>
              <a:t>W</a:t>
            </a:r>
            <a:r>
              <a:rPr kumimoji="1" lang="en-US" altLang="zh-CN" sz="2800" b="0" baseline="-25000" dirty="0" err="1">
                <a:latin typeface="+mj-lt"/>
                <a:ea typeface="微软雅黑" panose="020B0503020204020204" pitchFamily="34" charset="-122"/>
              </a:rPr>
              <a:t>z</a:t>
            </a:r>
            <a:r>
              <a:rPr kumimoji="1" lang="zh-CN" altLang="en-US"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bh</a:t>
            </a:r>
            <a:r>
              <a:rPr kumimoji="1" lang="en-US" altLang="zh-CN" sz="2800" b="0" i="0" baseline="30000" dirty="0">
                <a:latin typeface="+mj-lt"/>
                <a:ea typeface="微软雅黑" panose="020B0503020204020204" pitchFamily="34" charset="-122"/>
              </a:rPr>
              <a:t>2</a:t>
            </a:r>
            <a:r>
              <a:rPr kumimoji="1" lang="en-US" altLang="zh-CN" sz="2800" b="0" i="0" dirty="0">
                <a:latin typeface="+mj-lt"/>
                <a:ea typeface="微软雅黑" panose="020B0503020204020204" pitchFamily="34" charset="-122"/>
              </a:rPr>
              <a:t>/6</a:t>
            </a:r>
            <a:endParaRPr kumimoji="1" lang="zh-CN" altLang="en-US" sz="2800" b="0" i="0" dirty="0">
              <a:latin typeface="+mj-lt"/>
              <a:ea typeface="微软雅黑" panose="020B0503020204020204" pitchFamily="34" charset="-122"/>
            </a:endParaRPr>
          </a:p>
        </p:txBody>
      </p:sp>
      <p:sp>
        <p:nvSpPr>
          <p:cNvPr id="2" name="Rectangle 61">
            <a:extLst>
              <a:ext uri="{FF2B5EF4-FFF2-40B4-BE49-F238E27FC236}">
                <a16:creationId xmlns:a16="http://schemas.microsoft.com/office/drawing/2014/main" id="{2D07A66E-EB5F-0FC4-9479-A72EF78D25A3}"/>
              </a:ext>
            </a:extLst>
          </p:cNvPr>
          <p:cNvSpPr>
            <a:spLocks noChangeArrowheads="1"/>
          </p:cNvSpPr>
          <p:nvPr/>
        </p:nvSpPr>
        <p:spPr bwMode="auto">
          <a:xfrm>
            <a:off x="7680176" y="1211095"/>
            <a:ext cx="4032448" cy="4435810"/>
          </a:xfrm>
          <a:prstGeom prst="rect">
            <a:avLst/>
          </a:prstGeom>
          <a:solidFill>
            <a:srgbClr val="B9CDE5"/>
          </a:solidFill>
          <a:ln>
            <a:noFill/>
          </a:ln>
          <a:effectLst/>
        </p:spPr>
        <p:txBody>
          <a:bodyPr wrap="none" anchor="ctr"/>
          <a:lstStyle/>
          <a:p>
            <a:endParaRPr lang="zh-CN" altLang="en-US" dirty="0"/>
          </a:p>
        </p:txBody>
      </p:sp>
      <p:grpSp>
        <p:nvGrpSpPr>
          <p:cNvPr id="5" name="Group 4">
            <a:extLst>
              <a:ext uri="{FF2B5EF4-FFF2-40B4-BE49-F238E27FC236}">
                <a16:creationId xmlns:a16="http://schemas.microsoft.com/office/drawing/2014/main" id="{1431BBDD-7B96-547A-2EED-3203E3BF2DCE}"/>
              </a:ext>
            </a:extLst>
          </p:cNvPr>
          <p:cNvGrpSpPr>
            <a:grpSpLocks/>
          </p:cNvGrpSpPr>
          <p:nvPr/>
        </p:nvGrpSpPr>
        <p:grpSpPr bwMode="auto">
          <a:xfrm>
            <a:off x="7885614" y="1477962"/>
            <a:ext cx="3792538" cy="3902075"/>
            <a:chOff x="3242" y="13"/>
            <a:chExt cx="2389" cy="2458"/>
          </a:xfrm>
        </p:grpSpPr>
        <p:sp>
          <p:nvSpPr>
            <p:cNvPr id="6" name="Rectangle 5" descr="宽上对角线">
              <a:extLst>
                <a:ext uri="{FF2B5EF4-FFF2-40B4-BE49-F238E27FC236}">
                  <a16:creationId xmlns:a16="http://schemas.microsoft.com/office/drawing/2014/main" id="{E7760F2D-5A40-ADA3-BA87-90A9254F30B9}"/>
                </a:ext>
              </a:extLst>
            </p:cNvPr>
            <p:cNvSpPr>
              <a:spLocks noChangeAspect="1" noChangeArrowheads="1"/>
            </p:cNvSpPr>
            <p:nvPr/>
          </p:nvSpPr>
          <p:spPr bwMode="auto">
            <a:xfrm>
              <a:off x="4032" y="482"/>
              <a:ext cx="932" cy="1212"/>
            </a:xfrm>
            <a:prstGeom prst="rect">
              <a:avLst/>
            </a:prstGeom>
            <a:pattFill prst="wdUpDiag">
              <a:fgClr>
                <a:srgbClr val="000000"/>
              </a:fgClr>
              <a:bgClr>
                <a:srgbClr val="99FFCC"/>
              </a:bgClr>
            </a:patt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 name="Line 6">
              <a:extLst>
                <a:ext uri="{FF2B5EF4-FFF2-40B4-BE49-F238E27FC236}">
                  <a16:creationId xmlns:a16="http://schemas.microsoft.com/office/drawing/2014/main" id="{C79FE3F3-C958-B0E2-1B3B-7A1FD87A1D7F}"/>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 name="Line 7">
              <a:extLst>
                <a:ext uri="{FF2B5EF4-FFF2-40B4-BE49-F238E27FC236}">
                  <a16:creationId xmlns:a16="http://schemas.microsoft.com/office/drawing/2014/main" id="{F23215AB-F2C0-0631-DAC1-7EB334607FB3}"/>
                </a:ext>
              </a:extLst>
            </p:cNvPr>
            <p:cNvSpPr>
              <a:spLocks noChangeAspect="1" noChangeShapeType="1"/>
            </p:cNvSpPr>
            <p:nvPr/>
          </p:nvSpPr>
          <p:spPr bwMode="auto">
            <a:xfrm>
              <a:off x="3824" y="1099"/>
              <a:ext cx="1596"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8">
              <a:extLst>
                <a:ext uri="{FF2B5EF4-FFF2-40B4-BE49-F238E27FC236}">
                  <a16:creationId xmlns:a16="http://schemas.microsoft.com/office/drawing/2014/main" id="{4E7A12D8-0512-6B07-8EAF-518C80CF8F22}"/>
                </a:ext>
              </a:extLst>
            </p:cNvPr>
            <p:cNvSpPr>
              <a:spLocks noChangeAspect="1" noChangeShapeType="1"/>
            </p:cNvSpPr>
            <p:nvPr/>
          </p:nvSpPr>
          <p:spPr bwMode="auto">
            <a:xfrm>
              <a:off x="3514" y="477"/>
              <a:ext cx="5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Line 9">
              <a:extLst>
                <a:ext uri="{FF2B5EF4-FFF2-40B4-BE49-F238E27FC236}">
                  <a16:creationId xmlns:a16="http://schemas.microsoft.com/office/drawing/2014/main" id="{97523C17-8C22-AAB2-01DB-5A413D9F85B2}"/>
                </a:ext>
              </a:extLst>
            </p:cNvPr>
            <p:cNvSpPr>
              <a:spLocks noChangeAspect="1" noChangeShapeType="1"/>
            </p:cNvSpPr>
            <p:nvPr/>
          </p:nvSpPr>
          <p:spPr bwMode="auto">
            <a:xfrm flipH="1">
              <a:off x="3514" y="1694"/>
              <a:ext cx="51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 name="Line 10">
              <a:extLst>
                <a:ext uri="{FF2B5EF4-FFF2-40B4-BE49-F238E27FC236}">
                  <a16:creationId xmlns:a16="http://schemas.microsoft.com/office/drawing/2014/main" id="{D1755DA1-8E6B-EDF4-B8D5-00DF01E3EAB6}"/>
                </a:ext>
              </a:extLst>
            </p:cNvPr>
            <p:cNvSpPr>
              <a:spLocks noChangeAspect="1" noChangeShapeType="1"/>
            </p:cNvSpPr>
            <p:nvPr/>
          </p:nvSpPr>
          <p:spPr bwMode="auto">
            <a:xfrm>
              <a:off x="3539" y="477"/>
              <a:ext cx="0" cy="1217"/>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 name="Line 11">
              <a:extLst>
                <a:ext uri="{FF2B5EF4-FFF2-40B4-BE49-F238E27FC236}">
                  <a16:creationId xmlns:a16="http://schemas.microsoft.com/office/drawing/2014/main" id="{22B4A8AE-714B-F355-8434-C7597E1756C7}"/>
                </a:ext>
              </a:extLst>
            </p:cNvPr>
            <p:cNvSpPr>
              <a:spLocks noChangeAspect="1" noChangeShapeType="1"/>
            </p:cNvSpPr>
            <p:nvPr/>
          </p:nvSpPr>
          <p:spPr bwMode="auto">
            <a:xfrm>
              <a:off x="4032" y="1719"/>
              <a:ext cx="0" cy="61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 name="Line 12">
              <a:extLst>
                <a:ext uri="{FF2B5EF4-FFF2-40B4-BE49-F238E27FC236}">
                  <a16:creationId xmlns:a16="http://schemas.microsoft.com/office/drawing/2014/main" id="{D28B7E3E-92F1-3308-6D7F-B85C57A63E7C}"/>
                </a:ext>
              </a:extLst>
            </p:cNvPr>
            <p:cNvSpPr>
              <a:spLocks noChangeAspect="1" noChangeShapeType="1"/>
            </p:cNvSpPr>
            <p:nvPr/>
          </p:nvSpPr>
          <p:spPr bwMode="auto">
            <a:xfrm>
              <a:off x="4964" y="1719"/>
              <a:ext cx="0" cy="6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 name="Line 13">
              <a:extLst>
                <a:ext uri="{FF2B5EF4-FFF2-40B4-BE49-F238E27FC236}">
                  <a16:creationId xmlns:a16="http://schemas.microsoft.com/office/drawing/2014/main" id="{4968A2E9-DD44-6C04-9BBC-9710051CEDD8}"/>
                </a:ext>
              </a:extLst>
            </p:cNvPr>
            <p:cNvSpPr>
              <a:spLocks noChangeAspect="1" noChangeShapeType="1"/>
            </p:cNvSpPr>
            <p:nvPr/>
          </p:nvSpPr>
          <p:spPr bwMode="auto">
            <a:xfrm>
              <a:off x="4023" y="2269"/>
              <a:ext cx="932" cy="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6" name="Group 14">
              <a:extLst>
                <a:ext uri="{FF2B5EF4-FFF2-40B4-BE49-F238E27FC236}">
                  <a16:creationId xmlns:a16="http://schemas.microsoft.com/office/drawing/2014/main" id="{3167003C-45EB-6AD4-03D7-8F8459904712}"/>
                </a:ext>
              </a:extLst>
            </p:cNvPr>
            <p:cNvGrpSpPr>
              <a:grpSpLocks/>
            </p:cNvGrpSpPr>
            <p:nvPr/>
          </p:nvGrpSpPr>
          <p:grpSpPr bwMode="auto">
            <a:xfrm>
              <a:off x="4201" y="1029"/>
              <a:ext cx="363" cy="380"/>
              <a:chOff x="1357" y="2914"/>
              <a:chExt cx="363" cy="380"/>
            </a:xfrm>
          </p:grpSpPr>
          <p:sp>
            <p:nvSpPr>
              <p:cNvPr id="21" name="Rectangle 15">
                <a:extLst>
                  <a:ext uri="{FF2B5EF4-FFF2-40B4-BE49-F238E27FC236}">
                    <a16:creationId xmlns:a16="http://schemas.microsoft.com/office/drawing/2014/main" id="{FB858C7C-5C88-44C8-0E62-14DCA9B4B709}"/>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 name="Text Box 16">
                <a:extLst>
                  <a:ext uri="{FF2B5EF4-FFF2-40B4-BE49-F238E27FC236}">
                    <a16:creationId xmlns:a16="http://schemas.microsoft.com/office/drawing/2014/main" id="{F59058DC-5F1F-3A2F-17E4-EE968A2D6D55}"/>
                  </a:ext>
                </a:extLst>
              </p:cNvPr>
              <p:cNvSpPr txBox="1">
                <a:spLocks noChangeAspect="1" noChangeArrowheads="1"/>
              </p:cNvSpPr>
              <p:nvPr/>
            </p:nvSpPr>
            <p:spPr bwMode="auto">
              <a:xfrm>
                <a:off x="1357" y="2914"/>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C</a:t>
                </a:r>
              </a:p>
            </p:txBody>
          </p:sp>
        </p:grpSp>
        <p:sp>
          <p:nvSpPr>
            <p:cNvPr id="17" name="Text Box 17">
              <a:extLst>
                <a:ext uri="{FF2B5EF4-FFF2-40B4-BE49-F238E27FC236}">
                  <a16:creationId xmlns:a16="http://schemas.microsoft.com/office/drawing/2014/main" id="{6D2B1059-2202-4807-B9AA-294329C81F09}"/>
                </a:ext>
              </a:extLst>
            </p:cNvPr>
            <p:cNvSpPr txBox="1">
              <a:spLocks noChangeAspect="1" noChangeArrowheads="1"/>
            </p:cNvSpPr>
            <p:nvPr/>
          </p:nvSpPr>
          <p:spPr bwMode="auto">
            <a:xfrm>
              <a:off x="5191"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z</a:t>
              </a:r>
            </a:p>
          </p:txBody>
        </p:sp>
        <p:sp>
          <p:nvSpPr>
            <p:cNvPr id="18" name="Text Box 18">
              <a:extLst>
                <a:ext uri="{FF2B5EF4-FFF2-40B4-BE49-F238E27FC236}">
                  <a16:creationId xmlns:a16="http://schemas.microsoft.com/office/drawing/2014/main" id="{2D4C5E6E-F662-158D-4499-D17B8B2972CE}"/>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y</a:t>
              </a:r>
            </a:p>
          </p:txBody>
        </p:sp>
        <p:sp>
          <p:nvSpPr>
            <p:cNvPr id="19" name="Text Box 19">
              <a:extLst>
                <a:ext uri="{FF2B5EF4-FFF2-40B4-BE49-F238E27FC236}">
                  <a16:creationId xmlns:a16="http://schemas.microsoft.com/office/drawing/2014/main" id="{0117D427-2B76-03AC-8A6C-26C0F827C51F}"/>
                </a:ext>
              </a:extLst>
            </p:cNvPr>
            <p:cNvSpPr txBox="1">
              <a:spLocks noChangeAspect="1" noChangeArrowheads="1"/>
            </p:cNvSpPr>
            <p:nvPr/>
          </p:nvSpPr>
          <p:spPr bwMode="auto">
            <a:xfrm rot="-5400000">
              <a:off x="3238" y="861"/>
              <a:ext cx="447"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3200" b="0" u="none" strike="noStrike" kern="0" cap="none" spc="0" normalizeH="0" baseline="0" noProof="0" dirty="0">
                  <a:ln>
                    <a:noFill/>
                  </a:ln>
                  <a:solidFill>
                    <a:srgbClr val="000000"/>
                  </a:solidFill>
                  <a:effectLst/>
                  <a:uLnTx/>
                  <a:uFillTx/>
                  <a:latin typeface="+mj-lt"/>
                  <a:ea typeface="宋体" panose="02010600030101010101" pitchFamily="2" charset="-122"/>
                </a:rPr>
                <a:t>h</a:t>
              </a:r>
              <a:endParaRPr kumimoji="1" lang="en-US" altLang="zh-CN" sz="3200" b="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sp>
          <p:nvSpPr>
            <p:cNvPr id="20" name="Text Box 20">
              <a:extLst>
                <a:ext uri="{FF2B5EF4-FFF2-40B4-BE49-F238E27FC236}">
                  <a16:creationId xmlns:a16="http://schemas.microsoft.com/office/drawing/2014/main" id="{17BDCA6E-015D-6252-E68C-0DD5C5FF629C}"/>
                </a:ext>
              </a:extLst>
            </p:cNvPr>
            <p:cNvSpPr txBox="1">
              <a:spLocks noChangeAspect="1" noChangeArrowheads="1"/>
            </p:cNvSpPr>
            <p:nvPr/>
          </p:nvSpPr>
          <p:spPr bwMode="auto">
            <a:xfrm>
              <a:off x="4363" y="1926"/>
              <a:ext cx="492"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fontAlgn="auto" hangingPunct="1">
                <a:spcBef>
                  <a:spcPts val="0"/>
                </a:spcBef>
                <a:spcAft>
                  <a:spcPts val="0"/>
                </a:spcAft>
              </a:pPr>
              <a:r>
                <a:rPr lang="en-US" altLang="zh-CN" sz="3200" b="0" kern="0" dirty="0">
                  <a:solidFill>
                    <a:srgbClr val="000000"/>
                  </a:solidFill>
                  <a:latin typeface="+mj-lt"/>
                  <a:ea typeface="宋体" panose="02010600030101010101" pitchFamily="2" charset="-122"/>
                </a:rPr>
                <a:t>b</a:t>
              </a:r>
            </a:p>
          </p:txBody>
        </p:sp>
      </p:grpSp>
    </p:spTree>
    <p:extLst>
      <p:ext uri="{BB962C8B-B14F-4D97-AF65-F5344CB8AC3E}">
        <p14:creationId xmlns:p14="http://schemas.microsoft.com/office/powerpoint/2010/main" val="28196272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309751" y="881300"/>
            <a:ext cx="7393852" cy="1715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圆形截面和圆环形截面对任一圆心轴是对称的，所以对任一过圆心轴的惯性矩都相等，分别为</a:t>
            </a:r>
            <a:endParaRPr kumimoji="1" lang="zh-CN" altLang="en-US" sz="2800" dirty="0">
              <a:latin typeface="+mn-lt"/>
              <a:ea typeface="微软雅黑" panose="020B0503020204020204" pitchFamily="34" charset="-122"/>
            </a:endParaRPr>
          </a:p>
          <a:p>
            <a:pPr lvl="0">
              <a:lnSpc>
                <a:spcPct val="130000"/>
              </a:lnSpc>
            </a:pPr>
            <a:r>
              <a:rPr kumimoji="1" lang="zh-CN" altLang="en-US" sz="2800" dirty="0">
                <a:latin typeface="+mn-lt"/>
                <a:ea typeface="微软雅黑" panose="020B0503020204020204" pitchFamily="34" charset="-122"/>
              </a:rPr>
              <a:t>       </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/64 </a:t>
            </a:r>
            <a:r>
              <a:rPr kumimoji="1" lang="en-US" altLang="zh-CN" sz="2800" i="0" dirty="0">
                <a:latin typeface="+mn-lt"/>
                <a:ea typeface="微软雅黑" panose="020B0503020204020204" pitchFamily="34" charset="-122"/>
              </a:rPr>
              <a:t>         </a:t>
            </a:r>
            <a:r>
              <a:rPr kumimoji="1" lang="en-US" altLang="zh-CN" sz="2800" b="0" dirty="0" err="1">
                <a:latin typeface="+mn-lt"/>
                <a:ea typeface="微软雅黑" panose="020B0503020204020204" pitchFamily="34" charset="-122"/>
              </a:rPr>
              <a:t>I</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sym typeface="Symbol" panose="05050102010706020507" pitchFamily="18" charset="2"/>
              </a:rPr>
              <a:t></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d</a:t>
            </a:r>
            <a:r>
              <a:rPr kumimoji="1" lang="en-US" altLang="zh-CN" sz="2800" b="0" i="0" baseline="30000" dirty="0">
                <a:latin typeface="+mn-lt"/>
                <a:ea typeface="微软雅黑" panose="020B0503020204020204" pitchFamily="34" charset="-122"/>
              </a:rPr>
              <a:t>4</a:t>
            </a:r>
            <a:r>
              <a:rPr kumimoji="1" lang="en-US" altLang="zh-CN" sz="2800" b="0" i="0" dirty="0">
                <a:latin typeface="+mn-lt"/>
                <a:ea typeface="微软雅黑" panose="020B0503020204020204" pitchFamily="34" charset="-122"/>
              </a:rPr>
              <a:t>)/64</a:t>
            </a:r>
          </a:p>
        </p:txBody>
      </p:sp>
      <p:sp>
        <p:nvSpPr>
          <p:cNvPr id="2" name="Rectangle 61">
            <a:extLst>
              <a:ext uri="{FF2B5EF4-FFF2-40B4-BE49-F238E27FC236}">
                <a16:creationId xmlns:a16="http://schemas.microsoft.com/office/drawing/2014/main" id="{2D07A66E-EB5F-0FC4-9479-A72EF78D25A3}"/>
              </a:ext>
            </a:extLst>
          </p:cNvPr>
          <p:cNvSpPr>
            <a:spLocks noChangeArrowheads="1"/>
          </p:cNvSpPr>
          <p:nvPr/>
        </p:nvSpPr>
        <p:spPr bwMode="auto">
          <a:xfrm>
            <a:off x="7680176" y="836712"/>
            <a:ext cx="4032448" cy="5492186"/>
          </a:xfrm>
          <a:prstGeom prst="rect">
            <a:avLst/>
          </a:prstGeom>
          <a:solidFill>
            <a:srgbClr val="B9CDE5"/>
          </a:solidFill>
          <a:ln>
            <a:noFill/>
          </a:ln>
          <a:effectLst/>
        </p:spPr>
        <p:txBody>
          <a:bodyPr wrap="none" anchor="ctr"/>
          <a:lstStyle/>
          <a:p>
            <a:endParaRPr lang="zh-CN" altLang="en-US" dirty="0"/>
          </a:p>
        </p:txBody>
      </p:sp>
      <p:grpSp>
        <p:nvGrpSpPr>
          <p:cNvPr id="23" name="Group 4">
            <a:extLst>
              <a:ext uri="{FF2B5EF4-FFF2-40B4-BE49-F238E27FC236}">
                <a16:creationId xmlns:a16="http://schemas.microsoft.com/office/drawing/2014/main" id="{C1BAA4CA-5BD2-959E-9A9E-B49B12393CD3}"/>
              </a:ext>
            </a:extLst>
          </p:cNvPr>
          <p:cNvGrpSpPr>
            <a:grpSpLocks/>
          </p:cNvGrpSpPr>
          <p:nvPr/>
        </p:nvGrpSpPr>
        <p:grpSpPr bwMode="auto">
          <a:xfrm>
            <a:off x="8170361" y="708878"/>
            <a:ext cx="3187153" cy="2720122"/>
            <a:chOff x="3428" y="13"/>
            <a:chExt cx="2203" cy="1880"/>
          </a:xfrm>
        </p:grpSpPr>
        <p:sp>
          <p:nvSpPr>
            <p:cNvPr id="24" name="Oval 5" descr="宽上对角线">
              <a:extLst>
                <a:ext uri="{FF2B5EF4-FFF2-40B4-BE49-F238E27FC236}">
                  <a16:creationId xmlns:a16="http://schemas.microsoft.com/office/drawing/2014/main" id="{4019BC9E-4B4D-D931-8103-C182BCA1D2AB}"/>
                </a:ext>
              </a:extLst>
            </p:cNvPr>
            <p:cNvSpPr>
              <a:spLocks noChangeArrowheads="1"/>
            </p:cNvSpPr>
            <p:nvPr/>
          </p:nvSpPr>
          <p:spPr bwMode="auto">
            <a:xfrm>
              <a:off x="3816" y="423"/>
              <a:ext cx="1341" cy="1341"/>
            </a:xfrm>
            <a:prstGeom prst="ellipse">
              <a:avLst/>
            </a:prstGeom>
            <a:pattFill prst="wdUpDiag">
              <a:fgClr>
                <a:srgbClr val="000000"/>
              </a:fgClr>
              <a:bgClr>
                <a:srgbClr val="00FF00"/>
              </a:bgClr>
            </a:pattFill>
            <a:ln w="38100"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25" name="Group 6">
              <a:extLst>
                <a:ext uri="{FF2B5EF4-FFF2-40B4-BE49-F238E27FC236}">
                  <a16:creationId xmlns:a16="http://schemas.microsoft.com/office/drawing/2014/main" id="{EA7D5394-0D7D-2998-EB1E-7E65C2CDB7C9}"/>
                </a:ext>
              </a:extLst>
            </p:cNvPr>
            <p:cNvGrpSpPr>
              <a:grpSpLocks/>
            </p:cNvGrpSpPr>
            <p:nvPr/>
          </p:nvGrpSpPr>
          <p:grpSpPr bwMode="auto">
            <a:xfrm>
              <a:off x="3428" y="13"/>
              <a:ext cx="2203" cy="1880"/>
              <a:chOff x="3428" y="13"/>
              <a:chExt cx="2203" cy="1880"/>
            </a:xfrm>
          </p:grpSpPr>
          <p:sp>
            <p:nvSpPr>
              <p:cNvPr id="34" name="Line 7">
                <a:extLst>
                  <a:ext uri="{FF2B5EF4-FFF2-40B4-BE49-F238E27FC236}">
                    <a16:creationId xmlns:a16="http://schemas.microsoft.com/office/drawing/2014/main" id="{2AB7A874-1A6B-0A31-5AB5-3228B0532BB8}"/>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35" name="Line 8">
                <a:extLst>
                  <a:ext uri="{FF2B5EF4-FFF2-40B4-BE49-F238E27FC236}">
                    <a16:creationId xmlns:a16="http://schemas.microsoft.com/office/drawing/2014/main" id="{FB697CBF-4F3A-7731-EF6C-F69E33902D44}"/>
                  </a:ext>
                </a:extLst>
              </p:cNvPr>
              <p:cNvSpPr>
                <a:spLocks noChangeAspect="1" noChangeShapeType="1"/>
              </p:cNvSpPr>
              <p:nvPr/>
            </p:nvSpPr>
            <p:spPr bwMode="auto">
              <a:xfrm>
                <a:off x="3428" y="1099"/>
                <a:ext cx="1992"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36" name="Group 9">
                <a:extLst>
                  <a:ext uri="{FF2B5EF4-FFF2-40B4-BE49-F238E27FC236}">
                    <a16:creationId xmlns:a16="http://schemas.microsoft.com/office/drawing/2014/main" id="{49EFEE2B-2E55-AC30-B26C-59B2D9729DB3}"/>
                  </a:ext>
                </a:extLst>
              </p:cNvPr>
              <p:cNvGrpSpPr>
                <a:grpSpLocks/>
              </p:cNvGrpSpPr>
              <p:nvPr/>
            </p:nvGrpSpPr>
            <p:grpSpPr bwMode="auto">
              <a:xfrm>
                <a:off x="4246" y="1041"/>
                <a:ext cx="363" cy="380"/>
                <a:chOff x="1402" y="2926"/>
                <a:chExt cx="363" cy="380"/>
              </a:xfrm>
            </p:grpSpPr>
            <p:sp>
              <p:nvSpPr>
                <p:cNvPr id="39" name="Rectangle 10">
                  <a:extLst>
                    <a:ext uri="{FF2B5EF4-FFF2-40B4-BE49-F238E27FC236}">
                      <a16:creationId xmlns:a16="http://schemas.microsoft.com/office/drawing/2014/main" id="{661A0401-55B0-706B-4E65-2786CA47D92F}"/>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40" name="Text Box 11">
                  <a:extLst>
                    <a:ext uri="{FF2B5EF4-FFF2-40B4-BE49-F238E27FC236}">
                      <a16:creationId xmlns:a16="http://schemas.microsoft.com/office/drawing/2014/main" id="{0EBFCD3B-306B-FF93-85D0-344977DA2B65}"/>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C</a:t>
                  </a:r>
                </a:p>
              </p:txBody>
            </p:sp>
          </p:grpSp>
          <p:sp>
            <p:nvSpPr>
              <p:cNvPr id="37"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5191"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sz="2800" b="0" kern="0" dirty="0">
                    <a:solidFill>
                      <a:srgbClr val="000000"/>
                    </a:solidFill>
                    <a:latin typeface="+mn-lt"/>
                    <a:ea typeface="宋体" panose="02010600030101010101" pitchFamily="2" charset="-122"/>
                  </a:rPr>
                  <a:t>z</a:t>
                </a:r>
              </a:p>
            </p:txBody>
          </p:sp>
          <p:sp>
            <p:nvSpPr>
              <p:cNvPr id="38"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ea typeface="宋体" panose="02010600030101010101" pitchFamily="2" charset="-122"/>
                  </a:rPr>
                  <a:t>y</a:t>
                </a:r>
              </a:p>
            </p:txBody>
          </p:sp>
        </p:grpSp>
        <p:sp>
          <p:nvSpPr>
            <p:cNvPr id="26" name="Line 14">
              <a:extLst>
                <a:ext uri="{FF2B5EF4-FFF2-40B4-BE49-F238E27FC236}">
                  <a16:creationId xmlns:a16="http://schemas.microsoft.com/office/drawing/2014/main" id="{5B4B0A1E-E3EA-40EA-9100-440F752B93EE}"/>
                </a:ext>
              </a:extLst>
            </p:cNvPr>
            <p:cNvSpPr>
              <a:spLocks noChangeShapeType="1"/>
            </p:cNvSpPr>
            <p:nvPr/>
          </p:nvSpPr>
          <p:spPr bwMode="auto">
            <a:xfrm>
              <a:off x="3872" y="768"/>
              <a:ext cx="1208" cy="647"/>
            </a:xfrm>
            <a:prstGeom prst="line">
              <a:avLst/>
            </a:prstGeom>
            <a:noFill/>
            <a:ln w="19050">
              <a:solidFill>
                <a:srgbClr val="FFFF99"/>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7" name="Group 15">
              <a:extLst>
                <a:ext uri="{FF2B5EF4-FFF2-40B4-BE49-F238E27FC236}">
                  <a16:creationId xmlns:a16="http://schemas.microsoft.com/office/drawing/2014/main" id="{8196CEA4-5DC1-1C02-DCF8-400CCF87B710}"/>
                </a:ext>
              </a:extLst>
            </p:cNvPr>
            <p:cNvGrpSpPr>
              <a:grpSpLocks/>
            </p:cNvGrpSpPr>
            <p:nvPr/>
          </p:nvGrpSpPr>
          <p:grpSpPr bwMode="auto">
            <a:xfrm rot="1749111">
              <a:off x="4758" y="1025"/>
              <a:ext cx="363" cy="380"/>
              <a:chOff x="1402" y="2926"/>
              <a:chExt cx="363" cy="380"/>
            </a:xfrm>
          </p:grpSpPr>
          <p:sp>
            <p:nvSpPr>
              <p:cNvPr id="32" name="Rectangle 16">
                <a:extLst>
                  <a:ext uri="{FF2B5EF4-FFF2-40B4-BE49-F238E27FC236}">
                    <a16:creationId xmlns:a16="http://schemas.microsoft.com/office/drawing/2014/main" id="{605B7C5E-AD54-4FF6-D71A-B0346DF12DE7}"/>
                  </a:ext>
                </a:extLst>
              </p:cNvPr>
              <p:cNvSpPr>
                <a:spLocks noChangeAspect="1" noChangeArrowheads="1"/>
              </p:cNvSpPr>
              <p:nvPr/>
            </p:nvSpPr>
            <p:spPr bwMode="auto">
              <a:xfrm>
                <a:off x="1455" y="2998"/>
                <a:ext cx="175" cy="2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3" name="Text Box 17">
                <a:extLst>
                  <a:ext uri="{FF2B5EF4-FFF2-40B4-BE49-F238E27FC236}">
                    <a16:creationId xmlns:a16="http://schemas.microsoft.com/office/drawing/2014/main" id="{7E668A5C-FAE9-EB07-A7E1-E09E5224B2EF}"/>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D</a:t>
                </a:r>
              </a:p>
            </p:txBody>
          </p:sp>
        </p:grpSp>
        <p:grpSp>
          <p:nvGrpSpPr>
            <p:cNvPr id="28" name="Group 18">
              <a:extLst>
                <a:ext uri="{FF2B5EF4-FFF2-40B4-BE49-F238E27FC236}">
                  <a16:creationId xmlns:a16="http://schemas.microsoft.com/office/drawing/2014/main" id="{21448E55-13E9-C584-B4D7-56216A0E1FAE}"/>
                </a:ext>
              </a:extLst>
            </p:cNvPr>
            <p:cNvGrpSpPr>
              <a:grpSpLocks/>
            </p:cNvGrpSpPr>
            <p:nvPr/>
          </p:nvGrpSpPr>
          <p:grpSpPr bwMode="auto">
            <a:xfrm rot="-2854460">
              <a:off x="4462" y="633"/>
              <a:ext cx="363" cy="380"/>
              <a:chOff x="1402" y="2926"/>
              <a:chExt cx="363" cy="380"/>
            </a:xfrm>
          </p:grpSpPr>
          <p:sp>
            <p:nvSpPr>
              <p:cNvPr id="30" name="Rectangle 19">
                <a:extLst>
                  <a:ext uri="{FF2B5EF4-FFF2-40B4-BE49-F238E27FC236}">
                    <a16:creationId xmlns:a16="http://schemas.microsoft.com/office/drawing/2014/main" id="{7D1661B4-919A-8F9C-EB78-5029F1469B6D}"/>
                  </a:ext>
                </a:extLst>
              </p:cNvPr>
              <p:cNvSpPr>
                <a:spLocks noChangeAspect="1" noChangeArrowheads="1"/>
              </p:cNvSpPr>
              <p:nvPr/>
            </p:nvSpPr>
            <p:spPr bwMode="auto">
              <a:xfrm>
                <a:off x="1455" y="2998"/>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31" name="Text Box 20">
                <a:extLst>
                  <a:ext uri="{FF2B5EF4-FFF2-40B4-BE49-F238E27FC236}">
                    <a16:creationId xmlns:a16="http://schemas.microsoft.com/office/drawing/2014/main" id="{2979658B-CE9A-B210-ED8E-1CDD4ACC6842}"/>
                  </a:ext>
                </a:extLst>
              </p:cNvPr>
              <p:cNvSpPr txBox="1">
                <a:spLocks noChangeAspect="1" noChangeArrowheads="1"/>
              </p:cNvSpPr>
              <p:nvPr/>
            </p:nvSpPr>
            <p:spPr bwMode="auto">
              <a:xfrm>
                <a:off x="1402" y="2926"/>
                <a:ext cx="36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endParaRPr kumimoji="1" lang="zh-CN" altLang="zh-CN" sz="32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grpSp>
        <p:sp>
          <p:nvSpPr>
            <p:cNvPr id="29" name="Line 21">
              <a:extLst>
                <a:ext uri="{FF2B5EF4-FFF2-40B4-BE49-F238E27FC236}">
                  <a16:creationId xmlns:a16="http://schemas.microsoft.com/office/drawing/2014/main" id="{CB1E302B-9900-053E-870E-864602480C84}"/>
                </a:ext>
              </a:extLst>
            </p:cNvPr>
            <p:cNvSpPr>
              <a:spLocks noChangeShapeType="1"/>
            </p:cNvSpPr>
            <p:nvPr/>
          </p:nvSpPr>
          <p:spPr bwMode="auto">
            <a:xfrm flipV="1">
              <a:off x="4496" y="664"/>
              <a:ext cx="520" cy="42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2225">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41" name="Group 26">
            <a:extLst>
              <a:ext uri="{FF2B5EF4-FFF2-40B4-BE49-F238E27FC236}">
                <a16:creationId xmlns:a16="http://schemas.microsoft.com/office/drawing/2014/main" id="{F8B87583-8922-8CCC-2B73-27D14E739DFE}"/>
              </a:ext>
            </a:extLst>
          </p:cNvPr>
          <p:cNvGrpSpPr>
            <a:grpSpLocks/>
          </p:cNvGrpSpPr>
          <p:nvPr/>
        </p:nvGrpSpPr>
        <p:grpSpPr bwMode="auto">
          <a:xfrm>
            <a:off x="8240556" y="3255196"/>
            <a:ext cx="2924175" cy="3073702"/>
            <a:chOff x="4000" y="1886"/>
            <a:chExt cx="1643" cy="1727"/>
          </a:xfrm>
        </p:grpSpPr>
        <p:sp>
          <p:nvSpPr>
            <p:cNvPr id="42" name="AutoShape 27">
              <a:extLst>
                <a:ext uri="{FF2B5EF4-FFF2-40B4-BE49-F238E27FC236}">
                  <a16:creationId xmlns:a16="http://schemas.microsoft.com/office/drawing/2014/main" id="{FF5A21CF-849D-79A0-96BD-8291D490CD87}"/>
                </a:ext>
              </a:extLst>
            </p:cNvPr>
            <p:cNvSpPr>
              <a:spLocks noChangeArrowheads="1"/>
            </p:cNvSpPr>
            <p:nvPr/>
          </p:nvSpPr>
          <p:spPr bwMode="auto">
            <a:xfrm>
              <a:off x="4242" y="2211"/>
              <a:ext cx="1144" cy="114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100000">
                  <a:srgbClr val="FFFFFF">
                    <a:gamma/>
                    <a:shade val="12549"/>
                    <a:invGamma/>
                  </a:srgbClr>
                </a:gs>
              </a:gsLst>
              <a:path path="rect">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43" name="Group 28">
              <a:extLst>
                <a:ext uri="{FF2B5EF4-FFF2-40B4-BE49-F238E27FC236}">
                  <a16:creationId xmlns:a16="http://schemas.microsoft.com/office/drawing/2014/main" id="{AE7DE12C-AA5F-D50F-6389-0AB6EB15958D}"/>
                </a:ext>
              </a:extLst>
            </p:cNvPr>
            <p:cNvGrpSpPr>
              <a:grpSpLocks/>
            </p:cNvGrpSpPr>
            <p:nvPr/>
          </p:nvGrpSpPr>
          <p:grpSpPr bwMode="auto">
            <a:xfrm>
              <a:off x="4232" y="2209"/>
              <a:ext cx="1161" cy="1342"/>
              <a:chOff x="3632" y="296"/>
              <a:chExt cx="1161" cy="1342"/>
            </a:xfrm>
          </p:grpSpPr>
          <p:sp>
            <p:nvSpPr>
              <p:cNvPr id="47" name="AutoShape 29" descr="宽上对角线">
                <a:extLst>
                  <a:ext uri="{FF2B5EF4-FFF2-40B4-BE49-F238E27FC236}">
                    <a16:creationId xmlns:a16="http://schemas.microsoft.com/office/drawing/2014/main" id="{C554A810-63D4-65F7-FEC4-39B9C871568E}"/>
                  </a:ext>
                </a:extLst>
              </p:cNvPr>
              <p:cNvSpPr>
                <a:spLocks noChangeArrowheads="1"/>
              </p:cNvSpPr>
              <p:nvPr/>
            </p:nvSpPr>
            <p:spPr bwMode="auto">
              <a:xfrm>
                <a:off x="3642" y="296"/>
                <a:ext cx="1144" cy="1144"/>
              </a:xfrm>
              <a:custGeom>
                <a:avLst/>
                <a:gdLst>
                  <a:gd name="T0" fmla="*/ 30 w 21600"/>
                  <a:gd name="T1" fmla="*/ 0 h 21600"/>
                  <a:gd name="T2" fmla="*/ 9 w 21600"/>
                  <a:gd name="T3" fmla="*/ 9 h 21600"/>
                  <a:gd name="T4" fmla="*/ 0 w 21600"/>
                  <a:gd name="T5" fmla="*/ 30 h 21600"/>
                  <a:gd name="T6" fmla="*/ 9 w 21600"/>
                  <a:gd name="T7" fmla="*/ 52 h 21600"/>
                  <a:gd name="T8" fmla="*/ 30 w 21600"/>
                  <a:gd name="T9" fmla="*/ 61 h 21600"/>
                  <a:gd name="T10" fmla="*/ 52 w 21600"/>
                  <a:gd name="T11" fmla="*/ 52 h 21600"/>
                  <a:gd name="T12" fmla="*/ 61 w 21600"/>
                  <a:gd name="T13" fmla="*/ 30 h 21600"/>
                  <a:gd name="T14" fmla="*/ 52 w 21600"/>
                  <a:gd name="T15" fmla="*/ 9 h 21600"/>
                  <a:gd name="T16" fmla="*/ 0 60000 65536"/>
                  <a:gd name="T17" fmla="*/ 0 60000 65536"/>
                  <a:gd name="T18" fmla="*/ 0 60000 65536"/>
                  <a:gd name="T19" fmla="*/ 0 60000 65536"/>
                  <a:gd name="T20" fmla="*/ 0 60000 65536"/>
                  <a:gd name="T21" fmla="*/ 0 60000 65536"/>
                  <a:gd name="T22" fmla="*/ 0 60000 65536"/>
                  <a:gd name="T23" fmla="*/ 0 60000 65536"/>
                  <a:gd name="T24" fmla="*/ 3172 w 21600"/>
                  <a:gd name="T25" fmla="*/ 3172 h 21600"/>
                  <a:gd name="T26" fmla="*/ 18428 w 21600"/>
                  <a:gd name="T27" fmla="*/ 1842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pattFill prst="wdUpDiag">
                <a:fgClr>
                  <a:srgbClr val="CCECFF"/>
                </a:fgClr>
                <a:bgClr>
                  <a:srgbClr val="202020"/>
                </a:bgClr>
              </a:pattFill>
              <a:ln w="2857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8" name="Line 30">
                <a:extLst>
                  <a:ext uri="{FF2B5EF4-FFF2-40B4-BE49-F238E27FC236}">
                    <a16:creationId xmlns:a16="http://schemas.microsoft.com/office/drawing/2014/main" id="{5170D9C6-4AFD-285B-940A-62F9360DAAE3}"/>
                  </a:ext>
                </a:extLst>
              </p:cNvPr>
              <p:cNvSpPr>
                <a:spLocks noChangeAspect="1" noChangeShapeType="1"/>
              </p:cNvSpPr>
              <p:nvPr/>
            </p:nvSpPr>
            <p:spPr bwMode="auto">
              <a:xfrm flipV="1">
                <a:off x="3635" y="1062"/>
                <a:ext cx="114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9"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4039" y="576"/>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sp>
            <p:nvSpPr>
              <p:cNvPr id="50" name="Text Box 32">
                <a:extLst>
                  <a:ext uri="{FF2B5EF4-FFF2-40B4-BE49-F238E27FC236}">
                    <a16:creationId xmlns:a16="http://schemas.microsoft.com/office/drawing/2014/main" id="{049452F0-28E5-416C-D0B9-B58FF9B27BB9}"/>
                  </a:ext>
                </a:extLst>
              </p:cNvPr>
              <p:cNvSpPr txBox="1">
                <a:spLocks noChangeAspect="1" noChangeArrowheads="1"/>
              </p:cNvSpPr>
              <p:nvPr/>
            </p:nvSpPr>
            <p:spPr bwMode="auto">
              <a:xfrm>
                <a:off x="4244" y="1395"/>
                <a:ext cx="24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sp>
            <p:nvSpPr>
              <p:cNvPr id="51" name="Oval 33">
                <a:extLst>
                  <a:ext uri="{FF2B5EF4-FFF2-40B4-BE49-F238E27FC236}">
                    <a16:creationId xmlns:a16="http://schemas.microsoft.com/office/drawing/2014/main" id="{9BB5E0B6-7B7C-1851-5D78-4938CA46E820}"/>
                  </a:ext>
                </a:extLst>
              </p:cNvPr>
              <p:cNvSpPr>
                <a:spLocks noChangeArrowheads="1"/>
              </p:cNvSpPr>
              <p:nvPr/>
            </p:nvSpPr>
            <p:spPr bwMode="auto">
              <a:xfrm>
                <a:off x="4191" y="842"/>
                <a:ext cx="56" cy="56"/>
              </a:xfrm>
              <a:prstGeom prst="ellipse">
                <a:avLst/>
              </a:prstGeom>
              <a:solidFill>
                <a:srgbClr val="FF0000"/>
              </a:solidFill>
              <a:ln w="9525">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2" name="Line 34">
                <a:extLst>
                  <a:ext uri="{FF2B5EF4-FFF2-40B4-BE49-F238E27FC236}">
                    <a16:creationId xmlns:a16="http://schemas.microsoft.com/office/drawing/2014/main" id="{342FFEF1-47A9-8F20-1713-156F427F5745}"/>
                  </a:ext>
                </a:extLst>
              </p:cNvPr>
              <p:cNvSpPr>
                <a:spLocks noChangeShapeType="1"/>
              </p:cNvSpPr>
              <p:nvPr/>
            </p:nvSpPr>
            <p:spPr bwMode="auto">
              <a:xfrm>
                <a:off x="3634" y="1050"/>
                <a:ext cx="0" cy="55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3" name="Line 35">
                <a:extLst>
                  <a:ext uri="{FF2B5EF4-FFF2-40B4-BE49-F238E27FC236}">
                    <a16:creationId xmlns:a16="http://schemas.microsoft.com/office/drawing/2014/main" id="{57C163AA-6E5F-9C63-F8AE-B28719EC1969}"/>
                  </a:ext>
                </a:extLst>
              </p:cNvPr>
              <p:cNvSpPr>
                <a:spLocks noChangeShapeType="1"/>
              </p:cNvSpPr>
              <p:nvPr/>
            </p:nvSpPr>
            <p:spPr bwMode="auto">
              <a:xfrm>
                <a:off x="4787" y="1068"/>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Line 36">
                <a:extLst>
                  <a:ext uri="{FF2B5EF4-FFF2-40B4-BE49-F238E27FC236}">
                    <a16:creationId xmlns:a16="http://schemas.microsoft.com/office/drawing/2014/main" id="{82387BE5-181D-847B-AE9B-5F96C3DF2ADE}"/>
                  </a:ext>
                </a:extLst>
              </p:cNvPr>
              <p:cNvSpPr>
                <a:spLocks noChangeShapeType="1"/>
              </p:cNvSpPr>
              <p:nvPr/>
            </p:nvSpPr>
            <p:spPr bwMode="auto">
              <a:xfrm>
                <a:off x="3632" y="1603"/>
                <a:ext cx="1161" cy="0"/>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7" name="Line 39">
                <a:extLst>
                  <a:ext uri="{FF2B5EF4-FFF2-40B4-BE49-F238E27FC236}">
                    <a16:creationId xmlns:a16="http://schemas.microsoft.com/office/drawing/2014/main" id="{F12FFC29-3F4E-EC44-7081-012FD0CA83F8}"/>
                  </a:ext>
                </a:extLst>
              </p:cNvPr>
              <p:cNvSpPr>
                <a:spLocks noChangeShapeType="1"/>
              </p:cNvSpPr>
              <p:nvPr/>
            </p:nvSpPr>
            <p:spPr bwMode="auto">
              <a:xfrm>
                <a:off x="3975" y="715"/>
                <a:ext cx="486" cy="304"/>
              </a:xfrm>
              <a:prstGeom prst="line">
                <a:avLst/>
              </a:prstGeom>
              <a:noFill/>
              <a:ln w="952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8" name="Text Box 40">
                <a:extLst>
                  <a:ext uri="{FF2B5EF4-FFF2-40B4-BE49-F238E27FC236}">
                    <a16:creationId xmlns:a16="http://schemas.microsoft.com/office/drawing/2014/main" id="{AA04DDDD-FB43-028F-5724-36E79EE5125E}"/>
                  </a:ext>
                </a:extLst>
              </p:cNvPr>
              <p:cNvSpPr txBox="1">
                <a:spLocks noChangeAspect="1" noChangeArrowheads="1"/>
              </p:cNvSpPr>
              <p:nvPr/>
            </p:nvSpPr>
            <p:spPr bwMode="auto">
              <a:xfrm>
                <a:off x="4263" y="642"/>
                <a:ext cx="248"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d</a:t>
                </a:r>
              </a:p>
            </p:txBody>
          </p:sp>
        </p:grpSp>
        <p:sp>
          <p:nvSpPr>
            <p:cNvPr id="44" name="Line 41">
              <a:extLst>
                <a:ext uri="{FF2B5EF4-FFF2-40B4-BE49-F238E27FC236}">
                  <a16:creationId xmlns:a16="http://schemas.microsoft.com/office/drawing/2014/main" id="{CED8FB35-AD4F-D8ED-9595-104E74FF8C27}"/>
                </a:ext>
              </a:extLst>
            </p:cNvPr>
            <p:cNvSpPr>
              <a:spLocks noChangeAspect="1" noChangeShapeType="1"/>
            </p:cNvSpPr>
            <p:nvPr/>
          </p:nvSpPr>
          <p:spPr bwMode="auto">
            <a:xfrm flipH="1" flipV="1">
              <a:off x="4821" y="2009"/>
              <a:ext cx="0" cy="1604"/>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45" name="Line 42">
              <a:extLst>
                <a:ext uri="{FF2B5EF4-FFF2-40B4-BE49-F238E27FC236}">
                  <a16:creationId xmlns:a16="http://schemas.microsoft.com/office/drawing/2014/main" id="{36FB0DBE-B8CF-CF08-EE3A-4E8CD440CA41}"/>
                </a:ext>
              </a:extLst>
            </p:cNvPr>
            <p:cNvSpPr>
              <a:spLocks noChangeAspect="1" noChangeShapeType="1"/>
            </p:cNvSpPr>
            <p:nvPr/>
          </p:nvSpPr>
          <p:spPr bwMode="auto">
            <a:xfrm>
              <a:off x="4000" y="2787"/>
              <a:ext cx="1643"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46"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818" y="1886"/>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sz="2800" b="0" kern="0" dirty="0">
                  <a:solidFill>
                    <a:srgbClr val="000000"/>
                  </a:solidFill>
                  <a:latin typeface="+mn-lt"/>
                  <a:ea typeface="宋体" panose="02010600030101010101" pitchFamily="2" charset="-122"/>
                </a:rPr>
                <a:t>y</a:t>
              </a:r>
            </a:p>
          </p:txBody>
        </p:sp>
      </p:grpSp>
      <p:graphicFrame>
        <p:nvGraphicFramePr>
          <p:cNvPr id="64" name="Object 23">
            <a:extLst>
              <a:ext uri="{FF2B5EF4-FFF2-40B4-BE49-F238E27FC236}">
                <a16:creationId xmlns:a16="http://schemas.microsoft.com/office/drawing/2014/main" id="{7FDE28EF-EE38-3D8E-079E-14AE58C8A227}"/>
              </a:ext>
            </a:extLst>
          </p:cNvPr>
          <p:cNvGraphicFramePr>
            <a:graphicFrameLocks noChangeAspect="1"/>
          </p:cNvGraphicFramePr>
          <p:nvPr>
            <p:extLst>
              <p:ext uri="{D42A27DB-BD31-4B8C-83A1-F6EECF244321}">
                <p14:modId xmlns:p14="http://schemas.microsoft.com/office/powerpoint/2010/main" val="3819847556"/>
              </p:ext>
            </p:extLst>
          </p:nvPr>
        </p:nvGraphicFramePr>
        <p:xfrm>
          <a:off x="1090448" y="3654630"/>
          <a:ext cx="1423988" cy="920750"/>
        </p:xfrm>
        <a:graphic>
          <a:graphicData uri="http://schemas.openxmlformats.org/presentationml/2006/ole">
            <mc:AlternateContent xmlns:mc="http://schemas.openxmlformats.org/markup-compatibility/2006">
              <mc:Choice xmlns:v="urn:schemas-microsoft-com:vml" Requires="v">
                <p:oleObj name="Equation" r:id="rId3" imgW="647640" imgH="419040" progId="Equation.DSMT4">
                  <p:embed/>
                </p:oleObj>
              </mc:Choice>
              <mc:Fallback>
                <p:oleObj name="Equation" r:id="rId3" imgW="647640" imgH="419040" progId="Equation.DSMT4">
                  <p:embed/>
                  <p:pic>
                    <p:nvPicPr>
                      <p:cNvPr id="972823" name="Object 23">
                        <a:extLst>
                          <a:ext uri="{FF2B5EF4-FFF2-40B4-BE49-F238E27FC236}">
                            <a16:creationId xmlns:a16="http://schemas.microsoft.com/office/drawing/2014/main" id="{B8B83B54-7DCE-46FD-42FD-0D455EADFB80}"/>
                          </a:ext>
                        </a:extLst>
                      </p:cNvPr>
                      <p:cNvPicPr>
                        <a:picLocks noChangeAspect="1" noChangeArrowheads="1"/>
                      </p:cNvPicPr>
                      <p:nvPr/>
                    </p:nvPicPr>
                    <p:blipFill>
                      <a:blip r:embed="rId4"/>
                      <a:srcRect/>
                      <a:stretch>
                        <a:fillRect/>
                      </a:stretch>
                    </p:blipFill>
                    <p:spPr bwMode="auto">
                      <a:xfrm>
                        <a:off x="1090448" y="3654630"/>
                        <a:ext cx="1423988"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48">
            <a:extLst>
              <a:ext uri="{FF2B5EF4-FFF2-40B4-BE49-F238E27FC236}">
                <a16:creationId xmlns:a16="http://schemas.microsoft.com/office/drawing/2014/main" id="{94810684-1466-5D59-7F73-1F19EEBE0C2C}"/>
              </a:ext>
            </a:extLst>
          </p:cNvPr>
          <p:cNvGraphicFramePr>
            <a:graphicFrameLocks noChangeAspect="1"/>
          </p:cNvGraphicFramePr>
          <p:nvPr>
            <p:extLst>
              <p:ext uri="{D42A27DB-BD31-4B8C-83A1-F6EECF244321}">
                <p14:modId xmlns:p14="http://schemas.microsoft.com/office/powerpoint/2010/main" val="1902185441"/>
              </p:ext>
            </p:extLst>
          </p:nvPr>
        </p:nvGraphicFramePr>
        <p:xfrm>
          <a:off x="3420011" y="3679310"/>
          <a:ext cx="2459037" cy="920750"/>
        </p:xfrm>
        <a:graphic>
          <a:graphicData uri="http://schemas.openxmlformats.org/presentationml/2006/ole">
            <mc:AlternateContent xmlns:mc="http://schemas.openxmlformats.org/markup-compatibility/2006">
              <mc:Choice xmlns:v="urn:schemas-microsoft-com:vml" Requires="v">
                <p:oleObj name="Equation" r:id="rId5" imgW="1117440" imgH="419040" progId="Equation.DSMT4">
                  <p:embed/>
                </p:oleObj>
              </mc:Choice>
              <mc:Fallback>
                <p:oleObj name="Equation" r:id="rId5" imgW="1117440" imgH="419040" progId="Equation.DSMT4">
                  <p:embed/>
                  <p:pic>
                    <p:nvPicPr>
                      <p:cNvPr id="972848" name="Object 48">
                        <a:extLst>
                          <a:ext uri="{FF2B5EF4-FFF2-40B4-BE49-F238E27FC236}">
                            <a16:creationId xmlns:a16="http://schemas.microsoft.com/office/drawing/2014/main" id="{8568F029-C44E-BA83-E48B-3BD45E497DF9}"/>
                          </a:ext>
                        </a:extLst>
                      </p:cNvPr>
                      <p:cNvPicPr>
                        <a:picLocks noChangeAspect="1" noChangeArrowheads="1"/>
                      </p:cNvPicPr>
                      <p:nvPr/>
                    </p:nvPicPr>
                    <p:blipFill>
                      <a:blip r:embed="rId6"/>
                      <a:srcRect/>
                      <a:stretch>
                        <a:fillRect/>
                      </a:stretch>
                    </p:blipFill>
                    <p:spPr bwMode="auto">
                      <a:xfrm>
                        <a:off x="3420011" y="3679310"/>
                        <a:ext cx="2459037"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 name="Text Box 1032">
            <a:extLst>
              <a:ext uri="{FF2B5EF4-FFF2-40B4-BE49-F238E27FC236}">
                <a16:creationId xmlns:a16="http://schemas.microsoft.com/office/drawing/2014/main" id="{BE462CDB-E17D-DA63-A243-5F31AAC85EFD}"/>
              </a:ext>
            </a:extLst>
          </p:cNvPr>
          <p:cNvSpPr txBox="1">
            <a:spLocks noChangeArrowheads="1"/>
          </p:cNvSpPr>
          <p:nvPr/>
        </p:nvSpPr>
        <p:spPr bwMode="auto">
          <a:xfrm>
            <a:off x="309751" y="4575380"/>
            <a:ext cx="7393852" cy="1712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组合截面的惯性矩也可用</a:t>
            </a:r>
            <a:r>
              <a:rPr kumimoji="1" lang="zh-CN" altLang="en-US" sz="2800" i="0" dirty="0">
                <a:solidFill>
                  <a:srgbClr val="FF00FF"/>
                </a:solidFill>
                <a:latin typeface="+mn-lt"/>
                <a:ea typeface="微软雅黑" panose="020B0503020204020204" pitchFamily="34" charset="-122"/>
              </a:rPr>
              <a:t>平行移轴</a:t>
            </a:r>
            <a:r>
              <a:rPr kumimoji="1" lang="zh-CN" altLang="en-US" sz="2800" i="0" dirty="0">
                <a:latin typeface="+mn-lt"/>
                <a:ea typeface="微软雅黑" panose="020B0503020204020204" pitchFamily="34" charset="-122"/>
              </a:rPr>
              <a:t>定理来求。与转动惯量的平行移轴定理类似：</a:t>
            </a:r>
            <a:endParaRPr kumimoji="1" lang="en-US" altLang="zh-CN" sz="2800" i="0" dirty="0">
              <a:latin typeface="+mn-lt"/>
              <a:ea typeface="微软雅黑" panose="020B0503020204020204" pitchFamily="34" charset="-122"/>
            </a:endParaRPr>
          </a:p>
          <a:p>
            <a:pPr lvl="0" algn="ctr">
              <a:lnSpc>
                <a:spcPct val="130000"/>
              </a:lnSpc>
            </a:pP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en-US" altLang="zh-CN" sz="2800" b="0" dirty="0">
                <a:ea typeface="黑体" panose="02010609060101010101" pitchFamily="49" charset="-122"/>
                <a:cs typeface="Times New Roman" panose="02020603050405020304" pitchFamily="18" charset="0"/>
              </a:rPr>
              <a:t>'</a:t>
            </a:r>
            <a:r>
              <a:rPr kumimoji="1" lang="zh-CN" altLang="en-US" sz="2800" b="0" i="0" dirty="0">
                <a:ea typeface="黑体" panose="02010609060101010101" pitchFamily="49" charset="-122"/>
              </a:rPr>
              <a:t>＝ </a:t>
            </a:r>
            <a:r>
              <a:rPr kumimoji="1" lang="en-US" altLang="zh-CN" sz="2800" b="0" dirty="0" err="1">
                <a:ea typeface="黑体" panose="02010609060101010101" pitchFamily="49" charset="-122"/>
              </a:rPr>
              <a:t>I</a:t>
            </a:r>
            <a:r>
              <a:rPr kumimoji="1" lang="en-US" altLang="zh-CN" sz="2800" b="0" baseline="-25000" dirty="0" err="1">
                <a:ea typeface="黑体" panose="02010609060101010101" pitchFamily="49" charset="-122"/>
              </a:rPr>
              <a:t>z</a:t>
            </a:r>
            <a:r>
              <a:rPr kumimoji="1" lang="en-US" altLang="zh-CN" sz="2800" b="0" i="0" dirty="0" err="1">
                <a:ea typeface="黑体" panose="02010609060101010101" pitchFamily="49" charset="-122"/>
              </a:rPr>
              <a:t>+</a:t>
            </a:r>
            <a:r>
              <a:rPr kumimoji="1" lang="en-US" altLang="zh-CN" sz="2800" b="0" dirty="0" err="1">
                <a:ea typeface="黑体" panose="02010609060101010101" pitchFamily="49" charset="-122"/>
              </a:rPr>
              <a:t>Ad</a:t>
            </a:r>
            <a:r>
              <a:rPr kumimoji="1" lang="en-US" altLang="zh-CN" sz="2800" b="0" dirty="0">
                <a:ea typeface="黑体" panose="02010609060101010101" pitchFamily="49" charset="-122"/>
              </a:rPr>
              <a:t> </a:t>
            </a:r>
            <a:r>
              <a:rPr kumimoji="1" lang="en-US" altLang="zh-CN" sz="2800" b="0" i="0" baseline="30000" dirty="0">
                <a:ea typeface="黑体" panose="02010609060101010101" pitchFamily="49" charset="-122"/>
              </a:rPr>
              <a:t>2</a:t>
            </a:r>
            <a:endParaRPr kumimoji="1" lang="zh-CN" altLang="en-US" sz="2800" i="0" dirty="0">
              <a:latin typeface="+mn-lt"/>
              <a:ea typeface="微软雅黑" panose="020B0503020204020204" pitchFamily="34" charset="-122"/>
            </a:endParaRPr>
          </a:p>
        </p:txBody>
      </p:sp>
      <p:sp>
        <p:nvSpPr>
          <p:cNvPr id="3" name="Text Box 1032">
            <a:extLst>
              <a:ext uri="{FF2B5EF4-FFF2-40B4-BE49-F238E27FC236}">
                <a16:creationId xmlns:a16="http://schemas.microsoft.com/office/drawing/2014/main" id="{B68258F8-8FB5-5277-14B1-30CC1F13B44B}"/>
              </a:ext>
            </a:extLst>
          </p:cNvPr>
          <p:cNvSpPr txBox="1">
            <a:spLocks noChangeArrowheads="1"/>
          </p:cNvSpPr>
          <p:nvPr/>
        </p:nvSpPr>
        <p:spPr bwMode="auto">
          <a:xfrm>
            <a:off x="309751" y="2550658"/>
            <a:ext cx="7393852"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ea typeface="微软雅黑" panose="020B0503020204020204" pitchFamily="34" charset="-122"/>
              </a:rPr>
              <a:t>若设圆环的直径比</a:t>
            </a:r>
            <a:r>
              <a:rPr kumimoji="1" lang="en-US" altLang="zh-CN" sz="2800" b="0" dirty="0">
                <a:ea typeface="微软雅黑" panose="020B0503020204020204" pitchFamily="34" charset="-122"/>
              </a:rPr>
              <a:t>d</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rPr>
              <a:t>D</a:t>
            </a:r>
            <a:r>
              <a:rPr kumimoji="1" lang="en-US" altLang="zh-CN" sz="2800" b="0" i="0" dirty="0">
                <a:ea typeface="微软雅黑" panose="020B0503020204020204" pitchFamily="34" charset="-122"/>
              </a:rPr>
              <a:t>=</a:t>
            </a:r>
            <a:r>
              <a:rPr kumimoji="1" lang="en-US" altLang="zh-CN" sz="2800" b="0" dirty="0">
                <a:ea typeface="微软雅黑" panose="020B0503020204020204" pitchFamily="34" charset="-122"/>
                <a:sym typeface="Symbol" panose="05050102010706020507" pitchFamily="18" charset="2"/>
              </a:rPr>
              <a:t></a:t>
            </a:r>
            <a:r>
              <a:rPr kumimoji="1" lang="zh-CN" altLang="en-US" sz="2800" i="0" dirty="0">
                <a:ea typeface="微软雅黑" panose="020B0503020204020204" pitchFamily="34" charset="-122"/>
              </a:rPr>
              <a:t>，则相应的截面抗弯系数为</a:t>
            </a:r>
            <a:endParaRPr kumimoji="1" lang="en-US" altLang="zh-CN" sz="2800" b="0" i="0" dirty="0">
              <a:latin typeface="+mn-lt"/>
              <a:ea typeface="微软雅黑" panose="020B0503020204020204" pitchFamily="34" charset="-122"/>
            </a:endParaRPr>
          </a:p>
        </p:txBody>
      </p:sp>
    </p:spTree>
    <p:extLst>
      <p:ext uri="{BB962C8B-B14F-4D97-AF65-F5344CB8AC3E}">
        <p14:creationId xmlns:p14="http://schemas.microsoft.com/office/powerpoint/2010/main" val="38775604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wipe(left)">
                                      <p:cBhvr>
                                        <p:cTn id="15" dur="3000"/>
                                        <p:tgtEl>
                                          <p:spTgt spid="6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5"/>
                                        </p:tgtEl>
                                        <p:attrNameLst>
                                          <p:attrName>style.visibility</p:attrName>
                                        </p:attrNameLst>
                                      </p:cBhvr>
                                      <p:to>
                                        <p:strVal val="visible"/>
                                      </p:to>
                                    </p:set>
                                    <p:animEffect transition="in" filter="wipe(left)">
                                      <p:cBhvr>
                                        <p:cTn id="20" dur="3000"/>
                                        <p:tgtEl>
                                          <p:spTgt spid="6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66" grpId="0" autoUpdateAnimBg="0"/>
      <p:bldP spid="3"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136530" cy="520848"/>
          </a:xfrm>
          <a:prstGeom prst="rect">
            <a:avLst/>
          </a:prstGeom>
        </p:spPr>
        <p:txBody>
          <a:bodyPr wrap="square">
            <a:spAutoFit/>
          </a:bodyPr>
          <a:lstStyle/>
          <a:p>
            <a:pPr marL="0" marR="0" lvl="0" indent="0" algn="l" defTabSz="914400" rtl="0" eaLnBrk="1" fontAlgn="base" latinLnBrk="0" hangingPunct="1">
              <a:lnSpc>
                <a:spcPct val="13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lang="en-US" altLang="zh-CN" i="0" dirty="0">
                <a:solidFill>
                  <a:schemeClr val="tx1"/>
                </a:solidFill>
                <a:latin typeface="+mn-lt"/>
                <a:ea typeface="黑体" panose="02010609060101010101" pitchFamily="49" charset="-122"/>
              </a:rPr>
              <a:t>T</a:t>
            </a:r>
            <a:r>
              <a:rPr lang="zh-CN" altLang="en-US" i="0" dirty="0">
                <a:solidFill>
                  <a:schemeClr val="tx1"/>
                </a:solidFill>
                <a:latin typeface="+mn-lt"/>
                <a:ea typeface="黑体" panose="02010609060101010101" pitchFamily="49" charset="-122"/>
              </a:rPr>
              <a:t>形截面尺寸如图，求其对形心轴</a:t>
            </a:r>
            <a:r>
              <a:rPr lang="en-US" altLang="zh-CN" b="0" dirty="0" err="1">
                <a:solidFill>
                  <a:schemeClr val="tx1"/>
                </a:solidFill>
                <a:latin typeface="+mn-lt"/>
                <a:ea typeface="黑体" panose="02010609060101010101" pitchFamily="49" charset="-122"/>
              </a:rPr>
              <a:t>z</a:t>
            </a:r>
            <a:r>
              <a:rPr lang="en-US" altLang="zh-CN" b="0" baseline="-25000" dirty="0" err="1">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的惯性矩。</a:t>
            </a:r>
          </a:p>
        </p:txBody>
      </p:sp>
      <p:sp>
        <p:nvSpPr>
          <p:cNvPr id="3" name="矩形 2">
            <a:extLst>
              <a:ext uri="{FF2B5EF4-FFF2-40B4-BE49-F238E27FC236}">
                <a16:creationId xmlns:a16="http://schemas.microsoft.com/office/drawing/2014/main" id="{E8DB0D0A-8BE9-6ADA-6C58-96049487BA32}"/>
              </a:ext>
            </a:extLst>
          </p:cNvPr>
          <p:cNvSpPr/>
          <p:nvPr/>
        </p:nvSpPr>
        <p:spPr>
          <a:xfrm>
            <a:off x="211184" y="1302639"/>
            <a:ext cx="6498281" cy="919867"/>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zh-CN" altLang="en-US" i="0" dirty="0">
                <a:solidFill>
                  <a:schemeClr val="tx1"/>
                </a:solidFill>
                <a:latin typeface="黑体" panose="02010609060101010101" pitchFamily="49" charset="-122"/>
                <a:ea typeface="黑体" panose="02010609060101010101" pitchFamily="49" charset="-122"/>
              </a:rPr>
              <a:t>确定截面的形心位置</a:t>
            </a:r>
          </a:p>
          <a:p>
            <a:pPr lvl="0">
              <a:lnSpc>
                <a:spcPct val="120000"/>
              </a:lnSpc>
            </a:pPr>
            <a:endParaRPr kumimoji="1"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94046"/>
            <a:ext cx="4514874" cy="3194393"/>
          </a:xfrm>
          <a:prstGeom prst="rect">
            <a:avLst/>
          </a:prstGeom>
          <a:solidFill>
            <a:srgbClr val="B9CDE5"/>
          </a:solidFill>
          <a:ln>
            <a:noFill/>
          </a:ln>
          <a:effectLst/>
        </p:spPr>
        <p:txBody>
          <a:bodyPr wrap="none" anchor="ctr"/>
          <a:lstStyle/>
          <a:p>
            <a:endParaRPr lang="zh-CN" altLang="en-US"/>
          </a:p>
        </p:txBody>
      </p:sp>
      <p:sp>
        <p:nvSpPr>
          <p:cNvPr id="136" name="矩形 135">
            <a:extLst>
              <a:ext uri="{FF2B5EF4-FFF2-40B4-BE49-F238E27FC236}">
                <a16:creationId xmlns:a16="http://schemas.microsoft.com/office/drawing/2014/main" id="{54CF797A-3212-00F4-D82B-18FEE729BE7A}"/>
              </a:ext>
            </a:extLst>
          </p:cNvPr>
          <p:cNvSpPr/>
          <p:nvPr/>
        </p:nvSpPr>
        <p:spPr>
          <a:xfrm>
            <a:off x="211184" y="2648705"/>
            <a:ext cx="7056096" cy="1000980"/>
          </a:xfrm>
          <a:prstGeom prst="rect">
            <a:avLst/>
          </a:prstGeom>
        </p:spPr>
        <p:txBody>
          <a:bodyPr wrap="square">
            <a:spAutoFit/>
          </a:bodyPr>
          <a:lstStyle/>
          <a:p>
            <a:pPr>
              <a:lnSpc>
                <a:spcPct val="130000"/>
              </a:lnSpc>
            </a:pPr>
            <a:r>
              <a:rPr kumimoji="1" lang="en-US" altLang="zh-CN" i="0" dirty="0">
                <a:solidFill>
                  <a:schemeClr val="tx1"/>
                </a:solidFill>
                <a:latin typeface="+mn-lt"/>
                <a:ea typeface="黑体" panose="02010609060101010101" pitchFamily="49" charset="-122"/>
              </a:rPr>
              <a:t>       2) </a:t>
            </a:r>
            <a:r>
              <a:rPr kumimoji="1" lang="zh-CN" altLang="en-US" i="0" dirty="0">
                <a:solidFill>
                  <a:schemeClr val="tx1"/>
                </a:solidFill>
                <a:latin typeface="+mn-lt"/>
                <a:ea typeface="黑体" panose="02010609060101010101" pitchFamily="49" charset="-122"/>
              </a:rPr>
              <a:t>计算两矩形截面对</a:t>
            </a:r>
            <a:r>
              <a:rPr lang="en-US" altLang="zh-CN" b="0" dirty="0" err="1">
                <a:solidFill>
                  <a:schemeClr val="tx1"/>
                </a:solidFill>
                <a:ea typeface="黑体" panose="02010609060101010101" pitchFamily="49" charset="-122"/>
              </a:rPr>
              <a:t>z</a:t>
            </a:r>
            <a:r>
              <a:rPr lang="en-US" altLang="zh-CN" b="0" baseline="-25000" dirty="0" err="1">
                <a:solidFill>
                  <a:schemeClr val="tx1"/>
                </a:solidFill>
                <a:ea typeface="黑体" panose="02010609060101010101" pitchFamily="49" charset="-122"/>
              </a:rPr>
              <a:t>C</a:t>
            </a: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latin typeface="+mn-lt"/>
                <a:ea typeface="黑体" panose="02010609060101010101" pitchFamily="49" charset="-122"/>
              </a:rPr>
              <a:t>轴的惯性矩。根据平行移轴定理 </a:t>
            </a:r>
            <a:endParaRPr kumimoji="1" lang="en-US" altLang="zh-CN" i="0" dirty="0">
              <a:solidFill>
                <a:schemeClr val="tx1"/>
              </a:solidFill>
              <a:latin typeface="+mn-lt"/>
              <a:ea typeface="黑体" panose="02010609060101010101" pitchFamily="49" charset="-122"/>
            </a:endParaRPr>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graphicFrame>
        <p:nvGraphicFramePr>
          <p:cNvPr id="4" name="Object 41">
            <a:extLst>
              <a:ext uri="{FF2B5EF4-FFF2-40B4-BE49-F238E27FC236}">
                <a16:creationId xmlns:a16="http://schemas.microsoft.com/office/drawing/2014/main" id="{BD7EC75D-192C-1EE2-F958-24DB96D2C8D7}"/>
              </a:ext>
            </a:extLst>
          </p:cNvPr>
          <p:cNvGraphicFramePr>
            <a:graphicFrameLocks noChangeAspect="1"/>
          </p:cNvGraphicFramePr>
          <p:nvPr>
            <p:extLst>
              <p:ext uri="{D42A27DB-BD31-4B8C-83A1-F6EECF244321}">
                <p14:modId xmlns:p14="http://schemas.microsoft.com/office/powerpoint/2010/main" val="3213889118"/>
              </p:ext>
            </p:extLst>
          </p:nvPr>
        </p:nvGraphicFramePr>
        <p:xfrm>
          <a:off x="2682875" y="1794809"/>
          <a:ext cx="3411538" cy="903288"/>
        </p:xfrm>
        <a:graphic>
          <a:graphicData uri="http://schemas.openxmlformats.org/presentationml/2006/ole">
            <mc:AlternateContent xmlns:mc="http://schemas.openxmlformats.org/markup-compatibility/2006">
              <mc:Choice xmlns:v="urn:schemas-microsoft-com:vml" Requires="v">
                <p:oleObj name="Equation" r:id="rId5" imgW="1600200" imgH="431640" progId="Equation.DSMT4">
                  <p:embed/>
                </p:oleObj>
              </mc:Choice>
              <mc:Fallback>
                <p:oleObj name="Equation" r:id="rId5" imgW="1600200" imgH="431640" progId="Equation.DSMT4">
                  <p:embed/>
                  <p:pic>
                    <p:nvPicPr>
                      <p:cNvPr id="974889" name="Object 41">
                        <a:extLst>
                          <a:ext uri="{FF2B5EF4-FFF2-40B4-BE49-F238E27FC236}">
                            <a16:creationId xmlns:a16="http://schemas.microsoft.com/office/drawing/2014/main" id="{A0F6ABEE-CD3B-154D-0459-BF0315F8E2D9}"/>
                          </a:ext>
                        </a:extLst>
                      </p:cNvPr>
                      <p:cNvPicPr>
                        <a:picLocks noChangeAspect="1" noChangeArrowheads="1"/>
                      </p:cNvPicPr>
                      <p:nvPr/>
                    </p:nvPicPr>
                    <p:blipFill>
                      <a:blip r:embed="rId6"/>
                      <a:srcRect/>
                      <a:stretch>
                        <a:fillRect/>
                      </a:stretch>
                    </p:blipFill>
                    <p:spPr bwMode="auto">
                      <a:xfrm>
                        <a:off x="2682875" y="1794809"/>
                        <a:ext cx="3411538" cy="903288"/>
                      </a:xfrm>
                      <a:prstGeom prst="rect">
                        <a:avLst/>
                      </a:prstGeom>
                      <a:noFill/>
                      <a:ln>
                        <a:noFill/>
                      </a:ln>
                    </p:spPr>
                  </p:pic>
                </p:oleObj>
              </mc:Fallback>
            </mc:AlternateContent>
          </a:graphicData>
        </a:graphic>
      </p:graphicFrame>
      <p:grpSp>
        <p:nvGrpSpPr>
          <p:cNvPr id="5" name="Group 2">
            <a:extLst>
              <a:ext uri="{FF2B5EF4-FFF2-40B4-BE49-F238E27FC236}">
                <a16:creationId xmlns:a16="http://schemas.microsoft.com/office/drawing/2014/main" id="{6E390CEB-0BEF-FEE7-9F43-89D20B3CDF2E}"/>
              </a:ext>
            </a:extLst>
          </p:cNvPr>
          <p:cNvGrpSpPr>
            <a:grpSpLocks/>
          </p:cNvGrpSpPr>
          <p:nvPr/>
        </p:nvGrpSpPr>
        <p:grpSpPr bwMode="auto">
          <a:xfrm>
            <a:off x="8065691" y="838223"/>
            <a:ext cx="3756025" cy="3395662"/>
            <a:chOff x="3372" y="420"/>
            <a:chExt cx="2366" cy="2139"/>
          </a:xfrm>
        </p:grpSpPr>
        <p:sp>
          <p:nvSpPr>
            <p:cNvPr id="8" name="Freeform 4">
              <a:extLst>
                <a:ext uri="{FF2B5EF4-FFF2-40B4-BE49-F238E27FC236}">
                  <a16:creationId xmlns:a16="http://schemas.microsoft.com/office/drawing/2014/main" id="{E247CCAC-9986-6DB6-DAF0-30DA02C8619A}"/>
                </a:ext>
              </a:extLst>
            </p:cNvPr>
            <p:cNvSpPr>
              <a:spLocks noChangeAspect="1"/>
            </p:cNvSpPr>
            <p:nvPr/>
          </p:nvSpPr>
          <p:spPr bwMode="auto">
            <a:xfrm>
              <a:off x="3840" y="950"/>
              <a:ext cx="1188" cy="1242"/>
            </a:xfrm>
            <a:custGeom>
              <a:avLst/>
              <a:gdLst>
                <a:gd name="T0" fmla="*/ 1181 w 1188"/>
                <a:gd name="T1" fmla="*/ 0 h 1242"/>
                <a:gd name="T2" fmla="*/ 1188 w 1188"/>
                <a:gd name="T3" fmla="*/ 316 h 1242"/>
                <a:gd name="T4" fmla="*/ 772 w 1188"/>
                <a:gd name="T5" fmla="*/ 321 h 1242"/>
                <a:gd name="T6" fmla="*/ 772 w 1188"/>
                <a:gd name="T7" fmla="*/ 1242 h 1242"/>
                <a:gd name="T8" fmla="*/ 420 w 1188"/>
                <a:gd name="T9" fmla="*/ 1242 h 1242"/>
                <a:gd name="T10" fmla="*/ 420 w 1188"/>
                <a:gd name="T11" fmla="*/ 321 h 1242"/>
                <a:gd name="T12" fmla="*/ 3 w 1188"/>
                <a:gd name="T13" fmla="*/ 321 h 1242"/>
                <a:gd name="T14" fmla="*/ 0 w 1188"/>
                <a:gd name="T15" fmla="*/ 4 h 1242"/>
                <a:gd name="T16" fmla="*/ 1181 w 1188"/>
                <a:gd name="T17" fmla="*/ 0 h 12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88"/>
                <a:gd name="T28" fmla="*/ 0 h 1242"/>
                <a:gd name="T29" fmla="*/ 1188 w 1188"/>
                <a:gd name="T30" fmla="*/ 1242 h 12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88" h="1242">
                  <a:moveTo>
                    <a:pt x="1181" y="0"/>
                  </a:moveTo>
                  <a:lnTo>
                    <a:pt x="1188" y="316"/>
                  </a:lnTo>
                  <a:lnTo>
                    <a:pt x="772" y="321"/>
                  </a:lnTo>
                  <a:lnTo>
                    <a:pt x="772" y="1242"/>
                  </a:lnTo>
                  <a:lnTo>
                    <a:pt x="420" y="1242"/>
                  </a:lnTo>
                  <a:lnTo>
                    <a:pt x="420" y="321"/>
                  </a:lnTo>
                  <a:lnTo>
                    <a:pt x="3" y="321"/>
                  </a:lnTo>
                  <a:lnTo>
                    <a:pt x="0" y="4"/>
                  </a:lnTo>
                  <a:lnTo>
                    <a:pt x="1181" y="0"/>
                  </a:lnTo>
                  <a:close/>
                </a:path>
              </a:pathLst>
            </a:custGeom>
            <a:solidFill>
              <a:srgbClr val="99FFCC"/>
            </a:solid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 name="Line 5">
              <a:extLst>
                <a:ext uri="{FF2B5EF4-FFF2-40B4-BE49-F238E27FC236}">
                  <a16:creationId xmlns:a16="http://schemas.microsoft.com/office/drawing/2014/main" id="{F7F5748D-DDED-1DF6-0A2F-0ED5257C9CC4}"/>
                </a:ext>
              </a:extLst>
            </p:cNvPr>
            <p:cNvSpPr>
              <a:spLocks noChangeAspect="1" noChangeShapeType="1"/>
            </p:cNvSpPr>
            <p:nvPr/>
          </p:nvSpPr>
          <p:spPr bwMode="auto">
            <a:xfrm flipV="1">
              <a:off x="4429" y="478"/>
              <a:ext cx="0" cy="1869"/>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 name="Line 6">
              <a:extLst>
                <a:ext uri="{FF2B5EF4-FFF2-40B4-BE49-F238E27FC236}">
                  <a16:creationId xmlns:a16="http://schemas.microsoft.com/office/drawing/2014/main" id="{7CDAC4C9-1625-6BE6-0D3A-BAC9EE583426}"/>
                </a:ext>
              </a:extLst>
            </p:cNvPr>
            <p:cNvSpPr>
              <a:spLocks noChangeAspect="1" noChangeShapeType="1"/>
            </p:cNvSpPr>
            <p:nvPr/>
          </p:nvSpPr>
          <p:spPr bwMode="auto">
            <a:xfrm>
              <a:off x="3372" y="2193"/>
              <a:ext cx="2322"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 name="Text Box 7">
              <a:extLst>
                <a:ext uri="{FF2B5EF4-FFF2-40B4-BE49-F238E27FC236}">
                  <a16:creationId xmlns:a16="http://schemas.microsoft.com/office/drawing/2014/main" id="{D9A84543-3200-039E-F32D-21ADDBF06AB9}"/>
                </a:ext>
              </a:extLst>
            </p:cNvPr>
            <p:cNvSpPr txBox="1">
              <a:spLocks noChangeAspect="1" noChangeArrowheads="1"/>
            </p:cNvSpPr>
            <p:nvPr/>
          </p:nvSpPr>
          <p:spPr bwMode="auto">
            <a:xfrm>
              <a:off x="5494" y="2123"/>
              <a:ext cx="244"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j-lt"/>
                  <a:ea typeface="宋体" panose="02010600030101010101" pitchFamily="2" charset="-122"/>
                </a:rPr>
                <a:t>z</a:t>
              </a:r>
            </a:p>
          </p:txBody>
        </p:sp>
        <p:sp>
          <p:nvSpPr>
            <p:cNvPr id="13" name="Text Box 8">
              <a:extLst>
                <a:ext uri="{FF2B5EF4-FFF2-40B4-BE49-F238E27FC236}">
                  <a16:creationId xmlns:a16="http://schemas.microsoft.com/office/drawing/2014/main" id="{F3A7C1D7-F664-50FA-1A92-31F8F6D2CF13}"/>
                </a:ext>
              </a:extLst>
            </p:cNvPr>
            <p:cNvSpPr txBox="1">
              <a:spLocks noChangeAspect="1" noChangeArrowheads="1"/>
            </p:cNvSpPr>
            <p:nvPr/>
          </p:nvSpPr>
          <p:spPr bwMode="auto">
            <a:xfrm>
              <a:off x="4239" y="420"/>
              <a:ext cx="403"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dirty="0">
                  <a:solidFill>
                    <a:srgbClr val="000000"/>
                  </a:solidFill>
                  <a:latin typeface="+mj-lt"/>
                  <a:ea typeface="宋体" panose="02010600030101010101" pitchFamily="2" charset="-122"/>
                </a:rPr>
                <a:t>y</a:t>
              </a:r>
            </a:p>
          </p:txBody>
        </p:sp>
        <p:sp>
          <p:nvSpPr>
            <p:cNvPr id="14" name="Line 9">
              <a:extLst>
                <a:ext uri="{FF2B5EF4-FFF2-40B4-BE49-F238E27FC236}">
                  <a16:creationId xmlns:a16="http://schemas.microsoft.com/office/drawing/2014/main" id="{B99C32CD-7A34-7CA0-A75A-13C2E7A21B5B}"/>
                </a:ext>
              </a:extLst>
            </p:cNvPr>
            <p:cNvSpPr>
              <a:spLocks noChangeAspect="1" noChangeShapeType="1"/>
            </p:cNvSpPr>
            <p:nvPr/>
          </p:nvSpPr>
          <p:spPr bwMode="auto">
            <a:xfrm>
              <a:off x="5071" y="950"/>
              <a:ext cx="5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 name="Line 10">
              <a:extLst>
                <a:ext uri="{FF2B5EF4-FFF2-40B4-BE49-F238E27FC236}">
                  <a16:creationId xmlns:a16="http://schemas.microsoft.com/office/drawing/2014/main" id="{10C235E2-BECB-816C-462A-8BF30916D442}"/>
                </a:ext>
              </a:extLst>
            </p:cNvPr>
            <p:cNvSpPr>
              <a:spLocks noChangeAspect="1" noChangeShapeType="1"/>
            </p:cNvSpPr>
            <p:nvPr/>
          </p:nvSpPr>
          <p:spPr bwMode="auto">
            <a:xfrm>
              <a:off x="5071" y="1271"/>
              <a:ext cx="55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 name="Line 11">
              <a:extLst>
                <a:ext uri="{FF2B5EF4-FFF2-40B4-BE49-F238E27FC236}">
                  <a16:creationId xmlns:a16="http://schemas.microsoft.com/office/drawing/2014/main" id="{5C7A8827-6257-34DE-45E1-DCB7998ED789}"/>
                </a:ext>
              </a:extLst>
            </p:cNvPr>
            <p:cNvSpPr>
              <a:spLocks noChangeAspect="1" noChangeShapeType="1"/>
            </p:cNvSpPr>
            <p:nvPr/>
          </p:nvSpPr>
          <p:spPr bwMode="auto">
            <a:xfrm>
              <a:off x="5485" y="1267"/>
              <a:ext cx="0" cy="9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 name="Line 12">
              <a:extLst>
                <a:ext uri="{FF2B5EF4-FFF2-40B4-BE49-F238E27FC236}">
                  <a16:creationId xmlns:a16="http://schemas.microsoft.com/office/drawing/2014/main" id="{135DD5FE-6D0A-E638-022B-C8E13EE6CC27}"/>
                </a:ext>
              </a:extLst>
            </p:cNvPr>
            <p:cNvSpPr>
              <a:spLocks noChangeAspect="1" noChangeShapeType="1"/>
            </p:cNvSpPr>
            <p:nvPr/>
          </p:nvSpPr>
          <p:spPr bwMode="auto">
            <a:xfrm>
              <a:off x="3842" y="613"/>
              <a:ext cx="0" cy="2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Line 13">
              <a:extLst>
                <a:ext uri="{FF2B5EF4-FFF2-40B4-BE49-F238E27FC236}">
                  <a16:creationId xmlns:a16="http://schemas.microsoft.com/office/drawing/2014/main" id="{D46E323A-80D9-C29B-AA14-1F0A6886DB6B}"/>
                </a:ext>
              </a:extLst>
            </p:cNvPr>
            <p:cNvSpPr>
              <a:spLocks noChangeAspect="1" noChangeShapeType="1"/>
            </p:cNvSpPr>
            <p:nvPr/>
          </p:nvSpPr>
          <p:spPr bwMode="auto">
            <a:xfrm>
              <a:off x="5021" y="630"/>
              <a:ext cx="0" cy="2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9" name="Text Box 14">
              <a:extLst>
                <a:ext uri="{FF2B5EF4-FFF2-40B4-BE49-F238E27FC236}">
                  <a16:creationId xmlns:a16="http://schemas.microsoft.com/office/drawing/2014/main" id="{F4C0F9FB-7876-70BA-25DD-AD0B2C952E55}"/>
                </a:ext>
              </a:extLst>
            </p:cNvPr>
            <p:cNvSpPr txBox="1">
              <a:spLocks noChangeAspect="1" noChangeArrowheads="1"/>
            </p:cNvSpPr>
            <p:nvPr/>
          </p:nvSpPr>
          <p:spPr bwMode="auto">
            <a:xfrm>
              <a:off x="4375" y="550"/>
              <a:ext cx="438"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100</a:t>
              </a:r>
            </a:p>
          </p:txBody>
        </p:sp>
        <p:sp>
          <p:nvSpPr>
            <p:cNvPr id="20" name="Text Box 15">
              <a:extLst>
                <a:ext uri="{FF2B5EF4-FFF2-40B4-BE49-F238E27FC236}">
                  <a16:creationId xmlns:a16="http://schemas.microsoft.com/office/drawing/2014/main" id="{85D36280-E624-71FB-215B-CDE2EB1802A7}"/>
                </a:ext>
              </a:extLst>
            </p:cNvPr>
            <p:cNvSpPr txBox="1">
              <a:spLocks noChangeAspect="1" noChangeArrowheads="1"/>
            </p:cNvSpPr>
            <p:nvPr/>
          </p:nvSpPr>
          <p:spPr bwMode="auto">
            <a:xfrm rot="-5400000">
              <a:off x="5239" y="874"/>
              <a:ext cx="38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20</a:t>
              </a:r>
            </a:p>
          </p:txBody>
        </p:sp>
        <p:sp>
          <p:nvSpPr>
            <p:cNvPr id="21" name="Text Box 16">
              <a:extLst>
                <a:ext uri="{FF2B5EF4-FFF2-40B4-BE49-F238E27FC236}">
                  <a16:creationId xmlns:a16="http://schemas.microsoft.com/office/drawing/2014/main" id="{D43D9CDC-CA3D-4A62-E3EE-51EA6BED44CC}"/>
                </a:ext>
              </a:extLst>
            </p:cNvPr>
            <p:cNvSpPr txBox="1">
              <a:spLocks noChangeAspect="1" noChangeArrowheads="1"/>
            </p:cNvSpPr>
            <p:nvPr/>
          </p:nvSpPr>
          <p:spPr bwMode="auto">
            <a:xfrm rot="-5400000">
              <a:off x="5226" y="1480"/>
              <a:ext cx="438" cy="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100</a:t>
              </a:r>
            </a:p>
          </p:txBody>
        </p:sp>
        <p:sp>
          <p:nvSpPr>
            <p:cNvPr id="22" name="Line 17">
              <a:extLst>
                <a:ext uri="{FF2B5EF4-FFF2-40B4-BE49-F238E27FC236}">
                  <a16:creationId xmlns:a16="http://schemas.microsoft.com/office/drawing/2014/main" id="{FEFB2F5B-9672-B121-35AC-570082FF8432}"/>
                </a:ext>
              </a:extLst>
            </p:cNvPr>
            <p:cNvSpPr>
              <a:spLocks noChangeAspect="1" noChangeShapeType="1"/>
            </p:cNvSpPr>
            <p:nvPr/>
          </p:nvSpPr>
          <p:spPr bwMode="auto">
            <a:xfrm>
              <a:off x="5482" y="943"/>
              <a:ext cx="0" cy="326"/>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3" name="Line 18">
              <a:extLst>
                <a:ext uri="{FF2B5EF4-FFF2-40B4-BE49-F238E27FC236}">
                  <a16:creationId xmlns:a16="http://schemas.microsoft.com/office/drawing/2014/main" id="{1DC349BD-ADF6-7AF0-E8ED-41A920C88BB4}"/>
                </a:ext>
              </a:extLst>
            </p:cNvPr>
            <p:cNvSpPr>
              <a:spLocks noChangeAspect="1" noChangeShapeType="1"/>
            </p:cNvSpPr>
            <p:nvPr/>
          </p:nvSpPr>
          <p:spPr bwMode="auto">
            <a:xfrm>
              <a:off x="3838" y="781"/>
              <a:ext cx="1186" cy="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4" name="Line 19">
              <a:extLst>
                <a:ext uri="{FF2B5EF4-FFF2-40B4-BE49-F238E27FC236}">
                  <a16:creationId xmlns:a16="http://schemas.microsoft.com/office/drawing/2014/main" id="{2C4C60F7-F898-6BC1-73BA-36FA43470594}"/>
                </a:ext>
              </a:extLst>
            </p:cNvPr>
            <p:cNvSpPr>
              <a:spLocks noChangeAspect="1" noChangeShapeType="1"/>
            </p:cNvSpPr>
            <p:nvPr/>
          </p:nvSpPr>
          <p:spPr bwMode="auto">
            <a:xfrm>
              <a:off x="4264" y="2269"/>
              <a:ext cx="0" cy="2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5" name="Line 20">
              <a:extLst>
                <a:ext uri="{FF2B5EF4-FFF2-40B4-BE49-F238E27FC236}">
                  <a16:creationId xmlns:a16="http://schemas.microsoft.com/office/drawing/2014/main" id="{894EEA5B-E4DB-172D-A021-594B68F17410}"/>
                </a:ext>
              </a:extLst>
            </p:cNvPr>
            <p:cNvSpPr>
              <a:spLocks noChangeAspect="1" noChangeShapeType="1"/>
            </p:cNvSpPr>
            <p:nvPr/>
          </p:nvSpPr>
          <p:spPr bwMode="auto">
            <a:xfrm>
              <a:off x="4616" y="2269"/>
              <a:ext cx="0" cy="2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6" name="Freeform 21">
              <a:extLst>
                <a:ext uri="{FF2B5EF4-FFF2-40B4-BE49-F238E27FC236}">
                  <a16:creationId xmlns:a16="http://schemas.microsoft.com/office/drawing/2014/main" id="{A3B053C4-E653-8DDA-6756-C5CC893336CF}"/>
                </a:ext>
              </a:extLst>
            </p:cNvPr>
            <p:cNvSpPr>
              <a:spLocks noChangeAspect="1"/>
            </p:cNvSpPr>
            <p:nvPr/>
          </p:nvSpPr>
          <p:spPr bwMode="auto">
            <a:xfrm>
              <a:off x="4260" y="2403"/>
              <a:ext cx="352" cy="0"/>
            </a:xfrm>
            <a:custGeom>
              <a:avLst/>
              <a:gdLst>
                <a:gd name="T0" fmla="*/ 0 w 420"/>
                <a:gd name="T1" fmla="*/ 0 h 1"/>
                <a:gd name="T2" fmla="*/ 352 w 420"/>
                <a:gd name="T3" fmla="*/ 0 h 1"/>
                <a:gd name="T4" fmla="*/ 0 60000 65536"/>
                <a:gd name="T5" fmla="*/ 0 60000 65536"/>
                <a:gd name="T6" fmla="*/ 0 w 420"/>
                <a:gd name="T7" fmla="*/ 0 h 1"/>
                <a:gd name="T8" fmla="*/ 420 w 420"/>
                <a:gd name="T9" fmla="*/ 0 h 1"/>
              </a:gdLst>
              <a:ahLst/>
              <a:cxnLst>
                <a:cxn ang="T4">
                  <a:pos x="T0" y="T1"/>
                </a:cxn>
                <a:cxn ang="T5">
                  <a:pos x="T2" y="T3"/>
                </a:cxn>
              </a:cxnLst>
              <a:rect l="T6" t="T7" r="T8" b="T9"/>
              <a:pathLst>
                <a:path w="420" h="1">
                  <a:moveTo>
                    <a:pt x="0" y="0"/>
                  </a:moveTo>
                  <a:lnTo>
                    <a:pt x="420" y="0"/>
                  </a:lnTo>
                </a:path>
              </a:pathLst>
            </a:custGeom>
            <a:noFill/>
            <a:ln w="0" cap="flat" cmpd="sng">
              <a:solidFill>
                <a:srgbClr val="000000"/>
              </a:solidFill>
              <a:prstDash val="solid"/>
              <a:round/>
              <a:headEnd type="stealth" w="sm" len="med"/>
              <a:tailEnd type="stealth" w="sm"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7" name="Text Box 22">
              <a:extLst>
                <a:ext uri="{FF2B5EF4-FFF2-40B4-BE49-F238E27FC236}">
                  <a16:creationId xmlns:a16="http://schemas.microsoft.com/office/drawing/2014/main" id="{86F7E9C5-4976-AEDB-B524-7A3F80F32A26}"/>
                </a:ext>
              </a:extLst>
            </p:cNvPr>
            <p:cNvSpPr txBox="1">
              <a:spLocks noChangeAspect="1" noChangeArrowheads="1"/>
            </p:cNvSpPr>
            <p:nvPr/>
          </p:nvSpPr>
          <p:spPr bwMode="auto">
            <a:xfrm>
              <a:off x="4279" y="2171"/>
              <a:ext cx="436"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latinLnBrk="0" hangingPunct="1">
                <a:lnSpc>
                  <a:spcPct val="100000"/>
                </a:lnSpc>
                <a:buClrTx/>
                <a:buSzTx/>
                <a:buFontTx/>
                <a:buNone/>
                <a:tabLst/>
                <a:defRPr/>
              </a:pPr>
              <a:r>
                <a:rPr lang="en-US" altLang="zh-CN" b="0" i="0" dirty="0">
                  <a:solidFill>
                    <a:srgbClr val="000000"/>
                  </a:solidFill>
                  <a:latin typeface="+mj-lt"/>
                  <a:ea typeface="宋体" panose="02010600030101010101" pitchFamily="2" charset="-122"/>
                </a:rPr>
                <a:t>20</a:t>
              </a:r>
            </a:p>
          </p:txBody>
        </p:sp>
      </p:grpSp>
      <p:sp>
        <p:nvSpPr>
          <p:cNvPr id="28" name="Line 24">
            <a:extLst>
              <a:ext uri="{FF2B5EF4-FFF2-40B4-BE49-F238E27FC236}">
                <a16:creationId xmlns:a16="http://schemas.microsoft.com/office/drawing/2014/main" id="{4988088C-1DC8-3E2A-F396-F381C201016B}"/>
              </a:ext>
            </a:extLst>
          </p:cNvPr>
          <p:cNvSpPr>
            <a:spLocks noChangeAspect="1" noChangeShapeType="1"/>
          </p:cNvSpPr>
          <p:nvPr/>
        </p:nvSpPr>
        <p:spPr bwMode="auto">
          <a:xfrm>
            <a:off x="8786415" y="2508273"/>
            <a:ext cx="2217738" cy="0"/>
          </a:xfrm>
          <a:prstGeom prst="line">
            <a:avLst/>
          </a:prstGeom>
          <a:noFill/>
          <a:ln w="3175">
            <a:solidFill>
              <a:srgbClr val="FF00FF"/>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9" name="Line 25">
            <a:extLst>
              <a:ext uri="{FF2B5EF4-FFF2-40B4-BE49-F238E27FC236}">
                <a16:creationId xmlns:a16="http://schemas.microsoft.com/office/drawing/2014/main" id="{7F64E9DF-E1A7-3453-8778-E5B3E6793069}"/>
              </a:ext>
            </a:extLst>
          </p:cNvPr>
          <p:cNvSpPr>
            <a:spLocks noChangeAspect="1" noChangeShapeType="1"/>
          </p:cNvSpPr>
          <p:nvPr/>
        </p:nvSpPr>
        <p:spPr bwMode="auto">
          <a:xfrm>
            <a:off x="8919765" y="2481285"/>
            <a:ext cx="0" cy="1181100"/>
          </a:xfrm>
          <a:prstGeom prst="line">
            <a:avLst/>
          </a:prstGeom>
          <a:noFill/>
          <a:ln w="0">
            <a:solidFill>
              <a:srgbClr val="FF00FF"/>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0" name="Text Box 26">
            <a:extLst>
              <a:ext uri="{FF2B5EF4-FFF2-40B4-BE49-F238E27FC236}">
                <a16:creationId xmlns:a16="http://schemas.microsoft.com/office/drawing/2014/main" id="{3C7A8FDF-AD02-CDE5-294B-66FC4AC56296}"/>
              </a:ext>
            </a:extLst>
          </p:cNvPr>
          <p:cNvSpPr txBox="1">
            <a:spLocks noChangeAspect="1" noChangeArrowheads="1"/>
          </p:cNvSpPr>
          <p:nvPr/>
        </p:nvSpPr>
        <p:spPr bwMode="auto">
          <a:xfrm>
            <a:off x="9659540" y="2176485"/>
            <a:ext cx="533400"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FF"/>
                </a:solidFill>
                <a:latin typeface="+mj-lt"/>
                <a:ea typeface="宋体" panose="02010600030101010101" pitchFamily="2" charset="-122"/>
              </a:rPr>
              <a:t>C</a:t>
            </a:r>
          </a:p>
        </p:txBody>
      </p:sp>
      <p:sp>
        <p:nvSpPr>
          <p:cNvPr id="31" name="Text Box 27">
            <a:extLst>
              <a:ext uri="{FF2B5EF4-FFF2-40B4-BE49-F238E27FC236}">
                <a16:creationId xmlns:a16="http://schemas.microsoft.com/office/drawing/2014/main" id="{E6D08532-75E6-AFCD-F1A9-759640283571}"/>
              </a:ext>
            </a:extLst>
          </p:cNvPr>
          <p:cNvSpPr txBox="1">
            <a:spLocks noChangeAspect="1" noChangeArrowheads="1"/>
          </p:cNvSpPr>
          <p:nvPr/>
        </p:nvSpPr>
        <p:spPr bwMode="auto">
          <a:xfrm>
            <a:off x="10618390" y="2389210"/>
            <a:ext cx="642938"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err="1">
                <a:solidFill>
                  <a:srgbClr val="FF00FF"/>
                </a:solidFill>
                <a:latin typeface="+mj-lt"/>
                <a:ea typeface="宋体" panose="02010600030101010101" pitchFamily="2" charset="-122"/>
              </a:rPr>
              <a:t>z</a:t>
            </a:r>
            <a:r>
              <a:rPr lang="en-US" altLang="zh-CN" b="0" baseline="-25000" dirty="0" err="1">
                <a:solidFill>
                  <a:srgbClr val="FF00FF"/>
                </a:solidFill>
                <a:latin typeface="+mj-lt"/>
                <a:ea typeface="宋体" panose="02010600030101010101" pitchFamily="2" charset="-122"/>
              </a:rPr>
              <a:t>C</a:t>
            </a:r>
            <a:endParaRPr lang="en-US" altLang="zh-CN" b="0" dirty="0">
              <a:solidFill>
                <a:srgbClr val="FF00FF"/>
              </a:solidFill>
              <a:latin typeface="+mj-lt"/>
              <a:ea typeface="宋体" panose="02010600030101010101" pitchFamily="2" charset="-122"/>
            </a:endParaRPr>
          </a:p>
        </p:txBody>
      </p:sp>
      <p:sp>
        <p:nvSpPr>
          <p:cNvPr id="32" name="Text Box 28">
            <a:extLst>
              <a:ext uri="{FF2B5EF4-FFF2-40B4-BE49-F238E27FC236}">
                <a16:creationId xmlns:a16="http://schemas.microsoft.com/office/drawing/2014/main" id="{19333487-AEAC-CB55-27E6-4F825DA34072}"/>
              </a:ext>
            </a:extLst>
          </p:cNvPr>
          <p:cNvSpPr txBox="1">
            <a:spLocks noChangeAspect="1" noChangeArrowheads="1"/>
          </p:cNvSpPr>
          <p:nvPr/>
        </p:nvSpPr>
        <p:spPr bwMode="auto">
          <a:xfrm rot="16200000">
            <a:off x="8531622" y="2658291"/>
            <a:ext cx="58261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err="1">
                <a:solidFill>
                  <a:srgbClr val="FF00FF"/>
                </a:solidFill>
                <a:latin typeface="+mn-lt"/>
                <a:ea typeface="宋体" panose="02010600030101010101" pitchFamily="2" charset="-122"/>
              </a:rPr>
              <a:t>y</a:t>
            </a:r>
            <a:r>
              <a:rPr lang="en-US" altLang="zh-CN" b="0" baseline="-25000" dirty="0" err="1">
                <a:solidFill>
                  <a:srgbClr val="FF00FF"/>
                </a:solidFill>
                <a:latin typeface="+mn-lt"/>
                <a:ea typeface="宋体" panose="02010600030101010101" pitchFamily="2" charset="-122"/>
              </a:rPr>
              <a:t>C</a:t>
            </a:r>
            <a:endParaRPr lang="en-US" altLang="zh-CN" b="0" dirty="0">
              <a:solidFill>
                <a:srgbClr val="FF00FF"/>
              </a:solidFill>
              <a:latin typeface="+mn-lt"/>
              <a:ea typeface="宋体" panose="02010600030101010101" pitchFamily="2" charset="-122"/>
            </a:endParaRPr>
          </a:p>
        </p:txBody>
      </p:sp>
      <p:sp>
        <p:nvSpPr>
          <p:cNvPr id="33" name="Text Box 29">
            <a:extLst>
              <a:ext uri="{FF2B5EF4-FFF2-40B4-BE49-F238E27FC236}">
                <a16:creationId xmlns:a16="http://schemas.microsoft.com/office/drawing/2014/main" id="{566CF7F3-E808-DFBB-BF7B-B6B9A16FC5B5}"/>
              </a:ext>
            </a:extLst>
          </p:cNvPr>
          <p:cNvSpPr txBox="1">
            <a:spLocks noChangeAspect="1" noChangeArrowheads="1"/>
          </p:cNvSpPr>
          <p:nvPr/>
        </p:nvSpPr>
        <p:spPr bwMode="auto">
          <a:xfrm>
            <a:off x="9581752" y="2497367"/>
            <a:ext cx="6127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dirty="0">
                <a:solidFill>
                  <a:srgbClr val="FF0000"/>
                </a:solidFill>
                <a:latin typeface="+mj-lt"/>
                <a:ea typeface="宋体" panose="02010600030101010101" pitchFamily="2" charset="-122"/>
              </a:rPr>
              <a:t>·</a:t>
            </a:r>
          </a:p>
        </p:txBody>
      </p:sp>
      <p:sp>
        <p:nvSpPr>
          <p:cNvPr id="34" name="Text Box 30">
            <a:extLst>
              <a:ext uri="{FF2B5EF4-FFF2-40B4-BE49-F238E27FC236}">
                <a16:creationId xmlns:a16="http://schemas.microsoft.com/office/drawing/2014/main" id="{6D836855-538A-AC36-0D6B-23A18A9B8E99}"/>
              </a:ext>
            </a:extLst>
          </p:cNvPr>
          <p:cNvSpPr txBox="1">
            <a:spLocks noChangeAspect="1" noChangeArrowheads="1"/>
          </p:cNvSpPr>
          <p:nvPr/>
        </p:nvSpPr>
        <p:spPr bwMode="auto">
          <a:xfrm>
            <a:off x="9610328" y="1585935"/>
            <a:ext cx="612775"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a:solidFill>
                  <a:srgbClr val="FF0000"/>
                </a:solidFill>
                <a:latin typeface="" pitchFamily="18" charset="-52"/>
                <a:ea typeface="宋体" panose="02010600030101010101" pitchFamily="2" charset="-122"/>
              </a:rPr>
              <a:t>·</a:t>
            </a:r>
          </a:p>
        </p:txBody>
      </p:sp>
      <p:sp>
        <p:nvSpPr>
          <p:cNvPr id="35" name="Text Box 31">
            <a:extLst>
              <a:ext uri="{FF2B5EF4-FFF2-40B4-BE49-F238E27FC236}">
                <a16:creationId xmlns:a16="http://schemas.microsoft.com/office/drawing/2014/main" id="{6BDC274A-0558-DC53-C179-346D219D2026}"/>
              </a:ext>
            </a:extLst>
          </p:cNvPr>
          <p:cNvSpPr txBox="1">
            <a:spLocks noChangeAspect="1" noChangeArrowheads="1"/>
          </p:cNvSpPr>
          <p:nvPr/>
        </p:nvSpPr>
        <p:spPr bwMode="auto">
          <a:xfrm>
            <a:off x="9597628" y="2174103"/>
            <a:ext cx="47307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600" b="0" i="0" dirty="0">
                <a:solidFill>
                  <a:srgbClr val="FF0000"/>
                </a:solidFill>
                <a:latin typeface="" pitchFamily="18" charset="-52"/>
                <a:ea typeface="宋体" panose="02010600030101010101" pitchFamily="2" charset="-122"/>
              </a:rPr>
              <a:t>·</a:t>
            </a:r>
          </a:p>
        </p:txBody>
      </p:sp>
      <p:sp>
        <p:nvSpPr>
          <p:cNvPr id="36" name="Text Box 32">
            <a:extLst>
              <a:ext uri="{FF2B5EF4-FFF2-40B4-BE49-F238E27FC236}">
                <a16:creationId xmlns:a16="http://schemas.microsoft.com/office/drawing/2014/main" id="{C592E630-B827-AEE1-695C-DDEC3C4C7D22}"/>
              </a:ext>
            </a:extLst>
          </p:cNvPr>
          <p:cNvSpPr txBox="1">
            <a:spLocks noChangeAspect="1" noChangeArrowheads="1"/>
          </p:cNvSpPr>
          <p:nvPr/>
        </p:nvSpPr>
        <p:spPr bwMode="auto">
          <a:xfrm>
            <a:off x="9635728" y="2752748"/>
            <a:ext cx="5857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C</a:t>
            </a:r>
            <a:r>
              <a:rPr lang="en-US" altLang="zh-CN" b="0" i="0" baseline="-25000" dirty="0">
                <a:solidFill>
                  <a:srgbClr val="000000"/>
                </a:solidFill>
                <a:latin typeface="+mn-lt"/>
                <a:ea typeface="宋体" panose="02010600030101010101" pitchFamily="2" charset="-122"/>
              </a:rPr>
              <a:t>2</a:t>
            </a:r>
            <a:endParaRPr lang="en-US" altLang="zh-CN" b="0" dirty="0">
              <a:solidFill>
                <a:srgbClr val="000000"/>
              </a:solidFill>
              <a:latin typeface="+mn-lt"/>
              <a:ea typeface="宋体" panose="02010600030101010101" pitchFamily="2" charset="-122"/>
            </a:endParaRPr>
          </a:p>
        </p:txBody>
      </p:sp>
      <p:sp>
        <p:nvSpPr>
          <p:cNvPr id="37" name="Text Box 33">
            <a:extLst>
              <a:ext uri="{FF2B5EF4-FFF2-40B4-BE49-F238E27FC236}">
                <a16:creationId xmlns:a16="http://schemas.microsoft.com/office/drawing/2014/main" id="{379CA05A-A00D-83B0-0671-AB9CCBD4ED37}"/>
              </a:ext>
            </a:extLst>
          </p:cNvPr>
          <p:cNvSpPr txBox="1">
            <a:spLocks noChangeAspect="1" noChangeArrowheads="1"/>
          </p:cNvSpPr>
          <p:nvPr/>
        </p:nvSpPr>
        <p:spPr bwMode="auto">
          <a:xfrm>
            <a:off x="9694465" y="1714523"/>
            <a:ext cx="585788"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C</a:t>
            </a:r>
            <a:r>
              <a:rPr lang="en-US" altLang="zh-CN" b="0" i="0" baseline="-25000" dirty="0">
                <a:solidFill>
                  <a:srgbClr val="000000"/>
                </a:solidFill>
                <a:latin typeface="+mj-lt"/>
                <a:ea typeface="宋体" panose="02010600030101010101" pitchFamily="2" charset="-122"/>
              </a:rPr>
              <a:t>1</a:t>
            </a:r>
            <a:endParaRPr lang="en-US" altLang="zh-CN" b="0" dirty="0">
              <a:solidFill>
                <a:srgbClr val="000000"/>
              </a:solidFill>
              <a:latin typeface="+mj-lt"/>
              <a:ea typeface="宋体" panose="02010600030101010101" pitchFamily="2" charset="-122"/>
            </a:endParaRPr>
          </a:p>
        </p:txBody>
      </p:sp>
      <p:sp>
        <p:nvSpPr>
          <p:cNvPr id="38" name="Line 34">
            <a:extLst>
              <a:ext uri="{FF2B5EF4-FFF2-40B4-BE49-F238E27FC236}">
                <a16:creationId xmlns:a16="http://schemas.microsoft.com/office/drawing/2014/main" id="{7EF826BA-8001-2AAA-2E81-67BD90734E61}"/>
              </a:ext>
            </a:extLst>
          </p:cNvPr>
          <p:cNvSpPr>
            <a:spLocks noChangeAspect="1" noChangeShapeType="1"/>
          </p:cNvSpPr>
          <p:nvPr/>
        </p:nvSpPr>
        <p:spPr bwMode="auto">
          <a:xfrm>
            <a:off x="9132490" y="2828948"/>
            <a:ext cx="3222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9" name="Line 35">
            <a:extLst>
              <a:ext uri="{FF2B5EF4-FFF2-40B4-BE49-F238E27FC236}">
                <a16:creationId xmlns:a16="http://schemas.microsoft.com/office/drawing/2014/main" id="{8CD4EB70-6B20-8B78-2D14-865630FB573C}"/>
              </a:ext>
            </a:extLst>
          </p:cNvPr>
          <p:cNvSpPr>
            <a:spLocks noChangeAspect="1" noChangeShapeType="1"/>
          </p:cNvSpPr>
          <p:nvPr/>
        </p:nvSpPr>
        <p:spPr bwMode="auto">
          <a:xfrm>
            <a:off x="9319815" y="2814660"/>
            <a:ext cx="0" cy="842963"/>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0" name="Text Box 36">
            <a:extLst>
              <a:ext uri="{FF2B5EF4-FFF2-40B4-BE49-F238E27FC236}">
                <a16:creationId xmlns:a16="http://schemas.microsoft.com/office/drawing/2014/main" id="{A40FA940-D9BD-A531-4B23-596BF215721C}"/>
              </a:ext>
            </a:extLst>
          </p:cNvPr>
          <p:cNvSpPr txBox="1">
            <a:spLocks noChangeAspect="1" noChangeArrowheads="1"/>
          </p:cNvSpPr>
          <p:nvPr/>
        </p:nvSpPr>
        <p:spPr bwMode="auto">
          <a:xfrm rot="16200000">
            <a:off x="8828484" y="2694804"/>
            <a:ext cx="801687"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50</a:t>
            </a:r>
          </a:p>
        </p:txBody>
      </p:sp>
      <p:sp>
        <p:nvSpPr>
          <p:cNvPr id="41" name="Line 37">
            <a:extLst>
              <a:ext uri="{FF2B5EF4-FFF2-40B4-BE49-F238E27FC236}">
                <a16:creationId xmlns:a16="http://schemas.microsoft.com/office/drawing/2014/main" id="{B2E0CA88-358E-D77A-FF6A-DFE5467EEBEC}"/>
              </a:ext>
            </a:extLst>
          </p:cNvPr>
          <p:cNvSpPr>
            <a:spLocks noChangeAspect="1" noChangeShapeType="1"/>
          </p:cNvSpPr>
          <p:nvPr/>
        </p:nvSpPr>
        <p:spPr bwMode="auto">
          <a:xfrm flipH="1">
            <a:off x="8116490" y="1919310"/>
            <a:ext cx="4032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2" name="Text Box 38">
            <a:extLst>
              <a:ext uri="{FF2B5EF4-FFF2-40B4-BE49-F238E27FC236}">
                <a16:creationId xmlns:a16="http://schemas.microsoft.com/office/drawing/2014/main" id="{B4963447-EF68-8BB3-BE50-241BBD66BAB4}"/>
              </a:ext>
            </a:extLst>
          </p:cNvPr>
          <p:cNvSpPr txBox="1">
            <a:spLocks noChangeAspect="1" noChangeArrowheads="1"/>
          </p:cNvSpPr>
          <p:nvPr/>
        </p:nvSpPr>
        <p:spPr bwMode="auto">
          <a:xfrm rot="16200000">
            <a:off x="7850584" y="2391591"/>
            <a:ext cx="695325"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110</a:t>
            </a:r>
          </a:p>
        </p:txBody>
      </p:sp>
      <p:sp>
        <p:nvSpPr>
          <p:cNvPr id="43" name="Freeform 39">
            <a:extLst>
              <a:ext uri="{FF2B5EF4-FFF2-40B4-BE49-F238E27FC236}">
                <a16:creationId xmlns:a16="http://schemas.microsoft.com/office/drawing/2014/main" id="{1BFC344F-1269-9CEB-5287-E4C33E80CC13}"/>
              </a:ext>
            </a:extLst>
          </p:cNvPr>
          <p:cNvSpPr>
            <a:spLocks noChangeAspect="1"/>
          </p:cNvSpPr>
          <p:nvPr/>
        </p:nvSpPr>
        <p:spPr bwMode="auto">
          <a:xfrm>
            <a:off x="8413353" y="1892323"/>
            <a:ext cx="1587" cy="1778000"/>
          </a:xfrm>
          <a:custGeom>
            <a:avLst/>
            <a:gdLst>
              <a:gd name="T0" fmla="*/ 0 w 1"/>
              <a:gd name="T1" fmla="*/ 0 h 1330"/>
              <a:gd name="T2" fmla="*/ 0 w 1"/>
              <a:gd name="T3" fmla="*/ 1778000 h 1330"/>
              <a:gd name="T4" fmla="*/ 0 60000 65536"/>
              <a:gd name="T5" fmla="*/ 0 60000 65536"/>
              <a:gd name="T6" fmla="*/ 0 w 1"/>
              <a:gd name="T7" fmla="*/ 0 h 1330"/>
              <a:gd name="T8" fmla="*/ 1 w 1"/>
              <a:gd name="T9" fmla="*/ 1330 h 1330"/>
            </a:gdLst>
            <a:ahLst/>
            <a:cxnLst>
              <a:cxn ang="T4">
                <a:pos x="T0" y="T1"/>
              </a:cxn>
              <a:cxn ang="T5">
                <a:pos x="T2" y="T3"/>
              </a:cxn>
            </a:cxnLst>
            <a:rect l="T6" t="T7" r="T8" b="T9"/>
            <a:pathLst>
              <a:path w="1" h="1330">
                <a:moveTo>
                  <a:pt x="0" y="0"/>
                </a:moveTo>
                <a:lnTo>
                  <a:pt x="0" y="1330"/>
                </a:lnTo>
              </a:path>
            </a:pathLst>
          </a:custGeom>
          <a:noFill/>
          <a:ln w="0" cap="flat" cmpd="sng">
            <a:solidFill>
              <a:srgbClr val="000000"/>
            </a:solidFill>
            <a:prstDash val="solid"/>
            <a:round/>
            <a:headEnd type="stealth" w="sm" len="med"/>
            <a:tailEnd type="stealth" w="sm" len="me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44" name="Text Box 40">
            <a:extLst>
              <a:ext uri="{FF2B5EF4-FFF2-40B4-BE49-F238E27FC236}">
                <a16:creationId xmlns:a16="http://schemas.microsoft.com/office/drawing/2014/main" id="{B693AC9A-154F-A13C-EB7C-26C7418618B5}"/>
              </a:ext>
            </a:extLst>
          </p:cNvPr>
          <p:cNvSpPr txBox="1">
            <a:spLocks noChangeAspect="1" noChangeArrowheads="1"/>
          </p:cNvSpPr>
          <p:nvPr/>
        </p:nvSpPr>
        <p:spPr bwMode="auto">
          <a:xfrm>
            <a:off x="9405610" y="2962298"/>
            <a:ext cx="64135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ea typeface="宋体" panose="02010600030101010101" pitchFamily="2" charset="-122"/>
              </a:rPr>
              <a:t>Ⅱ</a:t>
            </a:r>
          </a:p>
        </p:txBody>
      </p:sp>
      <p:sp>
        <p:nvSpPr>
          <p:cNvPr id="46" name="Line 42">
            <a:extLst>
              <a:ext uri="{FF2B5EF4-FFF2-40B4-BE49-F238E27FC236}">
                <a16:creationId xmlns:a16="http://schemas.microsoft.com/office/drawing/2014/main" id="{AEDCCD51-9F75-7144-1757-92C5587FC93D}"/>
              </a:ext>
            </a:extLst>
          </p:cNvPr>
          <p:cNvSpPr>
            <a:spLocks noChangeShapeType="1"/>
          </p:cNvSpPr>
          <p:nvPr/>
        </p:nvSpPr>
        <p:spPr bwMode="auto">
          <a:xfrm flipH="1">
            <a:off x="9451578" y="2182835"/>
            <a:ext cx="582612" cy="0"/>
          </a:xfrm>
          <a:prstGeom prst="line">
            <a:avLst/>
          </a:prstGeom>
          <a:noFill/>
          <a:ln w="28575">
            <a:solidFill>
              <a:srgbClr val="FF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47" name="Text Box 44">
            <a:extLst>
              <a:ext uri="{FF2B5EF4-FFF2-40B4-BE49-F238E27FC236}">
                <a16:creationId xmlns:a16="http://schemas.microsoft.com/office/drawing/2014/main" id="{7C7C6569-D378-960A-981B-3E0335B84729}"/>
              </a:ext>
            </a:extLst>
          </p:cNvPr>
          <p:cNvSpPr txBox="1">
            <a:spLocks noChangeAspect="1" noChangeArrowheads="1"/>
          </p:cNvSpPr>
          <p:nvPr/>
        </p:nvSpPr>
        <p:spPr bwMode="auto">
          <a:xfrm>
            <a:off x="8999140" y="1625623"/>
            <a:ext cx="608013"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Ⅰ</a:t>
            </a:r>
          </a:p>
        </p:txBody>
      </p:sp>
      <p:sp>
        <p:nvSpPr>
          <p:cNvPr id="51" name="矩形 50">
            <a:extLst>
              <a:ext uri="{FF2B5EF4-FFF2-40B4-BE49-F238E27FC236}">
                <a16:creationId xmlns:a16="http://schemas.microsoft.com/office/drawing/2014/main" id="{EA27CFAC-F17C-B51E-0846-9392A1254CF9}"/>
              </a:ext>
            </a:extLst>
          </p:cNvPr>
          <p:cNvSpPr/>
          <p:nvPr/>
        </p:nvSpPr>
        <p:spPr>
          <a:xfrm>
            <a:off x="211184" y="3557611"/>
            <a:ext cx="10637344" cy="1900328"/>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Ⅰ</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=2</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/12+20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(11</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8)</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=346.7cm</a:t>
            </a:r>
            <a:r>
              <a:rPr kumimoji="1" lang="en-US" altLang="zh-CN" b="0" i="0" baseline="30000" dirty="0">
                <a:solidFill>
                  <a:schemeClr val="tx1"/>
                </a:solidFill>
                <a:ea typeface="黑体" panose="02010609060101010101" pitchFamily="49" charset="-122"/>
              </a:rPr>
              <a:t>4</a:t>
            </a: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Ⅱ</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/12+20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(8</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5)</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=186.7cm</a:t>
            </a:r>
            <a:r>
              <a:rPr kumimoji="1" lang="en-US" altLang="zh-CN" b="0" i="0" baseline="30000" dirty="0">
                <a:solidFill>
                  <a:schemeClr val="tx1"/>
                </a:solidFill>
                <a:ea typeface="黑体" panose="02010609060101010101" pitchFamily="49" charset="-122"/>
              </a:rPr>
              <a:t>4</a:t>
            </a:r>
          </a:p>
          <a:p>
            <a:pPr lvl="0">
              <a:lnSpc>
                <a:spcPct val="120000"/>
              </a:lnSpc>
            </a:pPr>
            <a:r>
              <a:rPr kumimoji="1" lang="en-US" altLang="zh-CN" i="0" dirty="0">
                <a:solidFill>
                  <a:schemeClr val="tx1"/>
                </a:solidFill>
                <a:latin typeface="+mn-lt"/>
                <a:ea typeface="黑体" panose="02010609060101010101" pitchFamily="49" charset="-122"/>
              </a:rPr>
              <a:t>          T</a:t>
            </a:r>
            <a:r>
              <a:rPr kumimoji="1" lang="zh-CN" altLang="en-US" i="0" dirty="0">
                <a:solidFill>
                  <a:schemeClr val="tx1"/>
                </a:solidFill>
                <a:latin typeface="+mn-lt"/>
                <a:ea typeface="黑体" panose="02010609060101010101" pitchFamily="49" charset="-122"/>
              </a:rPr>
              <a:t>形截面对形心轴</a:t>
            </a:r>
            <a:r>
              <a:rPr kumimoji="1" lang="en-US" altLang="zh-CN" b="0" dirty="0" err="1">
                <a:solidFill>
                  <a:schemeClr val="tx1"/>
                </a:solidFill>
                <a:ea typeface="黑体" panose="02010609060101010101" pitchFamily="49" charset="-122"/>
              </a:rPr>
              <a:t>z</a:t>
            </a:r>
            <a:r>
              <a:rPr kumimoji="1" lang="en-US" altLang="zh-CN" b="0" baseline="-25000" dirty="0" err="1">
                <a:solidFill>
                  <a:schemeClr val="tx1"/>
                </a:solidFill>
                <a:ea typeface="黑体" panose="02010609060101010101" pitchFamily="49" charset="-122"/>
              </a:rPr>
              <a:t>C</a:t>
            </a:r>
            <a:r>
              <a:rPr kumimoji="1" lang="zh-CN" altLang="en-US" i="0" dirty="0">
                <a:solidFill>
                  <a:schemeClr val="tx1"/>
                </a:solidFill>
                <a:latin typeface="+mn-lt"/>
                <a:ea typeface="黑体" panose="02010609060101010101" pitchFamily="49" charset="-122"/>
              </a:rPr>
              <a:t>的惯性矩</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a:t>
            </a:r>
            <a:r>
              <a:rPr kumimoji="1" lang="zh-CN" altLang="en-US" i="0" dirty="0">
                <a:solidFill>
                  <a:schemeClr val="tx1"/>
                </a:solidFill>
                <a:latin typeface="+mn-lt"/>
                <a:ea typeface="黑体" panose="02010609060101010101" pitchFamily="49" charset="-122"/>
              </a:rPr>
              <a:t>为 </a:t>
            </a:r>
            <a:r>
              <a:rPr kumimoji="1" lang="zh-CN" altLang="en-US" b="0" i="0" dirty="0">
                <a:solidFill>
                  <a:schemeClr val="tx1"/>
                </a:solidFill>
                <a:ea typeface="黑体" panose="02010609060101010101" pitchFamily="49" charset="-122"/>
              </a:rPr>
              <a:t>  </a:t>
            </a:r>
            <a:endParaRPr kumimoji="1" lang="en-US" altLang="zh-CN" b="0" i="0" dirty="0">
              <a:solidFill>
                <a:schemeClr val="tx1"/>
              </a:solidFill>
              <a:ea typeface="黑体" panose="02010609060101010101" pitchFamily="49" charset="-122"/>
            </a:endParaRPr>
          </a:p>
          <a:p>
            <a:pPr lvl="0">
              <a:lnSpc>
                <a:spcPct val="12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Ⅰ</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I</a:t>
            </a:r>
            <a:r>
              <a:rPr kumimoji="1" lang="en-US" altLang="zh-CN" b="0" i="0" baseline="-25000" dirty="0" err="1">
                <a:solidFill>
                  <a:schemeClr val="tx1"/>
                </a:solidFill>
                <a:ea typeface="黑体" panose="02010609060101010101" pitchFamily="49" charset="-122"/>
              </a:rPr>
              <a:t>Ⅱ</a:t>
            </a:r>
            <a:r>
              <a:rPr kumimoji="1" lang="en-US" altLang="zh-CN" b="0" baseline="-25000" dirty="0" err="1">
                <a:solidFill>
                  <a:schemeClr val="tx1"/>
                </a:solidFill>
                <a:ea typeface="黑体" panose="02010609060101010101" pitchFamily="49" charset="-122"/>
              </a:rPr>
              <a:t>zC</a:t>
            </a:r>
            <a:r>
              <a:rPr kumimoji="1" lang="en-US" altLang="zh-CN" b="0" i="0" dirty="0">
                <a:solidFill>
                  <a:schemeClr val="tx1"/>
                </a:solidFill>
                <a:ea typeface="黑体" panose="02010609060101010101" pitchFamily="49" charset="-122"/>
              </a:rPr>
              <a:t>=346.7cm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+186.7cm</a:t>
            </a:r>
            <a:r>
              <a:rPr kumimoji="1" lang="en-US" altLang="zh-CN" b="0" i="0" baseline="30000" dirty="0">
                <a:solidFill>
                  <a:schemeClr val="tx1"/>
                </a:solidFill>
                <a:ea typeface="黑体" panose="02010609060101010101" pitchFamily="49" charset="-122"/>
              </a:rPr>
              <a:t>4</a:t>
            </a:r>
            <a:r>
              <a:rPr kumimoji="1" lang="en-US" altLang="zh-CN" b="0" i="0" dirty="0">
                <a:solidFill>
                  <a:schemeClr val="tx1"/>
                </a:solidFill>
                <a:ea typeface="黑体" panose="02010609060101010101" pitchFamily="49" charset="-122"/>
              </a:rPr>
              <a:t>=553.4cm</a:t>
            </a:r>
            <a:r>
              <a:rPr kumimoji="1" lang="en-US" altLang="zh-CN" b="0" i="0" baseline="30000" dirty="0">
                <a:solidFill>
                  <a:schemeClr val="tx1"/>
                </a:solidFill>
                <a:ea typeface="黑体" panose="02010609060101010101" pitchFamily="49" charset="-122"/>
              </a:rPr>
              <a:t>4</a:t>
            </a:r>
            <a:r>
              <a:rPr kumimoji="1" lang="zh-CN" altLang="en-US" i="0" dirty="0">
                <a:solidFill>
                  <a:schemeClr val="tx1"/>
                </a:solidFill>
                <a:latin typeface="+mn-lt"/>
                <a:ea typeface="黑体" panose="02010609060101010101" pitchFamily="49" charset="-122"/>
              </a:rPr>
              <a:t>    </a:t>
            </a:r>
            <a:endParaRPr kumimoji="1" lang="en-US" altLang="zh-CN" i="0" dirty="0">
              <a:solidFill>
                <a:schemeClr val="tx1"/>
              </a:solidFill>
              <a:latin typeface="+mn-lt"/>
              <a:ea typeface="黑体" panose="02010609060101010101" pitchFamily="49" charset="-122"/>
            </a:endParaRPr>
          </a:p>
        </p:txBody>
      </p:sp>
      <p:sp>
        <p:nvSpPr>
          <p:cNvPr id="6" name="矩形 5">
            <a:extLst>
              <a:ext uri="{FF2B5EF4-FFF2-40B4-BE49-F238E27FC236}">
                <a16:creationId xmlns:a16="http://schemas.microsoft.com/office/drawing/2014/main" id="{84AF206C-5D77-F605-B4C1-387DFC82EB1F}"/>
              </a:ext>
            </a:extLst>
          </p:cNvPr>
          <p:cNvSpPr/>
          <p:nvPr/>
        </p:nvSpPr>
        <p:spPr>
          <a:xfrm>
            <a:off x="211184" y="5373504"/>
            <a:ext cx="10637344" cy="1000980"/>
          </a:xfrm>
          <a:prstGeom prst="rect">
            <a:avLst/>
          </a:prstGeom>
        </p:spPr>
        <p:txBody>
          <a:bodyPr wrap="square">
            <a:spAutoFit/>
          </a:bodyPr>
          <a:lstStyle/>
          <a:p>
            <a:pPr>
              <a:lnSpc>
                <a:spcPct val="130000"/>
              </a:lnSpc>
            </a:pPr>
            <a:r>
              <a:rPr kumimoji="1" lang="zh-CN" altLang="en-US" i="0" dirty="0">
                <a:solidFill>
                  <a:schemeClr val="tx1"/>
                </a:solidFill>
                <a:ea typeface="黑体" panose="02010609060101010101" pitchFamily="49" charset="-122"/>
              </a:rPr>
              <a:t>应用平行移轴定理时应注意，</a:t>
            </a:r>
            <a:r>
              <a:rPr kumimoji="1" lang="zh-CN" altLang="en-US" i="0" dirty="0">
                <a:ea typeface="黑体" panose="02010609060101010101" pitchFamily="49" charset="-122"/>
              </a:rPr>
              <a:t>只能从各截面的形心轴平行地移到另一轴，反之则不可。</a:t>
            </a:r>
            <a:r>
              <a:rPr kumimoji="1" lang="zh-CN" altLang="en-US" i="0" dirty="0">
                <a:solidFill>
                  <a:schemeClr val="tx1"/>
                </a:solidFill>
                <a:ea typeface="黑体" panose="02010609060101010101" pitchFamily="49" charset="-122"/>
              </a:rPr>
              <a:t>显而易见，过形心轴惯性矩的值最小。</a:t>
            </a:r>
            <a:endParaRPr kumimoji="1" lang="en-US" altLang="zh-CN"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25410824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5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3" presetClass="entr" presetSubtype="32" fill="hold" nodeType="clickEffect">
                                  <p:stCondLst>
                                    <p:cond delay="0"/>
                                  </p:stCondLst>
                                  <p:childTnLst>
                                    <p:set>
                                      <p:cBhvr>
                                        <p:cTn id="13" dur="1" fill="hold">
                                          <p:stCondLst>
                                            <p:cond delay="0"/>
                                          </p:stCondLst>
                                        </p:cTn>
                                        <p:tgtEl>
                                          <p:spTgt spid="46"/>
                                        </p:tgtEl>
                                        <p:attrNameLst>
                                          <p:attrName>style.visibility</p:attrName>
                                        </p:attrNameLst>
                                      </p:cBhvr>
                                      <p:to>
                                        <p:strVal val="visible"/>
                                      </p:to>
                                    </p:set>
                                    <p:anim calcmode="lin" valueType="num">
                                      <p:cBhvr>
                                        <p:cTn id="14" dur="3000" fill="hold"/>
                                        <p:tgtEl>
                                          <p:spTgt spid="46"/>
                                        </p:tgtEl>
                                        <p:attrNameLst>
                                          <p:attrName>ppt_w</p:attrName>
                                        </p:attrNameLst>
                                      </p:cBhvr>
                                      <p:tavLst>
                                        <p:tav tm="0">
                                          <p:val>
                                            <p:strVal val="4*#ppt_w"/>
                                          </p:val>
                                        </p:tav>
                                        <p:tav tm="100000">
                                          <p:val>
                                            <p:strVal val="#ppt_w"/>
                                          </p:val>
                                        </p:tav>
                                      </p:tavLst>
                                    </p:anim>
                                    <p:anim calcmode="lin" valueType="num">
                                      <p:cBhvr>
                                        <p:cTn id="15" dur="3000" fill="hold"/>
                                        <p:tgtEl>
                                          <p:spTgt spid="46"/>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2"/>
                                            </p:cond>
                                          </p:stCondLst>
                                          <p:endCondLst>
                                            <p:cond evt="onStopAudio" delay="0">
                                              <p:tgtEl>
                                                <p:sldTgt/>
                                              </p:tgtEl>
                                            </p:cond>
                                          </p:endCondLst>
                                        </p:cTn>
                                        <p:tgtEl>
                                          <p:sndTgt r:embed="rId3" name="CHIMES.WAV"/>
                                        </p:tgtEl>
                                      </p:cMediaNode>
                                    </p:audio>
                                  </p:subTnLst>
                                </p:cTn>
                              </p:par>
                            </p:childTnLst>
                          </p:cTn>
                        </p:par>
                        <p:par>
                          <p:cTn id="16" fill="hold">
                            <p:stCondLst>
                              <p:cond delay="3000"/>
                            </p:stCondLst>
                            <p:childTnLst>
                              <p:par>
                                <p:cTn id="17" presetID="23" presetClass="entr" presetSubtype="32" fill="hold" grpId="0" nodeType="afterEffect">
                                  <p:stCondLst>
                                    <p:cond delay="1000"/>
                                  </p:stCondLst>
                                  <p:childTnLst>
                                    <p:set>
                                      <p:cBhvr>
                                        <p:cTn id="18" dur="1" fill="hold">
                                          <p:stCondLst>
                                            <p:cond delay="0"/>
                                          </p:stCondLst>
                                        </p:cTn>
                                        <p:tgtEl>
                                          <p:spTgt spid="47"/>
                                        </p:tgtEl>
                                        <p:attrNameLst>
                                          <p:attrName>style.visibility</p:attrName>
                                        </p:attrNameLst>
                                      </p:cBhvr>
                                      <p:to>
                                        <p:strVal val="visible"/>
                                      </p:to>
                                    </p:set>
                                    <p:anim calcmode="lin" valueType="num">
                                      <p:cBhvr>
                                        <p:cTn id="19" dur="3000" fill="hold"/>
                                        <p:tgtEl>
                                          <p:spTgt spid="47"/>
                                        </p:tgtEl>
                                        <p:attrNameLst>
                                          <p:attrName>ppt_w</p:attrName>
                                        </p:attrNameLst>
                                      </p:cBhvr>
                                      <p:tavLst>
                                        <p:tav tm="0">
                                          <p:val>
                                            <p:strVal val="4*#ppt_w"/>
                                          </p:val>
                                        </p:tav>
                                        <p:tav tm="100000">
                                          <p:val>
                                            <p:strVal val="#ppt_w"/>
                                          </p:val>
                                        </p:tav>
                                      </p:tavLst>
                                    </p:anim>
                                    <p:anim calcmode="lin" valueType="num">
                                      <p:cBhvr>
                                        <p:cTn id="20" dur="3000" fill="hold"/>
                                        <p:tgtEl>
                                          <p:spTgt spid="47"/>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17"/>
                                            </p:cond>
                                          </p:stCondLst>
                                          <p:endCondLst>
                                            <p:cond evt="onStopAudio" delay="0">
                                              <p:tgtEl>
                                                <p:sldTgt/>
                                              </p:tgtEl>
                                            </p:cond>
                                          </p:endCondLst>
                                        </p:cTn>
                                        <p:tgtEl>
                                          <p:sndTgt r:embed="rId3" name="CHIMES.WAV"/>
                                        </p:tgtEl>
                                      </p:cMediaNode>
                                    </p:audio>
                                  </p:subTnLst>
                                </p:cTn>
                              </p:par>
                            </p:childTnLst>
                          </p:cTn>
                        </p:par>
                        <p:par>
                          <p:cTn id="21" fill="hold">
                            <p:stCondLst>
                              <p:cond delay="7000"/>
                            </p:stCondLst>
                            <p:childTnLst>
                              <p:par>
                                <p:cTn id="22" presetID="23" presetClass="entr" presetSubtype="32" fill="hold" grpId="0" nodeType="afterEffect">
                                  <p:stCondLst>
                                    <p:cond delay="1000"/>
                                  </p:stCondLst>
                                  <p:childTnLst>
                                    <p:set>
                                      <p:cBhvr>
                                        <p:cTn id="23" dur="1" fill="hold">
                                          <p:stCondLst>
                                            <p:cond delay="0"/>
                                          </p:stCondLst>
                                        </p:cTn>
                                        <p:tgtEl>
                                          <p:spTgt spid="44"/>
                                        </p:tgtEl>
                                        <p:attrNameLst>
                                          <p:attrName>style.visibility</p:attrName>
                                        </p:attrNameLst>
                                      </p:cBhvr>
                                      <p:to>
                                        <p:strVal val="visible"/>
                                      </p:to>
                                    </p:set>
                                    <p:anim calcmode="lin" valueType="num">
                                      <p:cBhvr>
                                        <p:cTn id="24" dur="3000" fill="hold"/>
                                        <p:tgtEl>
                                          <p:spTgt spid="44"/>
                                        </p:tgtEl>
                                        <p:attrNameLst>
                                          <p:attrName>ppt_w</p:attrName>
                                        </p:attrNameLst>
                                      </p:cBhvr>
                                      <p:tavLst>
                                        <p:tav tm="0">
                                          <p:val>
                                            <p:strVal val="4*#ppt_w"/>
                                          </p:val>
                                        </p:tav>
                                        <p:tav tm="100000">
                                          <p:val>
                                            <p:strVal val="#ppt_w"/>
                                          </p:val>
                                        </p:tav>
                                      </p:tavLst>
                                    </p:anim>
                                    <p:anim calcmode="lin" valueType="num">
                                      <p:cBhvr>
                                        <p:cTn id="25" dur="3000" fill="hold"/>
                                        <p:tgtEl>
                                          <p:spTgt spid="4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childTnLst>
                          </p:cTn>
                        </p:par>
                        <p:par>
                          <p:cTn id="26" fill="hold">
                            <p:stCondLst>
                              <p:cond delay="11000"/>
                            </p:stCondLst>
                            <p:childTnLst>
                              <p:par>
                                <p:cTn id="27" presetID="23" presetClass="entr" presetSubtype="32" fill="hold" grpId="0" nodeType="afterEffect">
                                  <p:stCondLst>
                                    <p:cond delay="1000"/>
                                  </p:stCondLst>
                                  <p:childTnLst>
                                    <p:set>
                                      <p:cBhvr>
                                        <p:cTn id="28" dur="1" fill="hold">
                                          <p:stCondLst>
                                            <p:cond delay="0"/>
                                          </p:stCondLst>
                                        </p:cTn>
                                        <p:tgtEl>
                                          <p:spTgt spid="34"/>
                                        </p:tgtEl>
                                        <p:attrNameLst>
                                          <p:attrName>style.visibility</p:attrName>
                                        </p:attrNameLst>
                                      </p:cBhvr>
                                      <p:to>
                                        <p:strVal val="visible"/>
                                      </p:to>
                                    </p:set>
                                    <p:anim calcmode="lin" valueType="num">
                                      <p:cBhvr>
                                        <p:cTn id="29" dur="3000" fill="hold"/>
                                        <p:tgtEl>
                                          <p:spTgt spid="34"/>
                                        </p:tgtEl>
                                        <p:attrNameLst>
                                          <p:attrName>ppt_w</p:attrName>
                                        </p:attrNameLst>
                                      </p:cBhvr>
                                      <p:tavLst>
                                        <p:tav tm="0">
                                          <p:val>
                                            <p:strVal val="4*#ppt_w"/>
                                          </p:val>
                                        </p:tav>
                                        <p:tav tm="100000">
                                          <p:val>
                                            <p:strVal val="#ppt_w"/>
                                          </p:val>
                                        </p:tav>
                                      </p:tavLst>
                                    </p:anim>
                                    <p:anim calcmode="lin" valueType="num">
                                      <p:cBhvr>
                                        <p:cTn id="30" dur="3000" fill="hold"/>
                                        <p:tgtEl>
                                          <p:spTgt spid="34"/>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27"/>
                                            </p:cond>
                                          </p:stCondLst>
                                          <p:endCondLst>
                                            <p:cond evt="onStopAudio" delay="0">
                                              <p:tgtEl>
                                                <p:sldTgt/>
                                              </p:tgtEl>
                                            </p:cond>
                                          </p:endCondLst>
                                        </p:cTn>
                                        <p:tgtEl>
                                          <p:sndTgt r:embed="rId3" name="CHIMES.WAV"/>
                                        </p:tgtEl>
                                      </p:cMediaNode>
                                    </p:audio>
                                  </p:subTnLst>
                                </p:cTn>
                              </p:par>
                            </p:childTnLst>
                          </p:cTn>
                        </p:par>
                        <p:par>
                          <p:cTn id="31" fill="hold">
                            <p:stCondLst>
                              <p:cond delay="15000"/>
                            </p:stCondLst>
                            <p:childTnLst>
                              <p:par>
                                <p:cTn id="32" presetID="17" presetClass="entr" presetSubtype="10" fill="hold" grpId="0" nodeType="afterEffect">
                                  <p:stCondLst>
                                    <p:cond delay="1000"/>
                                  </p:stCondLst>
                                  <p:childTnLst>
                                    <p:set>
                                      <p:cBhvr>
                                        <p:cTn id="33" dur="1" fill="hold">
                                          <p:stCondLst>
                                            <p:cond delay="0"/>
                                          </p:stCondLst>
                                        </p:cTn>
                                        <p:tgtEl>
                                          <p:spTgt spid="37"/>
                                        </p:tgtEl>
                                        <p:attrNameLst>
                                          <p:attrName>style.visibility</p:attrName>
                                        </p:attrNameLst>
                                      </p:cBhvr>
                                      <p:to>
                                        <p:strVal val="visible"/>
                                      </p:to>
                                    </p:set>
                                    <p:anim calcmode="lin" valueType="num">
                                      <p:cBhvr>
                                        <p:cTn id="34" dur="3000" fill="hold"/>
                                        <p:tgtEl>
                                          <p:spTgt spid="37"/>
                                        </p:tgtEl>
                                        <p:attrNameLst>
                                          <p:attrName>ppt_w</p:attrName>
                                        </p:attrNameLst>
                                      </p:cBhvr>
                                      <p:tavLst>
                                        <p:tav tm="0">
                                          <p:val>
                                            <p:fltVal val="0"/>
                                          </p:val>
                                        </p:tav>
                                        <p:tav tm="100000">
                                          <p:val>
                                            <p:strVal val="#ppt_w"/>
                                          </p:val>
                                        </p:tav>
                                      </p:tavLst>
                                    </p:anim>
                                    <p:anim calcmode="lin" valueType="num">
                                      <p:cBhvr>
                                        <p:cTn id="35" dur="3000" fill="hold"/>
                                        <p:tgtEl>
                                          <p:spTgt spid="3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CHIMES.WAV"/>
                                        </p:tgtEl>
                                      </p:cMediaNode>
                                    </p:audio>
                                  </p:subTnLst>
                                </p:cTn>
                              </p:par>
                            </p:childTnLst>
                          </p:cTn>
                        </p:par>
                        <p:par>
                          <p:cTn id="36" fill="hold">
                            <p:stCondLst>
                              <p:cond delay="19000"/>
                            </p:stCondLst>
                            <p:childTnLst>
                              <p:par>
                                <p:cTn id="37" presetID="23" presetClass="entr" presetSubtype="32" fill="hold" grpId="0" nodeType="afterEffect">
                                  <p:stCondLst>
                                    <p:cond delay="1000"/>
                                  </p:stCondLst>
                                  <p:childTnLst>
                                    <p:set>
                                      <p:cBhvr>
                                        <p:cTn id="38" dur="1" fill="hold">
                                          <p:stCondLst>
                                            <p:cond delay="0"/>
                                          </p:stCondLst>
                                        </p:cTn>
                                        <p:tgtEl>
                                          <p:spTgt spid="35"/>
                                        </p:tgtEl>
                                        <p:attrNameLst>
                                          <p:attrName>style.visibility</p:attrName>
                                        </p:attrNameLst>
                                      </p:cBhvr>
                                      <p:to>
                                        <p:strVal val="visible"/>
                                      </p:to>
                                    </p:set>
                                    <p:anim calcmode="lin" valueType="num">
                                      <p:cBhvr>
                                        <p:cTn id="39" dur="3000" fill="hold"/>
                                        <p:tgtEl>
                                          <p:spTgt spid="35"/>
                                        </p:tgtEl>
                                        <p:attrNameLst>
                                          <p:attrName>ppt_w</p:attrName>
                                        </p:attrNameLst>
                                      </p:cBhvr>
                                      <p:tavLst>
                                        <p:tav tm="0">
                                          <p:val>
                                            <p:strVal val="4*#ppt_w"/>
                                          </p:val>
                                        </p:tav>
                                        <p:tav tm="100000">
                                          <p:val>
                                            <p:strVal val="#ppt_w"/>
                                          </p:val>
                                        </p:tav>
                                      </p:tavLst>
                                    </p:anim>
                                    <p:anim calcmode="lin" valueType="num">
                                      <p:cBhvr>
                                        <p:cTn id="40" dur="3000" fill="hold"/>
                                        <p:tgtEl>
                                          <p:spTgt spid="35"/>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HIMES.WAV"/>
                                        </p:tgtEl>
                                      </p:cMediaNode>
                                    </p:audio>
                                  </p:subTnLst>
                                </p:cTn>
                              </p:par>
                            </p:childTnLst>
                          </p:cTn>
                        </p:par>
                        <p:par>
                          <p:cTn id="41" fill="hold">
                            <p:stCondLst>
                              <p:cond delay="23000"/>
                            </p:stCondLst>
                            <p:childTnLst>
                              <p:par>
                                <p:cTn id="42" presetID="17" presetClass="entr" presetSubtype="10" fill="hold" grpId="0" nodeType="afterEffect">
                                  <p:stCondLst>
                                    <p:cond delay="1000"/>
                                  </p:stCondLst>
                                  <p:childTnLst>
                                    <p:set>
                                      <p:cBhvr>
                                        <p:cTn id="43" dur="1" fill="hold">
                                          <p:stCondLst>
                                            <p:cond delay="0"/>
                                          </p:stCondLst>
                                        </p:cTn>
                                        <p:tgtEl>
                                          <p:spTgt spid="36"/>
                                        </p:tgtEl>
                                        <p:attrNameLst>
                                          <p:attrName>style.visibility</p:attrName>
                                        </p:attrNameLst>
                                      </p:cBhvr>
                                      <p:to>
                                        <p:strVal val="visible"/>
                                      </p:to>
                                    </p:set>
                                    <p:anim calcmode="lin" valueType="num">
                                      <p:cBhvr>
                                        <p:cTn id="44" dur="3000" fill="hold"/>
                                        <p:tgtEl>
                                          <p:spTgt spid="36"/>
                                        </p:tgtEl>
                                        <p:attrNameLst>
                                          <p:attrName>ppt_w</p:attrName>
                                        </p:attrNameLst>
                                      </p:cBhvr>
                                      <p:tavLst>
                                        <p:tav tm="0">
                                          <p:val>
                                            <p:fltVal val="0"/>
                                          </p:val>
                                        </p:tav>
                                        <p:tav tm="100000">
                                          <p:val>
                                            <p:strVal val="#ppt_w"/>
                                          </p:val>
                                        </p:tav>
                                      </p:tavLst>
                                    </p:anim>
                                    <p:anim calcmode="lin" valueType="num">
                                      <p:cBhvr>
                                        <p:cTn id="45" dur="3000" fill="hold"/>
                                        <p:tgtEl>
                                          <p:spTgt spid="3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2"/>
                                            </p:cond>
                                          </p:stCondLst>
                                          <p:endCondLst>
                                            <p:cond evt="onStopAudio" delay="0">
                                              <p:tgtEl>
                                                <p:sldTgt/>
                                              </p:tgtEl>
                                            </p:cond>
                                          </p:endCondLst>
                                        </p:cTn>
                                        <p:tgtEl>
                                          <p:sndTgt r:embed="rId3" name="CHIMES.WAV"/>
                                        </p:tgtEl>
                                      </p:cMediaNode>
                                    </p:audio>
                                  </p:subTnLst>
                                </p:cTn>
                              </p:par>
                            </p:childTnLst>
                          </p:cTn>
                        </p:par>
                        <p:par>
                          <p:cTn id="46" fill="hold">
                            <p:stCondLst>
                              <p:cond delay="27000"/>
                            </p:stCondLst>
                            <p:childTnLst>
                              <p:par>
                                <p:cTn id="47" presetID="17" presetClass="entr" presetSubtype="2" fill="hold" nodeType="afterEffect">
                                  <p:stCondLst>
                                    <p:cond delay="1000"/>
                                  </p:stCondLst>
                                  <p:childTnLst>
                                    <p:set>
                                      <p:cBhvr>
                                        <p:cTn id="48" dur="1" fill="hold">
                                          <p:stCondLst>
                                            <p:cond delay="0"/>
                                          </p:stCondLst>
                                        </p:cTn>
                                        <p:tgtEl>
                                          <p:spTgt spid="41"/>
                                        </p:tgtEl>
                                        <p:attrNameLst>
                                          <p:attrName>style.visibility</p:attrName>
                                        </p:attrNameLst>
                                      </p:cBhvr>
                                      <p:to>
                                        <p:strVal val="visible"/>
                                      </p:to>
                                    </p:set>
                                    <p:anim calcmode="lin" valueType="num">
                                      <p:cBhvr>
                                        <p:cTn id="49" dur="3000" fill="hold"/>
                                        <p:tgtEl>
                                          <p:spTgt spid="41"/>
                                        </p:tgtEl>
                                        <p:attrNameLst>
                                          <p:attrName>ppt_x</p:attrName>
                                        </p:attrNameLst>
                                      </p:cBhvr>
                                      <p:tavLst>
                                        <p:tav tm="0">
                                          <p:val>
                                            <p:strVal val="#ppt_x+#ppt_w/2"/>
                                          </p:val>
                                        </p:tav>
                                        <p:tav tm="100000">
                                          <p:val>
                                            <p:strVal val="#ppt_x"/>
                                          </p:val>
                                        </p:tav>
                                      </p:tavLst>
                                    </p:anim>
                                    <p:anim calcmode="lin" valueType="num">
                                      <p:cBhvr>
                                        <p:cTn id="50" dur="3000" fill="hold"/>
                                        <p:tgtEl>
                                          <p:spTgt spid="41"/>
                                        </p:tgtEl>
                                        <p:attrNameLst>
                                          <p:attrName>ppt_y</p:attrName>
                                        </p:attrNameLst>
                                      </p:cBhvr>
                                      <p:tavLst>
                                        <p:tav tm="0">
                                          <p:val>
                                            <p:strVal val="#ppt_y"/>
                                          </p:val>
                                        </p:tav>
                                        <p:tav tm="100000">
                                          <p:val>
                                            <p:strVal val="#ppt_y"/>
                                          </p:val>
                                        </p:tav>
                                      </p:tavLst>
                                    </p:anim>
                                    <p:anim calcmode="lin" valueType="num">
                                      <p:cBhvr>
                                        <p:cTn id="51" dur="3000" fill="hold"/>
                                        <p:tgtEl>
                                          <p:spTgt spid="41"/>
                                        </p:tgtEl>
                                        <p:attrNameLst>
                                          <p:attrName>ppt_w</p:attrName>
                                        </p:attrNameLst>
                                      </p:cBhvr>
                                      <p:tavLst>
                                        <p:tav tm="0">
                                          <p:val>
                                            <p:fltVal val="0"/>
                                          </p:val>
                                        </p:tav>
                                        <p:tav tm="100000">
                                          <p:val>
                                            <p:strVal val="#ppt_w"/>
                                          </p:val>
                                        </p:tav>
                                      </p:tavLst>
                                    </p:anim>
                                    <p:anim calcmode="lin" valueType="num">
                                      <p:cBhvr>
                                        <p:cTn id="52" dur="3000" fill="hold"/>
                                        <p:tgtEl>
                                          <p:spTgt spid="4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7"/>
                                            </p:cond>
                                          </p:stCondLst>
                                          <p:endCondLst>
                                            <p:cond evt="onStopAudio" delay="0">
                                              <p:tgtEl>
                                                <p:sldTgt/>
                                              </p:tgtEl>
                                            </p:cond>
                                          </p:endCondLst>
                                        </p:cTn>
                                        <p:tgtEl>
                                          <p:sndTgt r:embed="rId3" name="CHIMES.WAV"/>
                                        </p:tgtEl>
                                      </p:cMediaNode>
                                    </p:audio>
                                  </p:subTnLst>
                                </p:cTn>
                              </p:par>
                            </p:childTnLst>
                          </p:cTn>
                        </p:par>
                        <p:par>
                          <p:cTn id="53" fill="hold">
                            <p:stCondLst>
                              <p:cond delay="31000"/>
                            </p:stCondLst>
                            <p:childTnLst>
                              <p:par>
                                <p:cTn id="54" presetID="16" presetClass="entr" presetSubtype="42" fill="hold" nodeType="afterEffect">
                                  <p:stCondLst>
                                    <p:cond delay="1000"/>
                                  </p:stCondLst>
                                  <p:childTnLst>
                                    <p:set>
                                      <p:cBhvr>
                                        <p:cTn id="55" dur="1" fill="hold">
                                          <p:stCondLst>
                                            <p:cond delay="0"/>
                                          </p:stCondLst>
                                        </p:cTn>
                                        <p:tgtEl>
                                          <p:spTgt spid="43"/>
                                        </p:tgtEl>
                                        <p:attrNameLst>
                                          <p:attrName>style.visibility</p:attrName>
                                        </p:attrNameLst>
                                      </p:cBhvr>
                                      <p:to>
                                        <p:strVal val="visible"/>
                                      </p:to>
                                    </p:set>
                                    <p:animEffect transition="in" filter="barn(outHorizontal)">
                                      <p:cBhvr>
                                        <p:cTn id="56" dur="3000"/>
                                        <p:tgtEl>
                                          <p:spTgt spid="43"/>
                                        </p:tgtEl>
                                      </p:cBhvr>
                                    </p:animEffect>
                                  </p:childTnLst>
                                  <p:subTnLst>
                                    <p:audio>
                                      <p:cMediaNode>
                                        <p:cTn display="0" masterRel="sameClick">
                                          <p:stCondLst>
                                            <p:cond evt="begin" delay="0">
                                              <p:tn val="54"/>
                                            </p:cond>
                                          </p:stCondLst>
                                          <p:endCondLst>
                                            <p:cond evt="onStopAudio" delay="0">
                                              <p:tgtEl>
                                                <p:sldTgt/>
                                              </p:tgtEl>
                                            </p:cond>
                                          </p:endCondLst>
                                        </p:cTn>
                                        <p:tgtEl>
                                          <p:sndTgt r:embed="rId3" name="CHIMES.WAV"/>
                                        </p:tgtEl>
                                      </p:cMediaNode>
                                    </p:audio>
                                  </p:subTnLst>
                                </p:cTn>
                              </p:par>
                            </p:childTnLst>
                          </p:cTn>
                        </p:par>
                        <p:par>
                          <p:cTn id="57" fill="hold">
                            <p:stCondLst>
                              <p:cond delay="35000"/>
                            </p:stCondLst>
                            <p:childTnLst>
                              <p:par>
                                <p:cTn id="58" presetID="17" presetClass="entr" presetSubtype="2" fill="hold" grpId="0" nodeType="afterEffect">
                                  <p:stCondLst>
                                    <p:cond delay="1000"/>
                                  </p:stCondLst>
                                  <p:childTnLst>
                                    <p:set>
                                      <p:cBhvr>
                                        <p:cTn id="59" dur="1" fill="hold">
                                          <p:stCondLst>
                                            <p:cond delay="0"/>
                                          </p:stCondLst>
                                        </p:cTn>
                                        <p:tgtEl>
                                          <p:spTgt spid="42"/>
                                        </p:tgtEl>
                                        <p:attrNameLst>
                                          <p:attrName>style.visibility</p:attrName>
                                        </p:attrNameLst>
                                      </p:cBhvr>
                                      <p:to>
                                        <p:strVal val="visible"/>
                                      </p:to>
                                    </p:set>
                                    <p:anim calcmode="lin" valueType="num">
                                      <p:cBhvr>
                                        <p:cTn id="60" dur="3000" fill="hold"/>
                                        <p:tgtEl>
                                          <p:spTgt spid="42"/>
                                        </p:tgtEl>
                                        <p:attrNameLst>
                                          <p:attrName>ppt_x</p:attrName>
                                        </p:attrNameLst>
                                      </p:cBhvr>
                                      <p:tavLst>
                                        <p:tav tm="0">
                                          <p:val>
                                            <p:strVal val="#ppt_x+#ppt_w/2"/>
                                          </p:val>
                                        </p:tav>
                                        <p:tav tm="100000">
                                          <p:val>
                                            <p:strVal val="#ppt_x"/>
                                          </p:val>
                                        </p:tav>
                                      </p:tavLst>
                                    </p:anim>
                                    <p:anim calcmode="lin" valueType="num">
                                      <p:cBhvr>
                                        <p:cTn id="61" dur="3000" fill="hold"/>
                                        <p:tgtEl>
                                          <p:spTgt spid="42"/>
                                        </p:tgtEl>
                                        <p:attrNameLst>
                                          <p:attrName>ppt_y</p:attrName>
                                        </p:attrNameLst>
                                      </p:cBhvr>
                                      <p:tavLst>
                                        <p:tav tm="0">
                                          <p:val>
                                            <p:strVal val="#ppt_y"/>
                                          </p:val>
                                        </p:tav>
                                        <p:tav tm="100000">
                                          <p:val>
                                            <p:strVal val="#ppt_y"/>
                                          </p:val>
                                        </p:tav>
                                      </p:tavLst>
                                    </p:anim>
                                    <p:anim calcmode="lin" valueType="num">
                                      <p:cBhvr>
                                        <p:cTn id="62" dur="3000" fill="hold"/>
                                        <p:tgtEl>
                                          <p:spTgt spid="42"/>
                                        </p:tgtEl>
                                        <p:attrNameLst>
                                          <p:attrName>ppt_w</p:attrName>
                                        </p:attrNameLst>
                                      </p:cBhvr>
                                      <p:tavLst>
                                        <p:tav tm="0">
                                          <p:val>
                                            <p:fltVal val="0"/>
                                          </p:val>
                                        </p:tav>
                                        <p:tav tm="100000">
                                          <p:val>
                                            <p:strVal val="#ppt_w"/>
                                          </p:val>
                                        </p:tav>
                                      </p:tavLst>
                                    </p:anim>
                                    <p:anim calcmode="lin" valueType="num">
                                      <p:cBhvr>
                                        <p:cTn id="63" dur="3000" fill="hold"/>
                                        <p:tgtEl>
                                          <p:spTgt spid="4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3" name="CHIMES.WAV"/>
                                        </p:tgtEl>
                                      </p:cMediaNode>
                                    </p:audio>
                                  </p:subTnLst>
                                </p:cTn>
                              </p:par>
                            </p:childTnLst>
                          </p:cTn>
                        </p:par>
                        <p:par>
                          <p:cTn id="64" fill="hold">
                            <p:stCondLst>
                              <p:cond delay="39000"/>
                            </p:stCondLst>
                            <p:childTnLst>
                              <p:par>
                                <p:cTn id="65" presetID="17" presetClass="entr" presetSubtype="2" fill="hold" nodeType="afterEffect">
                                  <p:stCondLst>
                                    <p:cond delay="1000"/>
                                  </p:stCondLst>
                                  <p:childTnLst>
                                    <p:set>
                                      <p:cBhvr>
                                        <p:cTn id="66" dur="1" fill="hold">
                                          <p:stCondLst>
                                            <p:cond delay="0"/>
                                          </p:stCondLst>
                                        </p:cTn>
                                        <p:tgtEl>
                                          <p:spTgt spid="38"/>
                                        </p:tgtEl>
                                        <p:attrNameLst>
                                          <p:attrName>style.visibility</p:attrName>
                                        </p:attrNameLst>
                                      </p:cBhvr>
                                      <p:to>
                                        <p:strVal val="visible"/>
                                      </p:to>
                                    </p:set>
                                    <p:anim calcmode="lin" valueType="num">
                                      <p:cBhvr>
                                        <p:cTn id="67" dur="3000" fill="hold"/>
                                        <p:tgtEl>
                                          <p:spTgt spid="38"/>
                                        </p:tgtEl>
                                        <p:attrNameLst>
                                          <p:attrName>ppt_x</p:attrName>
                                        </p:attrNameLst>
                                      </p:cBhvr>
                                      <p:tavLst>
                                        <p:tav tm="0">
                                          <p:val>
                                            <p:strVal val="#ppt_x+#ppt_w/2"/>
                                          </p:val>
                                        </p:tav>
                                        <p:tav tm="100000">
                                          <p:val>
                                            <p:strVal val="#ppt_x"/>
                                          </p:val>
                                        </p:tav>
                                      </p:tavLst>
                                    </p:anim>
                                    <p:anim calcmode="lin" valueType="num">
                                      <p:cBhvr>
                                        <p:cTn id="68" dur="3000" fill="hold"/>
                                        <p:tgtEl>
                                          <p:spTgt spid="38"/>
                                        </p:tgtEl>
                                        <p:attrNameLst>
                                          <p:attrName>ppt_y</p:attrName>
                                        </p:attrNameLst>
                                      </p:cBhvr>
                                      <p:tavLst>
                                        <p:tav tm="0">
                                          <p:val>
                                            <p:strVal val="#ppt_y"/>
                                          </p:val>
                                        </p:tav>
                                        <p:tav tm="100000">
                                          <p:val>
                                            <p:strVal val="#ppt_y"/>
                                          </p:val>
                                        </p:tav>
                                      </p:tavLst>
                                    </p:anim>
                                    <p:anim calcmode="lin" valueType="num">
                                      <p:cBhvr>
                                        <p:cTn id="69" dur="3000" fill="hold"/>
                                        <p:tgtEl>
                                          <p:spTgt spid="38"/>
                                        </p:tgtEl>
                                        <p:attrNameLst>
                                          <p:attrName>ppt_w</p:attrName>
                                        </p:attrNameLst>
                                      </p:cBhvr>
                                      <p:tavLst>
                                        <p:tav tm="0">
                                          <p:val>
                                            <p:fltVal val="0"/>
                                          </p:val>
                                        </p:tav>
                                        <p:tav tm="100000">
                                          <p:val>
                                            <p:strVal val="#ppt_w"/>
                                          </p:val>
                                        </p:tav>
                                      </p:tavLst>
                                    </p:anim>
                                    <p:anim calcmode="lin" valueType="num">
                                      <p:cBhvr>
                                        <p:cTn id="70" dur="3000" fill="hold"/>
                                        <p:tgtEl>
                                          <p:spTgt spid="3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5"/>
                                            </p:cond>
                                          </p:stCondLst>
                                          <p:endCondLst>
                                            <p:cond evt="onStopAudio" delay="0">
                                              <p:tgtEl>
                                                <p:sldTgt/>
                                              </p:tgtEl>
                                            </p:cond>
                                          </p:endCondLst>
                                        </p:cTn>
                                        <p:tgtEl>
                                          <p:sndTgt r:embed="rId3" name="CHIMES.WAV"/>
                                        </p:tgtEl>
                                      </p:cMediaNode>
                                    </p:audio>
                                  </p:subTnLst>
                                </p:cTn>
                              </p:par>
                            </p:childTnLst>
                          </p:cTn>
                        </p:par>
                        <p:par>
                          <p:cTn id="71" fill="hold">
                            <p:stCondLst>
                              <p:cond delay="43000"/>
                            </p:stCondLst>
                            <p:childTnLst>
                              <p:par>
                                <p:cTn id="72" presetID="16" presetClass="entr" presetSubtype="42" fill="hold" nodeType="afterEffect">
                                  <p:stCondLst>
                                    <p:cond delay="1000"/>
                                  </p:stCondLst>
                                  <p:childTnLst>
                                    <p:set>
                                      <p:cBhvr>
                                        <p:cTn id="73" dur="1" fill="hold">
                                          <p:stCondLst>
                                            <p:cond delay="0"/>
                                          </p:stCondLst>
                                        </p:cTn>
                                        <p:tgtEl>
                                          <p:spTgt spid="39"/>
                                        </p:tgtEl>
                                        <p:attrNameLst>
                                          <p:attrName>style.visibility</p:attrName>
                                        </p:attrNameLst>
                                      </p:cBhvr>
                                      <p:to>
                                        <p:strVal val="visible"/>
                                      </p:to>
                                    </p:set>
                                    <p:animEffect transition="in" filter="barn(outHorizontal)">
                                      <p:cBhvr>
                                        <p:cTn id="74" dur="3000"/>
                                        <p:tgtEl>
                                          <p:spTgt spid="39"/>
                                        </p:tgtEl>
                                      </p:cBhvr>
                                    </p:animEffect>
                                  </p:childTnLst>
                                  <p:subTnLst>
                                    <p:audio>
                                      <p:cMediaNode>
                                        <p:cTn display="0" masterRel="sameClick">
                                          <p:stCondLst>
                                            <p:cond evt="begin" delay="0">
                                              <p:tn val="72"/>
                                            </p:cond>
                                          </p:stCondLst>
                                          <p:endCondLst>
                                            <p:cond evt="onStopAudio" delay="0">
                                              <p:tgtEl>
                                                <p:sldTgt/>
                                              </p:tgtEl>
                                            </p:cond>
                                          </p:endCondLst>
                                        </p:cTn>
                                        <p:tgtEl>
                                          <p:sndTgt r:embed="rId3" name="CHIMES.WAV"/>
                                        </p:tgtEl>
                                      </p:cMediaNode>
                                    </p:audio>
                                  </p:subTnLst>
                                </p:cTn>
                              </p:par>
                            </p:childTnLst>
                          </p:cTn>
                        </p:par>
                        <p:par>
                          <p:cTn id="75" fill="hold">
                            <p:stCondLst>
                              <p:cond delay="47000"/>
                            </p:stCondLst>
                            <p:childTnLst>
                              <p:par>
                                <p:cTn id="76" presetID="17" presetClass="entr" presetSubtype="2" fill="hold" grpId="0" nodeType="afterEffect">
                                  <p:stCondLst>
                                    <p:cond delay="1000"/>
                                  </p:stCondLst>
                                  <p:childTnLst>
                                    <p:set>
                                      <p:cBhvr>
                                        <p:cTn id="77" dur="1" fill="hold">
                                          <p:stCondLst>
                                            <p:cond delay="0"/>
                                          </p:stCondLst>
                                        </p:cTn>
                                        <p:tgtEl>
                                          <p:spTgt spid="40"/>
                                        </p:tgtEl>
                                        <p:attrNameLst>
                                          <p:attrName>style.visibility</p:attrName>
                                        </p:attrNameLst>
                                      </p:cBhvr>
                                      <p:to>
                                        <p:strVal val="visible"/>
                                      </p:to>
                                    </p:set>
                                    <p:anim calcmode="lin" valueType="num">
                                      <p:cBhvr>
                                        <p:cTn id="78" dur="3000" fill="hold"/>
                                        <p:tgtEl>
                                          <p:spTgt spid="40"/>
                                        </p:tgtEl>
                                        <p:attrNameLst>
                                          <p:attrName>ppt_x</p:attrName>
                                        </p:attrNameLst>
                                      </p:cBhvr>
                                      <p:tavLst>
                                        <p:tav tm="0">
                                          <p:val>
                                            <p:strVal val="#ppt_x+#ppt_w/2"/>
                                          </p:val>
                                        </p:tav>
                                        <p:tav tm="100000">
                                          <p:val>
                                            <p:strVal val="#ppt_x"/>
                                          </p:val>
                                        </p:tav>
                                      </p:tavLst>
                                    </p:anim>
                                    <p:anim calcmode="lin" valueType="num">
                                      <p:cBhvr>
                                        <p:cTn id="79" dur="3000" fill="hold"/>
                                        <p:tgtEl>
                                          <p:spTgt spid="40"/>
                                        </p:tgtEl>
                                        <p:attrNameLst>
                                          <p:attrName>ppt_y</p:attrName>
                                        </p:attrNameLst>
                                      </p:cBhvr>
                                      <p:tavLst>
                                        <p:tav tm="0">
                                          <p:val>
                                            <p:strVal val="#ppt_y"/>
                                          </p:val>
                                        </p:tav>
                                        <p:tav tm="100000">
                                          <p:val>
                                            <p:strVal val="#ppt_y"/>
                                          </p:val>
                                        </p:tav>
                                      </p:tavLst>
                                    </p:anim>
                                    <p:anim calcmode="lin" valueType="num">
                                      <p:cBhvr>
                                        <p:cTn id="80" dur="3000" fill="hold"/>
                                        <p:tgtEl>
                                          <p:spTgt spid="40"/>
                                        </p:tgtEl>
                                        <p:attrNameLst>
                                          <p:attrName>ppt_w</p:attrName>
                                        </p:attrNameLst>
                                      </p:cBhvr>
                                      <p:tavLst>
                                        <p:tav tm="0">
                                          <p:val>
                                            <p:fltVal val="0"/>
                                          </p:val>
                                        </p:tav>
                                        <p:tav tm="100000">
                                          <p:val>
                                            <p:strVal val="#ppt_w"/>
                                          </p:val>
                                        </p:tav>
                                      </p:tavLst>
                                    </p:anim>
                                    <p:anim calcmode="lin" valueType="num">
                                      <p:cBhvr>
                                        <p:cTn id="81" dur="3000" fill="hold"/>
                                        <p:tgtEl>
                                          <p:spTgt spid="4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6"/>
                                            </p:cond>
                                          </p:stCondLst>
                                          <p:endCondLst>
                                            <p:cond evt="onStopAudio" delay="0">
                                              <p:tgtEl>
                                                <p:sldTgt/>
                                              </p:tgtEl>
                                            </p:cond>
                                          </p:endCondLst>
                                        </p:cTn>
                                        <p:tgtEl>
                                          <p:sndTgt r:embed="rId3" name="CHIMES.WAV"/>
                                        </p:tgtEl>
                                      </p:cMediaNode>
                                    </p:audio>
                                  </p:subTnLst>
                                </p:cTn>
                              </p:par>
                            </p:childTnLst>
                          </p:cTn>
                        </p:par>
                        <p:par>
                          <p:cTn id="82" fill="hold">
                            <p:stCondLst>
                              <p:cond delay="51000"/>
                            </p:stCondLst>
                            <p:childTnLst>
                              <p:par>
                                <p:cTn id="83" presetID="23" presetClass="entr" presetSubtype="32" fill="hold" grpId="0" nodeType="afterEffect">
                                  <p:stCondLst>
                                    <p:cond delay="1000"/>
                                  </p:stCondLst>
                                  <p:childTnLst>
                                    <p:set>
                                      <p:cBhvr>
                                        <p:cTn id="84" dur="1" fill="hold">
                                          <p:stCondLst>
                                            <p:cond delay="0"/>
                                          </p:stCondLst>
                                        </p:cTn>
                                        <p:tgtEl>
                                          <p:spTgt spid="33"/>
                                        </p:tgtEl>
                                        <p:attrNameLst>
                                          <p:attrName>style.visibility</p:attrName>
                                        </p:attrNameLst>
                                      </p:cBhvr>
                                      <p:to>
                                        <p:strVal val="visible"/>
                                      </p:to>
                                    </p:set>
                                    <p:anim calcmode="lin" valueType="num">
                                      <p:cBhvr>
                                        <p:cTn id="85" dur="5000" fill="hold"/>
                                        <p:tgtEl>
                                          <p:spTgt spid="33"/>
                                        </p:tgtEl>
                                        <p:attrNameLst>
                                          <p:attrName>ppt_w</p:attrName>
                                        </p:attrNameLst>
                                      </p:cBhvr>
                                      <p:tavLst>
                                        <p:tav tm="0">
                                          <p:val>
                                            <p:strVal val="4*#ppt_w"/>
                                          </p:val>
                                        </p:tav>
                                        <p:tav tm="100000">
                                          <p:val>
                                            <p:strVal val="#ppt_w"/>
                                          </p:val>
                                        </p:tav>
                                      </p:tavLst>
                                    </p:anim>
                                    <p:anim calcmode="lin" valueType="num">
                                      <p:cBhvr>
                                        <p:cTn id="86" dur="5000" fill="hold"/>
                                        <p:tgtEl>
                                          <p:spTgt spid="33"/>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83"/>
                                            </p:cond>
                                          </p:stCondLst>
                                          <p:endCondLst>
                                            <p:cond evt="onStopAudio" delay="0">
                                              <p:tgtEl>
                                                <p:sldTgt/>
                                              </p:tgtEl>
                                            </p:cond>
                                          </p:endCondLst>
                                        </p:cTn>
                                        <p:tgtEl>
                                          <p:sndTgt r:embed="rId3" name="CHIMES.WAV"/>
                                        </p:tgtEl>
                                      </p:cMediaNode>
                                    </p:audio>
                                  </p:subTnLst>
                                </p:cTn>
                              </p:par>
                            </p:childTnLst>
                          </p:cTn>
                        </p:par>
                        <p:par>
                          <p:cTn id="87" fill="hold">
                            <p:stCondLst>
                              <p:cond delay="57000"/>
                            </p:stCondLst>
                            <p:childTnLst>
                              <p:par>
                                <p:cTn id="88" presetID="17" presetClass="entr" presetSubtype="8" fill="hold" grpId="0" nodeType="afterEffect">
                                  <p:stCondLst>
                                    <p:cond delay="1000"/>
                                  </p:stCondLst>
                                  <p:childTnLst>
                                    <p:set>
                                      <p:cBhvr>
                                        <p:cTn id="89" dur="1" fill="hold">
                                          <p:stCondLst>
                                            <p:cond delay="0"/>
                                          </p:stCondLst>
                                        </p:cTn>
                                        <p:tgtEl>
                                          <p:spTgt spid="30"/>
                                        </p:tgtEl>
                                        <p:attrNameLst>
                                          <p:attrName>style.visibility</p:attrName>
                                        </p:attrNameLst>
                                      </p:cBhvr>
                                      <p:to>
                                        <p:strVal val="visible"/>
                                      </p:to>
                                    </p:set>
                                    <p:anim calcmode="lin" valueType="num">
                                      <p:cBhvr>
                                        <p:cTn id="90" dur="5000" fill="hold"/>
                                        <p:tgtEl>
                                          <p:spTgt spid="30"/>
                                        </p:tgtEl>
                                        <p:attrNameLst>
                                          <p:attrName>ppt_x</p:attrName>
                                        </p:attrNameLst>
                                      </p:cBhvr>
                                      <p:tavLst>
                                        <p:tav tm="0">
                                          <p:val>
                                            <p:strVal val="#ppt_x-#ppt_w/2"/>
                                          </p:val>
                                        </p:tav>
                                        <p:tav tm="100000">
                                          <p:val>
                                            <p:strVal val="#ppt_x"/>
                                          </p:val>
                                        </p:tav>
                                      </p:tavLst>
                                    </p:anim>
                                    <p:anim calcmode="lin" valueType="num">
                                      <p:cBhvr>
                                        <p:cTn id="91" dur="5000" fill="hold"/>
                                        <p:tgtEl>
                                          <p:spTgt spid="30"/>
                                        </p:tgtEl>
                                        <p:attrNameLst>
                                          <p:attrName>ppt_y</p:attrName>
                                        </p:attrNameLst>
                                      </p:cBhvr>
                                      <p:tavLst>
                                        <p:tav tm="0">
                                          <p:val>
                                            <p:strVal val="#ppt_y"/>
                                          </p:val>
                                        </p:tav>
                                        <p:tav tm="100000">
                                          <p:val>
                                            <p:strVal val="#ppt_y"/>
                                          </p:val>
                                        </p:tav>
                                      </p:tavLst>
                                    </p:anim>
                                    <p:anim calcmode="lin" valueType="num">
                                      <p:cBhvr>
                                        <p:cTn id="92" dur="5000" fill="hold"/>
                                        <p:tgtEl>
                                          <p:spTgt spid="30"/>
                                        </p:tgtEl>
                                        <p:attrNameLst>
                                          <p:attrName>ppt_w</p:attrName>
                                        </p:attrNameLst>
                                      </p:cBhvr>
                                      <p:tavLst>
                                        <p:tav tm="0">
                                          <p:val>
                                            <p:fltVal val="0"/>
                                          </p:val>
                                        </p:tav>
                                        <p:tav tm="100000">
                                          <p:val>
                                            <p:strVal val="#ppt_w"/>
                                          </p:val>
                                        </p:tav>
                                      </p:tavLst>
                                    </p:anim>
                                    <p:anim calcmode="lin" valueType="num">
                                      <p:cBhvr>
                                        <p:cTn id="93" dur="5000" fill="hold"/>
                                        <p:tgtEl>
                                          <p:spTgt spid="3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8"/>
                                            </p:cond>
                                          </p:stCondLst>
                                          <p:endCondLst>
                                            <p:cond evt="onStopAudio" delay="0">
                                              <p:tgtEl>
                                                <p:sldTgt/>
                                              </p:tgtEl>
                                            </p:cond>
                                          </p:endCondLst>
                                        </p:cTn>
                                        <p:tgtEl>
                                          <p:sndTgt r:embed="rId3" name="CHIMES.WAV"/>
                                        </p:tgtEl>
                                      </p:cMediaNode>
                                    </p:audio>
                                  </p:subTnLst>
                                </p:cTn>
                              </p:par>
                            </p:childTnLst>
                          </p:cTn>
                        </p:par>
                        <p:par>
                          <p:cTn id="94" fill="hold">
                            <p:stCondLst>
                              <p:cond delay="63000"/>
                            </p:stCondLst>
                            <p:childTnLst>
                              <p:par>
                                <p:cTn id="95" presetID="17" presetClass="entr" presetSubtype="8" fill="hold" nodeType="afterEffect">
                                  <p:stCondLst>
                                    <p:cond delay="1000"/>
                                  </p:stCondLst>
                                  <p:childTnLst>
                                    <p:set>
                                      <p:cBhvr>
                                        <p:cTn id="96" dur="1" fill="hold">
                                          <p:stCondLst>
                                            <p:cond delay="0"/>
                                          </p:stCondLst>
                                        </p:cTn>
                                        <p:tgtEl>
                                          <p:spTgt spid="28"/>
                                        </p:tgtEl>
                                        <p:attrNameLst>
                                          <p:attrName>style.visibility</p:attrName>
                                        </p:attrNameLst>
                                      </p:cBhvr>
                                      <p:to>
                                        <p:strVal val="visible"/>
                                      </p:to>
                                    </p:set>
                                    <p:anim calcmode="lin" valueType="num">
                                      <p:cBhvr>
                                        <p:cTn id="97" dur="5000" fill="hold"/>
                                        <p:tgtEl>
                                          <p:spTgt spid="28"/>
                                        </p:tgtEl>
                                        <p:attrNameLst>
                                          <p:attrName>ppt_x</p:attrName>
                                        </p:attrNameLst>
                                      </p:cBhvr>
                                      <p:tavLst>
                                        <p:tav tm="0">
                                          <p:val>
                                            <p:strVal val="#ppt_x-#ppt_w/2"/>
                                          </p:val>
                                        </p:tav>
                                        <p:tav tm="100000">
                                          <p:val>
                                            <p:strVal val="#ppt_x"/>
                                          </p:val>
                                        </p:tav>
                                      </p:tavLst>
                                    </p:anim>
                                    <p:anim calcmode="lin" valueType="num">
                                      <p:cBhvr>
                                        <p:cTn id="98" dur="5000" fill="hold"/>
                                        <p:tgtEl>
                                          <p:spTgt spid="28"/>
                                        </p:tgtEl>
                                        <p:attrNameLst>
                                          <p:attrName>ppt_y</p:attrName>
                                        </p:attrNameLst>
                                      </p:cBhvr>
                                      <p:tavLst>
                                        <p:tav tm="0">
                                          <p:val>
                                            <p:strVal val="#ppt_y"/>
                                          </p:val>
                                        </p:tav>
                                        <p:tav tm="100000">
                                          <p:val>
                                            <p:strVal val="#ppt_y"/>
                                          </p:val>
                                        </p:tav>
                                      </p:tavLst>
                                    </p:anim>
                                    <p:anim calcmode="lin" valueType="num">
                                      <p:cBhvr>
                                        <p:cTn id="99" dur="5000" fill="hold"/>
                                        <p:tgtEl>
                                          <p:spTgt spid="28"/>
                                        </p:tgtEl>
                                        <p:attrNameLst>
                                          <p:attrName>ppt_w</p:attrName>
                                        </p:attrNameLst>
                                      </p:cBhvr>
                                      <p:tavLst>
                                        <p:tav tm="0">
                                          <p:val>
                                            <p:fltVal val="0"/>
                                          </p:val>
                                        </p:tav>
                                        <p:tav tm="100000">
                                          <p:val>
                                            <p:strVal val="#ppt_w"/>
                                          </p:val>
                                        </p:tav>
                                      </p:tavLst>
                                    </p:anim>
                                    <p:anim calcmode="lin" valueType="num">
                                      <p:cBhvr>
                                        <p:cTn id="100" dur="5000" fill="hold"/>
                                        <p:tgtEl>
                                          <p:spTgt spid="2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5"/>
                                            </p:cond>
                                          </p:stCondLst>
                                          <p:endCondLst>
                                            <p:cond evt="onStopAudio" delay="0">
                                              <p:tgtEl>
                                                <p:sldTgt/>
                                              </p:tgtEl>
                                            </p:cond>
                                          </p:endCondLst>
                                        </p:cTn>
                                        <p:tgtEl>
                                          <p:sndTgt r:embed="rId3" name="CHIMES.WAV"/>
                                        </p:tgtEl>
                                      </p:cMediaNode>
                                    </p:audio>
                                  </p:subTnLst>
                                </p:cTn>
                              </p:par>
                            </p:childTnLst>
                          </p:cTn>
                        </p:par>
                        <p:par>
                          <p:cTn id="101" fill="hold">
                            <p:stCondLst>
                              <p:cond delay="69000"/>
                            </p:stCondLst>
                            <p:childTnLst>
                              <p:par>
                                <p:cTn id="102" presetID="17" presetClass="entr" presetSubtype="10" fill="hold" grpId="0" nodeType="afterEffect">
                                  <p:stCondLst>
                                    <p:cond delay="0"/>
                                  </p:stCondLst>
                                  <p:childTnLst>
                                    <p:set>
                                      <p:cBhvr>
                                        <p:cTn id="103" dur="1" fill="hold">
                                          <p:stCondLst>
                                            <p:cond delay="0"/>
                                          </p:stCondLst>
                                        </p:cTn>
                                        <p:tgtEl>
                                          <p:spTgt spid="31"/>
                                        </p:tgtEl>
                                        <p:attrNameLst>
                                          <p:attrName>style.visibility</p:attrName>
                                        </p:attrNameLst>
                                      </p:cBhvr>
                                      <p:to>
                                        <p:strVal val="visible"/>
                                      </p:to>
                                    </p:set>
                                    <p:anim calcmode="lin" valueType="num">
                                      <p:cBhvr>
                                        <p:cTn id="104" dur="5000" fill="hold"/>
                                        <p:tgtEl>
                                          <p:spTgt spid="31"/>
                                        </p:tgtEl>
                                        <p:attrNameLst>
                                          <p:attrName>ppt_w</p:attrName>
                                        </p:attrNameLst>
                                      </p:cBhvr>
                                      <p:tavLst>
                                        <p:tav tm="0">
                                          <p:val>
                                            <p:fltVal val="0"/>
                                          </p:val>
                                        </p:tav>
                                        <p:tav tm="100000">
                                          <p:val>
                                            <p:strVal val="#ppt_w"/>
                                          </p:val>
                                        </p:tav>
                                      </p:tavLst>
                                    </p:anim>
                                    <p:anim calcmode="lin" valueType="num">
                                      <p:cBhvr>
                                        <p:cTn id="105" dur="5000" fill="hold"/>
                                        <p:tgtEl>
                                          <p:spTgt spid="3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02"/>
                                            </p:cond>
                                          </p:stCondLst>
                                          <p:endCondLst>
                                            <p:cond evt="onStopAudio" delay="0">
                                              <p:tgtEl>
                                                <p:sldTgt/>
                                              </p:tgtEl>
                                            </p:cond>
                                          </p:endCondLst>
                                        </p:cTn>
                                        <p:tgtEl>
                                          <p:sndTgt r:embed="rId4" name="CAMERA.WAV"/>
                                        </p:tgtEl>
                                      </p:cMediaNode>
                                    </p:audio>
                                  </p:subTnLst>
                                </p:cTn>
                              </p:par>
                            </p:childTnLst>
                          </p:cTn>
                        </p:par>
                        <p:par>
                          <p:cTn id="106" fill="hold">
                            <p:stCondLst>
                              <p:cond delay="74000"/>
                            </p:stCondLst>
                            <p:childTnLst>
                              <p:par>
                                <p:cTn id="107" presetID="16" presetClass="entr" presetSubtype="42" fill="hold" nodeType="afterEffect">
                                  <p:stCondLst>
                                    <p:cond delay="1000"/>
                                  </p:stCondLst>
                                  <p:childTnLst>
                                    <p:set>
                                      <p:cBhvr>
                                        <p:cTn id="108" dur="1" fill="hold">
                                          <p:stCondLst>
                                            <p:cond delay="0"/>
                                          </p:stCondLst>
                                        </p:cTn>
                                        <p:tgtEl>
                                          <p:spTgt spid="29"/>
                                        </p:tgtEl>
                                        <p:attrNameLst>
                                          <p:attrName>style.visibility</p:attrName>
                                        </p:attrNameLst>
                                      </p:cBhvr>
                                      <p:to>
                                        <p:strVal val="visible"/>
                                      </p:to>
                                    </p:set>
                                    <p:animEffect transition="in" filter="barn(outHorizontal)">
                                      <p:cBhvr>
                                        <p:cTn id="109" dur="5000"/>
                                        <p:tgtEl>
                                          <p:spTgt spid="29"/>
                                        </p:tgtEl>
                                      </p:cBhvr>
                                    </p:animEffect>
                                  </p:childTnLst>
                                  <p:subTnLst>
                                    <p:audio>
                                      <p:cMediaNode>
                                        <p:cTn display="0" masterRel="sameClick">
                                          <p:stCondLst>
                                            <p:cond evt="begin" delay="0">
                                              <p:tn val="107"/>
                                            </p:cond>
                                          </p:stCondLst>
                                          <p:endCondLst>
                                            <p:cond evt="onStopAudio" delay="0">
                                              <p:tgtEl>
                                                <p:sldTgt/>
                                              </p:tgtEl>
                                            </p:cond>
                                          </p:endCondLst>
                                        </p:cTn>
                                        <p:tgtEl>
                                          <p:sndTgt r:embed="rId3" name="CHIMES.WAV"/>
                                        </p:tgtEl>
                                      </p:cMediaNode>
                                    </p:audio>
                                  </p:sub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3"/>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nodeType="clickEffect">
                                  <p:stCondLst>
                                    <p:cond delay="0"/>
                                  </p:stCondLst>
                                  <p:childTnLst>
                                    <p:set>
                                      <p:cBhvr>
                                        <p:cTn id="117" dur="1" fill="hold">
                                          <p:stCondLst>
                                            <p:cond delay="0"/>
                                          </p:stCondLst>
                                        </p:cTn>
                                        <p:tgtEl>
                                          <p:spTgt spid="4"/>
                                        </p:tgtEl>
                                        <p:attrNameLst>
                                          <p:attrName>style.visibility</p:attrName>
                                        </p:attrNameLst>
                                      </p:cBhvr>
                                      <p:to>
                                        <p:strVal val="visible"/>
                                      </p:to>
                                    </p:set>
                                    <p:animEffect transition="in" filter="wipe(left)">
                                      <p:cBhvr>
                                        <p:cTn id="118" dur="3000"/>
                                        <p:tgtEl>
                                          <p:spTgt spid="4"/>
                                        </p:tgtEl>
                                      </p:cBhvr>
                                    </p:animEffect>
                                  </p:childTnLst>
                                  <p:subTnLst>
                                    <p:audio>
                                      <p:cMediaNode>
                                        <p:cTn display="0" masterRel="sameClick">
                                          <p:stCondLst>
                                            <p:cond evt="begin" delay="0">
                                              <p:tn val="116"/>
                                            </p:cond>
                                          </p:stCondLst>
                                          <p:endCondLst>
                                            <p:cond evt="onStopAudio" delay="0">
                                              <p:tgtEl>
                                                <p:sldTgt/>
                                              </p:tgtEl>
                                            </p:cond>
                                          </p:endCondLst>
                                        </p:cTn>
                                        <p:tgtEl>
                                          <p:sndTgt r:embed="rId4" name="CAMERA.WAV"/>
                                        </p:tgtEl>
                                      </p:cMediaNode>
                                    </p:audio>
                                  </p:subTnLst>
                                </p:cTn>
                              </p:par>
                            </p:childTnLst>
                          </p:cTn>
                        </p:par>
                        <p:par>
                          <p:cTn id="119" fill="hold">
                            <p:stCondLst>
                              <p:cond delay="3000"/>
                            </p:stCondLst>
                            <p:childTnLst>
                              <p:par>
                                <p:cTn id="120" presetID="17" presetClass="entr" presetSubtype="10" fill="hold" grpId="0" nodeType="afterEffect">
                                  <p:stCondLst>
                                    <p:cond delay="1000"/>
                                  </p:stCondLst>
                                  <p:childTnLst>
                                    <p:set>
                                      <p:cBhvr>
                                        <p:cTn id="121" dur="1" fill="hold">
                                          <p:stCondLst>
                                            <p:cond delay="0"/>
                                          </p:stCondLst>
                                        </p:cTn>
                                        <p:tgtEl>
                                          <p:spTgt spid="32"/>
                                        </p:tgtEl>
                                        <p:attrNameLst>
                                          <p:attrName>style.visibility</p:attrName>
                                        </p:attrNameLst>
                                      </p:cBhvr>
                                      <p:to>
                                        <p:strVal val="visible"/>
                                      </p:to>
                                    </p:set>
                                    <p:anim calcmode="lin" valueType="num">
                                      <p:cBhvr>
                                        <p:cTn id="122" dur="5000" fill="hold"/>
                                        <p:tgtEl>
                                          <p:spTgt spid="32"/>
                                        </p:tgtEl>
                                        <p:attrNameLst>
                                          <p:attrName>ppt_w</p:attrName>
                                        </p:attrNameLst>
                                      </p:cBhvr>
                                      <p:tavLst>
                                        <p:tav tm="0">
                                          <p:val>
                                            <p:fltVal val="0"/>
                                          </p:val>
                                        </p:tav>
                                        <p:tav tm="100000">
                                          <p:val>
                                            <p:strVal val="#ppt_w"/>
                                          </p:val>
                                        </p:tav>
                                      </p:tavLst>
                                    </p:anim>
                                    <p:anim calcmode="lin" valueType="num">
                                      <p:cBhvr>
                                        <p:cTn id="123" dur="5000" fill="hold"/>
                                        <p:tgtEl>
                                          <p:spTgt spid="3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120"/>
                                            </p:cond>
                                          </p:stCondLst>
                                          <p:endCondLst>
                                            <p:cond evt="onStopAudio" delay="0">
                                              <p:tgtEl>
                                                <p:sldTgt/>
                                              </p:tgtEl>
                                            </p:cond>
                                          </p:endCondLst>
                                        </p:cTn>
                                        <p:tgtEl>
                                          <p:sndTgt r:embed="rId4"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36"/>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51"/>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45"/>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6" grpId="0"/>
      <p:bldP spid="45" grpId="0"/>
      <p:bldP spid="30" grpId="0" autoUpdateAnimBg="0"/>
      <p:bldP spid="31" grpId="0" autoUpdateAnimBg="0"/>
      <p:bldP spid="32" grpId="0" autoUpdateAnimBg="0"/>
      <p:bldP spid="33" grpId="0" autoUpdateAnimBg="0"/>
      <p:bldP spid="34" grpId="0" autoUpdateAnimBg="0"/>
      <p:bldP spid="35" grpId="0" autoUpdateAnimBg="0"/>
      <p:bldP spid="36" grpId="0" autoUpdateAnimBg="0"/>
      <p:bldP spid="37" grpId="0" autoUpdateAnimBg="0"/>
      <p:bldP spid="40" grpId="0" autoUpdateAnimBg="0"/>
      <p:bldP spid="42" grpId="0" autoUpdateAnimBg="0"/>
      <p:bldP spid="44" grpId="0" autoUpdateAnimBg="0"/>
      <p:bldP spid="47" grpId="0" autoUpdateAnimBg="0"/>
      <p:bldP spid="51"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752184" y="1530984"/>
            <a:ext cx="4162738" cy="3133013"/>
          </a:xfrm>
          <a:prstGeom prst="rect">
            <a:avLst/>
          </a:prstGeom>
          <a:solidFill>
            <a:srgbClr val="B9CDE5"/>
          </a:solidFill>
          <a:ln>
            <a:noFill/>
          </a:ln>
          <a:effectLst/>
        </p:spPr>
        <p:txBody>
          <a:bodyPr wrap="none" anchor="ctr"/>
          <a:lstStyle/>
          <a:p>
            <a:endParaRPr lang="zh-CN" altLang="en-US" dirty="0"/>
          </a:p>
        </p:txBody>
      </p:sp>
      <p:sp>
        <p:nvSpPr>
          <p:cNvPr id="53" name="矩形 52"/>
          <p:cNvSpPr/>
          <p:nvPr/>
        </p:nvSpPr>
        <p:spPr>
          <a:xfrm>
            <a:off x="4467765" y="884653"/>
            <a:ext cx="2991525"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弯曲切应力简介 </a:t>
            </a:r>
          </a:p>
        </p:txBody>
      </p:sp>
      <p:sp>
        <p:nvSpPr>
          <p:cNvPr id="111" name="Text Box 1032"/>
          <p:cNvSpPr txBox="1">
            <a:spLocks noChangeArrowheads="1"/>
          </p:cNvSpPr>
          <p:nvPr/>
        </p:nvSpPr>
        <p:spPr bwMode="auto">
          <a:xfrm>
            <a:off x="631035" y="1371244"/>
            <a:ext cx="6854122" cy="3150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梁的内力除弯矩外还有剪力，称为横力弯曲。因此，梁在横力弯曲下，其横截面上还存在切应力。一般情况下切应力对强度的影响不大。但对短梁或载荷靠近支座的梁以及腹板较薄的组合截面梁则应考虑切应力的存在。</a:t>
            </a:r>
          </a:p>
        </p:txBody>
      </p:sp>
      <p:grpSp>
        <p:nvGrpSpPr>
          <p:cNvPr id="91" name="Group 4"/>
          <p:cNvGrpSpPr>
            <a:grpSpLocks/>
          </p:cNvGrpSpPr>
          <p:nvPr/>
        </p:nvGrpSpPr>
        <p:grpSpPr bwMode="auto">
          <a:xfrm>
            <a:off x="8280913" y="1586191"/>
            <a:ext cx="2314575" cy="3017838"/>
            <a:chOff x="3512" y="377"/>
            <a:chExt cx="1458" cy="1901"/>
          </a:xfrm>
        </p:grpSpPr>
        <p:sp>
          <p:nvSpPr>
            <p:cNvPr id="93" name="Rectangle 6"/>
            <p:cNvSpPr>
              <a:spLocks noChangeAspect="1" noChangeArrowheads="1"/>
            </p:cNvSpPr>
            <p:nvPr/>
          </p:nvSpPr>
          <p:spPr bwMode="auto">
            <a:xfrm>
              <a:off x="3749" y="713"/>
              <a:ext cx="739" cy="1330"/>
            </a:xfrm>
            <a:prstGeom prst="rect">
              <a:avLst/>
            </a:prstGeom>
            <a:gradFill rotWithShape="1">
              <a:gsLst>
                <a:gs pos="0">
                  <a:srgbClr val="A3A3A3"/>
                </a:gs>
                <a:gs pos="50000">
                  <a:srgbClr val="EAEAEA"/>
                </a:gs>
                <a:gs pos="100000">
                  <a:srgbClr val="A3A3A3"/>
                </a:gs>
              </a:gsLst>
              <a:lin ang="5400000" scaled="1"/>
            </a:gra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4" name="Line 7"/>
            <p:cNvSpPr>
              <a:spLocks noChangeAspect="1" noChangeShapeType="1"/>
            </p:cNvSpPr>
            <p:nvPr/>
          </p:nvSpPr>
          <p:spPr bwMode="auto">
            <a:xfrm>
              <a:off x="3512" y="1383"/>
              <a:ext cx="1278" cy="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5" name="Line 8"/>
            <p:cNvSpPr>
              <a:spLocks noChangeAspect="1" noChangeShapeType="1"/>
            </p:cNvSpPr>
            <p:nvPr/>
          </p:nvSpPr>
          <p:spPr bwMode="auto">
            <a:xfrm flipH="1" flipV="1">
              <a:off x="4118" y="478"/>
              <a:ext cx="0" cy="1800"/>
            </a:xfrm>
            <a:prstGeom prst="line">
              <a:avLst/>
            </a:prstGeom>
            <a:noFill/>
            <a:ln w="952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6" name="Text Box 9"/>
            <p:cNvSpPr txBox="1">
              <a:spLocks noChangeAspect="1" noChangeArrowheads="1"/>
            </p:cNvSpPr>
            <p:nvPr/>
          </p:nvSpPr>
          <p:spPr bwMode="auto">
            <a:xfrm>
              <a:off x="4634" y="1303"/>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z</a:t>
              </a:r>
            </a:p>
          </p:txBody>
        </p:sp>
        <p:sp>
          <p:nvSpPr>
            <p:cNvPr id="97" name="Text Box 10"/>
            <p:cNvSpPr txBox="1">
              <a:spLocks noChangeAspect="1" noChangeArrowheads="1"/>
            </p:cNvSpPr>
            <p:nvPr/>
          </p:nvSpPr>
          <p:spPr bwMode="auto">
            <a:xfrm>
              <a:off x="3866" y="377"/>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y</a:t>
              </a:r>
            </a:p>
          </p:txBody>
        </p:sp>
      </p:grpSp>
      <p:grpSp>
        <p:nvGrpSpPr>
          <p:cNvPr id="98" name="Group 11"/>
          <p:cNvGrpSpPr>
            <a:grpSpLocks noChangeAspect="1"/>
          </p:cNvGrpSpPr>
          <p:nvPr/>
        </p:nvGrpSpPr>
        <p:grpSpPr bwMode="auto">
          <a:xfrm>
            <a:off x="8658737" y="2597429"/>
            <a:ext cx="1149350" cy="266700"/>
            <a:chOff x="3794" y="1679"/>
            <a:chExt cx="517" cy="120"/>
          </a:xfrm>
        </p:grpSpPr>
        <p:sp>
          <p:nvSpPr>
            <p:cNvPr id="99" name="Line 12"/>
            <p:cNvSpPr>
              <a:spLocks noChangeAspect="1" noChangeShapeType="1"/>
            </p:cNvSpPr>
            <p:nvPr/>
          </p:nvSpPr>
          <p:spPr bwMode="auto">
            <a:xfrm>
              <a:off x="3794" y="1679"/>
              <a:ext cx="51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0" name="Line 13"/>
            <p:cNvSpPr>
              <a:spLocks noChangeAspect="1" noChangeShapeType="1"/>
            </p:cNvSpPr>
            <p:nvPr/>
          </p:nvSpPr>
          <p:spPr bwMode="auto">
            <a:xfrm>
              <a:off x="4057"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1" name="Line 14"/>
            <p:cNvSpPr>
              <a:spLocks noChangeAspect="1" noChangeShapeType="1"/>
            </p:cNvSpPr>
            <p:nvPr/>
          </p:nvSpPr>
          <p:spPr bwMode="auto">
            <a:xfrm>
              <a:off x="4155"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2" name="Line 15"/>
            <p:cNvSpPr>
              <a:spLocks noChangeAspect="1" noChangeShapeType="1"/>
            </p:cNvSpPr>
            <p:nvPr/>
          </p:nvSpPr>
          <p:spPr bwMode="auto">
            <a:xfrm>
              <a:off x="4251"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3" name="Line 16"/>
            <p:cNvSpPr>
              <a:spLocks noChangeAspect="1" noChangeShapeType="1"/>
            </p:cNvSpPr>
            <p:nvPr/>
          </p:nvSpPr>
          <p:spPr bwMode="auto">
            <a:xfrm>
              <a:off x="3878"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4" name="Line 17"/>
            <p:cNvSpPr>
              <a:spLocks noChangeAspect="1" noChangeShapeType="1"/>
            </p:cNvSpPr>
            <p:nvPr/>
          </p:nvSpPr>
          <p:spPr bwMode="auto">
            <a:xfrm>
              <a:off x="3975" y="1679"/>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grpSp>
        <p:nvGrpSpPr>
          <p:cNvPr id="105" name="Group 18"/>
          <p:cNvGrpSpPr>
            <a:grpSpLocks noChangeAspect="1"/>
          </p:cNvGrpSpPr>
          <p:nvPr/>
        </p:nvGrpSpPr>
        <p:grpSpPr bwMode="auto">
          <a:xfrm>
            <a:off x="10514525" y="2143404"/>
            <a:ext cx="417512" cy="2082800"/>
            <a:chOff x="4922" y="1475"/>
            <a:chExt cx="188" cy="937"/>
          </a:xfrm>
        </p:grpSpPr>
        <p:sp>
          <p:nvSpPr>
            <p:cNvPr id="106" name="Arc 19" descr="浅色横线"/>
            <p:cNvSpPr>
              <a:spLocks noChangeAspect="1"/>
            </p:cNvSpPr>
            <p:nvPr/>
          </p:nvSpPr>
          <p:spPr bwMode="auto">
            <a:xfrm rot="5400000">
              <a:off x="4571" y="1850"/>
              <a:ext cx="907" cy="170"/>
            </a:xfrm>
            <a:custGeom>
              <a:avLst/>
              <a:gdLst>
                <a:gd name="T0" fmla="*/ 0 w 43200"/>
                <a:gd name="T1" fmla="*/ 1 h 24845"/>
                <a:gd name="T2" fmla="*/ 19 w 43200"/>
                <a:gd name="T3" fmla="*/ 1 h 24845"/>
                <a:gd name="T4" fmla="*/ 10 w 43200"/>
                <a:gd name="T5" fmla="*/ 1 h 24845"/>
                <a:gd name="T6" fmla="*/ 0 60000 65536"/>
                <a:gd name="T7" fmla="*/ 0 60000 65536"/>
                <a:gd name="T8" fmla="*/ 0 60000 65536"/>
                <a:gd name="T9" fmla="*/ 0 w 43200"/>
                <a:gd name="T10" fmla="*/ 0 h 24845"/>
                <a:gd name="T11" fmla="*/ 43200 w 43200"/>
                <a:gd name="T12" fmla="*/ 24845 h 24845"/>
              </a:gdLst>
              <a:ahLst/>
              <a:cxnLst>
                <a:cxn ang="T6">
                  <a:pos x="T0" y="T1"/>
                </a:cxn>
                <a:cxn ang="T7">
                  <a:pos x="T2" y="T3"/>
                </a:cxn>
                <a:cxn ang="T8">
                  <a:pos x="T4" y="T5"/>
                </a:cxn>
              </a:cxnLst>
              <a:rect l="T9" t="T10" r="T11" b="T12"/>
              <a:pathLst>
                <a:path w="43200" h="24845" fill="none"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path>
                <a:path w="43200" h="24845" stroke="0"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lnTo>
                    <a:pt x="21600" y="21600"/>
                  </a:lnTo>
                  <a:close/>
                </a:path>
              </a:pathLst>
            </a:custGeom>
            <a:pattFill prst="ltHorz">
              <a:fgClr>
                <a:srgbClr val="000000"/>
              </a:fgClr>
              <a:bgClr>
                <a:srgbClr val="FFFF99"/>
              </a:bgClr>
            </a:pattFill>
            <a:ln w="28575">
              <a:solidFill>
                <a:srgbClr val="000000"/>
              </a:solidFill>
              <a:round/>
              <a:headEnd/>
              <a:tailEnd/>
            </a:ln>
          </p:spPr>
          <p:txBody>
            <a:bodyPr/>
            <a:lstStyle/>
            <a:p>
              <a:endParaRPr kumimoji="1" lang="zh-CN" altLang="en-US" b="0" i="0">
                <a:solidFill>
                  <a:srgbClr val="FFFFFF"/>
                </a:solidFill>
                <a:ea typeface="黑体" panose="02010609060101010101" pitchFamily="49" charset="-122"/>
              </a:endParaRPr>
            </a:p>
          </p:txBody>
        </p:sp>
        <p:sp>
          <p:nvSpPr>
            <p:cNvPr id="107" name="Line 20"/>
            <p:cNvSpPr>
              <a:spLocks noChangeAspect="1" noChangeShapeType="1"/>
            </p:cNvSpPr>
            <p:nvPr/>
          </p:nvSpPr>
          <p:spPr bwMode="auto">
            <a:xfrm>
              <a:off x="4946" y="1475"/>
              <a:ext cx="0" cy="93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8" name="Line 21"/>
            <p:cNvSpPr>
              <a:spLocks noChangeAspect="1" noChangeShapeType="1"/>
            </p:cNvSpPr>
            <p:nvPr/>
          </p:nvSpPr>
          <p:spPr bwMode="auto">
            <a:xfrm>
              <a:off x="4922" y="1943"/>
              <a:ext cx="18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09" name="Text Box 22"/>
          <p:cNvSpPr txBox="1">
            <a:spLocks noChangeAspect="1" noChangeArrowheads="1"/>
          </p:cNvSpPr>
          <p:nvPr/>
        </p:nvSpPr>
        <p:spPr bwMode="auto">
          <a:xfrm>
            <a:off x="10808212" y="2822854"/>
            <a:ext cx="10414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a:solidFill>
                  <a:srgbClr val="FF0000"/>
                </a:solidFill>
                <a:latin typeface="" pitchFamily="18" charset="-52"/>
                <a:ea typeface="宋体" panose="02010600030101010101" pitchFamily="2" charset="-122"/>
              </a:rPr>
              <a:t>max</a:t>
            </a:r>
          </a:p>
        </p:txBody>
      </p:sp>
      <p:sp>
        <p:nvSpPr>
          <p:cNvPr id="110" name="AutoShape 23"/>
          <p:cNvSpPr>
            <a:spLocks noChangeAspect="1" noChangeArrowheads="1"/>
          </p:cNvSpPr>
          <p:nvPr/>
        </p:nvSpPr>
        <p:spPr bwMode="auto">
          <a:xfrm>
            <a:off x="9109587" y="2410104"/>
            <a:ext cx="293688" cy="1282700"/>
          </a:xfrm>
          <a:prstGeom prst="downArrow">
            <a:avLst>
              <a:gd name="adj1" fmla="val 50000"/>
              <a:gd name="adj2" fmla="val 109189"/>
            </a:avLst>
          </a:prstGeom>
          <a:solidFill>
            <a:srgbClr val="FF66CC"/>
          </a:solidFill>
          <a:ln w="28575">
            <a:solidFill>
              <a:srgbClr val="000000"/>
            </a:solidFill>
            <a:miter lim="800000"/>
            <a:headEnd/>
            <a:tailEnd/>
          </a:ln>
        </p:spPr>
        <p:txBody>
          <a:bodyPr vert="eaVert"/>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7" name="Text Box 24"/>
          <p:cNvSpPr txBox="1">
            <a:spLocks noChangeAspect="1" noChangeArrowheads="1"/>
          </p:cNvSpPr>
          <p:nvPr/>
        </p:nvSpPr>
        <p:spPr bwMode="auto">
          <a:xfrm>
            <a:off x="9322312" y="3210204"/>
            <a:ext cx="720725"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i="0" baseline="-25000">
                <a:solidFill>
                  <a:srgbClr val="FF0000"/>
                </a:solidFill>
                <a:latin typeface="" pitchFamily="18" charset="-52"/>
                <a:ea typeface="宋体" panose="02010600030101010101" pitchFamily="2" charset="-122"/>
              </a:rPr>
              <a:t>Q</a:t>
            </a:r>
            <a:endParaRPr lang="en-US" altLang="zh-CN" b="0" i="0">
              <a:solidFill>
                <a:srgbClr val="FF0000"/>
              </a:solidFill>
              <a:latin typeface="" pitchFamily="18" charset="-52"/>
              <a:ea typeface="宋体" panose="02010600030101010101" pitchFamily="2" charset="-122"/>
            </a:endParaRPr>
          </a:p>
        </p:txBody>
      </p:sp>
      <p:sp>
        <p:nvSpPr>
          <p:cNvPr id="168" name="Rectangle 25" descr="宽上对角线"/>
          <p:cNvSpPr>
            <a:spLocks noChangeArrowheads="1"/>
          </p:cNvSpPr>
          <p:nvPr/>
        </p:nvSpPr>
        <p:spPr bwMode="auto">
          <a:xfrm>
            <a:off x="8669850" y="3757891"/>
            <a:ext cx="1173162" cy="463550"/>
          </a:xfrm>
          <a:prstGeom prst="rect">
            <a:avLst/>
          </a:prstGeom>
          <a:pattFill prst="wdUpDiag">
            <a:fgClr>
              <a:srgbClr val="000000"/>
            </a:fgClr>
            <a:bgClr>
              <a:srgbClr val="00FFFF"/>
            </a:bgClr>
          </a:pattFill>
          <a:ln w="28575">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69" name="Group 26"/>
          <p:cNvGrpSpPr>
            <a:grpSpLocks noChangeAspect="1"/>
          </p:cNvGrpSpPr>
          <p:nvPr/>
        </p:nvGrpSpPr>
        <p:grpSpPr bwMode="auto">
          <a:xfrm>
            <a:off x="8657150" y="3746779"/>
            <a:ext cx="1146175" cy="266700"/>
            <a:chOff x="3793" y="2196"/>
            <a:chExt cx="516" cy="120"/>
          </a:xfrm>
        </p:grpSpPr>
        <p:sp>
          <p:nvSpPr>
            <p:cNvPr id="170" name="Line 27"/>
            <p:cNvSpPr>
              <a:spLocks noChangeAspect="1" noChangeShapeType="1"/>
            </p:cNvSpPr>
            <p:nvPr/>
          </p:nvSpPr>
          <p:spPr bwMode="auto">
            <a:xfrm>
              <a:off x="3793" y="2196"/>
              <a:ext cx="516"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1" name="Line 28"/>
            <p:cNvSpPr>
              <a:spLocks noChangeAspect="1" noChangeShapeType="1"/>
            </p:cNvSpPr>
            <p:nvPr/>
          </p:nvSpPr>
          <p:spPr bwMode="auto">
            <a:xfrm>
              <a:off x="4055"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2" name="Line 29"/>
            <p:cNvSpPr>
              <a:spLocks noChangeAspect="1" noChangeShapeType="1"/>
            </p:cNvSpPr>
            <p:nvPr/>
          </p:nvSpPr>
          <p:spPr bwMode="auto">
            <a:xfrm>
              <a:off x="4153"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3" name="Line 30"/>
            <p:cNvSpPr>
              <a:spLocks noChangeAspect="1" noChangeShapeType="1"/>
            </p:cNvSpPr>
            <p:nvPr/>
          </p:nvSpPr>
          <p:spPr bwMode="auto">
            <a:xfrm>
              <a:off x="4249"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4" name="Line 31"/>
            <p:cNvSpPr>
              <a:spLocks noChangeAspect="1" noChangeShapeType="1"/>
            </p:cNvSpPr>
            <p:nvPr/>
          </p:nvSpPr>
          <p:spPr bwMode="auto">
            <a:xfrm>
              <a:off x="3877"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75" name="Line 32"/>
            <p:cNvSpPr>
              <a:spLocks noChangeAspect="1" noChangeShapeType="1"/>
            </p:cNvSpPr>
            <p:nvPr/>
          </p:nvSpPr>
          <p:spPr bwMode="auto">
            <a:xfrm>
              <a:off x="3973" y="2196"/>
              <a:ext cx="0" cy="120"/>
            </a:xfrm>
            <a:prstGeom prst="line">
              <a:avLst/>
            </a:prstGeom>
            <a:noFill/>
            <a:ln w="19050">
              <a:solidFill>
                <a:srgbClr val="FF0000"/>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76" name="Text Box 1032"/>
          <p:cNvSpPr txBox="1">
            <a:spLocks noChangeArrowheads="1"/>
          </p:cNvSpPr>
          <p:nvPr/>
        </p:nvSpPr>
        <p:spPr bwMode="auto">
          <a:xfrm>
            <a:off x="636115" y="4516361"/>
            <a:ext cx="10716469" cy="1772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．矩形截面梁横截面上的切应力</a:t>
            </a:r>
          </a:p>
          <a:p>
            <a:pPr lvl="0">
              <a:lnSpc>
                <a:spcPct val="130000"/>
              </a:lnSpc>
            </a:pPr>
            <a:r>
              <a:rPr kumimoji="1" lang="zh-CN" altLang="en-US" sz="2800" i="0" dirty="0">
                <a:latin typeface="+mn-lt"/>
                <a:ea typeface="微软雅黑" panose="020B0503020204020204" pitchFamily="34" charset="-122"/>
              </a:rPr>
              <a:t>     </a:t>
            </a:r>
            <a:r>
              <a:rPr kumimoji="1" lang="en-US" altLang="zh-CN" sz="2800" i="0" dirty="0">
                <a:latin typeface="+mn-lt"/>
                <a:ea typeface="微软雅黑" panose="020B0503020204020204" pitchFamily="34" charset="-122"/>
              </a:rPr>
              <a:t> 1</a:t>
            </a:r>
            <a:r>
              <a:rPr kumimoji="1" lang="zh-CN" altLang="en-US" sz="2800" i="0" dirty="0">
                <a:latin typeface="+mn-lt"/>
                <a:ea typeface="微软雅黑" panose="020B0503020204020204" pitchFamily="34" charset="-122"/>
              </a:rPr>
              <a:t>）横截面上各点的切应力方向和剪力</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zh-CN" altLang="en-US" sz="2800" i="0" dirty="0">
                <a:latin typeface="+mn-lt"/>
                <a:ea typeface="微软雅黑" panose="020B0503020204020204" pitchFamily="34" charset="-122"/>
              </a:rPr>
              <a:t>的方向一致。</a:t>
            </a:r>
          </a:p>
          <a:p>
            <a:pPr lvl="0">
              <a:lnSpc>
                <a:spcPct val="130000"/>
              </a:lnSpc>
            </a:pPr>
            <a:r>
              <a:rPr kumimoji="1" lang="en-US" altLang="zh-CN" sz="2800" i="0" dirty="0">
                <a:latin typeface="+mn-lt"/>
                <a:ea typeface="微软雅黑" panose="020B0503020204020204" pitchFamily="34" charset="-122"/>
              </a:rPr>
              <a:t>      2</a:t>
            </a:r>
            <a:r>
              <a:rPr kumimoji="1" lang="zh-CN" altLang="en-US" sz="2800" i="0" dirty="0">
                <a:latin typeface="+mn-lt"/>
                <a:ea typeface="微软雅黑" panose="020B0503020204020204" pitchFamily="34" charset="-122"/>
              </a:rPr>
              <a:t>）切应力的大小与距中性轴 </a:t>
            </a:r>
            <a:r>
              <a:rPr kumimoji="1" lang="en-US" altLang="zh-CN" sz="2800" b="0" dirty="0">
                <a:latin typeface="+mn-lt"/>
                <a:ea typeface="微软雅黑" panose="020B0503020204020204" pitchFamily="34" charset="-122"/>
              </a:rPr>
              <a:t>z</a:t>
            </a:r>
            <a:r>
              <a:rPr kumimoji="1" lang="zh-CN" altLang="en-US" sz="2800" i="0" dirty="0">
                <a:latin typeface="+mn-lt"/>
                <a:ea typeface="微软雅黑" panose="020B0503020204020204" pitchFamily="34" charset="-122"/>
              </a:rPr>
              <a:t>的距离 </a:t>
            </a:r>
            <a:r>
              <a:rPr kumimoji="1" lang="en-US" altLang="zh-CN" sz="2800" b="0" dirty="0">
                <a:latin typeface="+mn-lt"/>
                <a:ea typeface="微软雅黑" panose="020B0503020204020204" pitchFamily="34" charset="-122"/>
              </a:rPr>
              <a:t>y</a:t>
            </a:r>
            <a:r>
              <a:rPr kumimoji="1" lang="zh-CN" altLang="en-US" sz="2800" i="0" dirty="0">
                <a:latin typeface="+mn-lt"/>
                <a:ea typeface="微软雅黑" panose="020B0503020204020204" pitchFamily="34" charset="-122"/>
              </a:rPr>
              <a:t>有关，与截面宽度</a:t>
            </a:r>
            <a:r>
              <a:rPr kumimoji="1" lang="en-US" altLang="zh-CN" sz="2800" b="0" dirty="0">
                <a:latin typeface="+mn-lt"/>
                <a:ea typeface="微软雅黑" panose="020B0503020204020204" pitchFamily="34" charset="-122"/>
              </a:rPr>
              <a:t>b</a:t>
            </a:r>
            <a:r>
              <a:rPr kumimoji="1" lang="zh-CN" altLang="en-US" sz="2800" i="0" dirty="0">
                <a:latin typeface="+mn-lt"/>
                <a:ea typeface="微软雅黑" panose="020B0503020204020204" pitchFamily="34" charset="-122"/>
              </a:rPr>
              <a:t>无关。</a:t>
            </a:r>
          </a:p>
        </p:txBody>
      </p:sp>
    </p:spTree>
    <p:extLst>
      <p:ext uri="{BB962C8B-B14F-4D97-AF65-F5344CB8AC3E}">
        <p14:creationId xmlns:p14="http://schemas.microsoft.com/office/powerpoint/2010/main" val="67662628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par>
                          <p:cTn id="9" fill="hold">
                            <p:stCondLst>
                              <p:cond delay="500"/>
                            </p:stCondLst>
                            <p:childTnLst>
                              <p:par>
                                <p:cTn id="10" presetID="4" presetClass="entr" presetSubtype="32" fill="hold" nodeType="afterEffect">
                                  <p:stCondLst>
                                    <p:cond delay="0"/>
                                  </p:stCondLst>
                                  <p:childTnLst>
                                    <p:set>
                                      <p:cBhvr>
                                        <p:cTn id="11" dur="1" fill="hold">
                                          <p:stCondLst>
                                            <p:cond delay="0"/>
                                          </p:stCondLst>
                                        </p:cTn>
                                        <p:tgtEl>
                                          <p:spTgt spid="91"/>
                                        </p:tgtEl>
                                        <p:attrNameLst>
                                          <p:attrName>style.visibility</p:attrName>
                                        </p:attrNameLst>
                                      </p:cBhvr>
                                      <p:to>
                                        <p:strVal val="visible"/>
                                      </p:to>
                                    </p:set>
                                    <p:animEffect transition="in" filter="box(out)">
                                      <p:cBhvr>
                                        <p:cTn id="12" dur="3000"/>
                                        <p:tgtEl>
                                          <p:spTgt spid="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wipe(up)">
                                      <p:cBhvr>
                                        <p:cTn id="17" dur="5000"/>
                                        <p:tgtEl>
                                          <p:spTgt spid="110"/>
                                        </p:tgtEl>
                                      </p:cBhvr>
                                    </p:animEffect>
                                  </p:childTnLst>
                                  <p:subTnLst>
                                    <p:animClr clrSpc="rgb" dir="cw">
                                      <p:cBhvr override="childStyle">
                                        <p:cTn dur="1" fill="hold" display="0" masterRel="nextClick" afterEffect="1"/>
                                        <p:tgtEl>
                                          <p:spTgt spid="110"/>
                                        </p:tgtEl>
                                        <p:attrNameLst>
                                          <p:attrName>ppt_c</p:attrName>
                                        </p:attrNameLst>
                                      </p:cBhvr>
                                      <p:to>
                                        <a:schemeClr val="tx2"/>
                                      </p:to>
                                    </p:animClr>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par>
                          <p:cTn id="18" fill="hold">
                            <p:stCondLst>
                              <p:cond delay="5000"/>
                            </p:stCondLst>
                            <p:childTnLst>
                              <p:par>
                                <p:cTn id="19" presetID="17" presetClass="entr" presetSubtype="10" fill="hold" grpId="0" nodeType="afterEffect">
                                  <p:stCondLst>
                                    <p:cond delay="300"/>
                                  </p:stCondLst>
                                  <p:childTnLst>
                                    <p:set>
                                      <p:cBhvr>
                                        <p:cTn id="20" dur="1" fill="hold">
                                          <p:stCondLst>
                                            <p:cond delay="0"/>
                                          </p:stCondLst>
                                        </p:cTn>
                                        <p:tgtEl>
                                          <p:spTgt spid="167"/>
                                        </p:tgtEl>
                                        <p:attrNameLst>
                                          <p:attrName>style.visibility</p:attrName>
                                        </p:attrNameLst>
                                      </p:cBhvr>
                                      <p:to>
                                        <p:strVal val="visible"/>
                                      </p:to>
                                    </p:set>
                                    <p:anim calcmode="lin" valueType="num">
                                      <p:cBhvr>
                                        <p:cTn id="21" dur="2000" fill="hold"/>
                                        <p:tgtEl>
                                          <p:spTgt spid="167"/>
                                        </p:tgtEl>
                                        <p:attrNameLst>
                                          <p:attrName>ppt_w</p:attrName>
                                        </p:attrNameLst>
                                      </p:cBhvr>
                                      <p:tavLst>
                                        <p:tav tm="0">
                                          <p:val>
                                            <p:fltVal val="0"/>
                                          </p:val>
                                        </p:tav>
                                        <p:tav tm="100000">
                                          <p:val>
                                            <p:strVal val="#ppt_w"/>
                                          </p:val>
                                        </p:tav>
                                      </p:tavLst>
                                    </p:anim>
                                    <p:anim calcmode="lin" valueType="num">
                                      <p:cBhvr>
                                        <p:cTn id="22" dur="2000" fill="hold"/>
                                        <p:tgtEl>
                                          <p:spTgt spid="167"/>
                                        </p:tgtEl>
                                        <p:attrNameLst>
                                          <p:attrName>ppt_h</p:attrName>
                                        </p:attrNameLst>
                                      </p:cBhvr>
                                      <p:tavLst>
                                        <p:tav tm="0">
                                          <p:val>
                                            <p:strVal val="#ppt_h"/>
                                          </p:val>
                                        </p:tav>
                                        <p:tav tm="100000">
                                          <p:val>
                                            <p:strVal val="#ppt_h"/>
                                          </p:val>
                                        </p:tav>
                                      </p:tavLst>
                                    </p:anim>
                                  </p:childTnLst>
                                  <p:subTnLst>
                                    <p:animClr clrSpc="rgb" dir="cw">
                                      <p:cBhvr override="childStyle">
                                        <p:cTn dur="1" fill="hold" display="0" masterRel="nextClick" afterEffect="1"/>
                                        <p:tgtEl>
                                          <p:spTgt spid="167"/>
                                        </p:tgtEl>
                                        <p:attrNameLst>
                                          <p:attrName>ppt_c</p:attrName>
                                        </p:attrNameLst>
                                      </p:cBhvr>
                                      <p:to>
                                        <a:schemeClr val="bg2"/>
                                      </p:to>
                                    </p:animClr>
                                    <p:audio>
                                      <p:cMediaNode>
                                        <p:cTn display="0" masterRel="sameClick">
                                          <p:stCondLst>
                                            <p:cond evt="begin" delay="0">
                                              <p:tn val="19"/>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98"/>
                                        </p:tgtEl>
                                        <p:attrNameLst>
                                          <p:attrName>style.visibility</p:attrName>
                                        </p:attrNameLst>
                                      </p:cBhvr>
                                      <p:to>
                                        <p:strVal val="visible"/>
                                      </p:to>
                                    </p:set>
                                    <p:animEffect transition="in" filter="wipe(up)">
                                      <p:cBhvr>
                                        <p:cTn id="27" dur="3000"/>
                                        <p:tgtEl>
                                          <p:spTgt spid="98"/>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par>
                                <p:cTn id="28" presetID="22" presetClass="entr" presetSubtype="1" fill="hold" nodeType="withEffect">
                                  <p:stCondLst>
                                    <p:cond delay="0"/>
                                  </p:stCondLst>
                                  <p:childTnLst>
                                    <p:set>
                                      <p:cBhvr>
                                        <p:cTn id="29" dur="1" fill="hold">
                                          <p:stCondLst>
                                            <p:cond delay="0"/>
                                          </p:stCondLst>
                                        </p:cTn>
                                        <p:tgtEl>
                                          <p:spTgt spid="169"/>
                                        </p:tgtEl>
                                        <p:attrNameLst>
                                          <p:attrName>style.visibility</p:attrName>
                                        </p:attrNameLst>
                                      </p:cBhvr>
                                      <p:to>
                                        <p:strVal val="visible"/>
                                      </p:to>
                                    </p:set>
                                    <p:animEffect transition="in" filter="wipe(up)">
                                      <p:cBhvr>
                                        <p:cTn id="30" dur="3000"/>
                                        <p:tgtEl>
                                          <p:spTgt spid="169"/>
                                        </p:tgtEl>
                                      </p:cBhvr>
                                    </p:animEffect>
                                  </p:childTnLst>
                                  <p:subTnLst>
                                    <p:audio>
                                      <p:cMediaNode>
                                        <p:cTn display="0" masterRel="sameClick">
                                          <p:stCondLst>
                                            <p:cond evt="begin" delay="0">
                                              <p:tn val="28"/>
                                            </p:cond>
                                          </p:stCondLst>
                                          <p:endCondLst>
                                            <p:cond evt="onStopAudio" delay="0">
                                              <p:tgtEl>
                                                <p:sldTgt/>
                                              </p:tgtEl>
                                            </p:cond>
                                          </p:endCondLst>
                                        </p:cTn>
                                        <p:tgtEl>
                                          <p:sndTgt r:embed="rId3" name="CAMERA.WAV"/>
                                        </p:tgtEl>
                                      </p:cMediaNode>
                                    </p:audio>
                                  </p:sub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5"/>
                                        </p:tgtEl>
                                        <p:attrNameLst>
                                          <p:attrName>style.visibility</p:attrName>
                                        </p:attrNameLst>
                                      </p:cBhvr>
                                      <p:to>
                                        <p:strVal val="visible"/>
                                      </p:to>
                                    </p:set>
                                    <p:animEffect transition="in" filter="wipe(left)">
                                      <p:cBhvr>
                                        <p:cTn id="35" dur="5000"/>
                                        <p:tgtEl>
                                          <p:spTgt spid="105"/>
                                        </p:tgtEl>
                                      </p:cBhvr>
                                    </p:animEffect>
                                  </p:childTnLst>
                                  <p:subTnLst>
                                    <p:audio>
                                      <p:cMediaNode>
                                        <p:cTn display="0" masterRel="sameClick">
                                          <p:stCondLst>
                                            <p:cond evt="begin" delay="0">
                                              <p:tn val="33"/>
                                            </p:cond>
                                          </p:stCondLst>
                                          <p:endCondLst>
                                            <p:cond evt="onStopAudio" delay="0">
                                              <p:tgtEl>
                                                <p:sldTgt/>
                                              </p:tgtEl>
                                            </p:cond>
                                          </p:endCondLst>
                                        </p:cTn>
                                        <p:tgtEl>
                                          <p:sndTgt r:embed="rId3" name="CAMERA.WAV"/>
                                        </p:tgtEl>
                                      </p:cMediaNode>
                                    </p:audio>
                                  </p:subTnLst>
                                </p:cTn>
                              </p:par>
                            </p:childTnLst>
                          </p:cTn>
                        </p:par>
                        <p:par>
                          <p:cTn id="36" fill="hold">
                            <p:stCondLst>
                              <p:cond delay="5000"/>
                            </p:stCondLst>
                            <p:childTnLst>
                              <p:par>
                                <p:cTn id="37" presetID="19" presetClass="entr" presetSubtype="10" fill="hold" grpId="0" nodeType="afterEffect">
                                  <p:stCondLst>
                                    <p:cond delay="1000"/>
                                  </p:stCondLst>
                                  <p:childTnLst>
                                    <p:set>
                                      <p:cBhvr>
                                        <p:cTn id="38" dur="1" fill="hold">
                                          <p:stCondLst>
                                            <p:cond delay="0"/>
                                          </p:stCondLst>
                                        </p:cTn>
                                        <p:tgtEl>
                                          <p:spTgt spid="109"/>
                                        </p:tgtEl>
                                        <p:attrNameLst>
                                          <p:attrName>style.visibility</p:attrName>
                                        </p:attrNameLst>
                                      </p:cBhvr>
                                      <p:to>
                                        <p:strVal val="visible"/>
                                      </p:to>
                                    </p:set>
                                    <p:anim calcmode="lin" valueType="num">
                                      <p:cBhvr>
                                        <p:cTn id="39" dur="5000" fill="hold"/>
                                        <p:tgtEl>
                                          <p:spTgt spid="109"/>
                                        </p:tgtEl>
                                        <p:attrNameLst>
                                          <p:attrName>ppt_w</p:attrName>
                                        </p:attrNameLst>
                                      </p:cBhvr>
                                      <p:tavLst>
                                        <p:tav tm="0" fmla="#ppt_w*sin(2.5*pi*$)">
                                          <p:val>
                                            <p:fltVal val="0"/>
                                          </p:val>
                                        </p:tav>
                                        <p:tav tm="100000">
                                          <p:val>
                                            <p:fltVal val="1"/>
                                          </p:val>
                                        </p:tav>
                                      </p:tavLst>
                                    </p:anim>
                                    <p:anim calcmode="lin" valueType="num">
                                      <p:cBhvr>
                                        <p:cTn id="40" dur="5000" fill="hold"/>
                                        <p:tgtEl>
                                          <p:spTgt spid="10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7"/>
                                            </p:cond>
                                          </p:stCondLst>
                                          <p:endCondLst>
                                            <p:cond evt="onStopAudio" delay="0">
                                              <p:tgtEl>
                                                <p:sldTgt/>
                                              </p:tgtEl>
                                            </p:cond>
                                          </p:endCondLst>
                                        </p:cTn>
                                        <p:tgtEl>
                                          <p:sndTgt r:embed="rId3" name="CAMERA.WAV"/>
                                        </p:tgtEl>
                                      </p:cMediaNode>
                                    </p:audio>
                                  </p:subTnLst>
                                </p:cTn>
                              </p:par>
                            </p:childTnLst>
                          </p:cTn>
                        </p:par>
                        <p:par>
                          <p:cTn id="41" fill="hold">
                            <p:stCondLst>
                              <p:cond delay="11000"/>
                            </p:stCondLst>
                            <p:childTnLst>
                              <p:par>
                                <p:cTn id="42" presetID="17" presetClass="entr" presetSubtype="1" fill="hold" grpId="0" nodeType="afterEffect">
                                  <p:stCondLst>
                                    <p:cond delay="0"/>
                                  </p:stCondLst>
                                  <p:childTnLst>
                                    <p:set>
                                      <p:cBhvr>
                                        <p:cTn id="43" dur="1" fill="hold">
                                          <p:stCondLst>
                                            <p:cond delay="0"/>
                                          </p:stCondLst>
                                        </p:cTn>
                                        <p:tgtEl>
                                          <p:spTgt spid="168"/>
                                        </p:tgtEl>
                                        <p:attrNameLst>
                                          <p:attrName>style.visibility</p:attrName>
                                        </p:attrNameLst>
                                      </p:cBhvr>
                                      <p:to>
                                        <p:strVal val="visible"/>
                                      </p:to>
                                    </p:set>
                                    <p:anim calcmode="lin" valueType="num">
                                      <p:cBhvr>
                                        <p:cTn id="44" dur="3000" fill="hold"/>
                                        <p:tgtEl>
                                          <p:spTgt spid="168"/>
                                        </p:tgtEl>
                                        <p:attrNameLst>
                                          <p:attrName>ppt_x</p:attrName>
                                        </p:attrNameLst>
                                      </p:cBhvr>
                                      <p:tavLst>
                                        <p:tav tm="0">
                                          <p:val>
                                            <p:strVal val="#ppt_x"/>
                                          </p:val>
                                        </p:tav>
                                        <p:tav tm="100000">
                                          <p:val>
                                            <p:strVal val="#ppt_x"/>
                                          </p:val>
                                        </p:tav>
                                      </p:tavLst>
                                    </p:anim>
                                    <p:anim calcmode="lin" valueType="num">
                                      <p:cBhvr>
                                        <p:cTn id="45" dur="3000" fill="hold"/>
                                        <p:tgtEl>
                                          <p:spTgt spid="168"/>
                                        </p:tgtEl>
                                        <p:attrNameLst>
                                          <p:attrName>ppt_y</p:attrName>
                                        </p:attrNameLst>
                                      </p:cBhvr>
                                      <p:tavLst>
                                        <p:tav tm="0">
                                          <p:val>
                                            <p:strVal val="#ppt_y-#ppt_h/2"/>
                                          </p:val>
                                        </p:tav>
                                        <p:tav tm="100000">
                                          <p:val>
                                            <p:strVal val="#ppt_y"/>
                                          </p:val>
                                        </p:tav>
                                      </p:tavLst>
                                    </p:anim>
                                    <p:anim calcmode="lin" valueType="num">
                                      <p:cBhvr>
                                        <p:cTn id="46" dur="3000" fill="hold"/>
                                        <p:tgtEl>
                                          <p:spTgt spid="168"/>
                                        </p:tgtEl>
                                        <p:attrNameLst>
                                          <p:attrName>ppt_w</p:attrName>
                                        </p:attrNameLst>
                                      </p:cBhvr>
                                      <p:tavLst>
                                        <p:tav tm="0">
                                          <p:val>
                                            <p:strVal val="#ppt_w"/>
                                          </p:val>
                                        </p:tav>
                                        <p:tav tm="100000">
                                          <p:val>
                                            <p:strVal val="#ppt_w"/>
                                          </p:val>
                                        </p:tav>
                                      </p:tavLst>
                                    </p:anim>
                                    <p:anim calcmode="lin" valueType="num">
                                      <p:cBhvr>
                                        <p:cTn id="47" dur="3000" fill="hold"/>
                                        <p:tgtEl>
                                          <p:spTgt spid="168"/>
                                        </p:tgtEl>
                                        <p:attrNameLst>
                                          <p:attrName>ppt_h</p:attrName>
                                        </p:attrNameLst>
                                      </p:cBhvr>
                                      <p:tavLst>
                                        <p:tav tm="0">
                                          <p:val>
                                            <p:fltVal val="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499"/>
                                          </p:stCondLst>
                                        </p:cTn>
                                        <p:tgtEl>
                                          <p:spTgt spid="1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1" grpId="0" autoUpdateAnimBg="0"/>
      <p:bldP spid="109" grpId="0" autoUpdateAnimBg="0"/>
      <p:bldP spid="110" grpId="0" animBg="1"/>
      <p:bldP spid="167" grpId="0" autoUpdateAnimBg="0"/>
      <p:bldP spid="168" grpId="0" animBg="1"/>
      <p:bldP spid="17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11" name="Text Box 1032"/>
          <p:cNvSpPr txBox="1">
            <a:spLocks noChangeArrowheads="1"/>
          </p:cNvSpPr>
          <p:nvPr/>
        </p:nvSpPr>
        <p:spPr bwMode="auto">
          <a:xfrm>
            <a:off x="631034" y="867814"/>
            <a:ext cx="1121857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当矩形截面梁横截面的高度 </a:t>
            </a:r>
            <a:r>
              <a:rPr kumimoji="1" lang="en-US" altLang="zh-CN" sz="2800" b="0" dirty="0">
                <a:latin typeface="+mn-lt"/>
                <a:ea typeface="微软雅黑" panose="020B0503020204020204" pitchFamily="34" charset="-122"/>
              </a:rPr>
              <a:t>h</a:t>
            </a:r>
            <a:r>
              <a:rPr kumimoji="1" lang="zh-CN" altLang="en-US" sz="2800" i="0" dirty="0">
                <a:latin typeface="+mn-lt"/>
                <a:ea typeface="微软雅黑" panose="020B0503020204020204" pitchFamily="34" charset="-122"/>
              </a:rPr>
              <a:t>大于宽度 </a:t>
            </a:r>
            <a:r>
              <a:rPr kumimoji="1" lang="en-US" altLang="zh-CN" sz="2800" b="0" dirty="0">
                <a:latin typeface="+mn-lt"/>
                <a:ea typeface="微软雅黑" panose="020B0503020204020204" pitchFamily="34" charset="-122"/>
              </a:rPr>
              <a:t>b</a:t>
            </a:r>
            <a:r>
              <a:rPr kumimoji="1" lang="zh-CN" altLang="en-US" sz="2800" i="0" dirty="0">
                <a:latin typeface="+mn-lt"/>
                <a:ea typeface="微软雅黑" panose="020B0503020204020204" pitchFamily="34" charset="-122"/>
              </a:rPr>
              <a:t>时，上述假设基本符合实际情况。据此可以推导出矩形截面梁横截面距中性轴为 </a:t>
            </a:r>
            <a:r>
              <a:rPr kumimoji="1" lang="en-US" altLang="zh-CN" sz="2800" b="0" dirty="0">
                <a:latin typeface="+mn-lt"/>
                <a:ea typeface="微软雅黑" panose="020B0503020204020204" pitchFamily="34" charset="-122"/>
              </a:rPr>
              <a:t>y </a:t>
            </a:r>
            <a:r>
              <a:rPr kumimoji="1" lang="zh-CN" altLang="en-US" sz="2800" i="0" dirty="0">
                <a:latin typeface="+mn-lt"/>
                <a:ea typeface="微软雅黑" panose="020B0503020204020204" pitchFamily="34" charset="-122"/>
              </a:rPr>
              <a:t>处的切应力为</a:t>
            </a:r>
            <a:endParaRPr kumimoji="1" lang="zh-CN" altLang="en-US" sz="2800" i="0" dirty="0">
              <a:latin typeface="+mj-lt"/>
              <a:ea typeface="微软雅黑" panose="020B0503020204020204" pitchFamily="34" charset="-122"/>
            </a:endParaRPr>
          </a:p>
        </p:txBody>
      </p:sp>
      <p:graphicFrame>
        <p:nvGraphicFramePr>
          <p:cNvPr id="35" name="Object 41">
            <a:extLst>
              <a:ext uri="{FF2B5EF4-FFF2-40B4-BE49-F238E27FC236}">
                <a16:creationId xmlns:a16="http://schemas.microsoft.com/office/drawing/2014/main" id="{BD7EC75D-192C-1EE2-F958-24DB96D2C8D7}"/>
              </a:ext>
            </a:extLst>
          </p:cNvPr>
          <p:cNvGraphicFramePr>
            <a:graphicFrameLocks noChangeAspect="1"/>
          </p:cNvGraphicFramePr>
          <p:nvPr/>
        </p:nvGraphicFramePr>
        <p:xfrm>
          <a:off x="2351584" y="1951077"/>
          <a:ext cx="2501725" cy="1120527"/>
        </p:xfrm>
        <a:graphic>
          <a:graphicData uri="http://schemas.openxmlformats.org/presentationml/2006/ole">
            <mc:AlternateContent xmlns:mc="http://schemas.openxmlformats.org/markup-compatibility/2006">
              <mc:Choice xmlns:v="urn:schemas-microsoft-com:vml" Requires="v">
                <p:oleObj name="Equation" r:id="rId4" imgW="1028520" imgH="469800" progId="Equation.DSMT4">
                  <p:embed/>
                </p:oleObj>
              </mc:Choice>
              <mc:Fallback>
                <p:oleObj name="Equation" r:id="rId4" imgW="1028520" imgH="469800" progId="Equation.DSMT4">
                  <p:embed/>
                  <p:pic>
                    <p:nvPicPr>
                      <p:cNvPr id="35" name="Object 41">
                        <a:extLst>
                          <a:ext uri="{FF2B5EF4-FFF2-40B4-BE49-F238E27FC236}">
                            <a16:creationId xmlns:a16="http://schemas.microsoft.com/office/drawing/2014/main" id="{BD7EC75D-192C-1EE2-F958-24DB96D2C8D7}"/>
                          </a:ext>
                        </a:extLst>
                      </p:cNvPr>
                      <p:cNvPicPr>
                        <a:picLocks noChangeAspect="1" noChangeArrowheads="1"/>
                      </p:cNvPicPr>
                      <p:nvPr/>
                    </p:nvPicPr>
                    <p:blipFill>
                      <a:blip r:embed="rId5"/>
                      <a:srcRect/>
                      <a:stretch>
                        <a:fillRect/>
                      </a:stretch>
                    </p:blipFill>
                    <p:spPr bwMode="auto">
                      <a:xfrm>
                        <a:off x="2351584" y="1951077"/>
                        <a:ext cx="2501725" cy="1120527"/>
                      </a:xfrm>
                      <a:prstGeom prst="rect">
                        <a:avLst/>
                      </a:prstGeom>
                      <a:noFill/>
                      <a:ln>
                        <a:noFill/>
                      </a:ln>
                    </p:spPr>
                  </p:pic>
                </p:oleObj>
              </mc:Fallback>
            </mc:AlternateContent>
          </a:graphicData>
        </a:graphic>
      </p:graphicFrame>
      <p:sp>
        <p:nvSpPr>
          <p:cNvPr id="36" name="Text Box 1032"/>
          <p:cNvSpPr txBox="1">
            <a:spLocks noChangeArrowheads="1"/>
          </p:cNvSpPr>
          <p:nvPr/>
        </p:nvSpPr>
        <p:spPr bwMode="auto">
          <a:xfrm>
            <a:off x="631034" y="2931961"/>
            <a:ext cx="1121857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j-lt"/>
                <a:ea typeface="微软雅黑" panose="020B0503020204020204" pitchFamily="34" charset="-122"/>
              </a:rPr>
              <a:t>式中</a:t>
            </a:r>
            <a:r>
              <a:rPr kumimoji="1" lang="en-US" altLang="zh-CN" sz="2800" b="0" dirty="0">
                <a:latin typeface="+mj-lt"/>
                <a:ea typeface="微软雅黑" panose="020B0503020204020204" pitchFamily="34" charset="-122"/>
              </a:rPr>
              <a:t>F</a:t>
            </a:r>
            <a:r>
              <a:rPr kumimoji="1" lang="en-US" altLang="zh-CN" sz="2800" b="0" i="0" baseline="-25000" dirty="0">
                <a:latin typeface="+mj-lt"/>
                <a:ea typeface="微软雅黑" panose="020B0503020204020204" pitchFamily="34" charset="-122"/>
              </a:rPr>
              <a:t>Q</a:t>
            </a:r>
            <a:r>
              <a:rPr kumimoji="1" lang="zh-CN" altLang="en-US" sz="2800" i="0" dirty="0">
                <a:latin typeface="+mj-lt"/>
                <a:ea typeface="微软雅黑" panose="020B0503020204020204" pitchFamily="34" charset="-122"/>
              </a:rPr>
              <a:t>为横截面上的剪力；</a:t>
            </a:r>
            <a:r>
              <a:rPr kumimoji="1" lang="en-US" altLang="zh-CN" sz="2800" b="0" dirty="0">
                <a:latin typeface="+mj-lt"/>
                <a:ea typeface="微软雅黑" panose="020B0503020204020204" pitchFamily="34" charset="-122"/>
              </a:rPr>
              <a:t>S</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为图上打剖面线的矩形截面面积</a:t>
            </a:r>
            <a:r>
              <a:rPr kumimoji="1" lang="en-US" altLang="zh-CN" sz="2800" b="0" dirty="0">
                <a:latin typeface="+mj-lt"/>
                <a:ea typeface="微软雅黑" panose="020B0503020204020204" pitchFamily="34" charset="-122"/>
              </a:rPr>
              <a:t>A</a:t>
            </a:r>
            <a:r>
              <a:rPr kumimoji="1" lang="en-US" altLang="zh-CN" sz="2800" b="0" i="0" dirty="0">
                <a:ea typeface="微软雅黑" panose="020B0503020204020204" pitchFamily="34" charset="-122"/>
              </a:rPr>
              <a:t>*</a:t>
            </a:r>
            <a:r>
              <a:rPr kumimoji="1" lang="zh-CN" altLang="en-US" sz="2800" i="0" dirty="0">
                <a:latin typeface="+mj-lt"/>
                <a:ea typeface="微软雅黑" panose="020B0503020204020204" pitchFamily="34" charset="-122"/>
              </a:rPr>
              <a:t> 对中性轴</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的静距；</a:t>
            </a:r>
            <a:r>
              <a:rPr kumimoji="1" lang="en-US" altLang="zh-CN" sz="2800" b="0" dirty="0" err="1">
                <a:latin typeface="+mj-lt"/>
                <a:ea typeface="微软雅黑" panose="020B0503020204020204" pitchFamily="34" charset="-122"/>
              </a:rPr>
              <a:t>I</a:t>
            </a:r>
            <a:r>
              <a:rPr kumimoji="1" lang="en-US" altLang="zh-CN" sz="2800" b="0" baseline="-25000" dirty="0" err="1">
                <a:latin typeface="+mj-lt"/>
                <a:ea typeface="微软雅黑" panose="020B0503020204020204" pitchFamily="34" charset="-122"/>
              </a:rPr>
              <a:t>z</a:t>
            </a:r>
            <a:r>
              <a:rPr kumimoji="1" lang="zh-CN" altLang="en-US" sz="2800" i="0" dirty="0">
                <a:latin typeface="+mj-lt"/>
                <a:ea typeface="微软雅黑" panose="020B0503020204020204" pitchFamily="34" charset="-122"/>
              </a:rPr>
              <a:t>为截面对中性轴</a:t>
            </a:r>
            <a:r>
              <a:rPr kumimoji="1" lang="en-US" altLang="zh-CN" sz="2800" b="0" dirty="0">
                <a:latin typeface="+mj-lt"/>
                <a:ea typeface="微软雅黑" panose="020B0503020204020204" pitchFamily="34" charset="-122"/>
              </a:rPr>
              <a:t>z</a:t>
            </a:r>
            <a:r>
              <a:rPr kumimoji="1" lang="zh-CN" altLang="en-US" sz="2800" i="0" dirty="0">
                <a:latin typeface="+mj-lt"/>
                <a:ea typeface="微软雅黑" panose="020B0503020204020204" pitchFamily="34" charset="-122"/>
              </a:rPr>
              <a:t>的惯性矩；</a:t>
            </a:r>
            <a:r>
              <a:rPr kumimoji="1" lang="en-US" altLang="zh-CN" sz="2800" b="0" dirty="0">
                <a:latin typeface="+mj-lt"/>
                <a:ea typeface="微软雅黑" panose="020B0503020204020204" pitchFamily="34" charset="-122"/>
              </a:rPr>
              <a:t>b</a:t>
            </a:r>
            <a:r>
              <a:rPr kumimoji="1" lang="zh-CN" altLang="en-US" sz="2800" i="0" dirty="0">
                <a:latin typeface="+mj-lt"/>
                <a:ea typeface="微软雅黑" panose="020B0503020204020204" pitchFamily="34" charset="-122"/>
              </a:rPr>
              <a:t>为截面宽度。</a:t>
            </a:r>
          </a:p>
        </p:txBody>
      </p:sp>
      <p:graphicFrame>
        <p:nvGraphicFramePr>
          <p:cNvPr id="38" name="Object 41">
            <a:extLst>
              <a:ext uri="{FF2B5EF4-FFF2-40B4-BE49-F238E27FC236}">
                <a16:creationId xmlns:a16="http://schemas.microsoft.com/office/drawing/2014/main" id="{BD7EC75D-192C-1EE2-F958-24DB96D2C8D7}"/>
              </a:ext>
            </a:extLst>
          </p:cNvPr>
          <p:cNvGraphicFramePr>
            <a:graphicFrameLocks noChangeAspect="1"/>
          </p:cNvGraphicFramePr>
          <p:nvPr/>
        </p:nvGraphicFramePr>
        <p:xfrm>
          <a:off x="2283708" y="3953445"/>
          <a:ext cx="6329363" cy="996950"/>
        </p:xfrm>
        <a:graphic>
          <a:graphicData uri="http://schemas.openxmlformats.org/presentationml/2006/ole">
            <mc:AlternateContent xmlns:mc="http://schemas.openxmlformats.org/markup-compatibility/2006">
              <mc:Choice xmlns:v="urn:schemas-microsoft-com:vml" Requires="v">
                <p:oleObj name="Equation" r:id="rId6" imgW="2603160" imgH="419040" progId="Equation.DSMT4">
                  <p:embed/>
                </p:oleObj>
              </mc:Choice>
              <mc:Fallback>
                <p:oleObj name="Equation" r:id="rId6" imgW="2603160" imgH="419040" progId="Equation.DSMT4">
                  <p:embed/>
                  <p:pic>
                    <p:nvPicPr>
                      <p:cNvPr id="38" name="Object 41">
                        <a:extLst>
                          <a:ext uri="{FF2B5EF4-FFF2-40B4-BE49-F238E27FC236}">
                            <a16:creationId xmlns:a16="http://schemas.microsoft.com/office/drawing/2014/main" id="{BD7EC75D-192C-1EE2-F958-24DB96D2C8D7}"/>
                          </a:ext>
                        </a:extLst>
                      </p:cNvPr>
                      <p:cNvPicPr>
                        <a:picLocks noChangeAspect="1" noChangeArrowheads="1"/>
                      </p:cNvPicPr>
                      <p:nvPr/>
                    </p:nvPicPr>
                    <p:blipFill>
                      <a:blip r:embed="rId7"/>
                      <a:srcRect/>
                      <a:stretch>
                        <a:fillRect/>
                      </a:stretch>
                    </p:blipFill>
                    <p:spPr bwMode="auto">
                      <a:xfrm>
                        <a:off x="2283708" y="3953445"/>
                        <a:ext cx="6329363" cy="996950"/>
                      </a:xfrm>
                      <a:prstGeom prst="rect">
                        <a:avLst/>
                      </a:prstGeom>
                      <a:noFill/>
                      <a:ln>
                        <a:noFill/>
                      </a:ln>
                    </p:spPr>
                  </p:pic>
                </p:oleObj>
              </mc:Fallback>
            </mc:AlternateContent>
          </a:graphicData>
        </a:graphic>
      </p:graphicFrame>
      <p:sp>
        <p:nvSpPr>
          <p:cNvPr id="39" name="Text Box 1032"/>
          <p:cNvSpPr txBox="1">
            <a:spLocks noChangeArrowheads="1"/>
          </p:cNvSpPr>
          <p:nvPr/>
        </p:nvSpPr>
        <p:spPr bwMode="auto">
          <a:xfrm>
            <a:off x="631034" y="4818297"/>
            <a:ext cx="1121857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r>
              <a:rPr kumimoji="1" lang="en-US" altLang="zh-CN" sz="2800" b="0" dirty="0">
                <a:latin typeface="+mj-lt"/>
                <a:ea typeface="微软雅黑" panose="020B0503020204020204" pitchFamily="34" charset="-122"/>
              </a:rPr>
              <a:t>y</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为面积</a:t>
            </a:r>
            <a:r>
              <a:rPr kumimoji="1" lang="en-US" altLang="zh-CN" sz="2800" b="0" dirty="0">
                <a:latin typeface="+mj-lt"/>
                <a:ea typeface="微软雅黑" panose="020B0503020204020204" pitchFamily="34" charset="-122"/>
              </a:rPr>
              <a:t>A</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的形心坐标。</a:t>
            </a:r>
          </a:p>
        </p:txBody>
      </p:sp>
      <p:graphicFrame>
        <p:nvGraphicFramePr>
          <p:cNvPr id="40" name="Object 41">
            <a:extLst>
              <a:ext uri="{FF2B5EF4-FFF2-40B4-BE49-F238E27FC236}">
                <a16:creationId xmlns:a16="http://schemas.microsoft.com/office/drawing/2014/main" id="{BD7EC75D-192C-1EE2-F958-24DB96D2C8D7}"/>
              </a:ext>
            </a:extLst>
          </p:cNvPr>
          <p:cNvGraphicFramePr>
            <a:graphicFrameLocks noChangeAspect="1"/>
          </p:cNvGraphicFramePr>
          <p:nvPr/>
        </p:nvGraphicFramePr>
        <p:xfrm>
          <a:off x="2057400" y="5284785"/>
          <a:ext cx="3089275" cy="1090612"/>
        </p:xfrm>
        <a:graphic>
          <a:graphicData uri="http://schemas.openxmlformats.org/presentationml/2006/ole">
            <mc:AlternateContent xmlns:mc="http://schemas.openxmlformats.org/markup-compatibility/2006">
              <mc:Choice xmlns:v="urn:schemas-microsoft-com:vml" Requires="v">
                <p:oleObj name="Equation" r:id="rId8" imgW="1269720" imgH="457200" progId="Equation.DSMT4">
                  <p:embed/>
                </p:oleObj>
              </mc:Choice>
              <mc:Fallback>
                <p:oleObj name="Equation" r:id="rId8" imgW="1269720" imgH="457200" progId="Equation.DSMT4">
                  <p:embed/>
                  <p:pic>
                    <p:nvPicPr>
                      <p:cNvPr id="40" name="Object 41">
                        <a:extLst>
                          <a:ext uri="{FF2B5EF4-FFF2-40B4-BE49-F238E27FC236}">
                            <a16:creationId xmlns:a16="http://schemas.microsoft.com/office/drawing/2014/main" id="{BD7EC75D-192C-1EE2-F958-24DB96D2C8D7}"/>
                          </a:ext>
                        </a:extLst>
                      </p:cNvPr>
                      <p:cNvPicPr>
                        <a:picLocks noChangeAspect="1" noChangeArrowheads="1"/>
                      </p:cNvPicPr>
                      <p:nvPr/>
                    </p:nvPicPr>
                    <p:blipFill>
                      <a:blip r:embed="rId9"/>
                      <a:srcRect/>
                      <a:stretch>
                        <a:fillRect/>
                      </a:stretch>
                    </p:blipFill>
                    <p:spPr bwMode="auto">
                      <a:xfrm>
                        <a:off x="2057400" y="5284785"/>
                        <a:ext cx="3089275" cy="109061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5780635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3000"/>
                                        <p:tgtEl>
                                          <p:spTgt spid="35"/>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wipe(left)">
                                      <p:cBhvr>
                                        <p:cTn id="20" dur="3000"/>
                                        <p:tgtEl>
                                          <p:spTgt spid="38"/>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wipe(left)">
                                      <p:cBhvr>
                                        <p:cTn id="29" dur="3000"/>
                                        <p:tgtEl>
                                          <p:spTgt spid="40"/>
                                        </p:tgtEl>
                                      </p:cBhvr>
                                    </p:animEffect>
                                  </p:childTnLst>
                                  <p:subTnLst>
                                    <p:audio>
                                      <p:cMediaNode>
                                        <p:cTn display="0" masterRel="sameClick">
                                          <p:stCondLst>
                                            <p:cond evt="begin" delay="0">
                                              <p:tn val="2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utoUpdateAnimBg="0"/>
      <p:bldP spid="36" grpId="0" autoUpdateAnimBg="0"/>
      <p:bldP spid="3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9" name="Rectangle 61"/>
          <p:cNvSpPr>
            <a:spLocks noChangeArrowheads="1"/>
          </p:cNvSpPr>
          <p:nvPr/>
        </p:nvSpPr>
        <p:spPr bwMode="auto">
          <a:xfrm>
            <a:off x="7104112" y="894711"/>
            <a:ext cx="4968551" cy="5380434"/>
          </a:xfrm>
          <a:prstGeom prst="rect">
            <a:avLst/>
          </a:prstGeom>
          <a:solidFill>
            <a:srgbClr val="B9CDE5"/>
          </a:solidFill>
          <a:ln>
            <a:noFill/>
          </a:ln>
          <a:effectLst/>
        </p:spPr>
        <p:txBody>
          <a:bodyPr wrap="none" anchor="ctr"/>
          <a:lstStyle/>
          <a:p>
            <a:endParaRPr lang="zh-CN" altLang="en-US" dirty="0"/>
          </a:p>
        </p:txBody>
      </p:sp>
      <p:grpSp>
        <p:nvGrpSpPr>
          <p:cNvPr id="91" name="Group 4"/>
          <p:cNvGrpSpPr>
            <a:grpSpLocks/>
          </p:cNvGrpSpPr>
          <p:nvPr/>
        </p:nvGrpSpPr>
        <p:grpSpPr bwMode="auto">
          <a:xfrm>
            <a:off x="8615877" y="931263"/>
            <a:ext cx="1947863" cy="2509838"/>
            <a:chOff x="3723" y="544"/>
            <a:chExt cx="1227" cy="1581"/>
          </a:xfrm>
        </p:grpSpPr>
        <p:sp>
          <p:nvSpPr>
            <p:cNvPr id="94" name="Line 7"/>
            <p:cNvSpPr>
              <a:spLocks noChangeAspect="1" noChangeShapeType="1"/>
            </p:cNvSpPr>
            <p:nvPr/>
          </p:nvSpPr>
          <p:spPr bwMode="auto">
            <a:xfrm>
              <a:off x="3723" y="1383"/>
              <a:ext cx="862" cy="0"/>
            </a:xfrm>
            <a:prstGeom prst="line">
              <a:avLst/>
            </a:prstGeom>
            <a:noFill/>
            <a:ln w="12700">
              <a:solidFill>
                <a:srgbClr val="000000"/>
              </a:solidFill>
              <a:prstDash val="dashDot"/>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5" name="Line 8"/>
            <p:cNvSpPr>
              <a:spLocks noChangeAspect="1" noChangeShapeType="1"/>
            </p:cNvSpPr>
            <p:nvPr/>
          </p:nvSpPr>
          <p:spPr bwMode="auto">
            <a:xfrm flipH="1" flipV="1">
              <a:off x="4118" y="666"/>
              <a:ext cx="0" cy="1459"/>
            </a:xfrm>
            <a:prstGeom prst="line">
              <a:avLst/>
            </a:prstGeom>
            <a:noFill/>
            <a:ln w="9525">
              <a:solidFill>
                <a:srgbClr val="000000"/>
              </a:solidFill>
              <a:prstDash val="dashDot"/>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6" name="Text Box 9"/>
            <p:cNvSpPr txBox="1">
              <a:spLocks noChangeAspect="1" noChangeArrowheads="1"/>
            </p:cNvSpPr>
            <p:nvPr/>
          </p:nvSpPr>
          <p:spPr bwMode="auto">
            <a:xfrm>
              <a:off x="4387" y="1133"/>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z</a:t>
              </a:r>
            </a:p>
          </p:txBody>
        </p:sp>
        <p:sp>
          <p:nvSpPr>
            <p:cNvPr id="97" name="Text Box 10"/>
            <p:cNvSpPr txBox="1">
              <a:spLocks noChangeAspect="1" noChangeArrowheads="1"/>
            </p:cNvSpPr>
            <p:nvPr/>
          </p:nvSpPr>
          <p:spPr bwMode="auto">
            <a:xfrm>
              <a:off x="3866" y="544"/>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y</a:t>
              </a:r>
            </a:p>
          </p:txBody>
        </p:sp>
        <p:sp>
          <p:nvSpPr>
            <p:cNvPr id="62" name="Text Box 9"/>
            <p:cNvSpPr txBox="1">
              <a:spLocks noChangeAspect="1" noChangeArrowheads="1"/>
            </p:cNvSpPr>
            <p:nvPr/>
          </p:nvSpPr>
          <p:spPr bwMode="auto">
            <a:xfrm>
              <a:off x="4194" y="1402"/>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t</a:t>
              </a:r>
            </a:p>
          </p:txBody>
        </p:sp>
        <p:sp>
          <p:nvSpPr>
            <p:cNvPr id="63" name="Line 7"/>
            <p:cNvSpPr>
              <a:spLocks noChangeAspect="1" noChangeShapeType="1"/>
            </p:cNvSpPr>
            <p:nvPr/>
          </p:nvSpPr>
          <p:spPr bwMode="auto">
            <a:xfrm>
              <a:off x="4519" y="995"/>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4" name="Line 7"/>
            <p:cNvSpPr>
              <a:spLocks noChangeAspect="1" noChangeShapeType="1"/>
            </p:cNvSpPr>
            <p:nvPr/>
          </p:nvSpPr>
          <p:spPr bwMode="auto">
            <a:xfrm>
              <a:off x="4519" y="1810"/>
              <a:ext cx="229" cy="0"/>
            </a:xfrm>
            <a:prstGeom prst="line">
              <a:avLst/>
            </a:prstGeom>
            <a:noFill/>
            <a:ln w="952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5" name="Text Box 9"/>
            <p:cNvSpPr txBox="1">
              <a:spLocks noChangeAspect="1" noChangeArrowheads="1"/>
            </p:cNvSpPr>
            <p:nvPr/>
          </p:nvSpPr>
          <p:spPr bwMode="auto">
            <a:xfrm>
              <a:off x="4614" y="1229"/>
              <a:ext cx="33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h</a:t>
              </a:r>
            </a:p>
          </p:txBody>
        </p:sp>
      </p:grpSp>
      <p:grpSp>
        <p:nvGrpSpPr>
          <p:cNvPr id="105" name="Group 18"/>
          <p:cNvGrpSpPr>
            <a:grpSpLocks noChangeAspect="1"/>
          </p:cNvGrpSpPr>
          <p:nvPr/>
        </p:nvGrpSpPr>
        <p:grpSpPr bwMode="auto">
          <a:xfrm>
            <a:off x="10470123" y="1644863"/>
            <a:ext cx="346446" cy="1298138"/>
            <a:chOff x="4920" y="1664"/>
            <a:chExt cx="156" cy="584"/>
          </a:xfrm>
        </p:grpSpPr>
        <p:sp>
          <p:nvSpPr>
            <p:cNvPr id="106" name="Arc 19" descr="浅色横线"/>
            <p:cNvSpPr>
              <a:spLocks noChangeAspect="1"/>
            </p:cNvSpPr>
            <p:nvPr/>
          </p:nvSpPr>
          <p:spPr bwMode="auto">
            <a:xfrm rot="5400000">
              <a:off x="4722" y="1901"/>
              <a:ext cx="583" cy="110"/>
            </a:xfrm>
            <a:custGeom>
              <a:avLst/>
              <a:gdLst>
                <a:gd name="T0" fmla="*/ 0 w 43200"/>
                <a:gd name="T1" fmla="*/ 1 h 24845"/>
                <a:gd name="T2" fmla="*/ 19 w 43200"/>
                <a:gd name="T3" fmla="*/ 1 h 24845"/>
                <a:gd name="T4" fmla="*/ 10 w 43200"/>
                <a:gd name="T5" fmla="*/ 1 h 24845"/>
                <a:gd name="T6" fmla="*/ 0 60000 65536"/>
                <a:gd name="T7" fmla="*/ 0 60000 65536"/>
                <a:gd name="T8" fmla="*/ 0 60000 65536"/>
                <a:gd name="T9" fmla="*/ 0 w 43200"/>
                <a:gd name="T10" fmla="*/ 0 h 24845"/>
                <a:gd name="T11" fmla="*/ 43200 w 43200"/>
                <a:gd name="T12" fmla="*/ 24845 h 24845"/>
              </a:gdLst>
              <a:ahLst/>
              <a:cxnLst>
                <a:cxn ang="T6">
                  <a:pos x="T0" y="T1"/>
                </a:cxn>
                <a:cxn ang="T7">
                  <a:pos x="T2" y="T3"/>
                </a:cxn>
                <a:cxn ang="T8">
                  <a:pos x="T4" y="T5"/>
                </a:cxn>
              </a:cxnLst>
              <a:rect l="T9" t="T10" r="T11" b="T12"/>
              <a:pathLst>
                <a:path w="43200" h="24845" fill="none"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path>
                <a:path w="43200" h="24845" stroke="0" extrusionOk="0">
                  <a:moveTo>
                    <a:pt x="240" y="24815"/>
                  </a:moveTo>
                  <a:cubicBezTo>
                    <a:pt x="80" y="23750"/>
                    <a:pt x="0" y="22676"/>
                    <a:pt x="0" y="21600"/>
                  </a:cubicBezTo>
                  <a:cubicBezTo>
                    <a:pt x="0" y="9670"/>
                    <a:pt x="9670" y="0"/>
                    <a:pt x="21600" y="0"/>
                  </a:cubicBezTo>
                  <a:cubicBezTo>
                    <a:pt x="33529" y="0"/>
                    <a:pt x="43200" y="9670"/>
                    <a:pt x="43200" y="21600"/>
                  </a:cubicBezTo>
                  <a:cubicBezTo>
                    <a:pt x="43200" y="22686"/>
                    <a:pt x="43118" y="23771"/>
                    <a:pt x="42954" y="24844"/>
                  </a:cubicBezTo>
                  <a:lnTo>
                    <a:pt x="21600" y="21600"/>
                  </a:lnTo>
                  <a:close/>
                </a:path>
              </a:pathLst>
            </a:custGeom>
            <a:pattFill prst="ltHorz">
              <a:fgClr>
                <a:srgbClr val="000000"/>
              </a:fgClr>
              <a:bgClr>
                <a:srgbClr val="FF0000"/>
              </a:bgClr>
            </a:pattFill>
            <a:ln w="28575">
              <a:solidFill>
                <a:srgbClr val="000000"/>
              </a:solidFill>
              <a:round/>
              <a:headEnd/>
              <a:tailEnd/>
            </a:ln>
          </p:spPr>
          <p:txBody>
            <a:bodyPr/>
            <a:lstStyle/>
            <a:p>
              <a:endParaRPr kumimoji="1" lang="zh-CN" altLang="en-US" b="0" i="0">
                <a:solidFill>
                  <a:srgbClr val="FFFFFF"/>
                </a:solidFill>
                <a:ea typeface="黑体" panose="02010609060101010101" pitchFamily="49" charset="-122"/>
              </a:endParaRPr>
            </a:p>
          </p:txBody>
        </p:sp>
        <p:sp>
          <p:nvSpPr>
            <p:cNvPr id="107" name="Line 20"/>
            <p:cNvSpPr>
              <a:spLocks noChangeAspect="1" noChangeShapeType="1"/>
            </p:cNvSpPr>
            <p:nvPr/>
          </p:nvSpPr>
          <p:spPr bwMode="auto">
            <a:xfrm>
              <a:off x="4925" y="1665"/>
              <a:ext cx="0" cy="58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8" name="Line 21"/>
            <p:cNvSpPr>
              <a:spLocks noChangeAspect="1" noChangeShapeType="1"/>
            </p:cNvSpPr>
            <p:nvPr/>
          </p:nvSpPr>
          <p:spPr bwMode="auto">
            <a:xfrm>
              <a:off x="4920" y="1943"/>
              <a:ext cx="156"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grpSp>
      <p:sp>
        <p:nvSpPr>
          <p:cNvPr id="109" name="Text Box 22"/>
          <p:cNvSpPr txBox="1">
            <a:spLocks noChangeAspect="1" noChangeArrowheads="1"/>
          </p:cNvSpPr>
          <p:nvPr/>
        </p:nvSpPr>
        <p:spPr bwMode="auto">
          <a:xfrm>
            <a:off x="10768256" y="1904197"/>
            <a:ext cx="83239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mn-lt"/>
                <a:ea typeface="宋体" panose="02010600030101010101" pitchFamily="2" charset="-122"/>
              </a:rPr>
              <a:t>max</a:t>
            </a:r>
          </a:p>
        </p:txBody>
      </p:sp>
      <p:sp>
        <p:nvSpPr>
          <p:cNvPr id="176" name="Text Box 1032"/>
          <p:cNvSpPr txBox="1">
            <a:spLocks noChangeArrowheads="1"/>
          </p:cNvSpPr>
          <p:nvPr/>
        </p:nvSpPr>
        <p:spPr bwMode="auto">
          <a:xfrm>
            <a:off x="440658" y="837144"/>
            <a:ext cx="6442137" cy="51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．横截面上的最大切应力公式</a:t>
            </a:r>
            <a:endParaRPr kumimoji="1" lang="en-US" altLang="zh-CN" sz="2800" i="0" dirty="0">
              <a:solidFill>
                <a:srgbClr val="FF00FF"/>
              </a:solidFill>
              <a:latin typeface="+mn-lt"/>
              <a:ea typeface="微软雅黑" panose="020B0503020204020204" pitchFamily="34" charset="-122"/>
            </a:endParaRPr>
          </a:p>
          <a:p>
            <a:pPr algn="just">
              <a:lnSpc>
                <a:spcPct val="130000"/>
              </a:lnSpc>
            </a:pPr>
            <a:r>
              <a:rPr kumimoji="1" lang="zh-CN" altLang="en-US" sz="2800" i="0" dirty="0">
                <a:latin typeface="+mn-lt"/>
                <a:ea typeface="微软雅黑" panose="020B0503020204020204" pitchFamily="34" charset="-122"/>
              </a:rPr>
              <a:t>对于矩形截面梁，其横截面上最大切应力发生在中性轴上（即</a:t>
            </a:r>
            <a:r>
              <a:rPr kumimoji="1" lang="en-US" altLang="zh-CN" sz="2800" b="0" dirty="0">
                <a:latin typeface="+mn-lt"/>
                <a:ea typeface="微软雅黑" panose="020B0503020204020204" pitchFamily="34" charset="-122"/>
              </a:rPr>
              <a:t>y</a:t>
            </a:r>
            <a:r>
              <a:rPr kumimoji="1" lang="zh-CN" altLang="en-US" sz="2800" b="0" i="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0</a:t>
            </a:r>
            <a:r>
              <a:rPr kumimoji="1" lang="zh-CN" altLang="en-US" sz="2800" i="0" dirty="0">
                <a:latin typeface="+mn-lt"/>
                <a:ea typeface="微软雅黑" panose="020B0503020204020204" pitchFamily="34" charset="-122"/>
              </a:rPr>
              <a:t>处），为</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=3</a:t>
            </a:r>
            <a:r>
              <a:rPr kumimoji="1" lang="en-US" altLang="zh-CN" sz="2800" b="0" dirty="0">
                <a:latin typeface="+mn-lt"/>
                <a:ea typeface="微软雅黑" panose="020B0503020204020204" pitchFamily="34" charset="-122"/>
              </a:rPr>
              <a:t>F</a:t>
            </a:r>
            <a:r>
              <a:rPr kumimoji="1" lang="en-US" altLang="zh-CN" sz="2800" b="0" i="0" dirty="0">
                <a:latin typeface="+mn-lt"/>
                <a:ea typeface="微软雅黑" panose="020B0503020204020204" pitchFamily="34" charset="-122"/>
              </a:rPr>
              <a:t>/2</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。同样，工字形截面梁、圆形截面梁和圆环形截面梁的最大切应力，也发生在各自的中性轴上。对于工字形截面梁，</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为腹板面积）；对于圆形截面梁，</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=4</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en-US" altLang="zh-CN" sz="2800" b="0" dirty="0">
                <a:latin typeface="+mn-lt"/>
                <a:ea typeface="微软雅黑" panose="020B0503020204020204" pitchFamily="34" charset="-122"/>
              </a:rPr>
              <a:t>/</a:t>
            </a:r>
            <a:r>
              <a:rPr kumimoji="1" lang="en-US" altLang="zh-CN" sz="2800" b="0" i="0" dirty="0">
                <a:latin typeface="+mn-lt"/>
                <a:ea typeface="微软雅黑" panose="020B0503020204020204" pitchFamily="34" charset="-122"/>
              </a:rPr>
              <a:t>3</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；对于圆环形截面梁；</a:t>
            </a:r>
            <a:r>
              <a:rPr kumimoji="1" lang="zh-CN" altLang="en-US" sz="2800" b="0" dirty="0">
                <a:latin typeface="+mn-lt"/>
                <a:ea typeface="微软雅黑" panose="020B0503020204020204" pitchFamily="34" charset="-122"/>
                <a:sym typeface="Symbol" panose="05050102010706020507" pitchFamily="18" charset="2"/>
              </a:rPr>
              <a:t></a:t>
            </a:r>
            <a:r>
              <a:rPr kumimoji="1" lang="en-US" altLang="zh-CN" sz="2800" b="0" i="0" baseline="-25000" dirty="0">
                <a:latin typeface="+mn-lt"/>
                <a:ea typeface="微软雅黑" panose="020B0503020204020204" pitchFamily="34" charset="-122"/>
              </a:rPr>
              <a:t>max</a:t>
            </a:r>
            <a:r>
              <a:rPr kumimoji="1" lang="en-US" altLang="zh-CN" sz="2800" b="0" i="0" dirty="0">
                <a:latin typeface="+mn-lt"/>
                <a:ea typeface="微软雅黑" panose="020B0503020204020204" pitchFamily="34" charset="-122"/>
              </a:rPr>
              <a:t>=2</a:t>
            </a:r>
            <a:r>
              <a:rPr kumimoji="1" lang="en-US" altLang="zh-CN" sz="2800" b="0" dirty="0">
                <a:latin typeface="+mn-lt"/>
                <a:ea typeface="微软雅黑" panose="020B0503020204020204" pitchFamily="34" charset="-122"/>
              </a:rPr>
              <a:t>F</a:t>
            </a:r>
            <a:r>
              <a:rPr kumimoji="1" lang="en-US" altLang="zh-CN" sz="2800" b="0" i="0" baseline="-25000" dirty="0">
                <a:latin typeface="+mn-lt"/>
                <a:ea typeface="微软雅黑" panose="020B0503020204020204" pitchFamily="34" charset="-122"/>
              </a:rPr>
              <a:t>Q</a:t>
            </a:r>
            <a:r>
              <a:rPr kumimoji="1" lang="en-US" altLang="zh-CN" sz="2800" b="0" dirty="0">
                <a:latin typeface="+mn-lt"/>
                <a:ea typeface="微软雅黑" panose="020B0503020204020204" pitchFamily="34" charset="-122"/>
              </a:rPr>
              <a:t>/A</a:t>
            </a:r>
            <a:r>
              <a:rPr kumimoji="1" lang="zh-CN" altLang="en-US" sz="2800" i="0" dirty="0">
                <a:latin typeface="+mn-lt"/>
                <a:ea typeface="微软雅黑" panose="020B0503020204020204" pitchFamily="34" charset="-122"/>
              </a:rPr>
              <a:t>。 </a:t>
            </a:r>
          </a:p>
        </p:txBody>
      </p:sp>
      <p:cxnSp>
        <p:nvCxnSpPr>
          <p:cNvPr id="3" name="直接连接符 2"/>
          <p:cNvCxnSpPr/>
          <p:nvPr/>
        </p:nvCxnSpPr>
        <p:spPr bwMode="auto">
          <a:xfrm>
            <a:off x="8657151" y="1428839"/>
            <a:ext cx="1173163"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接连接符 5"/>
          <p:cNvCxnSpPr/>
          <p:nvPr/>
        </p:nvCxnSpPr>
        <p:spPr bwMode="auto">
          <a:xfrm>
            <a:off x="8662427" y="1428839"/>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p:cNvCxnSpPr/>
          <p:nvPr/>
        </p:nvCxnSpPr>
        <p:spPr bwMode="auto">
          <a:xfrm>
            <a:off x="8657151" y="1644863"/>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2"/>
          <p:cNvCxnSpPr/>
          <p:nvPr/>
        </p:nvCxnSpPr>
        <p:spPr bwMode="auto">
          <a:xfrm>
            <a:off x="9824991" y="1428839"/>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接连接符 44"/>
          <p:cNvCxnSpPr/>
          <p:nvPr/>
        </p:nvCxnSpPr>
        <p:spPr bwMode="auto">
          <a:xfrm>
            <a:off x="9361806" y="1644863"/>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直接连接符 11"/>
          <p:cNvCxnSpPr/>
          <p:nvPr/>
        </p:nvCxnSpPr>
        <p:spPr bwMode="auto">
          <a:xfrm>
            <a:off x="9120336" y="1644863"/>
            <a:ext cx="0" cy="129614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接连接符 47"/>
          <p:cNvCxnSpPr/>
          <p:nvPr/>
        </p:nvCxnSpPr>
        <p:spPr bwMode="auto">
          <a:xfrm>
            <a:off x="9361806" y="1644863"/>
            <a:ext cx="0" cy="129614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直接连接符 48"/>
          <p:cNvCxnSpPr/>
          <p:nvPr/>
        </p:nvCxnSpPr>
        <p:spPr bwMode="auto">
          <a:xfrm>
            <a:off x="8657151" y="3162147"/>
            <a:ext cx="1173163"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连接符 49"/>
          <p:cNvCxnSpPr/>
          <p:nvPr/>
        </p:nvCxnSpPr>
        <p:spPr bwMode="auto">
          <a:xfrm>
            <a:off x="8662427" y="2946123"/>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接连接符 50"/>
          <p:cNvCxnSpPr/>
          <p:nvPr/>
        </p:nvCxnSpPr>
        <p:spPr bwMode="auto">
          <a:xfrm>
            <a:off x="8657151" y="2941007"/>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2" name="直接连接符 51"/>
          <p:cNvCxnSpPr/>
          <p:nvPr/>
        </p:nvCxnSpPr>
        <p:spPr bwMode="auto">
          <a:xfrm>
            <a:off x="9824991" y="2946123"/>
            <a:ext cx="0" cy="216024"/>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连接符 53"/>
          <p:cNvCxnSpPr/>
          <p:nvPr/>
        </p:nvCxnSpPr>
        <p:spPr bwMode="auto">
          <a:xfrm>
            <a:off x="9361806" y="2941007"/>
            <a:ext cx="46318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p:cNvCxnSpPr/>
          <p:nvPr/>
        </p:nvCxnSpPr>
        <p:spPr bwMode="auto">
          <a:xfrm>
            <a:off x="10470574" y="1644863"/>
            <a:ext cx="12951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直接连接符 15"/>
          <p:cNvCxnSpPr/>
          <p:nvPr/>
        </p:nvCxnSpPr>
        <p:spPr bwMode="auto">
          <a:xfrm>
            <a:off x="10470574" y="2941007"/>
            <a:ext cx="144016"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箭头连接符 19"/>
          <p:cNvCxnSpPr/>
          <p:nvPr/>
        </p:nvCxnSpPr>
        <p:spPr bwMode="auto">
          <a:xfrm>
            <a:off x="9120336" y="2580967"/>
            <a:ext cx="241470" cy="0"/>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箭头连接符 63"/>
          <p:cNvCxnSpPr/>
          <p:nvPr/>
        </p:nvCxnSpPr>
        <p:spPr bwMode="auto">
          <a:xfrm>
            <a:off x="10061296" y="1644863"/>
            <a:ext cx="0" cy="1296144"/>
          </a:xfrm>
          <a:prstGeom prst="straightConnector1">
            <a:avLst/>
          </a:prstGeom>
          <a:solidFill>
            <a:schemeClr val="accent1"/>
          </a:solidFill>
          <a:ln w="6350" cap="flat" cmpd="sng" algn="ctr">
            <a:solidFill>
              <a:schemeClr val="tx1"/>
            </a:solidFill>
            <a:prstDash val="solid"/>
            <a:round/>
            <a:headEnd type="stealth" w="sm" len="med"/>
            <a:tailEnd type="stealth"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8" name="Group 4">
            <a:extLst>
              <a:ext uri="{FF2B5EF4-FFF2-40B4-BE49-F238E27FC236}">
                <a16:creationId xmlns:a16="http://schemas.microsoft.com/office/drawing/2014/main" id="{C1BAA4CA-5BD2-959E-9A9E-B49B12393CD3}"/>
              </a:ext>
            </a:extLst>
          </p:cNvPr>
          <p:cNvGrpSpPr>
            <a:grpSpLocks/>
          </p:cNvGrpSpPr>
          <p:nvPr/>
        </p:nvGrpSpPr>
        <p:grpSpPr bwMode="auto">
          <a:xfrm>
            <a:off x="7119958" y="3441374"/>
            <a:ext cx="5240066" cy="2720122"/>
            <a:chOff x="3662" y="13"/>
            <a:chExt cx="3622" cy="1880"/>
          </a:xfrm>
        </p:grpSpPr>
        <p:sp>
          <p:nvSpPr>
            <p:cNvPr id="79" name="Oval 5" descr="宽上对角线">
              <a:extLst>
                <a:ext uri="{FF2B5EF4-FFF2-40B4-BE49-F238E27FC236}">
                  <a16:creationId xmlns:a16="http://schemas.microsoft.com/office/drawing/2014/main" id="{4019BC9E-4B4D-D931-8103-C182BCA1D2AB}"/>
                </a:ext>
              </a:extLst>
            </p:cNvPr>
            <p:cNvSpPr>
              <a:spLocks noChangeArrowheads="1"/>
            </p:cNvSpPr>
            <p:nvPr/>
          </p:nvSpPr>
          <p:spPr bwMode="auto">
            <a:xfrm>
              <a:off x="3816" y="423"/>
              <a:ext cx="1341" cy="1341"/>
            </a:xfrm>
            <a:prstGeom prst="ellipse">
              <a:avLst/>
            </a:prstGeom>
            <a:solidFill>
              <a:schemeClr val="bg2">
                <a:lumMod val="40000"/>
                <a:lumOff val="60000"/>
              </a:schemeClr>
            </a:solidFill>
            <a:ln w="38100"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80" name="Group 6">
              <a:extLst>
                <a:ext uri="{FF2B5EF4-FFF2-40B4-BE49-F238E27FC236}">
                  <a16:creationId xmlns:a16="http://schemas.microsoft.com/office/drawing/2014/main" id="{EA7D5394-0D7D-2998-EB1E-7E65C2CDB7C9}"/>
                </a:ext>
              </a:extLst>
            </p:cNvPr>
            <p:cNvGrpSpPr>
              <a:grpSpLocks/>
            </p:cNvGrpSpPr>
            <p:nvPr/>
          </p:nvGrpSpPr>
          <p:grpSpPr bwMode="auto">
            <a:xfrm>
              <a:off x="3662" y="13"/>
              <a:ext cx="3622" cy="1880"/>
              <a:chOff x="3662" y="13"/>
              <a:chExt cx="3622" cy="1880"/>
            </a:xfrm>
          </p:grpSpPr>
          <p:sp>
            <p:nvSpPr>
              <p:cNvPr id="89" name="Line 7">
                <a:extLst>
                  <a:ext uri="{FF2B5EF4-FFF2-40B4-BE49-F238E27FC236}">
                    <a16:creationId xmlns:a16="http://schemas.microsoft.com/office/drawing/2014/main" id="{2AB7A874-1A6B-0A31-5AB5-3228B0532BB8}"/>
                  </a:ext>
                </a:extLst>
              </p:cNvPr>
              <p:cNvSpPr>
                <a:spLocks noChangeAspect="1" noChangeShapeType="1"/>
              </p:cNvSpPr>
              <p:nvPr/>
            </p:nvSpPr>
            <p:spPr bwMode="auto">
              <a:xfrm flipH="1" flipV="1">
                <a:off x="4499" y="114"/>
                <a:ext cx="0" cy="1779"/>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0" name="Line 8">
                <a:extLst>
                  <a:ext uri="{FF2B5EF4-FFF2-40B4-BE49-F238E27FC236}">
                    <a16:creationId xmlns:a16="http://schemas.microsoft.com/office/drawing/2014/main" id="{FB697CBF-4F3A-7731-EF6C-F69E33902D44}"/>
                  </a:ext>
                </a:extLst>
              </p:cNvPr>
              <p:cNvSpPr>
                <a:spLocks noChangeAspect="1" noChangeShapeType="1"/>
              </p:cNvSpPr>
              <p:nvPr/>
            </p:nvSpPr>
            <p:spPr bwMode="auto">
              <a:xfrm>
                <a:off x="3662" y="1099"/>
                <a:ext cx="1758"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2"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5127"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z</a:t>
                </a:r>
              </a:p>
            </p:txBody>
          </p:sp>
          <p:sp>
            <p:nvSpPr>
              <p:cNvPr id="113"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96" y="13"/>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b="0" u="none" strike="noStrike" kern="0" cap="none" spc="0" normalizeH="0" baseline="0" noProof="0" dirty="0">
                    <a:ln>
                      <a:noFill/>
                    </a:ln>
                    <a:solidFill>
                      <a:srgbClr val="000000"/>
                    </a:solidFill>
                    <a:effectLst/>
                    <a:uLnTx/>
                    <a:uFillTx/>
                    <a:latin typeface="+mn-lt"/>
                    <a:ea typeface="宋体" panose="02010600030101010101" pitchFamily="2" charset="-122"/>
                  </a:rPr>
                  <a:t>y</a:t>
                </a:r>
              </a:p>
            </p:txBody>
          </p:sp>
          <p:sp>
            <p:nvSpPr>
              <p:cNvPr id="132" name="Text Box 12">
                <a:extLst>
                  <a:ext uri="{FF2B5EF4-FFF2-40B4-BE49-F238E27FC236}">
                    <a16:creationId xmlns:a16="http://schemas.microsoft.com/office/drawing/2014/main" id="{E2C21249-3074-3897-B3E4-4958ADB1DDD3}"/>
                  </a:ext>
                </a:extLst>
              </p:cNvPr>
              <p:cNvSpPr txBox="1">
                <a:spLocks noChangeAspect="1" noChangeArrowheads="1"/>
              </p:cNvSpPr>
              <p:nvPr/>
            </p:nvSpPr>
            <p:spPr bwMode="auto">
              <a:xfrm>
                <a:off x="6844" y="998"/>
                <a:ext cx="440"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z</a:t>
                </a:r>
              </a:p>
            </p:txBody>
          </p:sp>
          <p:sp>
            <p:nvSpPr>
              <p:cNvPr id="158" name="Text Box 13">
                <a:extLst>
                  <a:ext uri="{FF2B5EF4-FFF2-40B4-BE49-F238E27FC236}">
                    <a16:creationId xmlns:a16="http://schemas.microsoft.com/office/drawing/2014/main" id="{8387C2B2-ED54-3FF3-A1EB-1DC4DD69A9C7}"/>
                  </a:ext>
                </a:extLst>
              </p:cNvPr>
              <p:cNvSpPr txBox="1">
                <a:spLocks noChangeAspect="1" noChangeArrowheads="1"/>
              </p:cNvSpPr>
              <p:nvPr/>
            </p:nvSpPr>
            <p:spPr bwMode="auto">
              <a:xfrm>
                <a:off x="4476" y="1277"/>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800" b="0" u="none" strike="noStrike" kern="0" cap="none" spc="0" normalizeH="0" baseline="0" noProof="0" dirty="0">
                    <a:ln>
                      <a:noFill/>
                    </a:ln>
                    <a:solidFill>
                      <a:srgbClr val="000000"/>
                    </a:solidFill>
                    <a:effectLst/>
                    <a:uLnTx/>
                    <a:uFillTx/>
                    <a:latin typeface="+mn-lt"/>
                    <a:ea typeface="宋体" panose="02010600030101010101" pitchFamily="2" charset="-122"/>
                  </a:rPr>
                  <a:t>F</a:t>
                </a:r>
                <a:r>
                  <a:rPr kumimoji="1" lang="en-US" altLang="zh-CN" sz="2800" b="0" i="0" u="none" strike="noStrike" kern="0" cap="none" spc="0" normalizeH="0" baseline="-25000" noProof="0" dirty="0">
                    <a:ln>
                      <a:noFill/>
                    </a:ln>
                    <a:solidFill>
                      <a:srgbClr val="000000"/>
                    </a:solidFill>
                    <a:effectLst/>
                    <a:uLnTx/>
                    <a:uFillTx/>
                    <a:latin typeface="+mn-lt"/>
                    <a:ea typeface="宋体" panose="02010600030101010101" pitchFamily="2" charset="-122"/>
                  </a:rPr>
                  <a:t>Q</a:t>
                </a:r>
              </a:p>
            </p:txBody>
          </p:sp>
        </p:grpSp>
        <p:sp>
          <p:nvSpPr>
            <p:cNvPr id="85" name="Rectangle 19">
              <a:extLst>
                <a:ext uri="{FF2B5EF4-FFF2-40B4-BE49-F238E27FC236}">
                  <a16:creationId xmlns:a16="http://schemas.microsoft.com/office/drawing/2014/main" id="{7D1661B4-919A-8F9C-EB78-5029F1469B6D}"/>
                </a:ext>
              </a:extLst>
            </p:cNvPr>
            <p:cNvSpPr>
              <a:spLocks noChangeAspect="1" noChangeArrowheads="1"/>
            </p:cNvSpPr>
            <p:nvPr/>
          </p:nvSpPr>
          <p:spPr bwMode="auto">
            <a:xfrm rot="18745540">
              <a:off x="4519" y="739"/>
              <a:ext cx="17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4" name="Line 21">
              <a:extLst>
                <a:ext uri="{FF2B5EF4-FFF2-40B4-BE49-F238E27FC236}">
                  <a16:creationId xmlns:a16="http://schemas.microsoft.com/office/drawing/2014/main" id="{CB1E302B-9900-053E-870E-864602480C84}"/>
                </a:ext>
              </a:extLst>
            </p:cNvPr>
            <p:cNvSpPr>
              <a:spLocks noChangeShapeType="1"/>
            </p:cNvSpPr>
            <p:nvPr/>
          </p:nvSpPr>
          <p:spPr bwMode="auto">
            <a:xfrm flipV="1">
              <a:off x="4496" y="664"/>
              <a:ext cx="520" cy="42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2225">
                  <a:solidFill>
                    <a:srgbClr val="000000"/>
                  </a:solidFill>
                  <a:round/>
                  <a:headEnd/>
                  <a:tailEnd type="stealth" w="med" len="lg"/>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16" name="Group 26">
            <a:extLst>
              <a:ext uri="{FF2B5EF4-FFF2-40B4-BE49-F238E27FC236}">
                <a16:creationId xmlns:a16="http://schemas.microsoft.com/office/drawing/2014/main" id="{F8B87583-8922-8CCC-2B73-27D14E739DFE}"/>
              </a:ext>
            </a:extLst>
          </p:cNvPr>
          <p:cNvGrpSpPr>
            <a:grpSpLocks/>
          </p:cNvGrpSpPr>
          <p:nvPr/>
        </p:nvGrpSpPr>
        <p:grpSpPr bwMode="auto">
          <a:xfrm>
            <a:off x="7966880" y="3404001"/>
            <a:ext cx="4032976" cy="2778256"/>
            <a:chOff x="3285" y="1886"/>
            <a:chExt cx="2266" cy="1561"/>
          </a:xfrm>
        </p:grpSpPr>
        <p:sp>
          <p:nvSpPr>
            <p:cNvPr id="117" name="AutoShape 27">
              <a:extLst>
                <a:ext uri="{FF2B5EF4-FFF2-40B4-BE49-F238E27FC236}">
                  <a16:creationId xmlns:a16="http://schemas.microsoft.com/office/drawing/2014/main" id="{FF5A21CF-849D-79A0-96BD-8291D490CD87}"/>
                </a:ext>
              </a:extLst>
            </p:cNvPr>
            <p:cNvSpPr>
              <a:spLocks noChangeArrowheads="1"/>
            </p:cNvSpPr>
            <p:nvPr/>
          </p:nvSpPr>
          <p:spPr bwMode="auto">
            <a:xfrm>
              <a:off x="4242" y="2211"/>
              <a:ext cx="1144" cy="114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gradFill rotWithShape="0">
              <a:gsLst>
                <a:gs pos="0">
                  <a:srgbClr val="FFFFFF"/>
                </a:gs>
                <a:gs pos="100000">
                  <a:srgbClr val="FFFFFF">
                    <a:gamma/>
                    <a:shade val="12549"/>
                    <a:invGamma/>
                  </a:srgbClr>
                </a:gs>
              </a:gsLst>
              <a:path path="rect">
                <a:fillToRect l="50000" t="50000" r="50000" b="50000"/>
              </a:path>
            </a:gradFill>
            <a:ln w="28575" algn="ctr">
              <a:solidFill>
                <a:srgbClr val="000000"/>
              </a:solidFill>
              <a:round/>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itchFamily="2" charset="-122"/>
              </a:endParaRPr>
            </a:p>
          </p:txBody>
        </p:sp>
        <p:grpSp>
          <p:nvGrpSpPr>
            <p:cNvPr id="118" name="Group 28">
              <a:extLst>
                <a:ext uri="{FF2B5EF4-FFF2-40B4-BE49-F238E27FC236}">
                  <a16:creationId xmlns:a16="http://schemas.microsoft.com/office/drawing/2014/main" id="{AE7DE12C-AA5F-D50F-6389-0AB6EB15958D}"/>
                </a:ext>
              </a:extLst>
            </p:cNvPr>
            <p:cNvGrpSpPr>
              <a:grpSpLocks/>
            </p:cNvGrpSpPr>
            <p:nvPr/>
          </p:nvGrpSpPr>
          <p:grpSpPr bwMode="auto">
            <a:xfrm>
              <a:off x="3285" y="2209"/>
              <a:ext cx="2101" cy="1144"/>
              <a:chOff x="2685" y="296"/>
              <a:chExt cx="2101" cy="1144"/>
            </a:xfrm>
          </p:grpSpPr>
          <p:sp>
            <p:nvSpPr>
              <p:cNvPr id="122" name="AutoShape 29" descr="宽上对角线">
                <a:extLst>
                  <a:ext uri="{FF2B5EF4-FFF2-40B4-BE49-F238E27FC236}">
                    <a16:creationId xmlns:a16="http://schemas.microsoft.com/office/drawing/2014/main" id="{C554A810-63D4-65F7-FEC4-39B9C871568E}"/>
                  </a:ext>
                </a:extLst>
              </p:cNvPr>
              <p:cNvSpPr>
                <a:spLocks noChangeArrowheads="1"/>
              </p:cNvSpPr>
              <p:nvPr/>
            </p:nvSpPr>
            <p:spPr bwMode="auto">
              <a:xfrm>
                <a:off x="3642" y="296"/>
                <a:ext cx="1144" cy="1144"/>
              </a:xfrm>
              <a:custGeom>
                <a:avLst/>
                <a:gdLst>
                  <a:gd name="T0" fmla="*/ 30 w 21600"/>
                  <a:gd name="T1" fmla="*/ 0 h 21600"/>
                  <a:gd name="T2" fmla="*/ 9 w 21600"/>
                  <a:gd name="T3" fmla="*/ 9 h 21600"/>
                  <a:gd name="T4" fmla="*/ 0 w 21600"/>
                  <a:gd name="T5" fmla="*/ 30 h 21600"/>
                  <a:gd name="T6" fmla="*/ 9 w 21600"/>
                  <a:gd name="T7" fmla="*/ 52 h 21600"/>
                  <a:gd name="T8" fmla="*/ 30 w 21600"/>
                  <a:gd name="T9" fmla="*/ 61 h 21600"/>
                  <a:gd name="T10" fmla="*/ 52 w 21600"/>
                  <a:gd name="T11" fmla="*/ 52 h 21600"/>
                  <a:gd name="T12" fmla="*/ 61 w 21600"/>
                  <a:gd name="T13" fmla="*/ 30 h 21600"/>
                  <a:gd name="T14" fmla="*/ 52 w 21600"/>
                  <a:gd name="T15" fmla="*/ 9 h 21600"/>
                  <a:gd name="T16" fmla="*/ 0 60000 65536"/>
                  <a:gd name="T17" fmla="*/ 0 60000 65536"/>
                  <a:gd name="T18" fmla="*/ 0 60000 65536"/>
                  <a:gd name="T19" fmla="*/ 0 60000 65536"/>
                  <a:gd name="T20" fmla="*/ 0 60000 65536"/>
                  <a:gd name="T21" fmla="*/ 0 60000 65536"/>
                  <a:gd name="T22" fmla="*/ 0 60000 65536"/>
                  <a:gd name="T23" fmla="*/ 0 60000 65536"/>
                  <a:gd name="T24" fmla="*/ 3172 w 21600"/>
                  <a:gd name="T25" fmla="*/ 3172 h 21600"/>
                  <a:gd name="T26" fmla="*/ 18428 w 21600"/>
                  <a:gd name="T27" fmla="*/ 18428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bg2">
                  <a:lumMod val="40000"/>
                  <a:lumOff val="60000"/>
                </a:schemeClr>
              </a:solidFill>
              <a:ln w="28575" algn="ctr">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3" name="Line 30">
                <a:extLst>
                  <a:ext uri="{FF2B5EF4-FFF2-40B4-BE49-F238E27FC236}">
                    <a16:creationId xmlns:a16="http://schemas.microsoft.com/office/drawing/2014/main" id="{5170D9C6-4AFD-285B-940A-62F9360DAAE3}"/>
                  </a:ext>
                </a:extLst>
              </p:cNvPr>
              <p:cNvSpPr>
                <a:spLocks noChangeAspect="1" noChangeShapeType="1"/>
              </p:cNvSpPr>
              <p:nvPr/>
            </p:nvSpPr>
            <p:spPr bwMode="auto">
              <a:xfrm flipV="1">
                <a:off x="3635" y="1062"/>
                <a:ext cx="114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9050">
                    <a:solidFill>
                      <a:srgbClr val="000000"/>
                    </a:solidFill>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2685" y="876"/>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sp>
            <p:nvSpPr>
              <p:cNvPr id="134" name="Text Box 31">
                <a:extLst>
                  <a:ext uri="{FF2B5EF4-FFF2-40B4-BE49-F238E27FC236}">
                    <a16:creationId xmlns:a16="http://schemas.microsoft.com/office/drawing/2014/main" id="{D5478541-BE2B-A1F6-F548-A87D1B91EE82}"/>
                  </a:ext>
                </a:extLst>
              </p:cNvPr>
              <p:cNvSpPr txBox="1">
                <a:spLocks noChangeAspect="1" noChangeArrowheads="1"/>
              </p:cNvSpPr>
              <p:nvPr/>
            </p:nvSpPr>
            <p:spPr bwMode="auto">
              <a:xfrm>
                <a:off x="4001" y="862"/>
                <a:ext cx="27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O</a:t>
                </a:r>
              </a:p>
            </p:txBody>
          </p:sp>
        </p:grpSp>
        <p:sp>
          <p:nvSpPr>
            <p:cNvPr id="119" name="Line 41">
              <a:extLst>
                <a:ext uri="{FF2B5EF4-FFF2-40B4-BE49-F238E27FC236}">
                  <a16:creationId xmlns:a16="http://schemas.microsoft.com/office/drawing/2014/main" id="{CED8FB35-AD4F-D8ED-9595-104E74FF8C27}"/>
                </a:ext>
              </a:extLst>
            </p:cNvPr>
            <p:cNvSpPr>
              <a:spLocks noChangeAspect="1" noChangeShapeType="1"/>
            </p:cNvSpPr>
            <p:nvPr/>
          </p:nvSpPr>
          <p:spPr bwMode="auto">
            <a:xfrm flipH="1" flipV="1">
              <a:off x="4821" y="2009"/>
              <a:ext cx="0" cy="1426"/>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srgbClr val="FFFFFF"/>
                </a:solidFill>
                <a:effectLst/>
                <a:uLnTx/>
                <a:uFillTx/>
                <a:ea typeface="黑体" panose="02010609060101010101" pitchFamily="49" charset="-122"/>
              </a:endParaRPr>
            </a:p>
          </p:txBody>
        </p:sp>
        <p:sp>
          <p:nvSpPr>
            <p:cNvPr id="120" name="Line 42">
              <a:extLst>
                <a:ext uri="{FF2B5EF4-FFF2-40B4-BE49-F238E27FC236}">
                  <a16:creationId xmlns:a16="http://schemas.microsoft.com/office/drawing/2014/main" id="{36FB0DBE-B8CF-CF08-EE3A-4E8CD440CA41}"/>
                </a:ext>
              </a:extLst>
            </p:cNvPr>
            <p:cNvSpPr>
              <a:spLocks noChangeAspect="1" noChangeShapeType="1"/>
            </p:cNvSpPr>
            <p:nvPr/>
          </p:nvSpPr>
          <p:spPr bwMode="auto">
            <a:xfrm>
              <a:off x="4000" y="2787"/>
              <a:ext cx="1551" cy="0"/>
            </a:xfrm>
            <a:prstGeom prst="line">
              <a:avLst/>
            </a:prstGeom>
            <a:noFill/>
            <a:ln w="22225">
              <a:solidFill>
                <a:srgbClr val="000000"/>
              </a:solidFill>
              <a:prstDash val="lgDashDot"/>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1"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818" y="1886"/>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y</a:t>
              </a:r>
            </a:p>
          </p:txBody>
        </p:sp>
        <p:sp>
          <p:nvSpPr>
            <p:cNvPr id="194" name="Text Box 43">
              <a:extLst>
                <a:ext uri="{FF2B5EF4-FFF2-40B4-BE49-F238E27FC236}">
                  <a16:creationId xmlns:a16="http://schemas.microsoft.com/office/drawing/2014/main" id="{4F7E33DA-F5D4-D64D-5957-05D7A0E5C8DD}"/>
                </a:ext>
              </a:extLst>
            </p:cNvPr>
            <p:cNvSpPr txBox="1">
              <a:spLocks noChangeAspect="1" noChangeArrowheads="1"/>
            </p:cNvSpPr>
            <p:nvPr/>
          </p:nvSpPr>
          <p:spPr bwMode="auto">
            <a:xfrm>
              <a:off x="4916" y="2930"/>
              <a:ext cx="440" cy="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sz="2800" b="0" kern="0" dirty="0">
                  <a:solidFill>
                    <a:srgbClr val="000000"/>
                  </a:solidFill>
                  <a:ea typeface="宋体" panose="02010600030101010101" pitchFamily="2" charset="-122"/>
                </a:rPr>
                <a:t>F</a:t>
              </a:r>
              <a:r>
                <a:rPr lang="en-US" altLang="zh-CN" sz="2800" b="0" i="0" kern="0" baseline="-25000" dirty="0">
                  <a:solidFill>
                    <a:srgbClr val="000000"/>
                  </a:solidFill>
                  <a:ea typeface="宋体" panose="02010600030101010101" pitchFamily="2" charset="-122"/>
                </a:rPr>
                <a:t>Q</a:t>
              </a:r>
            </a:p>
          </p:txBody>
        </p:sp>
      </p:grpSp>
      <p:cxnSp>
        <p:nvCxnSpPr>
          <p:cNvPr id="25" name="直接箭头连接符 24"/>
          <p:cNvCxnSpPr/>
          <p:nvPr/>
        </p:nvCxnSpPr>
        <p:spPr bwMode="auto">
          <a:xfrm flipV="1">
            <a:off x="7339354"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5" name="直接箭头连接符 134"/>
          <p:cNvCxnSpPr/>
          <p:nvPr/>
        </p:nvCxnSpPr>
        <p:spPr bwMode="auto">
          <a:xfrm flipV="1">
            <a:off x="9669977" y="452719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直接箭头连接符 135"/>
          <p:cNvCxnSpPr/>
          <p:nvPr/>
        </p:nvCxnSpPr>
        <p:spPr bwMode="auto">
          <a:xfrm flipV="1">
            <a:off x="7536160"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直接箭头连接符 136"/>
          <p:cNvCxnSpPr/>
          <p:nvPr/>
        </p:nvCxnSpPr>
        <p:spPr bwMode="auto">
          <a:xfrm flipV="1">
            <a:off x="7752184"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直接箭头连接符 137"/>
          <p:cNvCxnSpPr/>
          <p:nvPr/>
        </p:nvCxnSpPr>
        <p:spPr bwMode="auto">
          <a:xfrm flipV="1">
            <a:off x="7965714"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直接箭头连接符 138"/>
          <p:cNvCxnSpPr/>
          <p:nvPr/>
        </p:nvCxnSpPr>
        <p:spPr bwMode="auto">
          <a:xfrm flipV="1">
            <a:off x="8184232"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直接箭头连接符 139"/>
          <p:cNvCxnSpPr/>
          <p:nvPr/>
        </p:nvCxnSpPr>
        <p:spPr bwMode="auto">
          <a:xfrm flipV="1">
            <a:off x="8454539"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直接箭头连接符 140"/>
          <p:cNvCxnSpPr/>
          <p:nvPr/>
        </p:nvCxnSpPr>
        <p:spPr bwMode="auto">
          <a:xfrm flipV="1">
            <a:off x="8670563"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直接箭头连接符 141"/>
          <p:cNvCxnSpPr/>
          <p:nvPr/>
        </p:nvCxnSpPr>
        <p:spPr bwMode="auto">
          <a:xfrm flipV="1">
            <a:off x="8884093"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直接箭头连接符 142"/>
          <p:cNvCxnSpPr/>
          <p:nvPr/>
        </p:nvCxnSpPr>
        <p:spPr bwMode="auto">
          <a:xfrm flipV="1">
            <a:off x="9102611"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接箭头连接符 143"/>
          <p:cNvCxnSpPr/>
          <p:nvPr/>
        </p:nvCxnSpPr>
        <p:spPr bwMode="auto">
          <a:xfrm flipV="1">
            <a:off x="9282824" y="4527192"/>
            <a:ext cx="0" cy="480402"/>
          </a:xfrm>
          <a:prstGeom prst="straightConnector1">
            <a:avLst/>
          </a:prstGeom>
          <a:solidFill>
            <a:schemeClr val="accent1"/>
          </a:solidFill>
          <a:ln w="25400"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接连接符 26"/>
          <p:cNvCxnSpPr/>
          <p:nvPr/>
        </p:nvCxnSpPr>
        <p:spPr bwMode="auto">
          <a:xfrm flipV="1">
            <a:off x="7339354" y="4516361"/>
            <a:ext cx="1943470" cy="10831"/>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5" name="Text Box 22"/>
          <p:cNvSpPr txBox="1">
            <a:spLocks noChangeAspect="1" noChangeArrowheads="1"/>
          </p:cNvSpPr>
          <p:nvPr/>
        </p:nvSpPr>
        <p:spPr bwMode="auto">
          <a:xfrm>
            <a:off x="7890965" y="3929193"/>
            <a:ext cx="83239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mn-lt"/>
                <a:ea typeface="宋体" panose="02010600030101010101" pitchFamily="2" charset="-122"/>
              </a:rPr>
              <a:t>max</a:t>
            </a:r>
          </a:p>
        </p:txBody>
      </p:sp>
      <p:cxnSp>
        <p:nvCxnSpPr>
          <p:cNvPr id="146" name="直接箭头连接符 145"/>
          <p:cNvCxnSpPr/>
          <p:nvPr/>
        </p:nvCxnSpPr>
        <p:spPr bwMode="auto">
          <a:xfrm flipV="1">
            <a:off x="9840416" y="452719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接箭头连接符 146"/>
          <p:cNvCxnSpPr/>
          <p:nvPr/>
        </p:nvCxnSpPr>
        <p:spPr bwMode="auto">
          <a:xfrm flipV="1">
            <a:off x="10020436" y="4524318"/>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接箭头连接符 147"/>
          <p:cNvCxnSpPr/>
          <p:nvPr/>
        </p:nvCxnSpPr>
        <p:spPr bwMode="auto">
          <a:xfrm flipV="1">
            <a:off x="10200456" y="453075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接连接符 148"/>
          <p:cNvCxnSpPr/>
          <p:nvPr/>
        </p:nvCxnSpPr>
        <p:spPr bwMode="auto">
          <a:xfrm flipV="1">
            <a:off x="9656594" y="4524100"/>
            <a:ext cx="554821" cy="3093"/>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直接箭头连接符 150"/>
          <p:cNvCxnSpPr/>
          <p:nvPr/>
        </p:nvCxnSpPr>
        <p:spPr bwMode="auto">
          <a:xfrm flipV="1">
            <a:off x="11202904" y="452719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2" name="直接箭头连接符 151"/>
          <p:cNvCxnSpPr/>
          <p:nvPr/>
        </p:nvCxnSpPr>
        <p:spPr bwMode="auto">
          <a:xfrm flipV="1">
            <a:off x="11373343" y="452719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接箭头连接符 152"/>
          <p:cNvCxnSpPr/>
          <p:nvPr/>
        </p:nvCxnSpPr>
        <p:spPr bwMode="auto">
          <a:xfrm flipV="1">
            <a:off x="11553363" y="4524318"/>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接箭头连接符 153"/>
          <p:cNvCxnSpPr/>
          <p:nvPr/>
        </p:nvCxnSpPr>
        <p:spPr bwMode="auto">
          <a:xfrm flipV="1">
            <a:off x="11722045" y="4530752"/>
            <a:ext cx="0" cy="480402"/>
          </a:xfrm>
          <a:prstGeom prst="straightConnector1">
            <a:avLst/>
          </a:prstGeom>
          <a:solidFill>
            <a:schemeClr val="accent1"/>
          </a:solidFill>
          <a:ln w="28575" cap="flat" cmpd="sng" algn="ctr">
            <a:solidFill>
              <a:srgbClr val="FF0000"/>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5" name="直接连接符 154"/>
          <p:cNvCxnSpPr/>
          <p:nvPr/>
        </p:nvCxnSpPr>
        <p:spPr bwMode="auto">
          <a:xfrm flipV="1">
            <a:off x="11189521" y="4524100"/>
            <a:ext cx="554821" cy="3093"/>
          </a:xfrm>
          <a:prstGeom prst="line">
            <a:avLst/>
          </a:prstGeom>
          <a:solidFill>
            <a:schemeClr val="accent1"/>
          </a:solidFill>
          <a:ln w="254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Text Box 22"/>
          <p:cNvSpPr txBox="1">
            <a:spLocks noChangeAspect="1" noChangeArrowheads="1"/>
          </p:cNvSpPr>
          <p:nvPr/>
        </p:nvSpPr>
        <p:spPr bwMode="auto">
          <a:xfrm>
            <a:off x="10993928" y="3929193"/>
            <a:ext cx="832392"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sz="3200" b="0" dirty="0">
                <a:solidFill>
                  <a:srgbClr val="FF0000"/>
                </a:solidFill>
                <a:latin typeface="" pitchFamily="18" charset="-52"/>
                <a:ea typeface="宋体" panose="02010600030101010101" pitchFamily="2" charset="-122"/>
                <a:sym typeface="Symbol" panose="05050102010706020507" pitchFamily="18" charset="2"/>
              </a:rPr>
              <a:t></a:t>
            </a:r>
            <a:r>
              <a:rPr lang="en-US" altLang="zh-CN" sz="3200" b="0" i="0" baseline="-25000" dirty="0">
                <a:solidFill>
                  <a:srgbClr val="FF0000"/>
                </a:solidFill>
                <a:latin typeface="+mn-lt"/>
                <a:ea typeface="宋体" panose="02010600030101010101" pitchFamily="2" charset="-122"/>
              </a:rPr>
              <a:t>max</a:t>
            </a:r>
          </a:p>
        </p:txBody>
      </p:sp>
      <p:cxnSp>
        <p:nvCxnSpPr>
          <p:cNvPr id="157" name="直接箭头连接符 156"/>
          <p:cNvCxnSpPr/>
          <p:nvPr/>
        </p:nvCxnSpPr>
        <p:spPr bwMode="auto">
          <a:xfrm flipH="1" flipV="1">
            <a:off x="8318175" y="4996763"/>
            <a:ext cx="8358" cy="700489"/>
          </a:xfrm>
          <a:prstGeom prst="straightConnector1">
            <a:avLst/>
          </a:prstGeom>
          <a:solidFill>
            <a:schemeClr val="accent1"/>
          </a:solidFill>
          <a:ln w="38100" cap="flat" cmpd="sng" algn="ctr">
            <a:solidFill>
              <a:schemeClr val="tx1"/>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直接箭头连接符 192"/>
          <p:cNvCxnSpPr/>
          <p:nvPr/>
        </p:nvCxnSpPr>
        <p:spPr bwMode="auto">
          <a:xfrm flipH="1" flipV="1">
            <a:off x="10691642" y="4996763"/>
            <a:ext cx="8358" cy="700489"/>
          </a:xfrm>
          <a:prstGeom prst="straightConnector1">
            <a:avLst/>
          </a:prstGeom>
          <a:solidFill>
            <a:schemeClr val="accent1"/>
          </a:solidFill>
          <a:ln w="38100" cap="flat" cmpd="sng" algn="ctr">
            <a:solidFill>
              <a:schemeClr val="tx1"/>
            </a:solidFill>
            <a:prstDash val="solid"/>
            <a:round/>
            <a:headEnd type="none" w="sm" len="lg"/>
            <a:tailEnd type="triangl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04716996"/>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2492990"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梁的强度计算</a:t>
            </a:r>
          </a:p>
        </p:txBody>
      </p:sp>
      <p:sp>
        <p:nvSpPr>
          <p:cNvPr id="111" name="Text Box 1032"/>
          <p:cNvSpPr txBox="1">
            <a:spLocks noChangeArrowheads="1"/>
          </p:cNvSpPr>
          <p:nvPr/>
        </p:nvSpPr>
        <p:spPr bwMode="auto">
          <a:xfrm>
            <a:off x="631035" y="1371244"/>
            <a:ext cx="11153598" cy="345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pPr>
            <a:r>
              <a:rPr kumimoji="1" lang="zh-CN" altLang="en-US" sz="2800" i="0" dirty="0">
                <a:latin typeface="+mn-lt"/>
                <a:ea typeface="微软雅黑" panose="020B0503020204020204" pitchFamily="34" charset="-122"/>
              </a:rPr>
              <a:t>在进行梁的强度计算时，首先应确定梁的危险截面和危险点。一般情况下，对于等截面直梁，其危险点在弯矩最大的截面上的上下边缘处，即最大正应力所在处；对于短梁、载荷靠近支座的梁以及薄壁截面梁，则还要考虑其最大切应力所在的部位。</a:t>
            </a:r>
            <a:endParaRPr kumimoji="1" lang="en-US" altLang="zh-CN" sz="2800" i="0" dirty="0">
              <a:latin typeface="+mn-lt"/>
              <a:ea typeface="微软雅黑" panose="020B0503020204020204" pitchFamily="34" charset="-122"/>
            </a:endParaRPr>
          </a:p>
          <a:p>
            <a:pPr algn="just" eaLnBrk="1" hangingPunct="1">
              <a:lnSpc>
                <a:spcPct val="130000"/>
              </a:lnSpc>
            </a:pPr>
            <a:r>
              <a:rPr kumimoji="1" lang="zh-CN" altLang="en-US" sz="2800" i="0" dirty="0">
                <a:latin typeface="+mn-lt"/>
                <a:ea typeface="微软雅黑" panose="020B0503020204020204" pitchFamily="34" charset="-122"/>
              </a:rPr>
              <a:t>危险点的最大工作</a:t>
            </a:r>
            <a:r>
              <a:rPr kumimoji="1" lang="zh-CN" altLang="en-US" sz="2800" i="0" dirty="0">
                <a:solidFill>
                  <a:srgbClr val="FF00FF"/>
                </a:solidFill>
                <a:latin typeface="+mn-lt"/>
                <a:ea typeface="微软雅黑" panose="020B0503020204020204" pitchFamily="34" charset="-122"/>
              </a:rPr>
              <a:t>正应力</a:t>
            </a:r>
            <a:r>
              <a:rPr kumimoji="1" lang="zh-CN" altLang="en-US" sz="2800" i="0" dirty="0">
                <a:latin typeface="+mn-lt"/>
                <a:ea typeface="微软雅黑" panose="020B0503020204020204" pitchFamily="34" charset="-122"/>
              </a:rPr>
              <a:t>应不大于材料在单向受力时的许用应力，强度条件为 </a:t>
            </a:r>
          </a:p>
        </p:txBody>
      </p:sp>
      <p:graphicFrame>
        <p:nvGraphicFramePr>
          <p:cNvPr id="35" name="Object 5"/>
          <p:cNvGraphicFramePr>
            <a:graphicFrameLocks noChangeAspect="1"/>
          </p:cNvGraphicFramePr>
          <p:nvPr/>
        </p:nvGraphicFramePr>
        <p:xfrm>
          <a:off x="3998172" y="4396193"/>
          <a:ext cx="3432175" cy="1036637"/>
        </p:xfrm>
        <a:graphic>
          <a:graphicData uri="http://schemas.openxmlformats.org/presentationml/2006/ole">
            <mc:AlternateContent xmlns:mc="http://schemas.openxmlformats.org/markup-compatibility/2006">
              <mc:Choice xmlns:v="urn:schemas-microsoft-com:vml" Requires="v">
                <p:oleObj name="Equation" r:id="rId4" imgW="1396800" imgH="431640" progId="Equation.DSMT4">
                  <p:embed/>
                </p:oleObj>
              </mc:Choice>
              <mc:Fallback>
                <p:oleObj name="Equation" r:id="rId4" imgW="1396800" imgH="431640" progId="Equation.DSMT4">
                  <p:embed/>
                  <p:pic>
                    <p:nvPicPr>
                      <p:cNvPr id="35" name="Object 5"/>
                      <p:cNvPicPr>
                        <a:picLocks noChangeAspect="1" noChangeArrowheads="1"/>
                      </p:cNvPicPr>
                      <p:nvPr/>
                    </p:nvPicPr>
                    <p:blipFill>
                      <a:blip r:embed="rId5"/>
                      <a:srcRect/>
                      <a:stretch>
                        <a:fillRect/>
                      </a:stretch>
                    </p:blipFill>
                    <p:spPr bwMode="auto">
                      <a:xfrm>
                        <a:off x="3998172" y="4396193"/>
                        <a:ext cx="3432175" cy="103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 name="Text Box 1032"/>
          <p:cNvSpPr txBox="1">
            <a:spLocks noChangeArrowheads="1"/>
          </p:cNvSpPr>
          <p:nvPr/>
        </p:nvSpPr>
        <p:spPr bwMode="auto">
          <a:xfrm>
            <a:off x="631035" y="5464451"/>
            <a:ext cx="4420849"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30000"/>
              </a:lnSpc>
            </a:pPr>
            <a:r>
              <a:rPr kumimoji="1" lang="zh-CN" altLang="en-US" sz="2800" i="0" dirty="0">
                <a:latin typeface="+mn-lt"/>
                <a:ea typeface="微软雅黑" panose="020B0503020204020204" pitchFamily="34" charset="-122"/>
              </a:rPr>
              <a:t>梁的</a:t>
            </a:r>
            <a:r>
              <a:rPr kumimoji="1" lang="zh-CN" altLang="en-US" sz="2800" i="0" dirty="0">
                <a:solidFill>
                  <a:srgbClr val="FF00FF"/>
                </a:solidFill>
                <a:latin typeface="+mn-lt"/>
                <a:ea typeface="微软雅黑" panose="020B0503020204020204" pitchFamily="34" charset="-122"/>
              </a:rPr>
              <a:t>切应力</a:t>
            </a:r>
            <a:r>
              <a:rPr kumimoji="1" lang="zh-CN" altLang="en-US" sz="2800" i="0" dirty="0">
                <a:latin typeface="+mn-lt"/>
                <a:ea typeface="微软雅黑" panose="020B0503020204020204" pitchFamily="34" charset="-122"/>
              </a:rPr>
              <a:t>校核条件为</a:t>
            </a:r>
          </a:p>
        </p:txBody>
      </p:sp>
      <p:graphicFrame>
        <p:nvGraphicFramePr>
          <p:cNvPr id="37" name="Object 5"/>
          <p:cNvGraphicFramePr>
            <a:graphicFrameLocks noChangeAspect="1"/>
          </p:cNvGraphicFramePr>
          <p:nvPr/>
        </p:nvGraphicFramePr>
        <p:xfrm>
          <a:off x="5004833" y="5508017"/>
          <a:ext cx="1684338" cy="549275"/>
        </p:xfrm>
        <a:graphic>
          <a:graphicData uri="http://schemas.openxmlformats.org/presentationml/2006/ole">
            <mc:AlternateContent xmlns:mc="http://schemas.openxmlformats.org/markup-compatibility/2006">
              <mc:Choice xmlns:v="urn:schemas-microsoft-com:vml" Requires="v">
                <p:oleObj name="Equation" r:id="rId6" imgW="685800" imgH="228600" progId="Equation.DSMT4">
                  <p:embed/>
                </p:oleObj>
              </mc:Choice>
              <mc:Fallback>
                <p:oleObj name="Equation" r:id="rId6" imgW="685800" imgH="228600" progId="Equation.DSMT4">
                  <p:embed/>
                  <p:pic>
                    <p:nvPicPr>
                      <p:cNvPr id="37" name="Object 5"/>
                      <p:cNvPicPr>
                        <a:picLocks noChangeAspect="1" noChangeArrowheads="1"/>
                      </p:cNvPicPr>
                      <p:nvPr/>
                    </p:nvPicPr>
                    <p:blipFill>
                      <a:blip r:embed="rId7"/>
                      <a:srcRect/>
                      <a:stretch>
                        <a:fillRect/>
                      </a:stretch>
                    </p:blipFill>
                    <p:spPr bwMode="auto">
                      <a:xfrm>
                        <a:off x="5004833" y="5508017"/>
                        <a:ext cx="16843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8736367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0"/>
                                        <p:tgtEl>
                                          <p:spTgt spid="35"/>
                                        </p:tgtEl>
                                      </p:cBhvr>
                                    </p:animEffect>
                                  </p:childTnLst>
                                  <p:subTnLst>
                                    <p:audio>
                                      <p:cMediaNode>
                                        <p:cTn display="0" masterRel="sameClick">
                                          <p:stCondLst>
                                            <p:cond evt="begin" delay="0">
                                              <p:tn val="9"/>
                                            </p:cond>
                                          </p:stCondLst>
                                          <p:endCondLst>
                                            <p:cond evt="onStopAudio" delay="0">
                                              <p:tgtEl>
                                                <p:sldTgt/>
                                              </p:tgtEl>
                                            </p:cond>
                                          </p:endCondLst>
                                        </p:cTn>
                                        <p:tgtEl>
                                          <p:sndTgt r:embed="rId3" name="CAMERA.WAV"/>
                                        </p:tgtEl>
                                      </p:cMediaNode>
                                    </p:audio>
                                  </p:sub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3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0"/>
                                        <p:tgtEl>
                                          <p:spTgt spid="37"/>
                                        </p:tgtEl>
                                      </p:cBhvr>
                                    </p:animEffect>
                                  </p:childTnLst>
                                  <p:subTnLst>
                                    <p:audio>
                                      <p:cMediaNode>
                                        <p:cTn display="0" masterRel="sameClick">
                                          <p:stCondLst>
                                            <p:cond evt="begin" delay="0">
                                              <p:tn val="18"/>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utoUpdateAnimBg="0"/>
      <p:bldP spid="36"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4" y="820392"/>
            <a:ext cx="7321006" cy="1822743"/>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kumimoji="1" lang="zh-CN" altLang="en-US" i="0" dirty="0">
                <a:solidFill>
                  <a:schemeClr val="tx1"/>
                </a:solidFill>
                <a:ea typeface="黑体" panose="02010609060101010101" pitchFamily="49" charset="-122"/>
              </a:rPr>
              <a:t>一吊车用</a:t>
            </a:r>
            <a:r>
              <a:rPr kumimoji="1" lang="en-US" altLang="zh-CN" b="0" i="0" dirty="0">
                <a:solidFill>
                  <a:schemeClr val="tx1"/>
                </a:solidFill>
                <a:ea typeface="黑体" panose="02010609060101010101" pitchFamily="49" charset="-122"/>
              </a:rPr>
              <a:t>32c</a:t>
            </a:r>
            <a:r>
              <a:rPr kumimoji="1" lang="zh-CN" altLang="en-US" i="0" dirty="0">
                <a:solidFill>
                  <a:schemeClr val="tx1"/>
                </a:solidFill>
                <a:ea typeface="黑体" panose="02010609060101010101" pitchFamily="49" charset="-122"/>
              </a:rPr>
              <a:t>工字钢制成，将其简化为一简支梁，梁长</a:t>
            </a:r>
            <a:r>
              <a:rPr kumimoji="1" lang="en-US" altLang="zh-CN" b="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=10m</a:t>
            </a:r>
            <a:r>
              <a:rPr kumimoji="1" lang="zh-CN" altLang="en-US" i="0" dirty="0">
                <a:solidFill>
                  <a:schemeClr val="tx1"/>
                </a:solidFill>
                <a:ea typeface="黑体" panose="02010609060101010101" pitchFamily="49" charset="-122"/>
              </a:rPr>
              <a:t>，自重不计。若最大起重载荷为</a:t>
            </a:r>
            <a:r>
              <a:rPr kumimoji="1" lang="en-US" altLang="zh-CN" b="0" dirty="0">
                <a:solidFill>
                  <a:schemeClr val="tx1"/>
                </a:solidFill>
                <a:ea typeface="黑体" panose="02010609060101010101" pitchFamily="49" charset="-122"/>
              </a:rPr>
              <a:t>F</a:t>
            </a:r>
            <a:r>
              <a:rPr kumimoji="1" lang="en-US" altLang="zh-CN" b="0" i="0" dirty="0">
                <a:solidFill>
                  <a:schemeClr val="tx1"/>
                </a:solidFill>
                <a:ea typeface="黑体" panose="02010609060101010101" pitchFamily="49" charset="-122"/>
              </a:rPr>
              <a:t>=35kN</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包括葫芦和钢丝绳</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，许用应力为</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]=130MPa</a:t>
            </a:r>
            <a:r>
              <a:rPr kumimoji="1" lang="zh-CN" altLang="en-US" i="0" dirty="0">
                <a:solidFill>
                  <a:schemeClr val="tx1"/>
                </a:solidFill>
                <a:ea typeface="黑体" panose="02010609060101010101" pitchFamily="49" charset="-122"/>
              </a:rPr>
              <a:t>，试校核梁的强度。</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2579493"/>
            <a:ext cx="6940090"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求最大弯矩。当载荷在梁中点时，该处产生最大弯矩。</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57790" y="894046"/>
            <a:ext cx="4514874" cy="3194393"/>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51" name="矩形 50">
            <a:extLst>
              <a:ext uri="{FF2B5EF4-FFF2-40B4-BE49-F238E27FC236}">
                <a16:creationId xmlns:a16="http://schemas.microsoft.com/office/drawing/2014/main" id="{EA27CFAC-F17C-B51E-0846-9392A1254CF9}"/>
              </a:ext>
            </a:extLst>
          </p:cNvPr>
          <p:cNvSpPr/>
          <p:nvPr/>
        </p:nvSpPr>
        <p:spPr>
          <a:xfrm>
            <a:off x="211184" y="3421580"/>
            <a:ext cx="10637344" cy="523413"/>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Fl</a:t>
            </a:r>
            <a:r>
              <a:rPr kumimoji="1" lang="en-US" altLang="zh-CN" b="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4=(35</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 </a:t>
            </a:r>
            <a:r>
              <a:rPr kumimoji="1" lang="en-US" altLang="zh-CN" b="0" i="0" dirty="0" err="1">
                <a:solidFill>
                  <a:schemeClr val="tx1"/>
                </a:solidFill>
                <a:ea typeface="黑体" panose="02010609060101010101" pitchFamily="49" charset="-122"/>
              </a:rPr>
              <a:t>kN·m</a:t>
            </a:r>
            <a:r>
              <a:rPr kumimoji="1" lang="en-US" altLang="zh-CN" b="0" i="0" dirty="0">
                <a:solidFill>
                  <a:schemeClr val="tx1"/>
                </a:solidFill>
                <a:ea typeface="黑体" panose="02010609060101010101" pitchFamily="49" charset="-122"/>
              </a:rPr>
              <a:t> /4=87.5 </a:t>
            </a:r>
            <a:r>
              <a:rPr kumimoji="1" lang="en-US" altLang="zh-CN" b="0" i="0" dirty="0" err="1">
                <a:solidFill>
                  <a:schemeClr val="tx1"/>
                </a:solidFill>
                <a:ea typeface="黑体" panose="02010609060101010101" pitchFamily="49" charset="-122"/>
              </a:rPr>
              <a:t>kN·m</a:t>
            </a:r>
            <a:r>
              <a:rPr kumimoji="1" lang="en-US" altLang="zh-CN" b="0" i="0" dirty="0">
                <a:solidFill>
                  <a:schemeClr val="tx1"/>
                </a:solidFill>
                <a:ea typeface="黑体" panose="02010609060101010101" pitchFamily="49" charset="-122"/>
              </a:rPr>
              <a:t> </a:t>
            </a:r>
          </a:p>
        </p:txBody>
      </p:sp>
      <p:sp>
        <p:nvSpPr>
          <p:cNvPr id="52" name="AutoShape 78" descr="浅色竖线"/>
          <p:cNvSpPr>
            <a:spLocks noChangeArrowheads="1"/>
          </p:cNvSpPr>
          <p:nvPr/>
        </p:nvSpPr>
        <p:spPr bwMode="auto">
          <a:xfrm>
            <a:off x="8411749" y="3272062"/>
            <a:ext cx="2024062" cy="415925"/>
          </a:xfrm>
          <a:prstGeom prst="triangle">
            <a:avLst>
              <a:gd name="adj" fmla="val 50000"/>
            </a:avLst>
          </a:prstGeom>
          <a:pattFill prst="ltVert">
            <a:fgClr>
              <a:srgbClr val="000000"/>
            </a:fgClr>
            <a:bgClr>
              <a:srgbClr val="99FFCC"/>
            </a:bgClr>
          </a:pattFill>
          <a:ln w="19050">
            <a:solidFill>
              <a:srgbClr val="000000"/>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nvGrpSpPr>
          <p:cNvPr id="53" name="Group 69"/>
          <p:cNvGrpSpPr>
            <a:grpSpLocks/>
          </p:cNvGrpSpPr>
          <p:nvPr/>
        </p:nvGrpSpPr>
        <p:grpSpPr bwMode="auto">
          <a:xfrm>
            <a:off x="7946611" y="1136541"/>
            <a:ext cx="2792413" cy="1570038"/>
            <a:chOff x="3512" y="375"/>
            <a:chExt cx="1759" cy="989"/>
          </a:xfrm>
        </p:grpSpPr>
        <p:sp>
          <p:nvSpPr>
            <p:cNvPr id="54" name="Text Box 5"/>
            <p:cNvSpPr txBox="1">
              <a:spLocks noChangeAspect="1" noChangeArrowheads="1"/>
            </p:cNvSpPr>
            <p:nvPr/>
          </p:nvSpPr>
          <p:spPr bwMode="auto">
            <a:xfrm>
              <a:off x="3512" y="824"/>
              <a:ext cx="1759"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p>
          </p:txBody>
        </p:sp>
        <p:sp>
          <p:nvSpPr>
            <p:cNvPr id="55" name="Line 6"/>
            <p:cNvSpPr>
              <a:spLocks noChangeAspect="1" noChangeShapeType="1"/>
            </p:cNvSpPr>
            <p:nvPr/>
          </p:nvSpPr>
          <p:spPr bwMode="auto">
            <a:xfrm flipV="1">
              <a:off x="3792" y="887"/>
              <a:ext cx="124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6" name="Line 7"/>
            <p:cNvSpPr>
              <a:spLocks noChangeAspect="1" noChangeShapeType="1"/>
            </p:cNvSpPr>
            <p:nvPr/>
          </p:nvSpPr>
          <p:spPr bwMode="auto">
            <a:xfrm>
              <a:off x="3804"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7" name="Line 16"/>
            <p:cNvSpPr>
              <a:spLocks noChangeAspect="1" noChangeShapeType="1"/>
            </p:cNvSpPr>
            <p:nvPr/>
          </p:nvSpPr>
          <p:spPr bwMode="auto">
            <a:xfrm>
              <a:off x="4409" y="406"/>
              <a:ext cx="0" cy="481"/>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8" name="Line 17"/>
            <p:cNvSpPr>
              <a:spLocks noChangeAspect="1" noChangeShapeType="1"/>
            </p:cNvSpPr>
            <p:nvPr/>
          </p:nvSpPr>
          <p:spPr bwMode="auto">
            <a:xfrm>
              <a:off x="4414"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59" name="Line 18"/>
            <p:cNvSpPr>
              <a:spLocks noChangeAspect="1" noChangeShapeType="1"/>
            </p:cNvSpPr>
            <p:nvPr/>
          </p:nvSpPr>
          <p:spPr bwMode="auto">
            <a:xfrm>
              <a:off x="5046" y="1157"/>
              <a:ext cx="0" cy="18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0" name="Line 19"/>
            <p:cNvSpPr>
              <a:spLocks noChangeAspect="1" noChangeShapeType="1"/>
            </p:cNvSpPr>
            <p:nvPr/>
          </p:nvSpPr>
          <p:spPr bwMode="auto">
            <a:xfrm flipV="1">
              <a:off x="3804" y="1306"/>
              <a:ext cx="622" cy="0"/>
            </a:xfrm>
            <a:prstGeom prst="line">
              <a:avLst/>
            </a:prstGeom>
            <a:noFill/>
            <a:ln w="31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1" name="Line 20"/>
            <p:cNvSpPr>
              <a:spLocks noChangeAspect="1" noChangeShapeType="1"/>
            </p:cNvSpPr>
            <p:nvPr/>
          </p:nvSpPr>
          <p:spPr bwMode="auto">
            <a:xfrm flipV="1">
              <a:off x="4402" y="1306"/>
              <a:ext cx="632" cy="0"/>
            </a:xfrm>
            <a:prstGeom prst="line">
              <a:avLst/>
            </a:prstGeom>
            <a:noFill/>
            <a:ln w="3175">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2" name="Text Box 22"/>
            <p:cNvSpPr txBox="1">
              <a:spLocks noChangeAspect="1" noChangeArrowheads="1"/>
            </p:cNvSpPr>
            <p:nvPr/>
          </p:nvSpPr>
          <p:spPr bwMode="auto">
            <a:xfrm>
              <a:off x="3655" y="1057"/>
              <a:ext cx="14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zh-CN" altLang="en-US" sz="2400" b="0" i="0" u="none" strike="noStrike" kern="0" cap="none" spc="0" normalizeH="0" baseline="0" noProof="1">
                  <a:ln>
                    <a:noFill/>
                  </a:ln>
                  <a:solidFill>
                    <a:srgbClr val="FFFF66"/>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dirty="0">
                  <a:ln>
                    <a:noFill/>
                  </a:ln>
                  <a:solidFill>
                    <a:srgbClr val="FFFF66"/>
                  </a:solidFill>
                  <a:effectLst/>
                  <a:uLnTx/>
                  <a:uFillTx/>
                  <a:latin typeface="Times New Roman" panose="02020603050405020304" pitchFamily="18" charset="0"/>
                  <a:ea typeface="宋体" panose="02010600030101010101" pitchFamily="2" charset="-122"/>
                </a:rPr>
                <a:t>  </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2</a:t>
              </a:r>
            </a:p>
          </p:txBody>
        </p:sp>
        <p:sp>
          <p:nvSpPr>
            <p:cNvPr id="63" name="Text Box 24"/>
            <p:cNvSpPr txBox="1">
              <a:spLocks noChangeAspect="1" noChangeArrowheads="1"/>
            </p:cNvSpPr>
            <p:nvPr/>
          </p:nvSpPr>
          <p:spPr bwMode="auto">
            <a:xfrm>
              <a:off x="4421" y="375"/>
              <a:ext cx="31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rPr>
                <a:t>F</a:t>
              </a:r>
            </a:p>
          </p:txBody>
        </p:sp>
        <p:grpSp>
          <p:nvGrpSpPr>
            <p:cNvPr id="64" name="Group 31"/>
            <p:cNvGrpSpPr>
              <a:grpSpLocks noChangeAspect="1"/>
            </p:cNvGrpSpPr>
            <p:nvPr/>
          </p:nvGrpSpPr>
          <p:grpSpPr bwMode="auto">
            <a:xfrm>
              <a:off x="3676" y="863"/>
              <a:ext cx="234" cy="247"/>
              <a:chOff x="1686" y="3521"/>
              <a:chExt cx="313" cy="330"/>
            </a:xfrm>
          </p:grpSpPr>
          <p:sp>
            <p:nvSpPr>
              <p:cNvPr id="71" name="AutoShape 32"/>
              <p:cNvSpPr>
                <a:spLocks noChangeAspect="1" noChangeArrowheads="1"/>
              </p:cNvSpPr>
              <p:nvPr/>
            </p:nvSpPr>
            <p:spPr bwMode="auto">
              <a:xfrm>
                <a:off x="1766" y="3558"/>
                <a:ext cx="159" cy="199"/>
              </a:xfrm>
              <a:prstGeom prst="triangle">
                <a:avLst>
                  <a:gd name="adj" fmla="val 50000"/>
                </a:avLst>
              </a:prstGeom>
              <a:gradFill rotWithShape="1">
                <a:gsLst>
                  <a:gs pos="0">
                    <a:srgbClr val="3333CC">
                      <a:gamma/>
                      <a:shade val="46275"/>
                      <a:invGamma/>
                    </a:srgbClr>
                  </a:gs>
                  <a:gs pos="50000">
                    <a:srgbClr val="3333CC"/>
                  </a:gs>
                  <a:gs pos="100000">
                    <a:srgbClr val="3333CC">
                      <a:gamma/>
                      <a:shade val="46275"/>
                      <a:invGamma/>
                    </a:srgbClr>
                  </a:gs>
                </a:gsLst>
                <a:lin ang="0" scaled="1"/>
              </a:gradFill>
              <a:ln w="38100">
                <a:solidFill>
                  <a:srgbClr val="000000"/>
                </a:solidFill>
                <a:miter lim="800000"/>
                <a:headEnd/>
                <a:tailE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itchFamily="2" charset="-122"/>
                </a:endParaRPr>
              </a:p>
            </p:txBody>
          </p:sp>
          <p:sp>
            <p:nvSpPr>
              <p:cNvPr id="72" name="Rectangle 33"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73" name="Line 34"/>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4" name="Oval 35"/>
              <p:cNvSpPr>
                <a:spLocks noChangeAspect="1"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nvGrpSpPr>
            <p:cNvPr id="65" name="Group 36"/>
            <p:cNvGrpSpPr>
              <a:grpSpLocks noChangeAspect="1"/>
            </p:cNvGrpSpPr>
            <p:nvPr/>
          </p:nvGrpSpPr>
          <p:grpSpPr bwMode="auto">
            <a:xfrm>
              <a:off x="4933" y="890"/>
              <a:ext cx="234" cy="269"/>
              <a:chOff x="3499" y="3511"/>
              <a:chExt cx="311" cy="358"/>
            </a:xfrm>
          </p:grpSpPr>
          <p:sp>
            <p:nvSpPr>
              <p:cNvPr id="66" name="Line 37"/>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7" name="Rectangle 38"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68" name="Line 39"/>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69" name="Oval 40"/>
              <p:cNvSpPr>
                <a:spLocks noChangeAspect="1"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70" name="Oval 41"/>
              <p:cNvSpPr>
                <a:spLocks noChangeAspect="1"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grpSp>
      </p:grpSp>
      <p:grpSp>
        <p:nvGrpSpPr>
          <p:cNvPr id="75" name="Group 61"/>
          <p:cNvGrpSpPr>
            <a:grpSpLocks/>
          </p:cNvGrpSpPr>
          <p:nvPr/>
        </p:nvGrpSpPr>
        <p:grpSpPr bwMode="auto">
          <a:xfrm>
            <a:off x="10567574" y="1149241"/>
            <a:ext cx="1295400" cy="1320800"/>
            <a:chOff x="4808" y="1033"/>
            <a:chExt cx="816" cy="832"/>
          </a:xfrm>
        </p:grpSpPr>
        <p:sp>
          <p:nvSpPr>
            <p:cNvPr id="76" name="Text Box 62"/>
            <p:cNvSpPr txBox="1">
              <a:spLocks noChangeAspect="1" noChangeArrowheads="1"/>
            </p:cNvSpPr>
            <p:nvPr/>
          </p:nvSpPr>
          <p:spPr bwMode="auto">
            <a:xfrm>
              <a:off x="5314" y="1323"/>
              <a:ext cx="310"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z</a:t>
              </a:r>
            </a:p>
          </p:txBody>
        </p:sp>
        <p:sp>
          <p:nvSpPr>
            <p:cNvPr id="77" name="Freeform 63" descr="宽上对角线"/>
            <p:cNvSpPr>
              <a:spLocks/>
            </p:cNvSpPr>
            <p:nvPr/>
          </p:nvSpPr>
          <p:spPr bwMode="auto">
            <a:xfrm>
              <a:off x="4937" y="1152"/>
              <a:ext cx="211" cy="521"/>
            </a:xfrm>
            <a:custGeom>
              <a:avLst/>
              <a:gdLst>
                <a:gd name="T0" fmla="*/ 0 w 211"/>
                <a:gd name="T1" fmla="*/ 0 h 521"/>
                <a:gd name="T2" fmla="*/ 211 w 211"/>
                <a:gd name="T3" fmla="*/ 0 h 521"/>
                <a:gd name="T4" fmla="*/ 210 w 211"/>
                <a:gd name="T5" fmla="*/ 521 h 521"/>
                <a:gd name="T6" fmla="*/ 3 w 211"/>
                <a:gd name="T7" fmla="*/ 520 h 521"/>
                <a:gd name="T8" fmla="*/ 2 w 211"/>
                <a:gd name="T9" fmla="*/ 462 h 521"/>
                <a:gd name="T10" fmla="*/ 164 w 211"/>
                <a:gd name="T11" fmla="*/ 463 h 521"/>
                <a:gd name="T12" fmla="*/ 164 w 211"/>
                <a:gd name="T13" fmla="*/ 57 h 521"/>
                <a:gd name="T14" fmla="*/ 0 w 211"/>
                <a:gd name="T15" fmla="*/ 56 h 521"/>
                <a:gd name="T16" fmla="*/ 0 w 211"/>
                <a:gd name="T17" fmla="*/ 0 h 5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521"/>
                <a:gd name="T29" fmla="*/ 211 w 211"/>
                <a:gd name="T30" fmla="*/ 521 h 5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521">
                  <a:moveTo>
                    <a:pt x="0" y="0"/>
                  </a:moveTo>
                  <a:lnTo>
                    <a:pt x="211" y="0"/>
                  </a:lnTo>
                  <a:lnTo>
                    <a:pt x="210" y="521"/>
                  </a:lnTo>
                  <a:lnTo>
                    <a:pt x="3" y="520"/>
                  </a:lnTo>
                  <a:lnTo>
                    <a:pt x="2" y="462"/>
                  </a:lnTo>
                  <a:lnTo>
                    <a:pt x="164" y="463"/>
                  </a:lnTo>
                  <a:lnTo>
                    <a:pt x="164" y="57"/>
                  </a:lnTo>
                  <a:lnTo>
                    <a:pt x="0" y="56"/>
                  </a:lnTo>
                  <a:lnTo>
                    <a:pt x="0" y="0"/>
                  </a:lnTo>
                  <a:close/>
                </a:path>
              </a:pathLst>
            </a:custGeom>
            <a:pattFill prst="wdUpDiag">
              <a:fgClr>
                <a:srgbClr val="000000"/>
              </a:fgClr>
              <a:bgClr>
                <a:srgbClr val="FFFFCC"/>
              </a:bgClr>
            </a:pattFill>
            <a:ln w="28575" cap="flat" cmpd="sng">
              <a:solidFill>
                <a:srgbClr val="000000"/>
              </a:solidFill>
              <a:prstDash val="solid"/>
              <a:round/>
              <a:headEnd type="none" w="med" len="med"/>
              <a:tailEnd type="none" w="med" len="me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78" name="Text Box 64"/>
            <p:cNvSpPr txBox="1">
              <a:spLocks noChangeAspect="1" noChangeArrowheads="1"/>
            </p:cNvSpPr>
            <p:nvPr/>
          </p:nvSpPr>
          <p:spPr bwMode="auto">
            <a:xfrm>
              <a:off x="4870" y="1609"/>
              <a:ext cx="40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zh-CN" sz="2400" b="0" i="0" u="none" strike="noStrike" kern="0" cap="none" spc="0" normalizeH="0" baseline="0" noProof="0">
                <a:ln>
                  <a:noFill/>
                </a:ln>
                <a:solidFill>
                  <a:srgbClr val="000000"/>
                </a:solidFill>
                <a:effectLst/>
                <a:uLnTx/>
                <a:uFillTx/>
                <a:latin typeface="" pitchFamily="18" charset="-52"/>
                <a:ea typeface="宋体" panose="02010600030101010101" pitchFamily="2" charset="-122"/>
              </a:endParaRPr>
            </a:p>
          </p:txBody>
        </p:sp>
        <p:sp>
          <p:nvSpPr>
            <p:cNvPr id="79" name="Freeform 65" descr="宽上对角线"/>
            <p:cNvSpPr>
              <a:spLocks/>
            </p:cNvSpPr>
            <p:nvPr/>
          </p:nvSpPr>
          <p:spPr bwMode="auto">
            <a:xfrm flipH="1">
              <a:off x="5143" y="1152"/>
              <a:ext cx="211" cy="521"/>
            </a:xfrm>
            <a:custGeom>
              <a:avLst/>
              <a:gdLst>
                <a:gd name="T0" fmla="*/ 0 w 211"/>
                <a:gd name="T1" fmla="*/ 0 h 521"/>
                <a:gd name="T2" fmla="*/ 211 w 211"/>
                <a:gd name="T3" fmla="*/ 0 h 521"/>
                <a:gd name="T4" fmla="*/ 210 w 211"/>
                <a:gd name="T5" fmla="*/ 521 h 521"/>
                <a:gd name="T6" fmla="*/ 3 w 211"/>
                <a:gd name="T7" fmla="*/ 520 h 521"/>
                <a:gd name="T8" fmla="*/ 2 w 211"/>
                <a:gd name="T9" fmla="*/ 462 h 521"/>
                <a:gd name="T10" fmla="*/ 164 w 211"/>
                <a:gd name="T11" fmla="*/ 463 h 521"/>
                <a:gd name="T12" fmla="*/ 164 w 211"/>
                <a:gd name="T13" fmla="*/ 57 h 521"/>
                <a:gd name="T14" fmla="*/ 0 w 211"/>
                <a:gd name="T15" fmla="*/ 56 h 521"/>
                <a:gd name="T16" fmla="*/ 0 w 211"/>
                <a:gd name="T17" fmla="*/ 0 h 52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1"/>
                <a:gd name="T28" fmla="*/ 0 h 521"/>
                <a:gd name="T29" fmla="*/ 211 w 211"/>
                <a:gd name="T30" fmla="*/ 521 h 52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1" h="521">
                  <a:moveTo>
                    <a:pt x="0" y="0"/>
                  </a:moveTo>
                  <a:lnTo>
                    <a:pt x="211" y="0"/>
                  </a:lnTo>
                  <a:lnTo>
                    <a:pt x="210" y="521"/>
                  </a:lnTo>
                  <a:lnTo>
                    <a:pt x="3" y="520"/>
                  </a:lnTo>
                  <a:lnTo>
                    <a:pt x="2" y="462"/>
                  </a:lnTo>
                  <a:lnTo>
                    <a:pt x="164" y="463"/>
                  </a:lnTo>
                  <a:lnTo>
                    <a:pt x="164" y="57"/>
                  </a:lnTo>
                  <a:lnTo>
                    <a:pt x="0" y="56"/>
                  </a:lnTo>
                  <a:lnTo>
                    <a:pt x="0"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0" name="Line 66"/>
            <p:cNvSpPr>
              <a:spLocks noChangeAspect="1" noChangeShapeType="1"/>
            </p:cNvSpPr>
            <p:nvPr/>
          </p:nvSpPr>
          <p:spPr bwMode="auto">
            <a:xfrm rot="5400000">
              <a:off x="4754" y="1421"/>
              <a:ext cx="775" cy="0"/>
            </a:xfrm>
            <a:prstGeom prst="line">
              <a:avLst/>
            </a:prstGeom>
            <a:noFill/>
            <a:ln w="19050">
              <a:solidFill>
                <a:srgbClr val="000000"/>
              </a:solidFill>
              <a:prstDash val="lgDashDot"/>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sp>
          <p:nvSpPr>
            <p:cNvPr id="81" name="Line 67"/>
            <p:cNvSpPr>
              <a:spLocks noChangeAspect="1" noChangeShapeType="1"/>
            </p:cNvSpPr>
            <p:nvPr/>
          </p:nvSpPr>
          <p:spPr bwMode="auto">
            <a:xfrm rot="16200000" flipH="1">
              <a:off x="5147" y="1069"/>
              <a:ext cx="0" cy="677"/>
            </a:xfrm>
            <a:prstGeom prst="line">
              <a:avLst/>
            </a:prstGeom>
            <a:noFill/>
            <a:ln w="19050">
              <a:solidFill>
                <a:srgbClr val="00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000000"/>
                </a:solidFill>
                <a:effectLst/>
                <a:uLnTx/>
                <a:uFillTx/>
                <a:ea typeface="黑体" panose="02010609060101010101" pitchFamily="49" charset="-122"/>
              </a:endParaRPr>
            </a:p>
          </p:txBody>
        </p:sp>
      </p:grpSp>
      <p:sp>
        <p:nvSpPr>
          <p:cNvPr id="82" name="Text Box 68"/>
          <p:cNvSpPr txBox="1">
            <a:spLocks noChangeAspect="1" noChangeArrowheads="1"/>
          </p:cNvSpPr>
          <p:nvPr/>
        </p:nvSpPr>
        <p:spPr bwMode="auto">
          <a:xfrm>
            <a:off x="10459624" y="2393841"/>
            <a:ext cx="130968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N</a:t>
            </a:r>
            <a:r>
              <a:rPr kumimoji="1" lang="en-US" altLang="zh-CN" sz="2400" b="0" i="0" u="sng"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o</a:t>
            </a: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32c</a:t>
            </a:r>
          </a:p>
        </p:txBody>
      </p:sp>
      <p:grpSp>
        <p:nvGrpSpPr>
          <p:cNvPr id="83" name="Group 70"/>
          <p:cNvGrpSpPr>
            <a:grpSpLocks noChangeAspect="1"/>
          </p:cNvGrpSpPr>
          <p:nvPr/>
        </p:nvGrpSpPr>
        <p:grpSpPr bwMode="auto">
          <a:xfrm>
            <a:off x="9251536" y="3338737"/>
            <a:ext cx="334963" cy="287337"/>
            <a:chOff x="3142" y="1410"/>
            <a:chExt cx="176" cy="150"/>
          </a:xfrm>
        </p:grpSpPr>
        <p:sp>
          <p:nvSpPr>
            <p:cNvPr id="84" name="Oval 71"/>
            <p:cNvSpPr>
              <a:spLocks noChangeAspect="1" noChangeArrowheads="1"/>
            </p:cNvSpPr>
            <p:nvPr/>
          </p:nvSpPr>
          <p:spPr bwMode="auto">
            <a:xfrm>
              <a:off x="3195" y="1477"/>
              <a:ext cx="62" cy="61"/>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endParaRPr>
            </a:p>
          </p:txBody>
        </p:sp>
        <p:sp>
          <p:nvSpPr>
            <p:cNvPr id="85" name="Text Box 72"/>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000000"/>
                  </a:solidFill>
                  <a:effectLst/>
                  <a:uLnTx/>
                  <a:uFillTx/>
                  <a:latin typeface="" pitchFamily="18" charset="-52"/>
                  <a:ea typeface="宋体" panose="02010600030101010101" pitchFamily="2" charset="-122"/>
                </a:rPr>
                <a:t>+</a:t>
              </a:r>
            </a:p>
          </p:txBody>
        </p:sp>
      </p:grpSp>
      <p:sp>
        <p:nvSpPr>
          <p:cNvPr id="86" name="Text Box 73"/>
          <p:cNvSpPr txBox="1">
            <a:spLocks noChangeAspect="1" noChangeArrowheads="1"/>
          </p:cNvSpPr>
          <p:nvPr/>
        </p:nvSpPr>
        <p:spPr bwMode="auto">
          <a:xfrm flipH="1">
            <a:off x="10594561" y="3551462"/>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87" name="Line 74"/>
          <p:cNvSpPr>
            <a:spLocks noChangeShapeType="1"/>
          </p:cNvSpPr>
          <p:nvPr/>
        </p:nvSpPr>
        <p:spPr bwMode="auto">
          <a:xfrm rot="16200000">
            <a:off x="7941055" y="3239579"/>
            <a:ext cx="887413"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000000"/>
              </a:solidFill>
              <a:ea typeface="黑体" panose="02010609060101010101" pitchFamily="49" charset="-122"/>
            </a:endParaRPr>
          </a:p>
        </p:txBody>
      </p:sp>
      <p:sp>
        <p:nvSpPr>
          <p:cNvPr id="88" name="Text Box 75"/>
          <p:cNvSpPr txBox="1">
            <a:spLocks noChangeAspect="1" noChangeArrowheads="1"/>
          </p:cNvSpPr>
          <p:nvPr/>
        </p:nvSpPr>
        <p:spPr bwMode="auto">
          <a:xfrm flipH="1">
            <a:off x="8221249" y="2940095"/>
            <a:ext cx="693737"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a:solidFill>
                <a:srgbClr val="CC00FF"/>
              </a:solidFill>
              <a:ea typeface="宋体" panose="02010600030101010101" pitchFamily="2" charset="-122"/>
            </a:endParaRPr>
          </a:p>
        </p:txBody>
      </p:sp>
      <p:sp>
        <p:nvSpPr>
          <p:cNvPr id="89" name="Text Box 76"/>
          <p:cNvSpPr txBox="1">
            <a:spLocks noChangeAspect="1" noChangeArrowheads="1"/>
          </p:cNvSpPr>
          <p:nvPr/>
        </p:nvSpPr>
        <p:spPr bwMode="auto">
          <a:xfrm>
            <a:off x="7975186" y="3381599"/>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90" name="Freeform 77"/>
          <p:cNvSpPr>
            <a:spLocks/>
          </p:cNvSpPr>
          <p:nvPr/>
        </p:nvSpPr>
        <p:spPr bwMode="auto">
          <a:xfrm flipV="1">
            <a:off x="8376824" y="3646712"/>
            <a:ext cx="2359025" cy="42862"/>
          </a:xfrm>
          <a:custGeom>
            <a:avLst/>
            <a:gdLst>
              <a:gd name="T0" fmla="*/ 0 w 2227"/>
              <a:gd name="T1" fmla="*/ 0 h 1"/>
              <a:gd name="T2" fmla="*/ 2359025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000000"/>
              </a:solidFill>
              <a:ea typeface="黑体" panose="02010609060101010101" pitchFamily="49" charset="-122"/>
            </a:endParaRPr>
          </a:p>
        </p:txBody>
      </p:sp>
      <p:sp>
        <p:nvSpPr>
          <p:cNvPr id="91" name="Text Box 81"/>
          <p:cNvSpPr txBox="1">
            <a:spLocks noChangeArrowheads="1"/>
          </p:cNvSpPr>
          <p:nvPr/>
        </p:nvSpPr>
        <p:spPr bwMode="auto">
          <a:xfrm>
            <a:off x="9242011" y="2787874"/>
            <a:ext cx="846138"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3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Times New Roman" panose="02020603050405020304" pitchFamily="18" charset="0"/>
                <a:ea typeface="黑体" panose="02010609060101010101" pitchFamily="49" charset="-122"/>
              </a:rPr>
              <a:t>Fl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/4</a:t>
            </a:r>
          </a:p>
        </p:txBody>
      </p:sp>
      <p:sp>
        <p:nvSpPr>
          <p:cNvPr id="92" name="矩形 91">
            <a:extLst>
              <a:ext uri="{FF2B5EF4-FFF2-40B4-BE49-F238E27FC236}">
                <a16:creationId xmlns:a16="http://schemas.microsoft.com/office/drawing/2014/main" id="{E8DB0D0A-8BE9-6ADA-6C58-96049487BA32}"/>
              </a:ext>
            </a:extLst>
          </p:cNvPr>
          <p:cNvSpPr/>
          <p:nvPr/>
        </p:nvSpPr>
        <p:spPr>
          <a:xfrm>
            <a:off x="211184" y="4074292"/>
            <a:ext cx="6940090"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校核梁的强度。查型钢表得</a:t>
            </a:r>
            <a:r>
              <a:rPr kumimoji="1" lang="en-US" altLang="zh-CN" i="0" dirty="0">
                <a:solidFill>
                  <a:schemeClr val="tx1"/>
                </a:solidFill>
                <a:ea typeface="黑体" panose="02010609060101010101" pitchFamily="49" charset="-122"/>
              </a:rPr>
              <a:t>32c</a:t>
            </a:r>
            <a:r>
              <a:rPr kumimoji="1" lang="zh-CN" altLang="en-US" i="0" dirty="0">
                <a:solidFill>
                  <a:schemeClr val="tx1"/>
                </a:solidFill>
                <a:ea typeface="黑体" panose="02010609060101010101" pitchFamily="49" charset="-122"/>
              </a:rPr>
              <a:t>工字钢的抗弯截面系数</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=760cm</a:t>
            </a:r>
            <a:r>
              <a:rPr kumimoji="1" lang="en-US" altLang="zh-CN" b="0" i="0" baseline="30000" dirty="0">
                <a:solidFill>
                  <a:schemeClr val="tx1"/>
                </a:solidFill>
                <a:ea typeface="黑体" panose="02010609060101010101" pitchFamily="49" charset="-122"/>
              </a:rPr>
              <a:t>3</a:t>
            </a:r>
            <a:r>
              <a:rPr kumimoji="1" lang="zh-CN" altLang="en-US" i="0" dirty="0">
                <a:solidFill>
                  <a:schemeClr val="tx1"/>
                </a:solidFill>
                <a:ea typeface="黑体" panose="02010609060101010101" pitchFamily="49" charset="-122"/>
              </a:rPr>
              <a:t>，所以 </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93" name="矩形 92">
            <a:extLst>
              <a:ext uri="{FF2B5EF4-FFF2-40B4-BE49-F238E27FC236}">
                <a16:creationId xmlns:a16="http://schemas.microsoft.com/office/drawing/2014/main" id="{E8DB0D0A-8BE9-6ADA-6C58-96049487BA32}"/>
              </a:ext>
            </a:extLst>
          </p:cNvPr>
          <p:cNvSpPr/>
          <p:nvPr/>
        </p:nvSpPr>
        <p:spPr>
          <a:xfrm>
            <a:off x="211184" y="4997981"/>
            <a:ext cx="8441100" cy="1015663"/>
          </a:xfrm>
          <a:prstGeom prst="rect">
            <a:avLst/>
          </a:prstGeom>
        </p:spPr>
        <p:txBody>
          <a:bodyPr wrap="square">
            <a:spAutoFit/>
          </a:bodyPr>
          <a:lstStyle/>
          <a:p>
            <a:pPr lvl="0">
              <a:lnSpc>
                <a:spcPct val="130000"/>
              </a:lnSpc>
            </a:pP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 </a:t>
            </a:r>
            <a:r>
              <a:rPr kumimoji="1" lang="en-US" altLang="zh-CN" b="0" dirty="0" err="1">
                <a:solidFill>
                  <a:schemeClr val="tx1"/>
                </a:solidFill>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rPr>
              <a:t>/</a:t>
            </a:r>
            <a:r>
              <a:rPr kumimoji="1" lang="en-US" altLang="zh-CN" b="0" dirty="0" err="1">
                <a:solidFill>
                  <a:schemeClr val="tx1"/>
                </a:solidFill>
              </a:rPr>
              <a:t>W</a:t>
            </a:r>
            <a:r>
              <a:rPr kumimoji="1" lang="en-US" altLang="zh-CN" b="0" baseline="-25000" dirty="0" err="1">
                <a:solidFill>
                  <a:schemeClr val="tx1"/>
                </a:solidFill>
              </a:rPr>
              <a:t>z</a:t>
            </a:r>
            <a:r>
              <a:rPr kumimoji="1" lang="en-US" altLang="zh-CN" b="0" i="0" dirty="0">
                <a:solidFill>
                  <a:schemeClr val="tx1"/>
                </a:solidFill>
                <a:ea typeface="黑体" panose="02010609060101010101" pitchFamily="49" charset="-122"/>
              </a:rPr>
              <a:t>=87.5</a:t>
            </a:r>
            <a:r>
              <a:rPr kumimoji="1" lang="en-US" altLang="zh-CN" b="0" i="0" dirty="0">
                <a:solidFill>
                  <a:schemeClr val="tx1"/>
                </a:solidFill>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6</a:t>
            </a:r>
            <a:r>
              <a:rPr kumimoji="1" lang="en-US" altLang="zh-CN" b="0" i="0" dirty="0">
                <a:solidFill>
                  <a:schemeClr val="tx1"/>
                </a:solidFill>
                <a:ea typeface="黑体" panose="02010609060101010101" pitchFamily="49" charset="-122"/>
              </a:rPr>
              <a:t>/(760</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 </a:t>
            </a:r>
            <a:r>
              <a:rPr kumimoji="1" lang="en-US" altLang="zh-CN" b="0" i="0" dirty="0" err="1">
                <a:solidFill>
                  <a:schemeClr val="tx1"/>
                </a:solidFill>
                <a:ea typeface="黑体" panose="02010609060101010101" pitchFamily="49" charset="-122"/>
              </a:rPr>
              <a:t>MPa</a:t>
            </a:r>
            <a:r>
              <a:rPr kumimoji="1" lang="en-US" altLang="zh-CN" b="0" i="0" dirty="0">
                <a:solidFill>
                  <a:schemeClr val="tx1"/>
                </a:solidFill>
                <a:ea typeface="黑体" panose="02010609060101010101" pitchFamily="49" charset="-122"/>
              </a:rPr>
              <a:t>=115.1MPa &lt;[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a:t>
            </a:r>
          </a:p>
          <a:p>
            <a:pPr>
              <a:lnSpc>
                <a:spcPct val="120000"/>
              </a:lnSpc>
            </a:pPr>
            <a:endParaRPr lang="en-US" altLang="zh-CN" i="0" dirty="0">
              <a:solidFill>
                <a:schemeClr val="tx1"/>
              </a:solidFill>
              <a:latin typeface="黑体" panose="02010609060101010101" pitchFamily="49" charset="-122"/>
              <a:ea typeface="黑体" panose="02010609060101010101" pitchFamily="49" charset="-122"/>
            </a:endParaRPr>
          </a:p>
        </p:txBody>
      </p:sp>
      <p:sp>
        <p:nvSpPr>
          <p:cNvPr id="94" name="矩形 93">
            <a:extLst>
              <a:ext uri="{FF2B5EF4-FFF2-40B4-BE49-F238E27FC236}">
                <a16:creationId xmlns:a16="http://schemas.microsoft.com/office/drawing/2014/main" id="{E8DB0D0A-8BE9-6ADA-6C58-96049487BA32}"/>
              </a:ext>
            </a:extLst>
          </p:cNvPr>
          <p:cNvSpPr/>
          <p:nvPr/>
        </p:nvSpPr>
        <p:spPr>
          <a:xfrm>
            <a:off x="1127448" y="5661248"/>
            <a:ext cx="3940600" cy="493148"/>
          </a:xfrm>
          <a:prstGeom prst="rect">
            <a:avLst/>
          </a:prstGeom>
        </p:spPr>
        <p:txBody>
          <a:bodyPr wrap="square">
            <a:spAutoFit/>
          </a:bodyPr>
          <a:lstStyle/>
          <a:p>
            <a:pPr>
              <a:lnSpc>
                <a:spcPct val="120000"/>
              </a:lnSpc>
            </a:pPr>
            <a:r>
              <a:rPr kumimoji="1" lang="zh-CN" altLang="en-US" i="0" dirty="0">
                <a:ea typeface="黑体" panose="02010609060101010101" pitchFamily="49" charset="-122"/>
              </a:rPr>
              <a:t>说明梁的工作是安全的。</a:t>
            </a:r>
            <a:endParaRPr kumimoji="1" lang="en-US" altLang="zh-CN" i="0" dirty="0">
              <a:ea typeface="黑体" panose="02010609060101010101" pitchFamily="49" charset="-122"/>
            </a:endParaRPr>
          </a:p>
        </p:txBody>
      </p:sp>
    </p:spTree>
    <p:extLst>
      <p:ext uri="{BB962C8B-B14F-4D97-AF65-F5344CB8AC3E}">
        <p14:creationId xmlns:p14="http://schemas.microsoft.com/office/powerpoint/2010/main" val="39788611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0" presetClass="entr" presetSubtype="0" fill="hold" grpId="0" nodeType="withEffect">
                                  <p:stCondLst>
                                    <p:cond delay="3000"/>
                                  </p:stCondLst>
                                  <p:childTnLst>
                                    <p:set>
                                      <p:cBhvr>
                                        <p:cTn id="6" dur="1" fill="hold">
                                          <p:stCondLst>
                                            <p:cond delay="0"/>
                                          </p:stCondLst>
                                        </p:cTn>
                                        <p:tgtEl>
                                          <p:spTgt spid="82"/>
                                        </p:tgtEl>
                                        <p:attrNameLst>
                                          <p:attrName>style.visibility</p:attrName>
                                        </p:attrNameLst>
                                      </p:cBhvr>
                                      <p:to>
                                        <p:strVal val="visible"/>
                                      </p:to>
                                    </p:set>
                                    <p:animEffect transition="in" filter="wedge">
                                      <p:cBhvr>
                                        <p:cTn id="7" dur="2000"/>
                                        <p:tgtEl>
                                          <p:spTgt spid="82"/>
                                        </p:tgtEl>
                                      </p:cBhvr>
                                    </p:animEffect>
                                  </p:childTnLst>
                                </p:cTn>
                              </p:par>
                              <p:par>
                                <p:cTn id="8" presetID="12" presetClass="entr" presetSubtype="8" fill="hold" grpId="0"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slide(fromLeft)">
                                      <p:cBhvr>
                                        <p:cTn id="10" dur="5000"/>
                                        <p:tgtEl>
                                          <p:spTgt spid="90"/>
                                        </p:tgtEl>
                                      </p:cBhvr>
                                    </p:animEffect>
                                  </p:childTnLst>
                                </p:cTn>
                              </p:par>
                              <p:par>
                                <p:cTn id="11" presetID="19" presetClass="entr" presetSubtype="1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 calcmode="lin" valueType="num">
                                      <p:cBhvr>
                                        <p:cTn id="13" dur="5000" fill="hold"/>
                                        <p:tgtEl>
                                          <p:spTgt spid="86"/>
                                        </p:tgtEl>
                                        <p:attrNameLst>
                                          <p:attrName>ppt_w</p:attrName>
                                        </p:attrNameLst>
                                      </p:cBhvr>
                                      <p:tavLst>
                                        <p:tav tm="0" fmla="#ppt_w*sin(2.5*pi*$)">
                                          <p:val>
                                            <p:fltVal val="0"/>
                                          </p:val>
                                        </p:tav>
                                        <p:tav tm="100000">
                                          <p:val>
                                            <p:fltVal val="1"/>
                                          </p:val>
                                        </p:tav>
                                      </p:tavLst>
                                    </p:anim>
                                    <p:anim calcmode="lin" valueType="num">
                                      <p:cBhvr>
                                        <p:cTn id="14" dur="5000" fill="hold"/>
                                        <p:tgtEl>
                                          <p:spTgt spid="86"/>
                                        </p:tgtEl>
                                        <p:attrNameLst>
                                          <p:attrName>ppt_h</p:attrName>
                                        </p:attrNameLst>
                                      </p:cBhvr>
                                      <p:tavLst>
                                        <p:tav tm="0">
                                          <p:val>
                                            <p:strVal val="#ppt_h"/>
                                          </p:val>
                                        </p:tav>
                                        <p:tav tm="100000">
                                          <p:val>
                                            <p:strVal val="#ppt_h"/>
                                          </p:val>
                                        </p:tav>
                                      </p:tavLst>
                                    </p:anim>
                                  </p:childTnLst>
                                </p:cTn>
                              </p:par>
                              <p:par>
                                <p:cTn id="15" presetID="12" presetClass="entr" presetSubtype="4"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animEffect transition="in" filter="slide(fromBottom)">
                                      <p:cBhvr>
                                        <p:cTn id="17" dur="5000"/>
                                        <p:tgtEl>
                                          <p:spTgt spid="87"/>
                                        </p:tgtEl>
                                      </p:cBhvr>
                                    </p:animEffect>
                                  </p:childTnLst>
                                </p:cTn>
                              </p:par>
                              <p:par>
                                <p:cTn id="18" presetID="19" presetClass="entr" presetSubtype="10" fill="hold" nodeType="withEffect">
                                  <p:stCondLst>
                                    <p:cond delay="0"/>
                                  </p:stCondLst>
                                  <p:childTnLst>
                                    <p:set>
                                      <p:cBhvr>
                                        <p:cTn id="19" dur="1" fill="hold">
                                          <p:stCondLst>
                                            <p:cond delay="0"/>
                                          </p:stCondLst>
                                        </p:cTn>
                                        <p:tgtEl>
                                          <p:spTgt spid="88"/>
                                        </p:tgtEl>
                                        <p:attrNameLst>
                                          <p:attrName>style.visibility</p:attrName>
                                        </p:attrNameLst>
                                      </p:cBhvr>
                                      <p:to>
                                        <p:strVal val="visible"/>
                                      </p:to>
                                    </p:set>
                                    <p:anim calcmode="lin" valueType="num">
                                      <p:cBhvr>
                                        <p:cTn id="20" dur="5000" fill="hold"/>
                                        <p:tgtEl>
                                          <p:spTgt spid="88"/>
                                        </p:tgtEl>
                                        <p:attrNameLst>
                                          <p:attrName>ppt_w</p:attrName>
                                        </p:attrNameLst>
                                      </p:cBhvr>
                                      <p:tavLst>
                                        <p:tav tm="0" fmla="#ppt_w*sin(2.5*pi*$)">
                                          <p:val>
                                            <p:fltVal val="0"/>
                                          </p:val>
                                        </p:tav>
                                        <p:tav tm="100000">
                                          <p:val>
                                            <p:fltVal val="1"/>
                                          </p:val>
                                        </p:tav>
                                      </p:tavLst>
                                    </p:anim>
                                    <p:anim calcmode="lin" valueType="num">
                                      <p:cBhvr>
                                        <p:cTn id="21" dur="5000" fill="hold"/>
                                        <p:tgtEl>
                                          <p:spTgt spid="88"/>
                                        </p:tgtEl>
                                        <p:attrNameLst>
                                          <p:attrName>ppt_h</p:attrName>
                                        </p:attrNameLst>
                                      </p:cBhvr>
                                      <p:tavLst>
                                        <p:tav tm="0">
                                          <p:val>
                                            <p:strVal val="#ppt_h"/>
                                          </p:val>
                                        </p:tav>
                                        <p:tav tm="100000">
                                          <p:val>
                                            <p:strVal val="#ppt_h"/>
                                          </p:val>
                                        </p:tav>
                                      </p:tavLst>
                                    </p:anim>
                                  </p:childTnLst>
                                </p:cTn>
                              </p:par>
                              <p:par>
                                <p:cTn id="22" presetID="19" presetClass="entr" presetSubtype="10" fill="hold" grpId="0" nodeType="withEffect">
                                  <p:stCondLst>
                                    <p:cond delay="0"/>
                                  </p:stCondLst>
                                  <p:childTnLst>
                                    <p:set>
                                      <p:cBhvr>
                                        <p:cTn id="23" dur="1" fill="hold">
                                          <p:stCondLst>
                                            <p:cond delay="0"/>
                                          </p:stCondLst>
                                        </p:cTn>
                                        <p:tgtEl>
                                          <p:spTgt spid="89"/>
                                        </p:tgtEl>
                                        <p:attrNameLst>
                                          <p:attrName>style.visibility</p:attrName>
                                        </p:attrNameLst>
                                      </p:cBhvr>
                                      <p:to>
                                        <p:strVal val="visible"/>
                                      </p:to>
                                    </p:set>
                                    <p:anim calcmode="lin" valueType="num">
                                      <p:cBhvr>
                                        <p:cTn id="24" dur="5000" fill="hold"/>
                                        <p:tgtEl>
                                          <p:spTgt spid="89"/>
                                        </p:tgtEl>
                                        <p:attrNameLst>
                                          <p:attrName>ppt_w</p:attrName>
                                        </p:attrNameLst>
                                      </p:cBhvr>
                                      <p:tavLst>
                                        <p:tav tm="0" fmla="#ppt_w*sin(2.5*pi*$)">
                                          <p:val>
                                            <p:fltVal val="0"/>
                                          </p:val>
                                        </p:tav>
                                        <p:tav tm="100000">
                                          <p:val>
                                            <p:fltVal val="1"/>
                                          </p:val>
                                        </p:tav>
                                      </p:tavLst>
                                    </p:anim>
                                    <p:anim calcmode="lin" valueType="num">
                                      <p:cBhvr>
                                        <p:cTn id="25" dur="5000" fill="hold"/>
                                        <p:tgtEl>
                                          <p:spTgt spid="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2"/>
                                            </p:cond>
                                          </p:stCondLst>
                                          <p:endCondLst>
                                            <p:cond evt="onStopAudio" delay="0">
                                              <p:tgtEl>
                                                <p:sldTgt/>
                                              </p:tgtEl>
                                            </p:cond>
                                          </p:endCondLst>
                                        </p:cTn>
                                        <p:tgtEl>
                                          <p:sndTgt r:embed="rId3" name="CAMERA.WAV"/>
                                        </p:tgtEl>
                                      </p:cMediaNode>
                                    </p:audio>
                                  </p:subTnLst>
                                </p:cTn>
                              </p:par>
                            </p:childTnLst>
                          </p:cTn>
                        </p:par>
                        <p:par>
                          <p:cTn id="26" fill="hold">
                            <p:stCondLst>
                              <p:cond delay="5000"/>
                            </p:stCondLst>
                            <p:childTnLst>
                              <p:par>
                                <p:cTn id="27" presetID="22" presetClass="entr" presetSubtype="8" fill="hold" grpId="0" nodeType="afterEffect">
                                  <p:stCondLst>
                                    <p:cond delay="0"/>
                                  </p:stCondLst>
                                  <p:childTnLst>
                                    <p:set>
                                      <p:cBhvr>
                                        <p:cTn id="28" dur="1" fill="hold">
                                          <p:stCondLst>
                                            <p:cond delay="0"/>
                                          </p:stCondLst>
                                        </p:cTn>
                                        <p:tgtEl>
                                          <p:spTgt spid="52"/>
                                        </p:tgtEl>
                                        <p:attrNameLst>
                                          <p:attrName>style.visibility</p:attrName>
                                        </p:attrNameLst>
                                      </p:cBhvr>
                                      <p:to>
                                        <p:strVal val="visible"/>
                                      </p:to>
                                    </p:set>
                                    <p:animEffect transition="in" filter="wipe(left)">
                                      <p:cBhvr>
                                        <p:cTn id="29" dur="5000"/>
                                        <p:tgtEl>
                                          <p:spTgt spid="52"/>
                                        </p:tgtEl>
                                      </p:cBhvr>
                                    </p:animEffect>
                                  </p:childTnLst>
                                </p:cTn>
                              </p:par>
                              <p:par>
                                <p:cTn id="30" presetID="19" presetClass="entr" presetSubtype="10" fill="hold" grpId="0" nodeType="withEffect">
                                  <p:stCondLst>
                                    <p:cond delay="0"/>
                                  </p:stCondLst>
                                  <p:childTnLst>
                                    <p:set>
                                      <p:cBhvr>
                                        <p:cTn id="31" dur="1" fill="hold">
                                          <p:stCondLst>
                                            <p:cond delay="0"/>
                                          </p:stCondLst>
                                        </p:cTn>
                                        <p:tgtEl>
                                          <p:spTgt spid="91">
                                            <p:txEl>
                                              <p:pRg st="0" end="0"/>
                                            </p:txEl>
                                          </p:spTgt>
                                        </p:tgtEl>
                                        <p:attrNameLst>
                                          <p:attrName>style.visibility</p:attrName>
                                        </p:attrNameLst>
                                      </p:cBhvr>
                                      <p:to>
                                        <p:strVal val="visible"/>
                                      </p:to>
                                    </p:set>
                                    <p:anim calcmode="lin" valueType="num">
                                      <p:cBhvr>
                                        <p:cTn id="32" dur="5000" fill="hold"/>
                                        <p:tgtEl>
                                          <p:spTgt spid="91">
                                            <p:txEl>
                                              <p:pRg st="0" end="0"/>
                                            </p:txEl>
                                          </p:spTgt>
                                        </p:tgtEl>
                                        <p:attrNameLst>
                                          <p:attrName>ppt_w</p:attrName>
                                        </p:attrNameLst>
                                      </p:cBhvr>
                                      <p:tavLst>
                                        <p:tav tm="0" fmla="#ppt_w*sin(2.5*pi*$)">
                                          <p:val>
                                            <p:fltVal val="0"/>
                                          </p:val>
                                        </p:tav>
                                        <p:tav tm="100000">
                                          <p:val>
                                            <p:fltVal val="1"/>
                                          </p:val>
                                        </p:tav>
                                      </p:tavLst>
                                    </p:anim>
                                    <p:anim calcmode="lin" valueType="num">
                                      <p:cBhvr>
                                        <p:cTn id="33" dur="5000" fill="hold"/>
                                        <p:tgtEl>
                                          <p:spTgt spid="91">
                                            <p:txEl>
                                              <p:pRg st="0" end="0"/>
                                            </p:txEl>
                                          </p:spTgt>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par>
                          <p:cTn id="34" fill="hold">
                            <p:stCondLst>
                              <p:cond delay="10000"/>
                            </p:stCondLst>
                            <p:childTnLst>
                              <p:par>
                                <p:cTn id="35" presetID="15" presetClass="entr" presetSubtype="0" fill="hold" nodeType="afterEffect">
                                  <p:stCondLst>
                                    <p:cond delay="0"/>
                                  </p:stCondLst>
                                  <p:childTnLst>
                                    <p:set>
                                      <p:cBhvr>
                                        <p:cTn id="36" dur="1" fill="hold">
                                          <p:stCondLst>
                                            <p:cond delay="0"/>
                                          </p:stCondLst>
                                        </p:cTn>
                                        <p:tgtEl>
                                          <p:spTgt spid="83"/>
                                        </p:tgtEl>
                                        <p:attrNameLst>
                                          <p:attrName>style.visibility</p:attrName>
                                        </p:attrNameLst>
                                      </p:cBhvr>
                                      <p:to>
                                        <p:strVal val="visible"/>
                                      </p:to>
                                    </p:set>
                                    <p:anim calcmode="lin" valueType="num">
                                      <p:cBhvr>
                                        <p:cTn id="37" dur="2000" fill="hold"/>
                                        <p:tgtEl>
                                          <p:spTgt spid="83"/>
                                        </p:tgtEl>
                                        <p:attrNameLst>
                                          <p:attrName>ppt_w</p:attrName>
                                        </p:attrNameLst>
                                      </p:cBhvr>
                                      <p:tavLst>
                                        <p:tav tm="0">
                                          <p:val>
                                            <p:fltVal val="0"/>
                                          </p:val>
                                        </p:tav>
                                        <p:tav tm="100000">
                                          <p:val>
                                            <p:strVal val="#ppt_w"/>
                                          </p:val>
                                        </p:tav>
                                      </p:tavLst>
                                    </p:anim>
                                    <p:anim calcmode="lin" valueType="num">
                                      <p:cBhvr>
                                        <p:cTn id="38" dur="2000" fill="hold"/>
                                        <p:tgtEl>
                                          <p:spTgt spid="83"/>
                                        </p:tgtEl>
                                        <p:attrNameLst>
                                          <p:attrName>ppt_h</p:attrName>
                                        </p:attrNameLst>
                                      </p:cBhvr>
                                      <p:tavLst>
                                        <p:tav tm="0">
                                          <p:val>
                                            <p:fltVal val="0"/>
                                          </p:val>
                                        </p:tav>
                                        <p:tav tm="100000">
                                          <p:val>
                                            <p:strVal val="#ppt_h"/>
                                          </p:val>
                                        </p:tav>
                                      </p:tavLst>
                                    </p:anim>
                                    <p:anim calcmode="lin" valueType="num">
                                      <p:cBhvr>
                                        <p:cTn id="39" dur="2000" fill="hold"/>
                                        <p:tgtEl>
                                          <p:spTgt spid="83"/>
                                        </p:tgtEl>
                                        <p:attrNameLst>
                                          <p:attrName>ppt_x</p:attrName>
                                        </p:attrNameLst>
                                      </p:cBhvr>
                                      <p:tavLst>
                                        <p:tav tm="0" fmla="#ppt_x+(cos(-2*pi*(1-$))*-#ppt_x-sin(-2*pi*(1-$))*(1-#ppt_y))*(1-$)">
                                          <p:val>
                                            <p:fltVal val="0"/>
                                          </p:val>
                                        </p:tav>
                                        <p:tav tm="100000">
                                          <p:val>
                                            <p:fltVal val="1"/>
                                          </p:val>
                                        </p:tav>
                                      </p:tavLst>
                                    </p:anim>
                                    <p:anim calcmode="lin" valueType="num">
                                      <p:cBhvr>
                                        <p:cTn id="40" dur="2000" fill="hold"/>
                                        <p:tgtEl>
                                          <p:spTgt spid="83"/>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35"/>
                                            </p:cond>
                                          </p:stCondLst>
                                          <p:endCondLst>
                                            <p:cond evt="onStopAudio" delay="0">
                                              <p:tgtEl>
                                                <p:sldTgt/>
                                              </p:tgtEl>
                                            </p:cond>
                                          </p:endCondLst>
                                        </p:cTn>
                                        <p:tgtEl>
                                          <p:sndTgt r:embed="rId4" name="LASER.WAV"/>
                                        </p:tgtEl>
                                      </p:cMediaNode>
                                    </p:audio>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9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5" grpId="0"/>
      <p:bldP spid="51" grpId="0"/>
      <p:bldP spid="52" grpId="0" animBg="1"/>
      <p:bldP spid="82" grpId="0"/>
      <p:bldP spid="87" grpId="0" animBg="1"/>
      <p:bldP spid="89" grpId="0" autoUpdateAnimBg="0"/>
      <p:bldP spid="90" grpId="0" animBg="1"/>
      <p:bldP spid="91" grpId="0" build="p" autoUpdateAnimBg="0"/>
      <p:bldP spid="92" grpId="0"/>
      <p:bldP spid="93" grpId="0"/>
      <p:bldP spid="9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11576347" cy="978729"/>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a:t>
            </a:r>
            <a:r>
              <a:rPr lang="zh-CN" altLang="en-US" i="0" dirty="0">
                <a:solidFill>
                  <a:schemeClr val="tx1"/>
                </a:solidFill>
                <a:latin typeface="+mn-lt"/>
                <a:ea typeface="黑体" panose="02010609060101010101" pitchFamily="49" charset="-122"/>
              </a:rPr>
              <a:t>  </a:t>
            </a:r>
            <a:r>
              <a:rPr kumimoji="1" lang="en-US" altLang="zh-CN" i="0" dirty="0">
                <a:solidFill>
                  <a:schemeClr val="tx1"/>
                </a:solidFill>
                <a:ea typeface="黑体" panose="02010609060101010101" pitchFamily="49" charset="-122"/>
              </a:rPr>
              <a:t>T</a:t>
            </a:r>
            <a:r>
              <a:rPr kumimoji="1" lang="zh-CN" altLang="en-US" i="0" dirty="0">
                <a:solidFill>
                  <a:schemeClr val="tx1"/>
                </a:solidFill>
                <a:ea typeface="黑体" panose="02010609060101010101" pitchFamily="49" charset="-122"/>
              </a:rPr>
              <a:t>形截面外伸梁尺寸及受载如图，截面对形心轴</a:t>
            </a:r>
            <a:r>
              <a:rPr kumimoji="1" lang="en-US" altLang="zh-CN" dirty="0">
                <a:solidFill>
                  <a:schemeClr val="tx1"/>
                </a:solidFill>
                <a:ea typeface="黑体" panose="02010609060101010101" pitchFamily="49" charset="-122"/>
              </a:rPr>
              <a:t>z</a:t>
            </a:r>
            <a:r>
              <a:rPr kumimoji="1" lang="zh-CN" altLang="en-US" i="0" dirty="0">
                <a:solidFill>
                  <a:schemeClr val="tx1"/>
                </a:solidFill>
                <a:ea typeface="黑体" panose="02010609060101010101" pitchFamily="49" charset="-122"/>
              </a:rPr>
              <a:t>的惯性矩</a:t>
            </a:r>
            <a:r>
              <a:rPr kumimoji="1" lang="en-US" altLang="zh-CN" b="0" dirty="0" err="1">
                <a:solidFill>
                  <a:schemeClr val="tx1"/>
                </a:solidFill>
                <a:ea typeface="黑体" panose="02010609060101010101" pitchFamily="49" charset="-122"/>
              </a:rPr>
              <a:t>I</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=86.8cm</a:t>
            </a:r>
            <a:r>
              <a:rPr kumimoji="1" lang="en-US" altLang="zh-CN" b="0" i="0" baseline="30000" dirty="0">
                <a:solidFill>
                  <a:schemeClr val="tx1"/>
                </a:solidFill>
                <a:ea typeface="黑体" panose="02010609060101010101" pitchFamily="49" charset="-122"/>
              </a:rPr>
              <a:t>4</a:t>
            </a:r>
            <a:r>
              <a:rPr kumimoji="1" lang="zh-CN" altLang="en-US"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y</a:t>
            </a:r>
            <a:r>
              <a:rPr kumimoji="1" lang="en-US" altLang="zh-CN" b="0" i="0" baseline="-25000" dirty="0" err="1">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=3.8cm</a:t>
            </a:r>
            <a:r>
              <a:rPr kumimoji="1" lang="zh-CN" altLang="en-US" i="0" dirty="0">
                <a:solidFill>
                  <a:schemeClr val="tx1"/>
                </a:solidFill>
                <a:ea typeface="黑体" panose="02010609060101010101" pitchFamily="49" charset="-122"/>
              </a:rPr>
              <a:t>，材料的许用拉应力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ea typeface="黑体" panose="02010609060101010101" pitchFamily="49" charset="-122"/>
              </a:rPr>
              <a:t>]=30MPa</a:t>
            </a:r>
            <a:r>
              <a:rPr kumimoji="1" lang="zh-CN" altLang="en-US" i="0" dirty="0">
                <a:solidFill>
                  <a:schemeClr val="tx1"/>
                </a:solidFill>
                <a:ea typeface="黑体" panose="02010609060101010101" pitchFamily="49" charset="-122"/>
              </a:rPr>
              <a:t>，许用压应力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]=60MPa</a:t>
            </a:r>
            <a:r>
              <a:rPr kumimoji="1" lang="zh-CN" altLang="en-US" i="0" dirty="0">
                <a:solidFill>
                  <a:schemeClr val="tx1"/>
                </a:solidFill>
                <a:ea typeface="黑体" panose="02010609060101010101" pitchFamily="49" charset="-122"/>
              </a:rPr>
              <a:t>。试校核强度。</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4" y="1663587"/>
            <a:ext cx="6274894" cy="2012859"/>
          </a:xfrm>
          <a:prstGeom prst="rect">
            <a:avLst/>
          </a:prstGeom>
        </p:spPr>
        <p:txBody>
          <a:bodyPr wrap="square">
            <a:spAutoFit/>
          </a:bodyPr>
          <a:lstStyle/>
          <a:p>
            <a:pPr lvl="0" algn="just">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由静力平衡方程求出梁的支反力</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=0.6kN</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=2.2kN</a:t>
            </a:r>
            <a:r>
              <a:rPr kumimoji="1" lang="zh-CN" altLang="en-US" i="0" dirty="0">
                <a:solidFill>
                  <a:schemeClr val="tx1"/>
                </a:solidFill>
                <a:ea typeface="黑体" panose="02010609060101010101" pitchFamily="49" charset="-122"/>
              </a:rPr>
              <a:t>作弯矩图。</a:t>
            </a:r>
            <a:endParaRPr kumimoji="1" lang="en-US" altLang="zh-CN" i="0" dirty="0">
              <a:solidFill>
                <a:schemeClr val="tx1"/>
              </a:solidFill>
              <a:ea typeface="黑体" panose="02010609060101010101" pitchFamily="49" charset="-122"/>
            </a:endParaRPr>
          </a:p>
          <a:p>
            <a:pPr algn="just">
              <a:lnSpc>
                <a:spcPct val="130000"/>
              </a:lnSpc>
            </a:pPr>
            <a:r>
              <a:rPr lang="zh-CN" altLang="en-US" i="0" dirty="0">
                <a:solidFill>
                  <a:schemeClr val="tx1"/>
                </a:solidFill>
                <a:latin typeface="+mn-lt"/>
                <a:ea typeface="黑体" panose="02010609060101010101" pitchFamily="49" charset="-122"/>
              </a:rPr>
              <a:t>得最大正弯矩在截面</a:t>
            </a:r>
            <a:r>
              <a:rPr lang="en-US" altLang="zh-CN" b="0" dirty="0">
                <a:solidFill>
                  <a:schemeClr val="tx1"/>
                </a:solidFill>
                <a:latin typeface="+mn-lt"/>
                <a:ea typeface="黑体" panose="02010609060101010101" pitchFamily="49" charset="-122"/>
              </a:rPr>
              <a:t>C</a:t>
            </a:r>
            <a:r>
              <a:rPr lang="zh-CN" altLang="en-US" i="0" dirty="0">
                <a:solidFill>
                  <a:schemeClr val="tx1"/>
                </a:solidFill>
                <a:latin typeface="+mn-lt"/>
                <a:ea typeface="黑体" panose="02010609060101010101" pitchFamily="49" charset="-122"/>
              </a:rPr>
              <a:t>处，</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C</a:t>
            </a:r>
            <a:r>
              <a:rPr lang="en-US" altLang="zh-CN" b="0" i="0" dirty="0">
                <a:solidFill>
                  <a:schemeClr val="tx1"/>
                </a:solidFill>
                <a:latin typeface="+mn-lt"/>
                <a:ea typeface="黑体" panose="02010609060101010101" pitchFamily="49" charset="-122"/>
              </a:rPr>
              <a:t>=0.6kN·m</a:t>
            </a:r>
            <a:r>
              <a:rPr lang="zh-CN" altLang="en-US" i="0" dirty="0">
                <a:solidFill>
                  <a:schemeClr val="tx1"/>
                </a:solidFill>
                <a:latin typeface="+mn-lt"/>
                <a:ea typeface="黑体" panose="02010609060101010101" pitchFamily="49" charset="-122"/>
              </a:rPr>
              <a:t>，最大负弯矩在截面</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处，</a:t>
            </a:r>
            <a:r>
              <a:rPr lang="en-US" altLang="zh-CN" b="0" dirty="0">
                <a:solidFill>
                  <a:schemeClr val="tx1"/>
                </a:solidFill>
                <a:latin typeface="+mn-lt"/>
                <a:ea typeface="黑体" panose="02010609060101010101" pitchFamily="49" charset="-122"/>
              </a:rPr>
              <a:t>M</a:t>
            </a:r>
            <a:r>
              <a:rPr lang="en-US" altLang="zh-CN" b="0" baseline="-25000" dirty="0">
                <a:solidFill>
                  <a:schemeClr val="tx1"/>
                </a:solidFill>
                <a:latin typeface="+mn-lt"/>
                <a:ea typeface="黑体" panose="02010609060101010101" pitchFamily="49" charset="-122"/>
              </a:rPr>
              <a:t>B</a:t>
            </a:r>
            <a:r>
              <a:rPr lang="en-US" altLang="zh-CN" b="0" i="0" dirty="0">
                <a:solidFill>
                  <a:schemeClr val="tx1"/>
                </a:solidFill>
                <a:latin typeface="+mn-lt"/>
                <a:ea typeface="黑体" panose="02010609060101010101" pitchFamily="49" charset="-122"/>
              </a:rPr>
              <a:t>=</a:t>
            </a:r>
            <a:r>
              <a:rPr lang="en-US" altLang="zh-CN" b="0" i="0" dirty="0">
                <a:solidFill>
                  <a:schemeClr val="tx1"/>
                </a:solidFill>
                <a:latin typeface="+mj-ea"/>
                <a:ea typeface="+mj-ea"/>
              </a:rPr>
              <a:t>-</a:t>
            </a:r>
            <a:r>
              <a:rPr lang="en-US" altLang="zh-CN" b="0" i="0" dirty="0">
                <a:solidFill>
                  <a:schemeClr val="tx1"/>
                </a:solidFill>
                <a:latin typeface="+mn-lt"/>
                <a:ea typeface="黑体" panose="02010609060101010101" pitchFamily="49" charset="-122"/>
              </a:rPr>
              <a:t>0.8kN·m</a:t>
            </a:r>
            <a:r>
              <a:rPr lang="zh-CN" altLang="en-US" i="0" dirty="0">
                <a:solidFill>
                  <a:schemeClr val="tx1"/>
                </a:solidFill>
                <a:latin typeface="+mn-lt"/>
                <a:ea typeface="黑体" panose="02010609060101010101" pitchFamily="49" charset="-122"/>
              </a:rPr>
              <a:t>。 </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479728" y="1869408"/>
            <a:ext cx="5592936" cy="3636404"/>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4" y="3527453"/>
            <a:ext cx="6249495" cy="978729"/>
          </a:xfrm>
          <a:prstGeom prst="rect">
            <a:avLst/>
          </a:prstGeom>
        </p:spPr>
        <p:txBody>
          <a:bodyPr wrap="square">
            <a:spAutoFit/>
          </a:bodyPr>
          <a:lstStyle/>
          <a:p>
            <a:pPr>
              <a:lnSpc>
                <a:spcPct val="12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校核梁的强度。显然截面</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和截面</a:t>
            </a:r>
            <a:r>
              <a:rPr kumimoji="1" lang="en-US" altLang="zh-CN" b="0" dirty="0">
                <a:solidFill>
                  <a:schemeClr val="tx1"/>
                </a:solidFill>
                <a:ea typeface="黑体" panose="02010609060101010101" pitchFamily="49" charset="-122"/>
              </a:rPr>
              <a:t>B</a:t>
            </a:r>
            <a:r>
              <a:rPr kumimoji="1" lang="zh-CN" altLang="en-US" i="0" dirty="0">
                <a:solidFill>
                  <a:schemeClr val="tx1"/>
                </a:solidFill>
                <a:ea typeface="黑体" panose="02010609060101010101" pitchFamily="49" charset="-122"/>
              </a:rPr>
              <a:t>均为危险截面，都要进行强度校核</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95" name="Group 3"/>
          <p:cNvGrpSpPr>
            <a:grpSpLocks/>
          </p:cNvGrpSpPr>
          <p:nvPr/>
        </p:nvGrpSpPr>
        <p:grpSpPr bwMode="auto">
          <a:xfrm>
            <a:off x="6479728" y="1855120"/>
            <a:ext cx="4102100" cy="1908175"/>
            <a:chOff x="2322" y="1043"/>
            <a:chExt cx="2584" cy="1202"/>
          </a:xfrm>
        </p:grpSpPr>
        <p:grpSp>
          <p:nvGrpSpPr>
            <p:cNvPr id="96" name="Group 4"/>
            <p:cNvGrpSpPr>
              <a:grpSpLocks/>
            </p:cNvGrpSpPr>
            <p:nvPr/>
          </p:nvGrpSpPr>
          <p:grpSpPr bwMode="auto">
            <a:xfrm>
              <a:off x="2322" y="1043"/>
              <a:ext cx="2584" cy="1202"/>
              <a:chOff x="2322" y="1043"/>
              <a:chExt cx="2584" cy="1202"/>
            </a:xfrm>
          </p:grpSpPr>
          <p:sp>
            <p:nvSpPr>
              <p:cNvPr id="98" name="Text Box 5"/>
              <p:cNvSpPr txBox="1">
                <a:spLocks noChangeAspect="1" noChangeArrowheads="1"/>
              </p:cNvSpPr>
              <p:nvPr/>
            </p:nvSpPr>
            <p:spPr bwMode="auto">
              <a:xfrm flipH="1">
                <a:off x="4274" y="1052"/>
                <a:ext cx="63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0.8kN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99" name="Text Box 6"/>
              <p:cNvSpPr txBox="1">
                <a:spLocks noChangeAspect="1" noChangeArrowheads="1"/>
              </p:cNvSpPr>
              <p:nvPr/>
            </p:nvSpPr>
            <p:spPr bwMode="auto">
              <a:xfrm flipH="1">
                <a:off x="4113" y="1650"/>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100" name="Line 7"/>
              <p:cNvSpPr>
                <a:spLocks noChangeShapeType="1"/>
              </p:cNvSpPr>
              <p:nvPr/>
            </p:nvSpPr>
            <p:spPr bwMode="auto">
              <a:xfrm>
                <a:off x="2575" y="1695"/>
                <a:ext cx="170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Text Box 8"/>
              <p:cNvSpPr txBox="1">
                <a:spLocks noChangeAspect="1" noChangeArrowheads="1"/>
              </p:cNvSpPr>
              <p:nvPr/>
            </p:nvSpPr>
            <p:spPr bwMode="auto">
              <a:xfrm>
                <a:off x="2606" y="1950"/>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2" name="Line 9"/>
              <p:cNvSpPr>
                <a:spLocks noChangeAspect="1" noChangeShapeType="1"/>
              </p:cNvSpPr>
              <p:nvPr/>
            </p:nvSpPr>
            <p:spPr bwMode="auto">
              <a:xfrm>
                <a:off x="3149" y="207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10"/>
              <p:cNvSpPr>
                <a:spLocks noChangeAspect="1" noChangeShapeType="1"/>
              </p:cNvSpPr>
              <p:nvPr/>
            </p:nvSpPr>
            <p:spPr bwMode="auto">
              <a:xfrm>
                <a:off x="3699" y="2199"/>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11"/>
              <p:cNvSpPr txBox="1">
                <a:spLocks noChangeAspect="1" noChangeArrowheads="1"/>
              </p:cNvSpPr>
              <p:nvPr/>
            </p:nvSpPr>
            <p:spPr bwMode="auto">
              <a:xfrm>
                <a:off x="3100"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5" name="Text Box 12"/>
              <p:cNvSpPr txBox="1">
                <a:spLocks noChangeAspect="1" noChangeArrowheads="1"/>
              </p:cNvSpPr>
              <p:nvPr/>
            </p:nvSpPr>
            <p:spPr bwMode="auto">
              <a:xfrm flipH="1">
                <a:off x="2943" y="1643"/>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06" name="Line 13"/>
              <p:cNvSpPr>
                <a:spLocks noChangeAspect="1" noChangeShapeType="1"/>
              </p:cNvSpPr>
              <p:nvPr/>
            </p:nvSpPr>
            <p:spPr bwMode="auto">
              <a:xfrm>
                <a:off x="258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Text Box 14"/>
              <p:cNvSpPr txBox="1">
                <a:spLocks noChangeAspect="1" noChangeArrowheads="1"/>
              </p:cNvSpPr>
              <p:nvPr/>
            </p:nvSpPr>
            <p:spPr bwMode="auto">
              <a:xfrm flipH="1">
                <a:off x="2322" y="1595"/>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A</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Line 15"/>
              <p:cNvSpPr>
                <a:spLocks noChangeAspect="1" noChangeShapeType="1"/>
              </p:cNvSpPr>
              <p:nvPr/>
            </p:nvSpPr>
            <p:spPr bwMode="auto">
              <a:xfrm flipH="1">
                <a:off x="3144" y="1145"/>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Line 16"/>
              <p:cNvSpPr>
                <a:spLocks noChangeAspect="1" noChangeShapeType="1"/>
              </p:cNvSpPr>
              <p:nvPr/>
            </p:nvSpPr>
            <p:spPr bwMode="auto">
              <a:xfrm>
                <a:off x="369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7"/>
              <p:cNvSpPr>
                <a:spLocks noChangeAspect="1" noChangeShapeType="1"/>
              </p:cNvSpPr>
              <p:nvPr/>
            </p:nvSpPr>
            <p:spPr bwMode="auto">
              <a:xfrm>
                <a:off x="4258"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8"/>
              <p:cNvSpPr txBox="1">
                <a:spLocks noChangeAspect="1" noChangeArrowheads="1"/>
              </p:cNvSpPr>
              <p:nvPr/>
            </p:nvSpPr>
            <p:spPr bwMode="auto">
              <a:xfrm>
                <a:off x="3657"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12" name="Text Box 19"/>
              <p:cNvSpPr txBox="1">
                <a:spLocks noChangeAspect="1" noChangeArrowheads="1"/>
              </p:cNvSpPr>
              <p:nvPr/>
            </p:nvSpPr>
            <p:spPr bwMode="auto">
              <a:xfrm flipH="1">
                <a:off x="3142" y="1043"/>
                <a:ext cx="61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2kN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13" name="Line 20"/>
              <p:cNvSpPr>
                <a:spLocks noChangeAspect="1" noChangeShapeType="1"/>
              </p:cNvSpPr>
              <p:nvPr/>
            </p:nvSpPr>
            <p:spPr bwMode="auto">
              <a:xfrm>
                <a:off x="2593"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Line 21"/>
              <p:cNvSpPr>
                <a:spLocks noChangeAspect="1" noChangeShapeType="1"/>
              </p:cNvSpPr>
              <p:nvPr/>
            </p:nvSpPr>
            <p:spPr bwMode="auto">
              <a:xfrm>
                <a:off x="3145"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2"/>
              <p:cNvSpPr txBox="1">
                <a:spLocks noChangeAspect="1" noChangeArrowheads="1"/>
              </p:cNvSpPr>
              <p:nvPr/>
            </p:nvSpPr>
            <p:spPr bwMode="auto">
              <a:xfrm flipH="1">
                <a:off x="3683" y="1658"/>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B</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97" name="Line 23"/>
            <p:cNvSpPr>
              <a:spLocks noChangeAspect="1" noChangeShapeType="1"/>
            </p:cNvSpPr>
            <p:nvPr/>
          </p:nvSpPr>
          <p:spPr bwMode="auto">
            <a:xfrm flipH="1">
              <a:off x="4273" y="1164"/>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7" name="Freeform 26" descr="浅色竖线"/>
          <p:cNvSpPr>
            <a:spLocks noChangeAspect="1"/>
          </p:cNvSpPr>
          <p:nvPr/>
        </p:nvSpPr>
        <p:spPr bwMode="auto">
          <a:xfrm>
            <a:off x="6882953" y="4533232"/>
            <a:ext cx="2652713" cy="750888"/>
          </a:xfrm>
          <a:custGeom>
            <a:avLst/>
            <a:gdLst>
              <a:gd name="T0" fmla="*/ 0 w 1671"/>
              <a:gd name="T1" fmla="*/ 338138 h 473"/>
              <a:gd name="T2" fmla="*/ 862013 w 1671"/>
              <a:gd name="T3" fmla="*/ 0 h 473"/>
              <a:gd name="T4" fmla="*/ 1228725 w 1671"/>
              <a:gd name="T5" fmla="*/ 314325 h 473"/>
              <a:gd name="T6" fmla="*/ 1812926 w 1671"/>
              <a:gd name="T7" fmla="*/ 750888 h 473"/>
              <a:gd name="T8" fmla="*/ 2652713 w 1671"/>
              <a:gd name="T9" fmla="*/ 333375 h 473"/>
              <a:gd name="T10" fmla="*/ 0 w 1671"/>
              <a:gd name="T11" fmla="*/ 338138 h 473"/>
              <a:gd name="T12" fmla="*/ 0 60000 65536"/>
              <a:gd name="T13" fmla="*/ 0 60000 65536"/>
              <a:gd name="T14" fmla="*/ 0 60000 65536"/>
              <a:gd name="T15" fmla="*/ 0 60000 65536"/>
              <a:gd name="T16" fmla="*/ 0 60000 65536"/>
              <a:gd name="T17" fmla="*/ 0 60000 65536"/>
              <a:gd name="T18" fmla="*/ 0 w 1671"/>
              <a:gd name="T19" fmla="*/ 0 h 473"/>
              <a:gd name="T20" fmla="*/ 1671 w 1671"/>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671" h="473">
                <a:moveTo>
                  <a:pt x="0" y="213"/>
                </a:moveTo>
                <a:lnTo>
                  <a:pt x="543" y="0"/>
                </a:lnTo>
                <a:lnTo>
                  <a:pt x="774" y="198"/>
                </a:lnTo>
                <a:cubicBezTo>
                  <a:pt x="894" y="282"/>
                  <a:pt x="1014" y="402"/>
                  <a:pt x="1142" y="473"/>
                </a:cubicBezTo>
                <a:cubicBezTo>
                  <a:pt x="1317" y="382"/>
                  <a:pt x="1446" y="318"/>
                  <a:pt x="1671" y="210"/>
                </a:cubicBezTo>
                <a:cubicBezTo>
                  <a:pt x="833" y="213"/>
                  <a:pt x="0" y="213"/>
                  <a:pt x="0" y="213"/>
                </a:cubicBezTo>
                <a:close/>
              </a:path>
            </a:pathLst>
          </a:custGeom>
          <a:pattFill prst="ltVert">
            <a:fgClr>
              <a:srgbClr val="000000"/>
            </a:fgClr>
            <a:bgClr>
              <a:srgbClr val="A3FFD1"/>
            </a:bgClr>
          </a:patt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Text Box 27"/>
          <p:cNvSpPr txBox="1">
            <a:spLocks noChangeAspect="1" noChangeArrowheads="1"/>
          </p:cNvSpPr>
          <p:nvPr/>
        </p:nvSpPr>
        <p:spPr bwMode="auto">
          <a:xfrm>
            <a:off x="6859141" y="3579145"/>
            <a:ext cx="7207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baseline="-25000">
                <a:solidFill>
                  <a:srgbClr val="FF0000"/>
                </a:solidFill>
                <a:latin typeface="" pitchFamily="18" charset="-52"/>
                <a:ea typeface="宋体" panose="02010600030101010101" pitchFamily="2" charset="-122"/>
              </a:rPr>
              <a:t>A</a:t>
            </a:r>
            <a:endParaRPr lang="en-US" altLang="zh-CN" b="0" i="0">
              <a:solidFill>
                <a:srgbClr val="FF0000"/>
              </a:solidFill>
              <a:latin typeface="" pitchFamily="18" charset="-52"/>
              <a:ea typeface="宋体" panose="02010600030101010101" pitchFamily="2" charset="-122"/>
            </a:endParaRPr>
          </a:p>
        </p:txBody>
      </p:sp>
      <p:sp>
        <p:nvSpPr>
          <p:cNvPr id="119" name="Text Box 28"/>
          <p:cNvSpPr txBox="1">
            <a:spLocks noChangeAspect="1" noChangeArrowheads="1"/>
          </p:cNvSpPr>
          <p:nvPr/>
        </p:nvSpPr>
        <p:spPr bwMode="auto">
          <a:xfrm>
            <a:off x="8610153" y="3595020"/>
            <a:ext cx="6238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00"/>
                </a:solidFill>
                <a:latin typeface="" pitchFamily="18" charset="-52"/>
                <a:ea typeface="宋体" panose="02010600030101010101" pitchFamily="2" charset="-122"/>
              </a:rPr>
              <a:t>F</a:t>
            </a:r>
            <a:r>
              <a:rPr lang="en-US" altLang="zh-CN" b="0" baseline="-25000">
                <a:solidFill>
                  <a:srgbClr val="FF0000"/>
                </a:solidFill>
                <a:latin typeface="" pitchFamily="18" charset="-52"/>
                <a:ea typeface="宋体" panose="02010600030101010101" pitchFamily="2" charset="-122"/>
              </a:rPr>
              <a:t>B</a:t>
            </a:r>
            <a:endParaRPr lang="en-US" altLang="zh-CN" b="0" i="0">
              <a:solidFill>
                <a:srgbClr val="FF0000"/>
              </a:solidFill>
              <a:latin typeface="" pitchFamily="18" charset="-52"/>
              <a:ea typeface="宋体" panose="02010600030101010101" pitchFamily="2" charset="-122"/>
            </a:endParaRPr>
          </a:p>
        </p:txBody>
      </p:sp>
      <p:sp>
        <p:nvSpPr>
          <p:cNvPr id="120" name="Text Box 29"/>
          <p:cNvSpPr txBox="1">
            <a:spLocks noChangeAspect="1" noChangeArrowheads="1"/>
          </p:cNvSpPr>
          <p:nvPr/>
        </p:nvSpPr>
        <p:spPr bwMode="auto">
          <a:xfrm>
            <a:off x="7705278" y="4249070"/>
            <a:ext cx="638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n-lt"/>
                <a:ea typeface="宋体" panose="02010600030101010101" pitchFamily="2" charset="-122"/>
              </a:rPr>
              <a:t>0.6</a:t>
            </a:r>
          </a:p>
        </p:txBody>
      </p:sp>
      <p:sp>
        <p:nvSpPr>
          <p:cNvPr id="121" name="Freeform 30"/>
          <p:cNvSpPr>
            <a:spLocks noChangeAspect="1"/>
          </p:cNvSpPr>
          <p:nvPr/>
        </p:nvSpPr>
        <p:spPr bwMode="auto">
          <a:xfrm>
            <a:off x="6887716" y="4542757"/>
            <a:ext cx="854075" cy="322263"/>
          </a:xfrm>
          <a:custGeom>
            <a:avLst/>
            <a:gdLst>
              <a:gd name="T0" fmla="*/ 0 w 538"/>
              <a:gd name="T1" fmla="*/ 322263 h 203"/>
              <a:gd name="T2" fmla="*/ 854075 w 538"/>
              <a:gd name="T3" fmla="*/ 0 h 203"/>
              <a:gd name="T4" fmla="*/ 0 60000 65536"/>
              <a:gd name="T5" fmla="*/ 0 60000 65536"/>
              <a:gd name="T6" fmla="*/ 0 w 538"/>
              <a:gd name="T7" fmla="*/ 0 h 203"/>
              <a:gd name="T8" fmla="*/ 538 w 538"/>
              <a:gd name="T9" fmla="*/ 203 h 203"/>
            </a:gdLst>
            <a:ahLst/>
            <a:cxnLst>
              <a:cxn ang="T4">
                <a:pos x="T0" y="T1"/>
              </a:cxn>
              <a:cxn ang="T5">
                <a:pos x="T2" y="T3"/>
              </a:cxn>
            </a:cxnLst>
            <a:rect l="T6" t="T7" r="T8" b="T9"/>
            <a:pathLst>
              <a:path w="538" h="203">
                <a:moveTo>
                  <a:pt x="0" y="203"/>
                </a:moveTo>
                <a:lnTo>
                  <a:pt x="538"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Freeform 31"/>
          <p:cNvSpPr>
            <a:spLocks noChangeAspect="1"/>
          </p:cNvSpPr>
          <p:nvPr/>
        </p:nvSpPr>
        <p:spPr bwMode="auto">
          <a:xfrm>
            <a:off x="7754491" y="4555457"/>
            <a:ext cx="911225" cy="720725"/>
          </a:xfrm>
          <a:custGeom>
            <a:avLst/>
            <a:gdLst>
              <a:gd name="T0" fmla="*/ 0 w 574"/>
              <a:gd name="T1" fmla="*/ 0 h 454"/>
              <a:gd name="T2" fmla="*/ 911225 w 574"/>
              <a:gd name="T3" fmla="*/ 720725 h 454"/>
              <a:gd name="T4" fmla="*/ 0 60000 65536"/>
              <a:gd name="T5" fmla="*/ 0 60000 65536"/>
              <a:gd name="T6" fmla="*/ 0 w 574"/>
              <a:gd name="T7" fmla="*/ 0 h 454"/>
              <a:gd name="T8" fmla="*/ 574 w 574"/>
              <a:gd name="T9" fmla="*/ 454 h 454"/>
            </a:gdLst>
            <a:ahLst/>
            <a:cxnLst>
              <a:cxn ang="T4">
                <a:pos x="T0" y="T1"/>
              </a:cxn>
              <a:cxn ang="T5">
                <a:pos x="T2" y="T3"/>
              </a:cxn>
            </a:cxnLst>
            <a:rect l="T6" t="T7" r="T8" b="T9"/>
            <a:pathLst>
              <a:path w="574" h="454">
                <a:moveTo>
                  <a:pt x="0" y="0"/>
                </a:moveTo>
                <a:lnTo>
                  <a:pt x="574" y="454"/>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Text Box 32"/>
          <p:cNvSpPr txBox="1">
            <a:spLocks noChangeAspect="1" noChangeArrowheads="1"/>
          </p:cNvSpPr>
          <p:nvPr/>
        </p:nvSpPr>
        <p:spPr bwMode="auto">
          <a:xfrm>
            <a:off x="8632378" y="5136482"/>
            <a:ext cx="693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n-lt"/>
                <a:ea typeface="宋体" panose="02010600030101010101" pitchFamily="2" charset="-122"/>
              </a:rPr>
              <a:t>0.8</a:t>
            </a:r>
          </a:p>
        </p:txBody>
      </p:sp>
      <p:grpSp>
        <p:nvGrpSpPr>
          <p:cNvPr id="124" name="Group 33"/>
          <p:cNvGrpSpPr>
            <a:grpSpLocks noChangeAspect="1"/>
          </p:cNvGrpSpPr>
          <p:nvPr/>
        </p:nvGrpSpPr>
        <p:grpSpPr bwMode="auto">
          <a:xfrm>
            <a:off x="7541766" y="4544345"/>
            <a:ext cx="334962" cy="287337"/>
            <a:chOff x="3142" y="1410"/>
            <a:chExt cx="176" cy="150"/>
          </a:xfrm>
        </p:grpSpPr>
        <p:sp>
          <p:nvSpPr>
            <p:cNvPr id="125" name="Oval 34"/>
            <p:cNvSpPr>
              <a:spLocks noChangeAspect="1" noChangeArrowheads="1"/>
            </p:cNvSpPr>
            <p:nvPr/>
          </p:nvSpPr>
          <p:spPr bwMode="auto">
            <a:xfrm>
              <a:off x="3195" y="1477"/>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6" name="Text Box 35"/>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sp>
        <p:nvSpPr>
          <p:cNvPr id="127" name="Oval 36"/>
          <p:cNvSpPr>
            <a:spLocks noChangeAspect="1" noChangeArrowheads="1"/>
          </p:cNvSpPr>
          <p:nvPr/>
        </p:nvSpPr>
        <p:spPr bwMode="auto">
          <a:xfrm>
            <a:off x="7702103" y="4490370"/>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8" name="Oval 37"/>
          <p:cNvSpPr>
            <a:spLocks noChangeAspect="1" noChangeArrowheads="1"/>
          </p:cNvSpPr>
          <p:nvPr/>
        </p:nvSpPr>
        <p:spPr bwMode="auto">
          <a:xfrm>
            <a:off x="8653016" y="5231732"/>
            <a:ext cx="90487" cy="90488"/>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9" name="Oval 38"/>
          <p:cNvSpPr>
            <a:spLocks noChangeAspect="1" noChangeArrowheads="1"/>
          </p:cNvSpPr>
          <p:nvPr/>
        </p:nvSpPr>
        <p:spPr bwMode="auto">
          <a:xfrm>
            <a:off x="9484866" y="4815807"/>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30" name="Group 39"/>
          <p:cNvGrpSpPr>
            <a:grpSpLocks noChangeAspect="1"/>
          </p:cNvGrpSpPr>
          <p:nvPr/>
        </p:nvGrpSpPr>
        <p:grpSpPr bwMode="auto">
          <a:xfrm>
            <a:off x="8592691" y="4717382"/>
            <a:ext cx="334962" cy="379413"/>
            <a:chOff x="3677" y="1454"/>
            <a:chExt cx="176" cy="185"/>
          </a:xfrm>
        </p:grpSpPr>
        <p:sp>
          <p:nvSpPr>
            <p:cNvPr id="131" name="Oval 40"/>
            <p:cNvSpPr>
              <a:spLocks noChangeAspect="1" noChangeArrowheads="1"/>
            </p:cNvSpPr>
            <p:nvPr/>
          </p:nvSpPr>
          <p:spPr bwMode="auto">
            <a:xfrm>
              <a:off x="3729" y="1569"/>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Text Box 41"/>
            <p:cNvSpPr txBox="1">
              <a:spLocks noChangeAspect="1" noChangeArrowheads="1"/>
            </p:cNvSpPr>
            <p:nvPr/>
          </p:nvSpPr>
          <p:spPr bwMode="auto">
            <a:xfrm>
              <a:off x="3677" y="1454"/>
              <a:ext cx="17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_</a:t>
              </a:r>
            </a:p>
          </p:txBody>
        </p:sp>
      </p:grpSp>
      <p:grpSp>
        <p:nvGrpSpPr>
          <p:cNvPr id="133" name="Group 42"/>
          <p:cNvGrpSpPr>
            <a:grpSpLocks/>
          </p:cNvGrpSpPr>
          <p:nvPr/>
        </p:nvGrpSpPr>
        <p:grpSpPr bwMode="auto">
          <a:xfrm>
            <a:off x="9638853" y="2525045"/>
            <a:ext cx="2419350" cy="1397000"/>
            <a:chOff x="4184" y="1417"/>
            <a:chExt cx="1524" cy="880"/>
          </a:xfrm>
        </p:grpSpPr>
        <p:grpSp>
          <p:nvGrpSpPr>
            <p:cNvPr id="134" name="Group 43"/>
            <p:cNvGrpSpPr>
              <a:grpSpLocks/>
            </p:cNvGrpSpPr>
            <p:nvPr/>
          </p:nvGrpSpPr>
          <p:grpSpPr bwMode="auto">
            <a:xfrm>
              <a:off x="4198" y="1417"/>
              <a:ext cx="1510" cy="880"/>
              <a:chOff x="4198" y="1417"/>
              <a:chExt cx="1510" cy="880"/>
            </a:xfrm>
          </p:grpSpPr>
          <p:sp>
            <p:nvSpPr>
              <p:cNvPr id="136" name="Text Box 44"/>
              <p:cNvSpPr txBox="1">
                <a:spLocks noChangeAspect="1" noChangeArrowheads="1"/>
              </p:cNvSpPr>
              <p:nvPr/>
            </p:nvSpPr>
            <p:spPr bwMode="auto">
              <a:xfrm rot="-5400000">
                <a:off x="4205" y="1930"/>
                <a:ext cx="291"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y</a:t>
                </a:r>
                <a:r>
                  <a:rPr kumimoji="1" lang="en-US" altLang="zh-CN" sz="2400" b="0" i="0" u="none" strike="noStrike" kern="0" cap="none" spc="0" normalizeH="0" baseline="-25000" noProof="0" dirty="0">
                    <a:ln>
                      <a:noFill/>
                    </a:ln>
                    <a:solidFill>
                      <a:srgbClr val="000000"/>
                    </a:solidFill>
                    <a:effectLst/>
                    <a:uLnTx/>
                    <a:uFillTx/>
                    <a:latin typeface="+mn-lt"/>
                    <a:ea typeface="宋体" panose="02010600030101010101" pitchFamily="2" charset="-122"/>
                  </a:rPr>
                  <a:t>1</a:t>
                </a:r>
              </a:p>
            </p:txBody>
          </p:sp>
          <p:sp>
            <p:nvSpPr>
              <p:cNvPr id="137" name="Line 45"/>
              <p:cNvSpPr>
                <a:spLocks noChangeAspect="1" noChangeShapeType="1"/>
              </p:cNvSpPr>
              <p:nvPr/>
            </p:nvSpPr>
            <p:spPr bwMode="auto">
              <a:xfrm>
                <a:off x="4490" y="1730"/>
                <a:ext cx="0" cy="56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Freeform 46" descr="宽上对角线"/>
              <p:cNvSpPr>
                <a:spLocks noChangeAspect="1"/>
              </p:cNvSpPr>
              <p:nvPr/>
            </p:nvSpPr>
            <p:spPr bwMode="auto">
              <a:xfrm>
                <a:off x="4550" y="1422"/>
                <a:ext cx="837" cy="867"/>
              </a:xfrm>
              <a:custGeom>
                <a:avLst/>
                <a:gdLst>
                  <a:gd name="T0" fmla="*/ 1 w 961"/>
                  <a:gd name="T1" fmla="*/ 0 h 994"/>
                  <a:gd name="T2" fmla="*/ 834 w 961"/>
                  <a:gd name="T3" fmla="*/ 0 h 994"/>
                  <a:gd name="T4" fmla="*/ 837 w 961"/>
                  <a:gd name="T5" fmla="*/ 218 h 994"/>
                  <a:gd name="T6" fmla="*/ 550 w 961"/>
                  <a:gd name="T7" fmla="*/ 224 h 994"/>
                  <a:gd name="T8" fmla="*/ 550 w 961"/>
                  <a:gd name="T9" fmla="*/ 867 h 994"/>
                  <a:gd name="T10" fmla="*/ 303 w 961"/>
                  <a:gd name="T11" fmla="*/ 867 h 994"/>
                  <a:gd name="T12" fmla="*/ 303 w 961"/>
                  <a:gd name="T13" fmla="*/ 224 h 994"/>
                  <a:gd name="T14" fmla="*/ 0 w 961"/>
                  <a:gd name="T15" fmla="*/ 222 h 994"/>
                  <a:gd name="T16" fmla="*/ 1 w 961"/>
                  <a:gd name="T17" fmla="*/ 0 h 9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61"/>
                  <a:gd name="T28" fmla="*/ 0 h 994"/>
                  <a:gd name="T29" fmla="*/ 961 w 961"/>
                  <a:gd name="T30" fmla="*/ 994 h 9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61" h="994">
                    <a:moveTo>
                      <a:pt x="1" y="0"/>
                    </a:moveTo>
                    <a:lnTo>
                      <a:pt x="958" y="0"/>
                    </a:lnTo>
                    <a:lnTo>
                      <a:pt x="961" y="250"/>
                    </a:lnTo>
                    <a:lnTo>
                      <a:pt x="631" y="257"/>
                    </a:lnTo>
                    <a:lnTo>
                      <a:pt x="631" y="994"/>
                    </a:lnTo>
                    <a:lnTo>
                      <a:pt x="348" y="994"/>
                    </a:lnTo>
                    <a:lnTo>
                      <a:pt x="348" y="257"/>
                    </a:lnTo>
                    <a:lnTo>
                      <a:pt x="0" y="255"/>
                    </a:lnTo>
                    <a:lnTo>
                      <a:pt x="1"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47"/>
              <p:cNvSpPr>
                <a:spLocks noChangeAspect="1" noChangeShapeType="1"/>
              </p:cNvSpPr>
              <p:nvPr/>
            </p:nvSpPr>
            <p:spPr bwMode="auto">
              <a:xfrm>
                <a:off x="4442" y="2290"/>
                <a:ext cx="1266" cy="0"/>
              </a:xfrm>
              <a:prstGeom prst="line">
                <a:avLst/>
              </a:prstGeom>
              <a:noFill/>
              <a:ln w="31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48"/>
              <p:cNvSpPr txBox="1">
                <a:spLocks noChangeAspect="1" noChangeArrowheads="1"/>
              </p:cNvSpPr>
              <p:nvPr/>
            </p:nvSpPr>
            <p:spPr bwMode="auto">
              <a:xfrm>
                <a:off x="5250" y="1625"/>
                <a:ext cx="322"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n-lt"/>
                    <a:ea typeface="宋体" panose="02010600030101010101" pitchFamily="2" charset="-122"/>
                  </a:rPr>
                  <a:t>z</a:t>
                </a:r>
                <a:r>
                  <a:rPr kumimoji="1" lang="en-US" altLang="zh-CN" sz="2400" b="0" u="none" strike="noStrike" kern="0" cap="none" spc="0" normalizeH="0" baseline="-25000" noProof="0" dirty="0" err="1">
                    <a:ln>
                      <a:noFill/>
                    </a:ln>
                    <a:solidFill>
                      <a:srgbClr val="000000"/>
                    </a:solidFill>
                    <a:effectLst/>
                    <a:uLnTx/>
                    <a:uFillTx/>
                    <a:latin typeface="+mn-lt"/>
                  </a:rPr>
                  <a:t>C</a:t>
                </a:r>
                <a:endParaRPr kumimoji="1" lang="en-US" altLang="zh-CN" sz="2400" b="0" u="none" strike="noStrike" kern="0" cap="none" spc="0" normalizeH="0" baseline="-25000" noProof="0" dirty="0">
                  <a:ln>
                    <a:noFill/>
                  </a:ln>
                  <a:solidFill>
                    <a:srgbClr val="000000"/>
                  </a:solidFill>
                  <a:effectLst/>
                  <a:uLnTx/>
                  <a:uFillTx/>
                  <a:latin typeface="+mn-lt"/>
                </a:endParaRPr>
              </a:p>
            </p:txBody>
          </p:sp>
          <p:sp>
            <p:nvSpPr>
              <p:cNvPr id="141" name="Line 49"/>
              <p:cNvSpPr>
                <a:spLocks noChangeAspect="1" noChangeShapeType="1"/>
              </p:cNvSpPr>
              <p:nvPr/>
            </p:nvSpPr>
            <p:spPr bwMode="auto">
              <a:xfrm>
                <a:off x="4414" y="1422"/>
                <a:ext cx="1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2" name="Line 50"/>
              <p:cNvSpPr>
                <a:spLocks noChangeAspect="1" noChangeShapeType="1"/>
              </p:cNvSpPr>
              <p:nvPr/>
            </p:nvSpPr>
            <p:spPr bwMode="auto">
              <a:xfrm>
                <a:off x="5624" y="1417"/>
                <a:ext cx="0" cy="88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Text Box 51"/>
              <p:cNvSpPr txBox="1">
                <a:spLocks noChangeAspect="1" noChangeArrowheads="1"/>
              </p:cNvSpPr>
              <p:nvPr/>
            </p:nvSpPr>
            <p:spPr bwMode="auto">
              <a:xfrm rot="-5400000">
                <a:off x="5269" y="1761"/>
                <a:ext cx="5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6cm</a:t>
                </a:r>
              </a:p>
            </p:txBody>
          </p:sp>
          <p:sp>
            <p:nvSpPr>
              <p:cNvPr id="144" name="Line 52"/>
              <p:cNvSpPr>
                <a:spLocks noChangeAspect="1" noChangeShapeType="1"/>
              </p:cNvSpPr>
              <p:nvPr/>
            </p:nvSpPr>
            <p:spPr bwMode="auto">
              <a:xfrm>
                <a:off x="4418" y="1736"/>
                <a:ext cx="1107"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Line 53"/>
              <p:cNvSpPr>
                <a:spLocks noChangeAspect="1" noChangeShapeType="1"/>
              </p:cNvSpPr>
              <p:nvPr/>
            </p:nvSpPr>
            <p:spPr bwMode="auto">
              <a:xfrm>
                <a:off x="4488" y="1417"/>
                <a:ext cx="0" cy="3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5" name="Text Box 54"/>
            <p:cNvSpPr txBox="1">
              <a:spLocks noChangeAspect="1" noChangeArrowheads="1"/>
            </p:cNvSpPr>
            <p:nvPr/>
          </p:nvSpPr>
          <p:spPr bwMode="auto">
            <a:xfrm rot="-5400000">
              <a:off x="4182" y="1450"/>
              <a:ext cx="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y</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grpSp>
      <p:grpSp>
        <p:nvGrpSpPr>
          <p:cNvPr id="146" name="Group 55"/>
          <p:cNvGrpSpPr>
            <a:grpSpLocks/>
          </p:cNvGrpSpPr>
          <p:nvPr/>
        </p:nvGrpSpPr>
        <p:grpSpPr bwMode="auto">
          <a:xfrm flipH="1">
            <a:off x="6660703" y="2872707"/>
            <a:ext cx="496888" cy="523875"/>
            <a:chOff x="1686" y="3521"/>
            <a:chExt cx="313" cy="330"/>
          </a:xfrm>
        </p:grpSpPr>
        <p:sp>
          <p:nvSpPr>
            <p:cNvPr id="147" name="AutoShape 5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Rectangle 5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9" name="Line 5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0" name="Oval 5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51" name="Group 60"/>
          <p:cNvGrpSpPr>
            <a:grpSpLocks/>
          </p:cNvGrpSpPr>
          <p:nvPr/>
        </p:nvGrpSpPr>
        <p:grpSpPr bwMode="auto">
          <a:xfrm flipH="1">
            <a:off x="8422828" y="2879057"/>
            <a:ext cx="493713" cy="568325"/>
            <a:chOff x="3499" y="3511"/>
            <a:chExt cx="311" cy="358"/>
          </a:xfrm>
        </p:grpSpPr>
        <p:sp>
          <p:nvSpPr>
            <p:cNvPr id="152" name="Line 6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Rectangle 6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Line 6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Oval 6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6" name="Oval 6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57" name="Line 66"/>
          <p:cNvSpPr>
            <a:spLocks noChangeAspect="1" noChangeShapeType="1"/>
          </p:cNvSpPr>
          <p:nvPr/>
        </p:nvSpPr>
        <p:spPr bwMode="auto">
          <a:xfrm flipV="1">
            <a:off x="6902003" y="3060032"/>
            <a:ext cx="0" cy="8191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Line 67"/>
          <p:cNvSpPr>
            <a:spLocks noChangeAspect="1" noChangeShapeType="1"/>
          </p:cNvSpPr>
          <p:nvPr/>
        </p:nvSpPr>
        <p:spPr bwMode="auto">
          <a:xfrm flipV="1">
            <a:off x="8664128" y="2991770"/>
            <a:ext cx="0" cy="7635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9" name="Text Box 73"/>
          <p:cNvSpPr txBox="1">
            <a:spLocks noChangeAspect="1" noChangeArrowheads="1"/>
          </p:cNvSpPr>
          <p:nvPr/>
        </p:nvSpPr>
        <p:spPr bwMode="auto">
          <a:xfrm flipH="1">
            <a:off x="9908728" y="477135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60" name="Line 74"/>
          <p:cNvSpPr>
            <a:spLocks noChangeShapeType="1"/>
          </p:cNvSpPr>
          <p:nvPr/>
        </p:nvSpPr>
        <p:spPr bwMode="auto">
          <a:xfrm rot="16200000">
            <a:off x="6451947" y="4419726"/>
            <a:ext cx="8874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Text Box 75"/>
          <p:cNvSpPr txBox="1">
            <a:spLocks noChangeAspect="1" noChangeArrowheads="1"/>
          </p:cNvSpPr>
          <p:nvPr/>
        </p:nvSpPr>
        <p:spPr bwMode="auto">
          <a:xfrm flipH="1">
            <a:off x="6925816" y="3941095"/>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r>
              <a:rPr lang="en-US" altLang="zh-CN" b="0" i="0">
                <a:solidFill>
                  <a:srgbClr val="CC00FF"/>
                </a:solidFill>
                <a:ea typeface="宋体" panose="02010600030101010101" pitchFamily="2" charset="-122"/>
              </a:rPr>
              <a:t>/kN·m</a:t>
            </a:r>
          </a:p>
        </p:txBody>
      </p:sp>
      <p:sp>
        <p:nvSpPr>
          <p:cNvPr id="162" name="Text Box 76"/>
          <p:cNvSpPr txBox="1">
            <a:spLocks noChangeAspect="1" noChangeArrowheads="1"/>
          </p:cNvSpPr>
          <p:nvPr/>
        </p:nvSpPr>
        <p:spPr bwMode="auto">
          <a:xfrm>
            <a:off x="6486078" y="4560220"/>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63" name="Freeform 77"/>
          <p:cNvSpPr>
            <a:spLocks/>
          </p:cNvSpPr>
          <p:nvPr/>
        </p:nvSpPr>
        <p:spPr bwMode="auto">
          <a:xfrm>
            <a:off x="6887716" y="4866607"/>
            <a:ext cx="3535362" cy="1588"/>
          </a:xfrm>
          <a:custGeom>
            <a:avLst/>
            <a:gdLst>
              <a:gd name="T0" fmla="*/ 0 w 2227"/>
              <a:gd name="T1" fmla="*/ 0 h 1"/>
              <a:gd name="T2" fmla="*/ 3535362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4" name="Freeform 78"/>
          <p:cNvSpPr>
            <a:spLocks noChangeAspect="1"/>
          </p:cNvSpPr>
          <p:nvPr/>
        </p:nvSpPr>
        <p:spPr bwMode="auto">
          <a:xfrm>
            <a:off x="8687941" y="4863432"/>
            <a:ext cx="849312" cy="417513"/>
          </a:xfrm>
          <a:custGeom>
            <a:avLst/>
            <a:gdLst>
              <a:gd name="T0" fmla="*/ 0 w 535"/>
              <a:gd name="T1" fmla="*/ 417513 h 272"/>
              <a:gd name="T2" fmla="*/ 849312 w 535"/>
              <a:gd name="T3" fmla="*/ 0 h 272"/>
              <a:gd name="T4" fmla="*/ 0 60000 65536"/>
              <a:gd name="T5" fmla="*/ 0 60000 65536"/>
              <a:gd name="T6" fmla="*/ 0 w 535"/>
              <a:gd name="T7" fmla="*/ 0 h 272"/>
              <a:gd name="T8" fmla="*/ 535 w 535"/>
              <a:gd name="T9" fmla="*/ 272 h 272"/>
            </a:gdLst>
            <a:ahLst/>
            <a:cxnLst>
              <a:cxn ang="T4">
                <a:pos x="T0" y="T1"/>
              </a:cxn>
              <a:cxn ang="T5">
                <a:pos x="T2" y="T3"/>
              </a:cxn>
            </a:cxnLst>
            <a:rect l="T6" t="T7" r="T8" b="T9"/>
            <a:pathLst>
              <a:path w="535" h="272">
                <a:moveTo>
                  <a:pt x="0" y="272"/>
                </a:moveTo>
                <a:lnTo>
                  <a:pt x="535"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5" name="Oval 79"/>
          <p:cNvSpPr>
            <a:spLocks noChangeAspect="1" noChangeArrowheads="1"/>
          </p:cNvSpPr>
          <p:nvPr/>
        </p:nvSpPr>
        <p:spPr bwMode="auto">
          <a:xfrm>
            <a:off x="6849616" y="4822157"/>
            <a:ext cx="90487"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矩形 165">
            <a:extLst>
              <a:ext uri="{FF2B5EF4-FFF2-40B4-BE49-F238E27FC236}">
                <a16:creationId xmlns:a16="http://schemas.microsoft.com/office/drawing/2014/main" id="{E8DB0D0A-8BE9-6ADA-6C58-96049487BA32}"/>
              </a:ext>
            </a:extLst>
          </p:cNvPr>
          <p:cNvSpPr/>
          <p:nvPr/>
        </p:nvSpPr>
        <p:spPr>
          <a:xfrm>
            <a:off x="211184" y="4421647"/>
            <a:ext cx="6274894" cy="978729"/>
          </a:xfrm>
          <a:prstGeom prst="rect">
            <a:avLst/>
          </a:prstGeom>
        </p:spPr>
        <p:txBody>
          <a:bodyPr wrap="square">
            <a:spAutoFit/>
          </a:bodyPr>
          <a:lstStyle/>
          <a:p>
            <a:pPr lvl="0">
              <a:lnSpc>
                <a:spcPct val="120000"/>
              </a:lnSpc>
            </a:pPr>
            <a:r>
              <a:rPr kumimoji="1" lang="zh-CN" altLang="en-US" i="0" dirty="0">
                <a:solidFill>
                  <a:schemeClr val="tx1"/>
                </a:solidFill>
                <a:latin typeface="+mn-lt"/>
                <a:ea typeface="黑体" panose="02010609060101010101" pitchFamily="49" charset="-122"/>
              </a:rPr>
              <a:t>截面</a:t>
            </a:r>
            <a:r>
              <a:rPr kumimoji="1" lang="en-US" altLang="zh-CN" b="0" dirty="0">
                <a:solidFill>
                  <a:schemeClr val="tx1"/>
                </a:solidFill>
                <a:latin typeface="+mn-lt"/>
                <a:ea typeface="黑体" panose="02010609060101010101" pitchFamily="49" charset="-122"/>
              </a:rPr>
              <a:t>B</a:t>
            </a:r>
            <a:r>
              <a:rPr kumimoji="1" lang="zh-CN" altLang="en-US" i="0" dirty="0">
                <a:solidFill>
                  <a:schemeClr val="tx1"/>
                </a:solidFill>
                <a:latin typeface="+mn-lt"/>
                <a:ea typeface="黑体" panose="02010609060101010101" pitchFamily="49" charset="-122"/>
              </a:rPr>
              <a:t>处：最大拉应力发生于截面上边缘各点处，得 </a:t>
            </a:r>
            <a:r>
              <a:rPr kumimoji="1" lang="zh-CN" altLang="en-US" b="0" dirty="0">
                <a:solidFill>
                  <a:schemeClr val="tx1"/>
                </a:solidFill>
                <a:latin typeface="+mn-lt"/>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latin typeface="+mn-lt"/>
                <a:ea typeface="黑体" panose="02010609060101010101" pitchFamily="49" charset="-122"/>
              </a:rPr>
              <a:t>=20.3MPa&lt;[</a:t>
            </a:r>
            <a:r>
              <a:rPr kumimoji="1" lang="en-US" altLang="zh-CN" b="0" dirty="0">
                <a:solidFill>
                  <a:schemeClr val="tx1"/>
                </a:solidFill>
                <a:latin typeface="+mn-lt"/>
                <a:ea typeface="黑体" panose="02010609060101010101" pitchFamily="49" charset="-122"/>
                <a:sym typeface="Symbol" panose="05050102010706020507" pitchFamily="18" charset="2"/>
              </a:rPr>
              <a:t></a:t>
            </a:r>
            <a:r>
              <a:rPr kumimoji="1" lang="en-US" altLang="zh-CN" b="0" i="0" baseline="-25000" dirty="0">
                <a:solidFill>
                  <a:schemeClr val="tx1"/>
                </a:solidFill>
                <a:latin typeface="+mn-lt"/>
                <a:ea typeface="黑体" panose="02010609060101010101" pitchFamily="49" charset="-122"/>
              </a:rPr>
              <a:t>l</a:t>
            </a:r>
            <a:r>
              <a:rPr kumimoji="1" lang="en-US" altLang="zh-CN" b="0" i="0" dirty="0">
                <a:solidFill>
                  <a:schemeClr val="tx1"/>
                </a:solidFill>
                <a:latin typeface="+mn-lt"/>
                <a:ea typeface="黑体" panose="02010609060101010101" pitchFamily="49" charset="-122"/>
              </a:rPr>
              <a:t>]</a:t>
            </a:r>
          </a:p>
        </p:txBody>
      </p:sp>
      <p:sp>
        <p:nvSpPr>
          <p:cNvPr id="167" name="矩形 166">
            <a:extLst>
              <a:ext uri="{FF2B5EF4-FFF2-40B4-BE49-F238E27FC236}">
                <a16:creationId xmlns:a16="http://schemas.microsoft.com/office/drawing/2014/main" id="{E8DB0D0A-8BE9-6ADA-6C58-96049487BA32}"/>
              </a:ext>
            </a:extLst>
          </p:cNvPr>
          <p:cNvSpPr/>
          <p:nvPr/>
        </p:nvSpPr>
        <p:spPr>
          <a:xfrm>
            <a:off x="211184" y="5329799"/>
            <a:ext cx="6274894" cy="904863"/>
          </a:xfrm>
          <a:prstGeom prst="rect">
            <a:avLst/>
          </a:prstGeom>
        </p:spPr>
        <p:txBody>
          <a:bodyPr wrap="square">
            <a:spAutoFit/>
          </a:bodyPr>
          <a:lstStyle/>
          <a:p>
            <a:pPr lvl="0">
              <a:lnSpc>
                <a:spcPct val="110000"/>
              </a:lnSpc>
            </a:pPr>
            <a:r>
              <a:rPr kumimoji="1" lang="zh-CN" altLang="en-US" i="0" dirty="0">
                <a:solidFill>
                  <a:schemeClr val="tx1"/>
                </a:solidFill>
                <a:ea typeface="黑体" panose="02010609060101010101" pitchFamily="49" charset="-122"/>
              </a:rPr>
              <a:t>                  最大压应力发生于截面下边缘各点处，得        </a:t>
            </a:r>
            <a:r>
              <a:rPr kumimoji="1" lang="zh-CN" altLang="en-US"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rPr>
              <a:t>=</a:t>
            </a:r>
            <a:r>
              <a:rPr kumimoji="1" lang="en-US" altLang="zh-CN" b="0" i="0" dirty="0">
                <a:solidFill>
                  <a:schemeClr val="tx1"/>
                </a:solidFill>
                <a:ea typeface="黑体" panose="02010609060101010101" pitchFamily="49" charset="-122"/>
              </a:rPr>
              <a:t>35.2MPa&lt;[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b="0" i="0" dirty="0">
                <a:solidFill>
                  <a:schemeClr val="tx1"/>
                </a:solidFill>
                <a:ea typeface="黑体" panose="02010609060101010101" pitchFamily="49" charset="-122"/>
              </a:rPr>
              <a:t>] </a:t>
            </a:r>
            <a:endParaRPr lang="en-US" altLang="zh-CN" b="0"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160948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4" presetClass="entr" presetSubtype="16" fill="hold" nodeType="withEffect">
                                  <p:stCondLst>
                                    <p:cond delay="3000"/>
                                  </p:stCondLst>
                                  <p:childTnLst>
                                    <p:set>
                                      <p:cBhvr>
                                        <p:cTn id="8" dur="1" fill="hold">
                                          <p:stCondLst>
                                            <p:cond delay="0"/>
                                          </p:stCondLst>
                                        </p:cTn>
                                        <p:tgtEl>
                                          <p:spTgt spid="95"/>
                                        </p:tgtEl>
                                        <p:attrNameLst>
                                          <p:attrName>style.visibility</p:attrName>
                                        </p:attrNameLst>
                                      </p:cBhvr>
                                      <p:to>
                                        <p:strVal val="visible"/>
                                      </p:to>
                                    </p:set>
                                    <p:animEffect transition="in" filter="box(in)">
                                      <p:cBhvr>
                                        <p:cTn id="9" dur="3000"/>
                                        <p:tgtEl>
                                          <p:spTgt spid="95"/>
                                        </p:tgtEl>
                                      </p:cBhvr>
                                    </p:animEffect>
                                  </p:childTnLst>
                                </p:cTn>
                              </p:par>
                              <p:par>
                                <p:cTn id="10" presetID="4" presetClass="entr" presetSubtype="16" fill="hold" nodeType="withEffect">
                                  <p:stCondLst>
                                    <p:cond delay="3000"/>
                                  </p:stCondLst>
                                  <p:childTnLst>
                                    <p:set>
                                      <p:cBhvr>
                                        <p:cTn id="11" dur="1" fill="hold">
                                          <p:stCondLst>
                                            <p:cond delay="0"/>
                                          </p:stCondLst>
                                        </p:cTn>
                                        <p:tgtEl>
                                          <p:spTgt spid="133"/>
                                        </p:tgtEl>
                                        <p:attrNameLst>
                                          <p:attrName>style.visibility</p:attrName>
                                        </p:attrNameLst>
                                      </p:cBhvr>
                                      <p:to>
                                        <p:strVal val="visible"/>
                                      </p:to>
                                    </p:set>
                                    <p:animEffect transition="in" filter="box(in)">
                                      <p:cBhvr>
                                        <p:cTn id="12" dur="3000"/>
                                        <p:tgtEl>
                                          <p:spTgt spid="133"/>
                                        </p:tgtEl>
                                      </p:cBhvr>
                                    </p:animEffect>
                                  </p:childTnLst>
                                </p:cTn>
                              </p:par>
                              <p:par>
                                <p:cTn id="13" presetID="4" presetClass="entr" presetSubtype="32" fill="hold" nodeType="withEffect">
                                  <p:stCondLst>
                                    <p:cond delay="4500"/>
                                  </p:stCondLst>
                                  <p:childTnLst>
                                    <p:set>
                                      <p:cBhvr>
                                        <p:cTn id="14" dur="1" fill="hold">
                                          <p:stCondLst>
                                            <p:cond delay="0"/>
                                          </p:stCondLst>
                                        </p:cTn>
                                        <p:tgtEl>
                                          <p:spTgt spid="146"/>
                                        </p:tgtEl>
                                        <p:attrNameLst>
                                          <p:attrName>style.visibility</p:attrName>
                                        </p:attrNameLst>
                                      </p:cBhvr>
                                      <p:to>
                                        <p:strVal val="visible"/>
                                      </p:to>
                                    </p:set>
                                    <p:animEffect transition="in" filter="box(out)">
                                      <p:cBhvr>
                                        <p:cTn id="15" dur="3000"/>
                                        <p:tgtEl>
                                          <p:spTgt spid="146"/>
                                        </p:tgtEl>
                                      </p:cBhvr>
                                    </p:animEffect>
                                  </p:childTnLst>
                                </p:cTn>
                              </p:par>
                              <p:par>
                                <p:cTn id="16" presetID="4" presetClass="entr" presetSubtype="32" fill="hold" nodeType="withEffect">
                                  <p:stCondLst>
                                    <p:cond delay="4500"/>
                                  </p:stCondLst>
                                  <p:childTnLst>
                                    <p:set>
                                      <p:cBhvr>
                                        <p:cTn id="17" dur="1" fill="hold">
                                          <p:stCondLst>
                                            <p:cond delay="0"/>
                                          </p:stCondLst>
                                        </p:cTn>
                                        <p:tgtEl>
                                          <p:spTgt spid="151"/>
                                        </p:tgtEl>
                                        <p:attrNameLst>
                                          <p:attrName>style.visibility</p:attrName>
                                        </p:attrNameLst>
                                      </p:cBhvr>
                                      <p:to>
                                        <p:strVal val="visible"/>
                                      </p:to>
                                    </p:set>
                                    <p:animEffect transition="in" filter="box(out)">
                                      <p:cBhvr>
                                        <p:cTn id="18" dur="3000"/>
                                        <p:tgtEl>
                                          <p:spTgt spid="151"/>
                                        </p:tgtEl>
                                      </p:cBhvr>
                                    </p:animEffect>
                                  </p:childTnLst>
                                </p:cTn>
                              </p:par>
                            </p:childTnLst>
                          </p:cTn>
                        </p:par>
                        <p:par>
                          <p:cTn id="19" fill="hold">
                            <p:stCondLst>
                              <p:cond delay="7500"/>
                            </p:stCondLst>
                            <p:childTnLst>
                              <p:par>
                                <p:cTn id="20" presetID="12" presetClass="entr" presetSubtype="4" fill="hold" grpId="0" nodeType="after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slide(fromBottom)">
                                      <p:cBhvr>
                                        <p:cTn id="22" dur="3000"/>
                                        <p:tgtEl>
                                          <p:spTgt spid="158"/>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par>
                                <p:cTn id="23" presetID="9" presetClass="emph" presetSubtype="0" nodeType="withEffect">
                                  <p:stCondLst>
                                    <p:cond delay="0"/>
                                  </p:stCondLst>
                                  <p:childTnLst>
                                    <p:set>
                                      <p:cBhvr rctx="PPT">
                                        <p:cTn id="24" dur="indefinite"/>
                                        <p:tgtEl>
                                          <p:spTgt spid="151"/>
                                        </p:tgtEl>
                                        <p:attrNameLst>
                                          <p:attrName>style.opacity</p:attrName>
                                        </p:attrNameLst>
                                      </p:cBhvr>
                                      <p:to>
                                        <p:strVal val="0.5"/>
                                      </p:to>
                                    </p:set>
                                    <p:animEffect filter="image" prLst="opacity: 0.5">
                                      <p:cBhvr rctx="IE">
                                        <p:cTn id="25" dur="indefinite"/>
                                        <p:tgtEl>
                                          <p:spTgt spid="151"/>
                                        </p:tgtEl>
                                      </p:cBhvr>
                                    </p:animEffect>
                                  </p:childTnLst>
                                </p:cTn>
                              </p:par>
                              <p:par>
                                <p:cTn id="26" presetID="17" presetClass="entr" presetSubtype="10" fill="hold" grpId="0" nodeType="withEffect">
                                  <p:stCondLst>
                                    <p:cond delay="0"/>
                                  </p:stCondLst>
                                  <p:childTnLst>
                                    <p:set>
                                      <p:cBhvr>
                                        <p:cTn id="27" dur="1" fill="hold">
                                          <p:stCondLst>
                                            <p:cond delay="0"/>
                                          </p:stCondLst>
                                        </p:cTn>
                                        <p:tgtEl>
                                          <p:spTgt spid="119"/>
                                        </p:tgtEl>
                                        <p:attrNameLst>
                                          <p:attrName>style.visibility</p:attrName>
                                        </p:attrNameLst>
                                      </p:cBhvr>
                                      <p:to>
                                        <p:strVal val="visible"/>
                                      </p:to>
                                    </p:set>
                                    <p:anim calcmode="lin" valueType="num">
                                      <p:cBhvr>
                                        <p:cTn id="28" dur="3000" fill="hold"/>
                                        <p:tgtEl>
                                          <p:spTgt spid="119"/>
                                        </p:tgtEl>
                                        <p:attrNameLst>
                                          <p:attrName>ppt_w</p:attrName>
                                        </p:attrNameLst>
                                      </p:cBhvr>
                                      <p:tavLst>
                                        <p:tav tm="0">
                                          <p:val>
                                            <p:fltVal val="0"/>
                                          </p:val>
                                        </p:tav>
                                        <p:tav tm="100000">
                                          <p:val>
                                            <p:strVal val="#ppt_w"/>
                                          </p:val>
                                        </p:tav>
                                      </p:tavLst>
                                    </p:anim>
                                    <p:anim calcmode="lin" valueType="num">
                                      <p:cBhvr>
                                        <p:cTn id="29" dur="3000" fill="hold"/>
                                        <p:tgtEl>
                                          <p:spTgt spid="1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par>
                                <p:cTn id="30" presetID="12" presetClass="entr" presetSubtype="4" fill="hold" grpId="0" nodeType="withEffect">
                                  <p:stCondLst>
                                    <p:cond delay="0"/>
                                  </p:stCondLst>
                                  <p:childTnLst>
                                    <p:set>
                                      <p:cBhvr>
                                        <p:cTn id="31" dur="1" fill="hold">
                                          <p:stCondLst>
                                            <p:cond delay="0"/>
                                          </p:stCondLst>
                                        </p:cTn>
                                        <p:tgtEl>
                                          <p:spTgt spid="157"/>
                                        </p:tgtEl>
                                        <p:attrNameLst>
                                          <p:attrName>style.visibility</p:attrName>
                                        </p:attrNameLst>
                                      </p:cBhvr>
                                      <p:to>
                                        <p:strVal val="visible"/>
                                      </p:to>
                                    </p:set>
                                    <p:animEffect transition="in" filter="slide(fromBottom)">
                                      <p:cBhvr>
                                        <p:cTn id="32" dur="3000"/>
                                        <p:tgtEl>
                                          <p:spTgt spid="157"/>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3" presetID="9" presetClass="emph" presetSubtype="0" nodeType="withEffect">
                                  <p:stCondLst>
                                    <p:cond delay="0"/>
                                  </p:stCondLst>
                                  <p:childTnLst>
                                    <p:set>
                                      <p:cBhvr rctx="PPT">
                                        <p:cTn id="34" dur="indefinite"/>
                                        <p:tgtEl>
                                          <p:spTgt spid="146"/>
                                        </p:tgtEl>
                                        <p:attrNameLst>
                                          <p:attrName>style.opacity</p:attrName>
                                        </p:attrNameLst>
                                      </p:cBhvr>
                                      <p:to>
                                        <p:strVal val="0.5"/>
                                      </p:to>
                                    </p:set>
                                    <p:animEffect filter="image" prLst="opacity: 0.5">
                                      <p:cBhvr rctx="IE">
                                        <p:cTn id="35" dur="indefinite"/>
                                        <p:tgtEl>
                                          <p:spTgt spid="146"/>
                                        </p:tgtEl>
                                      </p:cBhvr>
                                    </p:animEffect>
                                  </p:childTnLst>
                                </p:cTn>
                              </p:par>
                              <p:par>
                                <p:cTn id="36" presetID="17" presetClass="entr" presetSubtype="10" fill="hold" grpId="0" nodeType="withEffect">
                                  <p:stCondLst>
                                    <p:cond delay="0"/>
                                  </p:stCondLst>
                                  <p:childTnLst>
                                    <p:set>
                                      <p:cBhvr>
                                        <p:cTn id="37" dur="1" fill="hold">
                                          <p:stCondLst>
                                            <p:cond delay="0"/>
                                          </p:stCondLst>
                                        </p:cTn>
                                        <p:tgtEl>
                                          <p:spTgt spid="118"/>
                                        </p:tgtEl>
                                        <p:attrNameLst>
                                          <p:attrName>style.visibility</p:attrName>
                                        </p:attrNameLst>
                                      </p:cBhvr>
                                      <p:to>
                                        <p:strVal val="visible"/>
                                      </p:to>
                                    </p:set>
                                    <p:anim calcmode="lin" valueType="num">
                                      <p:cBhvr>
                                        <p:cTn id="38" dur="3000" fill="hold"/>
                                        <p:tgtEl>
                                          <p:spTgt spid="118"/>
                                        </p:tgtEl>
                                        <p:attrNameLst>
                                          <p:attrName>ppt_w</p:attrName>
                                        </p:attrNameLst>
                                      </p:cBhvr>
                                      <p:tavLst>
                                        <p:tav tm="0">
                                          <p:val>
                                            <p:fltVal val="0"/>
                                          </p:val>
                                        </p:tav>
                                        <p:tav tm="100000">
                                          <p:val>
                                            <p:strVal val="#ppt_w"/>
                                          </p:val>
                                        </p:tav>
                                      </p:tavLst>
                                    </p:anim>
                                    <p:anim calcmode="lin" valueType="num">
                                      <p:cBhvr>
                                        <p:cTn id="39" dur="3000" fill="hold"/>
                                        <p:tgtEl>
                                          <p:spTgt spid="11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par>
                                <p:cTn id="40" presetID="12" presetClass="entr" presetSubtype="8" fill="hold" grpId="0" nodeType="withEffect">
                                  <p:stCondLst>
                                    <p:cond delay="0"/>
                                  </p:stCondLst>
                                  <p:childTnLst>
                                    <p:set>
                                      <p:cBhvr>
                                        <p:cTn id="41" dur="1" fill="hold">
                                          <p:stCondLst>
                                            <p:cond delay="0"/>
                                          </p:stCondLst>
                                        </p:cTn>
                                        <p:tgtEl>
                                          <p:spTgt spid="163"/>
                                        </p:tgtEl>
                                        <p:attrNameLst>
                                          <p:attrName>style.visibility</p:attrName>
                                        </p:attrNameLst>
                                      </p:cBhvr>
                                      <p:to>
                                        <p:strVal val="visible"/>
                                      </p:to>
                                    </p:set>
                                    <p:animEffect transition="in" filter="slide(fromLeft)">
                                      <p:cBhvr>
                                        <p:cTn id="42" dur="5000"/>
                                        <p:tgtEl>
                                          <p:spTgt spid="163"/>
                                        </p:tgtEl>
                                      </p:cBhvr>
                                    </p:animEffect>
                                  </p:childTnLst>
                                </p:cTn>
                              </p:par>
                              <p:par>
                                <p:cTn id="43" presetID="19" presetClass="entr" presetSubtype="10" fill="hold" nodeType="withEffect">
                                  <p:stCondLst>
                                    <p:cond delay="0"/>
                                  </p:stCondLst>
                                  <p:childTnLst>
                                    <p:set>
                                      <p:cBhvr>
                                        <p:cTn id="44" dur="1" fill="hold">
                                          <p:stCondLst>
                                            <p:cond delay="0"/>
                                          </p:stCondLst>
                                        </p:cTn>
                                        <p:tgtEl>
                                          <p:spTgt spid="159"/>
                                        </p:tgtEl>
                                        <p:attrNameLst>
                                          <p:attrName>style.visibility</p:attrName>
                                        </p:attrNameLst>
                                      </p:cBhvr>
                                      <p:to>
                                        <p:strVal val="visible"/>
                                      </p:to>
                                    </p:set>
                                    <p:anim calcmode="lin" valueType="num">
                                      <p:cBhvr>
                                        <p:cTn id="45" dur="5000" fill="hold"/>
                                        <p:tgtEl>
                                          <p:spTgt spid="159"/>
                                        </p:tgtEl>
                                        <p:attrNameLst>
                                          <p:attrName>ppt_w</p:attrName>
                                        </p:attrNameLst>
                                      </p:cBhvr>
                                      <p:tavLst>
                                        <p:tav tm="0" fmla="#ppt_w*sin(2.5*pi*$)">
                                          <p:val>
                                            <p:fltVal val="0"/>
                                          </p:val>
                                        </p:tav>
                                        <p:tav tm="100000">
                                          <p:val>
                                            <p:fltVal val="1"/>
                                          </p:val>
                                        </p:tav>
                                      </p:tavLst>
                                    </p:anim>
                                    <p:anim calcmode="lin" valueType="num">
                                      <p:cBhvr>
                                        <p:cTn id="46" dur="5000" fill="hold"/>
                                        <p:tgtEl>
                                          <p:spTgt spid="159"/>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0"/>
                                  </p:stCondLst>
                                  <p:childTnLst>
                                    <p:set>
                                      <p:cBhvr>
                                        <p:cTn id="48" dur="1" fill="hold">
                                          <p:stCondLst>
                                            <p:cond delay="0"/>
                                          </p:stCondLst>
                                        </p:cTn>
                                        <p:tgtEl>
                                          <p:spTgt spid="160"/>
                                        </p:tgtEl>
                                        <p:attrNameLst>
                                          <p:attrName>style.visibility</p:attrName>
                                        </p:attrNameLst>
                                      </p:cBhvr>
                                      <p:to>
                                        <p:strVal val="visible"/>
                                      </p:to>
                                    </p:set>
                                    <p:animEffect transition="in" filter="slide(fromBottom)">
                                      <p:cBhvr>
                                        <p:cTn id="49" dur="5000"/>
                                        <p:tgtEl>
                                          <p:spTgt spid="160"/>
                                        </p:tgtEl>
                                      </p:cBhvr>
                                    </p:animEffect>
                                  </p:childTnLst>
                                </p:cTn>
                              </p:par>
                              <p:par>
                                <p:cTn id="50" presetID="19" presetClass="entr" presetSubtype="10" fill="hold" nodeType="withEffect">
                                  <p:stCondLst>
                                    <p:cond delay="0"/>
                                  </p:stCondLst>
                                  <p:childTnLst>
                                    <p:set>
                                      <p:cBhvr>
                                        <p:cTn id="51" dur="1" fill="hold">
                                          <p:stCondLst>
                                            <p:cond delay="0"/>
                                          </p:stCondLst>
                                        </p:cTn>
                                        <p:tgtEl>
                                          <p:spTgt spid="161"/>
                                        </p:tgtEl>
                                        <p:attrNameLst>
                                          <p:attrName>style.visibility</p:attrName>
                                        </p:attrNameLst>
                                      </p:cBhvr>
                                      <p:to>
                                        <p:strVal val="visible"/>
                                      </p:to>
                                    </p:set>
                                    <p:anim calcmode="lin" valueType="num">
                                      <p:cBhvr>
                                        <p:cTn id="52" dur="5000" fill="hold"/>
                                        <p:tgtEl>
                                          <p:spTgt spid="161"/>
                                        </p:tgtEl>
                                        <p:attrNameLst>
                                          <p:attrName>ppt_w</p:attrName>
                                        </p:attrNameLst>
                                      </p:cBhvr>
                                      <p:tavLst>
                                        <p:tav tm="0" fmla="#ppt_w*sin(2.5*pi*$)">
                                          <p:val>
                                            <p:fltVal val="0"/>
                                          </p:val>
                                        </p:tav>
                                        <p:tav tm="100000">
                                          <p:val>
                                            <p:fltVal val="1"/>
                                          </p:val>
                                        </p:tav>
                                      </p:tavLst>
                                    </p:anim>
                                    <p:anim calcmode="lin" valueType="num">
                                      <p:cBhvr>
                                        <p:cTn id="53" dur="5000" fill="hold"/>
                                        <p:tgtEl>
                                          <p:spTgt spid="161"/>
                                        </p:tgtEl>
                                        <p:attrNameLst>
                                          <p:attrName>ppt_h</p:attrName>
                                        </p:attrNameLst>
                                      </p:cBhvr>
                                      <p:tavLst>
                                        <p:tav tm="0">
                                          <p:val>
                                            <p:strVal val="#ppt_h"/>
                                          </p:val>
                                        </p:tav>
                                        <p:tav tm="100000">
                                          <p:val>
                                            <p:strVal val="#ppt_h"/>
                                          </p:val>
                                        </p:tav>
                                      </p:tavLst>
                                    </p:anim>
                                  </p:childTnLst>
                                </p:cTn>
                              </p:par>
                              <p:par>
                                <p:cTn id="54" presetID="19" presetClass="entr" presetSubtype="10" fill="hold" grpId="0" nodeType="withEffect">
                                  <p:stCondLst>
                                    <p:cond delay="0"/>
                                  </p:stCondLst>
                                  <p:childTnLst>
                                    <p:set>
                                      <p:cBhvr>
                                        <p:cTn id="55" dur="1" fill="hold">
                                          <p:stCondLst>
                                            <p:cond delay="0"/>
                                          </p:stCondLst>
                                        </p:cTn>
                                        <p:tgtEl>
                                          <p:spTgt spid="162"/>
                                        </p:tgtEl>
                                        <p:attrNameLst>
                                          <p:attrName>style.visibility</p:attrName>
                                        </p:attrNameLst>
                                      </p:cBhvr>
                                      <p:to>
                                        <p:strVal val="visible"/>
                                      </p:to>
                                    </p:set>
                                    <p:anim calcmode="lin" valueType="num">
                                      <p:cBhvr>
                                        <p:cTn id="56" dur="5000" fill="hold"/>
                                        <p:tgtEl>
                                          <p:spTgt spid="162"/>
                                        </p:tgtEl>
                                        <p:attrNameLst>
                                          <p:attrName>ppt_w</p:attrName>
                                        </p:attrNameLst>
                                      </p:cBhvr>
                                      <p:tavLst>
                                        <p:tav tm="0" fmla="#ppt_w*sin(2.5*pi*$)">
                                          <p:val>
                                            <p:fltVal val="0"/>
                                          </p:val>
                                        </p:tav>
                                        <p:tav tm="100000">
                                          <p:val>
                                            <p:fltVal val="1"/>
                                          </p:val>
                                        </p:tav>
                                      </p:tavLst>
                                    </p:anim>
                                    <p:anim calcmode="lin" valueType="num">
                                      <p:cBhvr>
                                        <p:cTn id="57"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4"/>
                                            </p:cond>
                                          </p:stCondLst>
                                          <p:endCondLst>
                                            <p:cond evt="onStopAudio" delay="0">
                                              <p:tgtEl>
                                                <p:sldTgt/>
                                              </p:tgtEl>
                                            </p:cond>
                                          </p:endCondLst>
                                        </p:cTn>
                                        <p:tgtEl>
                                          <p:sndTgt r:embed="rId3" name="CAMERA.WAV"/>
                                        </p:tgtEl>
                                      </p:cMediaNode>
                                    </p:audio>
                                  </p:subTnLst>
                                </p:cTn>
                              </p:par>
                            </p:childTnLst>
                          </p:cTn>
                        </p:par>
                      </p:childTnLst>
                    </p:cTn>
                  </p:par>
                  <p:par>
                    <p:cTn id="58" fill="hold">
                      <p:stCondLst>
                        <p:cond delay="indefinite"/>
                      </p:stCondLst>
                      <p:childTnLst>
                        <p:par>
                          <p:cTn id="59" fill="hold">
                            <p:stCondLst>
                              <p:cond delay="0"/>
                            </p:stCondLst>
                            <p:childTnLst>
                              <p:par>
                                <p:cTn id="60" presetID="15" presetClass="entr" presetSubtype="0" fill="hold" grpId="0" nodeType="clickEffect">
                                  <p:stCondLst>
                                    <p:cond delay="0"/>
                                  </p:stCondLst>
                                  <p:childTnLst>
                                    <p:set>
                                      <p:cBhvr>
                                        <p:cTn id="61" dur="1" fill="hold">
                                          <p:stCondLst>
                                            <p:cond delay="0"/>
                                          </p:stCondLst>
                                        </p:cTn>
                                        <p:tgtEl>
                                          <p:spTgt spid="165"/>
                                        </p:tgtEl>
                                        <p:attrNameLst>
                                          <p:attrName>style.visibility</p:attrName>
                                        </p:attrNameLst>
                                      </p:cBhvr>
                                      <p:to>
                                        <p:strVal val="visible"/>
                                      </p:to>
                                    </p:set>
                                    <p:anim calcmode="lin" valueType="num">
                                      <p:cBhvr>
                                        <p:cTn id="62" dur="2000" fill="hold"/>
                                        <p:tgtEl>
                                          <p:spTgt spid="165"/>
                                        </p:tgtEl>
                                        <p:attrNameLst>
                                          <p:attrName>ppt_w</p:attrName>
                                        </p:attrNameLst>
                                      </p:cBhvr>
                                      <p:tavLst>
                                        <p:tav tm="0">
                                          <p:val>
                                            <p:fltVal val="0"/>
                                          </p:val>
                                        </p:tav>
                                        <p:tav tm="100000">
                                          <p:val>
                                            <p:strVal val="#ppt_w"/>
                                          </p:val>
                                        </p:tav>
                                      </p:tavLst>
                                    </p:anim>
                                    <p:anim calcmode="lin" valueType="num">
                                      <p:cBhvr>
                                        <p:cTn id="63" dur="2000" fill="hold"/>
                                        <p:tgtEl>
                                          <p:spTgt spid="165"/>
                                        </p:tgtEl>
                                        <p:attrNameLst>
                                          <p:attrName>ppt_h</p:attrName>
                                        </p:attrNameLst>
                                      </p:cBhvr>
                                      <p:tavLst>
                                        <p:tav tm="0">
                                          <p:val>
                                            <p:fltVal val="0"/>
                                          </p:val>
                                        </p:tav>
                                        <p:tav tm="100000">
                                          <p:val>
                                            <p:strVal val="#ppt_h"/>
                                          </p:val>
                                        </p:tav>
                                      </p:tavLst>
                                    </p:anim>
                                    <p:anim calcmode="lin" valueType="num">
                                      <p:cBhvr>
                                        <p:cTn id="64" dur="2000" fill="hold"/>
                                        <p:tgtEl>
                                          <p:spTgt spid="165"/>
                                        </p:tgtEl>
                                        <p:attrNameLst>
                                          <p:attrName>ppt_x</p:attrName>
                                        </p:attrNameLst>
                                      </p:cBhvr>
                                      <p:tavLst>
                                        <p:tav tm="0" fmla="#ppt_x+(cos(-2*pi*(1-$))*-#ppt_x-sin(-2*pi*(1-$))*(1-#ppt_y))*(1-$)">
                                          <p:val>
                                            <p:fltVal val="0"/>
                                          </p:val>
                                        </p:tav>
                                        <p:tav tm="100000">
                                          <p:val>
                                            <p:fltVal val="1"/>
                                          </p:val>
                                        </p:tav>
                                      </p:tavLst>
                                    </p:anim>
                                    <p:anim calcmode="lin" valueType="num">
                                      <p:cBhvr>
                                        <p:cTn id="65" dur="2000" fill="hold"/>
                                        <p:tgtEl>
                                          <p:spTgt spid="16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0"/>
                                            </p:cond>
                                          </p:stCondLst>
                                          <p:endCondLst>
                                            <p:cond evt="onStopAudio" delay="0">
                                              <p:tgtEl>
                                                <p:sldTgt/>
                                              </p:tgtEl>
                                            </p:cond>
                                          </p:endCondLst>
                                        </p:cTn>
                                        <p:tgtEl>
                                          <p:sndTgt r:embed="rId4" name="LASER.WAV"/>
                                        </p:tgtEl>
                                      </p:cMediaNode>
                                    </p:audio>
                                  </p:subTnLst>
                                </p:cTn>
                              </p:par>
                            </p:childTnLst>
                          </p:cTn>
                        </p:par>
                        <p:par>
                          <p:cTn id="66" fill="hold">
                            <p:stCondLst>
                              <p:cond delay="2000"/>
                            </p:stCondLst>
                            <p:childTnLst>
                              <p:par>
                                <p:cTn id="67" presetID="15" presetClass="entr" presetSubtype="0" fill="hold" grpId="0" nodeType="afterEffect">
                                  <p:stCondLst>
                                    <p:cond delay="300"/>
                                  </p:stCondLst>
                                  <p:childTnLst>
                                    <p:set>
                                      <p:cBhvr>
                                        <p:cTn id="68" dur="1" fill="hold">
                                          <p:stCondLst>
                                            <p:cond delay="0"/>
                                          </p:stCondLst>
                                        </p:cTn>
                                        <p:tgtEl>
                                          <p:spTgt spid="127"/>
                                        </p:tgtEl>
                                        <p:attrNameLst>
                                          <p:attrName>style.visibility</p:attrName>
                                        </p:attrNameLst>
                                      </p:cBhvr>
                                      <p:to>
                                        <p:strVal val="visible"/>
                                      </p:to>
                                    </p:set>
                                    <p:anim calcmode="lin" valueType="num">
                                      <p:cBhvr>
                                        <p:cTn id="69" dur="2000" fill="hold"/>
                                        <p:tgtEl>
                                          <p:spTgt spid="127"/>
                                        </p:tgtEl>
                                        <p:attrNameLst>
                                          <p:attrName>ppt_w</p:attrName>
                                        </p:attrNameLst>
                                      </p:cBhvr>
                                      <p:tavLst>
                                        <p:tav tm="0">
                                          <p:val>
                                            <p:fltVal val="0"/>
                                          </p:val>
                                        </p:tav>
                                        <p:tav tm="100000">
                                          <p:val>
                                            <p:strVal val="#ppt_w"/>
                                          </p:val>
                                        </p:tav>
                                      </p:tavLst>
                                    </p:anim>
                                    <p:anim calcmode="lin" valueType="num">
                                      <p:cBhvr>
                                        <p:cTn id="70" dur="2000" fill="hold"/>
                                        <p:tgtEl>
                                          <p:spTgt spid="127"/>
                                        </p:tgtEl>
                                        <p:attrNameLst>
                                          <p:attrName>ppt_h</p:attrName>
                                        </p:attrNameLst>
                                      </p:cBhvr>
                                      <p:tavLst>
                                        <p:tav tm="0">
                                          <p:val>
                                            <p:fltVal val="0"/>
                                          </p:val>
                                        </p:tav>
                                        <p:tav tm="100000">
                                          <p:val>
                                            <p:strVal val="#ppt_h"/>
                                          </p:val>
                                        </p:tav>
                                      </p:tavLst>
                                    </p:anim>
                                    <p:anim calcmode="lin" valueType="num">
                                      <p:cBhvr>
                                        <p:cTn id="71" dur="2000" fill="hold"/>
                                        <p:tgtEl>
                                          <p:spTgt spid="127"/>
                                        </p:tgtEl>
                                        <p:attrNameLst>
                                          <p:attrName>ppt_x</p:attrName>
                                        </p:attrNameLst>
                                      </p:cBhvr>
                                      <p:tavLst>
                                        <p:tav tm="0" fmla="#ppt_x+(cos(-2*pi*(1-$))*-#ppt_x-sin(-2*pi*(1-$))*(1-#ppt_y))*(1-$)">
                                          <p:val>
                                            <p:fltVal val="0"/>
                                          </p:val>
                                        </p:tav>
                                        <p:tav tm="100000">
                                          <p:val>
                                            <p:fltVal val="1"/>
                                          </p:val>
                                        </p:tav>
                                      </p:tavLst>
                                    </p:anim>
                                    <p:anim calcmode="lin" valueType="num">
                                      <p:cBhvr>
                                        <p:cTn id="72" dur="2000" fill="hold"/>
                                        <p:tgtEl>
                                          <p:spTgt spid="12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7"/>
                                            </p:cond>
                                          </p:stCondLst>
                                          <p:endCondLst>
                                            <p:cond evt="onStopAudio" delay="0">
                                              <p:tgtEl>
                                                <p:sldTgt/>
                                              </p:tgtEl>
                                            </p:cond>
                                          </p:endCondLst>
                                        </p:cTn>
                                        <p:tgtEl>
                                          <p:sndTgt r:embed="rId4" name="LASER.WAV"/>
                                        </p:tgtEl>
                                      </p:cMediaNode>
                                    </p:audio>
                                  </p:subTnLst>
                                </p:cTn>
                              </p:par>
                            </p:childTnLst>
                          </p:cTn>
                        </p:par>
                        <p:par>
                          <p:cTn id="73" fill="hold">
                            <p:stCondLst>
                              <p:cond delay="4300"/>
                            </p:stCondLst>
                            <p:childTnLst>
                              <p:par>
                                <p:cTn id="74" presetID="17" presetClass="entr" presetSubtype="10" fill="hold" grpId="0" nodeType="afterEffect">
                                  <p:stCondLst>
                                    <p:cond delay="0"/>
                                  </p:stCondLst>
                                  <p:childTnLst>
                                    <p:set>
                                      <p:cBhvr>
                                        <p:cTn id="75" dur="1" fill="hold">
                                          <p:stCondLst>
                                            <p:cond delay="0"/>
                                          </p:stCondLst>
                                        </p:cTn>
                                        <p:tgtEl>
                                          <p:spTgt spid="120"/>
                                        </p:tgtEl>
                                        <p:attrNameLst>
                                          <p:attrName>style.visibility</p:attrName>
                                        </p:attrNameLst>
                                      </p:cBhvr>
                                      <p:to>
                                        <p:strVal val="visible"/>
                                      </p:to>
                                    </p:set>
                                    <p:anim calcmode="lin" valueType="num">
                                      <p:cBhvr>
                                        <p:cTn id="76" dur="2000" fill="hold"/>
                                        <p:tgtEl>
                                          <p:spTgt spid="120"/>
                                        </p:tgtEl>
                                        <p:attrNameLst>
                                          <p:attrName>ppt_w</p:attrName>
                                        </p:attrNameLst>
                                      </p:cBhvr>
                                      <p:tavLst>
                                        <p:tav tm="0">
                                          <p:val>
                                            <p:fltVal val="0"/>
                                          </p:val>
                                        </p:tav>
                                        <p:tav tm="100000">
                                          <p:val>
                                            <p:strVal val="#ppt_w"/>
                                          </p:val>
                                        </p:tav>
                                      </p:tavLst>
                                    </p:anim>
                                    <p:anim calcmode="lin" valueType="num">
                                      <p:cBhvr>
                                        <p:cTn id="77" dur="2000" fill="hold"/>
                                        <p:tgtEl>
                                          <p:spTgt spid="12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4"/>
                                            </p:cond>
                                          </p:stCondLst>
                                          <p:endCondLst>
                                            <p:cond evt="onStopAudio" delay="0">
                                              <p:tgtEl>
                                                <p:sldTgt/>
                                              </p:tgtEl>
                                            </p:cond>
                                          </p:endCondLst>
                                        </p:cTn>
                                        <p:tgtEl>
                                          <p:sndTgt r:embed="rId3" name="CAMERA.WAV"/>
                                        </p:tgtEl>
                                      </p:cMediaNode>
                                    </p:audio>
                                  </p:subTnLst>
                                </p:cTn>
                              </p:par>
                            </p:childTnLst>
                          </p:cTn>
                        </p:par>
                        <p:par>
                          <p:cTn id="78" fill="hold">
                            <p:stCondLst>
                              <p:cond delay="6300"/>
                            </p:stCondLst>
                            <p:childTnLst>
                              <p:par>
                                <p:cTn id="79" presetID="15" presetClass="entr" presetSubtype="0" fill="hold" grpId="0" nodeType="afterEffect">
                                  <p:stCondLst>
                                    <p:cond delay="300"/>
                                  </p:stCondLst>
                                  <p:childTnLst>
                                    <p:set>
                                      <p:cBhvr>
                                        <p:cTn id="80" dur="1" fill="hold">
                                          <p:stCondLst>
                                            <p:cond delay="0"/>
                                          </p:stCondLst>
                                        </p:cTn>
                                        <p:tgtEl>
                                          <p:spTgt spid="128"/>
                                        </p:tgtEl>
                                        <p:attrNameLst>
                                          <p:attrName>style.visibility</p:attrName>
                                        </p:attrNameLst>
                                      </p:cBhvr>
                                      <p:to>
                                        <p:strVal val="visible"/>
                                      </p:to>
                                    </p:set>
                                    <p:anim calcmode="lin" valueType="num">
                                      <p:cBhvr>
                                        <p:cTn id="81" dur="2000" fill="hold"/>
                                        <p:tgtEl>
                                          <p:spTgt spid="128"/>
                                        </p:tgtEl>
                                        <p:attrNameLst>
                                          <p:attrName>ppt_w</p:attrName>
                                        </p:attrNameLst>
                                      </p:cBhvr>
                                      <p:tavLst>
                                        <p:tav tm="0">
                                          <p:val>
                                            <p:fltVal val="0"/>
                                          </p:val>
                                        </p:tav>
                                        <p:tav tm="100000">
                                          <p:val>
                                            <p:strVal val="#ppt_w"/>
                                          </p:val>
                                        </p:tav>
                                      </p:tavLst>
                                    </p:anim>
                                    <p:anim calcmode="lin" valueType="num">
                                      <p:cBhvr>
                                        <p:cTn id="82" dur="2000" fill="hold"/>
                                        <p:tgtEl>
                                          <p:spTgt spid="128"/>
                                        </p:tgtEl>
                                        <p:attrNameLst>
                                          <p:attrName>ppt_h</p:attrName>
                                        </p:attrNameLst>
                                      </p:cBhvr>
                                      <p:tavLst>
                                        <p:tav tm="0">
                                          <p:val>
                                            <p:fltVal val="0"/>
                                          </p:val>
                                        </p:tav>
                                        <p:tav tm="100000">
                                          <p:val>
                                            <p:strVal val="#ppt_h"/>
                                          </p:val>
                                        </p:tav>
                                      </p:tavLst>
                                    </p:anim>
                                    <p:anim calcmode="lin" valueType="num">
                                      <p:cBhvr>
                                        <p:cTn id="83" dur="2000" fill="hold"/>
                                        <p:tgtEl>
                                          <p:spTgt spid="128"/>
                                        </p:tgtEl>
                                        <p:attrNameLst>
                                          <p:attrName>ppt_x</p:attrName>
                                        </p:attrNameLst>
                                      </p:cBhvr>
                                      <p:tavLst>
                                        <p:tav tm="0" fmla="#ppt_x+(cos(-2*pi*(1-$))*-#ppt_x-sin(-2*pi*(1-$))*(1-#ppt_y))*(1-$)">
                                          <p:val>
                                            <p:fltVal val="0"/>
                                          </p:val>
                                        </p:tav>
                                        <p:tav tm="100000">
                                          <p:val>
                                            <p:fltVal val="1"/>
                                          </p:val>
                                        </p:tav>
                                      </p:tavLst>
                                    </p:anim>
                                    <p:anim calcmode="lin" valueType="num">
                                      <p:cBhvr>
                                        <p:cTn id="84" dur="2000" fill="hold"/>
                                        <p:tgtEl>
                                          <p:spTgt spid="12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9"/>
                                            </p:cond>
                                          </p:stCondLst>
                                          <p:endCondLst>
                                            <p:cond evt="onStopAudio" delay="0">
                                              <p:tgtEl>
                                                <p:sldTgt/>
                                              </p:tgtEl>
                                            </p:cond>
                                          </p:endCondLst>
                                        </p:cTn>
                                        <p:tgtEl>
                                          <p:sndTgt r:embed="rId4" name="LASER.WAV"/>
                                        </p:tgtEl>
                                      </p:cMediaNode>
                                    </p:audio>
                                  </p:subTnLst>
                                </p:cTn>
                              </p:par>
                            </p:childTnLst>
                          </p:cTn>
                        </p:par>
                        <p:par>
                          <p:cTn id="85" fill="hold">
                            <p:stCondLst>
                              <p:cond delay="8600"/>
                            </p:stCondLst>
                            <p:childTnLst>
                              <p:par>
                                <p:cTn id="86" presetID="17" presetClass="entr" presetSubtype="10" fill="hold" grpId="0" nodeType="afterEffect">
                                  <p:stCondLst>
                                    <p:cond delay="0"/>
                                  </p:stCondLst>
                                  <p:childTnLst>
                                    <p:set>
                                      <p:cBhvr>
                                        <p:cTn id="87" dur="1" fill="hold">
                                          <p:stCondLst>
                                            <p:cond delay="0"/>
                                          </p:stCondLst>
                                        </p:cTn>
                                        <p:tgtEl>
                                          <p:spTgt spid="123"/>
                                        </p:tgtEl>
                                        <p:attrNameLst>
                                          <p:attrName>style.visibility</p:attrName>
                                        </p:attrNameLst>
                                      </p:cBhvr>
                                      <p:to>
                                        <p:strVal val="visible"/>
                                      </p:to>
                                    </p:set>
                                    <p:anim calcmode="lin" valueType="num">
                                      <p:cBhvr>
                                        <p:cTn id="88" dur="2000" fill="hold"/>
                                        <p:tgtEl>
                                          <p:spTgt spid="123"/>
                                        </p:tgtEl>
                                        <p:attrNameLst>
                                          <p:attrName>ppt_w</p:attrName>
                                        </p:attrNameLst>
                                      </p:cBhvr>
                                      <p:tavLst>
                                        <p:tav tm="0">
                                          <p:val>
                                            <p:fltVal val="0"/>
                                          </p:val>
                                        </p:tav>
                                        <p:tav tm="100000">
                                          <p:val>
                                            <p:strVal val="#ppt_w"/>
                                          </p:val>
                                        </p:tav>
                                      </p:tavLst>
                                    </p:anim>
                                    <p:anim calcmode="lin" valueType="num">
                                      <p:cBhvr>
                                        <p:cTn id="89" dur="2000" fill="hold"/>
                                        <p:tgtEl>
                                          <p:spTgt spid="1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par>
                          <p:cTn id="90" fill="hold">
                            <p:stCondLst>
                              <p:cond delay="10600"/>
                            </p:stCondLst>
                            <p:childTnLst>
                              <p:par>
                                <p:cTn id="91" presetID="15" presetClass="entr" presetSubtype="0" fill="hold" grpId="0" nodeType="afterEffect">
                                  <p:stCondLst>
                                    <p:cond delay="300"/>
                                  </p:stCondLst>
                                  <p:childTnLst>
                                    <p:set>
                                      <p:cBhvr>
                                        <p:cTn id="92" dur="1" fill="hold">
                                          <p:stCondLst>
                                            <p:cond delay="0"/>
                                          </p:stCondLst>
                                        </p:cTn>
                                        <p:tgtEl>
                                          <p:spTgt spid="129"/>
                                        </p:tgtEl>
                                        <p:attrNameLst>
                                          <p:attrName>style.visibility</p:attrName>
                                        </p:attrNameLst>
                                      </p:cBhvr>
                                      <p:to>
                                        <p:strVal val="visible"/>
                                      </p:to>
                                    </p:set>
                                    <p:anim calcmode="lin" valueType="num">
                                      <p:cBhvr>
                                        <p:cTn id="93" dur="2000" fill="hold"/>
                                        <p:tgtEl>
                                          <p:spTgt spid="129"/>
                                        </p:tgtEl>
                                        <p:attrNameLst>
                                          <p:attrName>ppt_w</p:attrName>
                                        </p:attrNameLst>
                                      </p:cBhvr>
                                      <p:tavLst>
                                        <p:tav tm="0">
                                          <p:val>
                                            <p:fltVal val="0"/>
                                          </p:val>
                                        </p:tav>
                                        <p:tav tm="100000">
                                          <p:val>
                                            <p:strVal val="#ppt_w"/>
                                          </p:val>
                                        </p:tav>
                                      </p:tavLst>
                                    </p:anim>
                                    <p:anim calcmode="lin" valueType="num">
                                      <p:cBhvr>
                                        <p:cTn id="94" dur="2000" fill="hold"/>
                                        <p:tgtEl>
                                          <p:spTgt spid="129"/>
                                        </p:tgtEl>
                                        <p:attrNameLst>
                                          <p:attrName>ppt_h</p:attrName>
                                        </p:attrNameLst>
                                      </p:cBhvr>
                                      <p:tavLst>
                                        <p:tav tm="0">
                                          <p:val>
                                            <p:fltVal val="0"/>
                                          </p:val>
                                        </p:tav>
                                        <p:tav tm="100000">
                                          <p:val>
                                            <p:strVal val="#ppt_h"/>
                                          </p:val>
                                        </p:tav>
                                      </p:tavLst>
                                    </p:anim>
                                    <p:anim calcmode="lin" valueType="num">
                                      <p:cBhvr>
                                        <p:cTn id="95" dur="2000" fill="hold"/>
                                        <p:tgtEl>
                                          <p:spTgt spid="129"/>
                                        </p:tgtEl>
                                        <p:attrNameLst>
                                          <p:attrName>ppt_x</p:attrName>
                                        </p:attrNameLst>
                                      </p:cBhvr>
                                      <p:tavLst>
                                        <p:tav tm="0" fmla="#ppt_x+(cos(-2*pi*(1-$))*-#ppt_x-sin(-2*pi*(1-$))*(1-#ppt_y))*(1-$)">
                                          <p:val>
                                            <p:fltVal val="0"/>
                                          </p:val>
                                        </p:tav>
                                        <p:tav tm="100000">
                                          <p:val>
                                            <p:fltVal val="1"/>
                                          </p:val>
                                        </p:tav>
                                      </p:tavLst>
                                    </p:anim>
                                    <p:anim calcmode="lin" valueType="num">
                                      <p:cBhvr>
                                        <p:cTn id="96" dur="2000" fill="hold"/>
                                        <p:tgtEl>
                                          <p:spTgt spid="12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1"/>
                                            </p:cond>
                                          </p:stCondLst>
                                          <p:endCondLst>
                                            <p:cond evt="onStopAudio" delay="0">
                                              <p:tgtEl>
                                                <p:sldTgt/>
                                              </p:tgtEl>
                                            </p:cond>
                                          </p:endCondLst>
                                        </p:cTn>
                                        <p:tgtEl>
                                          <p:sndTgt r:embed="rId4" name="LASER.WAV"/>
                                        </p:tgtEl>
                                      </p:cMediaNode>
                                    </p:audio>
                                  </p:subTnLst>
                                </p:cTn>
                              </p:par>
                            </p:childTnLst>
                          </p:cTn>
                        </p:par>
                        <p:par>
                          <p:cTn id="97" fill="hold">
                            <p:stCondLst>
                              <p:cond delay="12900"/>
                            </p:stCondLst>
                            <p:childTnLst>
                              <p:par>
                                <p:cTn id="98" presetID="18" presetClass="entr" presetSubtype="3" fill="hold" grpId="0" nodeType="afterEffect">
                                  <p:stCondLst>
                                    <p:cond delay="1000"/>
                                  </p:stCondLst>
                                  <p:childTnLst>
                                    <p:set>
                                      <p:cBhvr>
                                        <p:cTn id="99" dur="1" fill="hold">
                                          <p:stCondLst>
                                            <p:cond delay="0"/>
                                          </p:stCondLst>
                                        </p:cTn>
                                        <p:tgtEl>
                                          <p:spTgt spid="121"/>
                                        </p:tgtEl>
                                        <p:attrNameLst>
                                          <p:attrName>style.visibility</p:attrName>
                                        </p:attrNameLst>
                                      </p:cBhvr>
                                      <p:to>
                                        <p:strVal val="visible"/>
                                      </p:to>
                                    </p:set>
                                    <p:animEffect transition="in" filter="strips(upRight)">
                                      <p:cBhvr>
                                        <p:cTn id="100" dur="5000"/>
                                        <p:tgtEl>
                                          <p:spTgt spid="121"/>
                                        </p:tgtEl>
                                      </p:cBhvr>
                                    </p:animEffect>
                                  </p:childTnLst>
                                  <p:subTnLst>
                                    <p:audio>
                                      <p:cMediaNode>
                                        <p:cTn display="0" masterRel="sameClick">
                                          <p:stCondLst>
                                            <p:cond evt="begin" delay="0">
                                              <p:tn val="98"/>
                                            </p:cond>
                                          </p:stCondLst>
                                          <p:endCondLst>
                                            <p:cond evt="onStopAudio" delay="0">
                                              <p:tgtEl>
                                                <p:sldTgt/>
                                              </p:tgtEl>
                                            </p:cond>
                                          </p:endCondLst>
                                        </p:cTn>
                                        <p:tgtEl>
                                          <p:sndTgt r:embed="rId5" name="CHIMES.WAV"/>
                                        </p:tgtEl>
                                      </p:cMediaNode>
                                    </p:audio>
                                  </p:subTnLst>
                                </p:cTn>
                              </p:par>
                            </p:childTnLst>
                          </p:cTn>
                        </p:par>
                        <p:par>
                          <p:cTn id="101" fill="hold">
                            <p:stCondLst>
                              <p:cond delay="18900"/>
                            </p:stCondLst>
                            <p:childTnLst>
                              <p:par>
                                <p:cTn id="102" presetID="18" presetClass="entr" presetSubtype="6" fill="hold" grpId="0" nodeType="afterEffect">
                                  <p:stCondLst>
                                    <p:cond delay="0"/>
                                  </p:stCondLst>
                                  <p:childTnLst>
                                    <p:set>
                                      <p:cBhvr>
                                        <p:cTn id="103" dur="1" fill="hold">
                                          <p:stCondLst>
                                            <p:cond delay="0"/>
                                          </p:stCondLst>
                                        </p:cTn>
                                        <p:tgtEl>
                                          <p:spTgt spid="122"/>
                                        </p:tgtEl>
                                        <p:attrNameLst>
                                          <p:attrName>style.visibility</p:attrName>
                                        </p:attrNameLst>
                                      </p:cBhvr>
                                      <p:to>
                                        <p:strVal val="visible"/>
                                      </p:to>
                                    </p:set>
                                    <p:animEffect transition="in" filter="strips(downRight)">
                                      <p:cBhvr>
                                        <p:cTn id="104" dur="5000"/>
                                        <p:tgtEl>
                                          <p:spTgt spid="122"/>
                                        </p:tgtEl>
                                      </p:cBhvr>
                                    </p:animEffect>
                                  </p:childTnLst>
                                  <p:subTnLst>
                                    <p:audio>
                                      <p:cMediaNode>
                                        <p:cTn display="0" masterRel="sameClick">
                                          <p:stCondLst>
                                            <p:cond evt="begin" delay="0">
                                              <p:tn val="102"/>
                                            </p:cond>
                                          </p:stCondLst>
                                          <p:endCondLst>
                                            <p:cond evt="onStopAudio" delay="0">
                                              <p:tgtEl>
                                                <p:sldTgt/>
                                              </p:tgtEl>
                                            </p:cond>
                                          </p:endCondLst>
                                        </p:cTn>
                                        <p:tgtEl>
                                          <p:sndTgt r:embed="rId5" name="CHIMES.WAV"/>
                                        </p:tgtEl>
                                      </p:cMediaNode>
                                    </p:audio>
                                  </p:subTnLst>
                                </p:cTn>
                              </p:par>
                            </p:childTnLst>
                          </p:cTn>
                        </p:par>
                        <p:par>
                          <p:cTn id="105" fill="hold">
                            <p:stCondLst>
                              <p:cond delay="23900"/>
                            </p:stCondLst>
                            <p:childTnLst>
                              <p:par>
                                <p:cTn id="106" presetID="18" presetClass="entr" presetSubtype="3" fill="hold" grpId="0" nodeType="afterEffect">
                                  <p:stCondLst>
                                    <p:cond delay="0"/>
                                  </p:stCondLst>
                                  <p:childTnLst>
                                    <p:set>
                                      <p:cBhvr>
                                        <p:cTn id="107" dur="1" fill="hold">
                                          <p:stCondLst>
                                            <p:cond delay="0"/>
                                          </p:stCondLst>
                                        </p:cTn>
                                        <p:tgtEl>
                                          <p:spTgt spid="164"/>
                                        </p:tgtEl>
                                        <p:attrNameLst>
                                          <p:attrName>style.visibility</p:attrName>
                                        </p:attrNameLst>
                                      </p:cBhvr>
                                      <p:to>
                                        <p:strVal val="visible"/>
                                      </p:to>
                                    </p:set>
                                    <p:animEffect transition="in" filter="strips(upRight)">
                                      <p:cBhvr>
                                        <p:cTn id="108" dur="5000"/>
                                        <p:tgtEl>
                                          <p:spTgt spid="164"/>
                                        </p:tgtEl>
                                      </p:cBhvr>
                                    </p:animEffect>
                                  </p:childTnLst>
                                  <p:subTnLst>
                                    <p:audio>
                                      <p:cMediaNode>
                                        <p:cTn display="0" masterRel="sameClick">
                                          <p:stCondLst>
                                            <p:cond evt="begin" delay="0">
                                              <p:tn val="106"/>
                                            </p:cond>
                                          </p:stCondLst>
                                          <p:endCondLst>
                                            <p:cond evt="onStopAudio" delay="0">
                                              <p:tgtEl>
                                                <p:sldTgt/>
                                              </p:tgtEl>
                                            </p:cond>
                                          </p:endCondLst>
                                        </p:cTn>
                                        <p:tgtEl>
                                          <p:sndTgt r:embed="rId5" name="CHIMES.WAV"/>
                                        </p:tgtEl>
                                      </p:cMediaNode>
                                    </p:audio>
                                  </p:subTnLst>
                                </p:cTn>
                              </p:par>
                            </p:childTnLst>
                          </p:cTn>
                        </p:par>
                        <p:par>
                          <p:cTn id="109" fill="hold">
                            <p:stCondLst>
                              <p:cond delay="28900"/>
                            </p:stCondLst>
                            <p:childTnLst>
                              <p:par>
                                <p:cTn id="110" presetID="22" presetClass="entr" presetSubtype="8" fill="hold" grpId="0" nodeType="afterEffect">
                                  <p:stCondLst>
                                    <p:cond delay="0"/>
                                  </p:stCondLst>
                                  <p:childTnLst>
                                    <p:set>
                                      <p:cBhvr>
                                        <p:cTn id="111" dur="1" fill="hold">
                                          <p:stCondLst>
                                            <p:cond delay="0"/>
                                          </p:stCondLst>
                                        </p:cTn>
                                        <p:tgtEl>
                                          <p:spTgt spid="117"/>
                                        </p:tgtEl>
                                        <p:attrNameLst>
                                          <p:attrName>style.visibility</p:attrName>
                                        </p:attrNameLst>
                                      </p:cBhvr>
                                      <p:to>
                                        <p:strVal val="visible"/>
                                      </p:to>
                                    </p:set>
                                    <p:animEffect transition="in" filter="wipe(left)">
                                      <p:cBhvr>
                                        <p:cTn id="112" dur="5000"/>
                                        <p:tgtEl>
                                          <p:spTgt spid="117"/>
                                        </p:tgtEl>
                                      </p:cBhvr>
                                    </p:animEffect>
                                  </p:childTnLst>
                                  <p:subTnLst>
                                    <p:audio>
                                      <p:cMediaNode>
                                        <p:cTn display="0" masterRel="sameClick">
                                          <p:stCondLst>
                                            <p:cond evt="begin" delay="0">
                                              <p:tn val="110"/>
                                            </p:cond>
                                          </p:stCondLst>
                                          <p:endCondLst>
                                            <p:cond evt="onStopAudio" delay="0">
                                              <p:tgtEl>
                                                <p:sldTgt/>
                                              </p:tgtEl>
                                            </p:cond>
                                          </p:endCondLst>
                                        </p:cTn>
                                        <p:tgtEl>
                                          <p:sndTgt r:embed="rId3" name="CAMERA.WAV"/>
                                        </p:tgtEl>
                                      </p:cMediaNode>
                                    </p:audio>
                                  </p:subTnLst>
                                </p:cTn>
                              </p:par>
                            </p:childTnLst>
                          </p:cTn>
                        </p:par>
                        <p:par>
                          <p:cTn id="113" fill="hold">
                            <p:stCondLst>
                              <p:cond delay="33900"/>
                            </p:stCondLst>
                            <p:childTnLst>
                              <p:par>
                                <p:cTn id="114" presetID="15" presetClass="entr" presetSubtype="0" fill="hold" nodeType="afterEffect">
                                  <p:stCondLst>
                                    <p:cond delay="300"/>
                                  </p:stCondLst>
                                  <p:childTnLst>
                                    <p:set>
                                      <p:cBhvr>
                                        <p:cTn id="115" dur="1" fill="hold">
                                          <p:stCondLst>
                                            <p:cond delay="0"/>
                                          </p:stCondLst>
                                        </p:cTn>
                                        <p:tgtEl>
                                          <p:spTgt spid="124"/>
                                        </p:tgtEl>
                                        <p:attrNameLst>
                                          <p:attrName>style.visibility</p:attrName>
                                        </p:attrNameLst>
                                      </p:cBhvr>
                                      <p:to>
                                        <p:strVal val="visible"/>
                                      </p:to>
                                    </p:set>
                                    <p:anim calcmode="lin" valueType="num">
                                      <p:cBhvr>
                                        <p:cTn id="116" dur="2000" fill="hold"/>
                                        <p:tgtEl>
                                          <p:spTgt spid="124"/>
                                        </p:tgtEl>
                                        <p:attrNameLst>
                                          <p:attrName>ppt_w</p:attrName>
                                        </p:attrNameLst>
                                      </p:cBhvr>
                                      <p:tavLst>
                                        <p:tav tm="0">
                                          <p:val>
                                            <p:fltVal val="0"/>
                                          </p:val>
                                        </p:tav>
                                        <p:tav tm="100000">
                                          <p:val>
                                            <p:strVal val="#ppt_w"/>
                                          </p:val>
                                        </p:tav>
                                      </p:tavLst>
                                    </p:anim>
                                    <p:anim calcmode="lin" valueType="num">
                                      <p:cBhvr>
                                        <p:cTn id="117" dur="2000" fill="hold"/>
                                        <p:tgtEl>
                                          <p:spTgt spid="124"/>
                                        </p:tgtEl>
                                        <p:attrNameLst>
                                          <p:attrName>ppt_h</p:attrName>
                                        </p:attrNameLst>
                                      </p:cBhvr>
                                      <p:tavLst>
                                        <p:tav tm="0">
                                          <p:val>
                                            <p:fltVal val="0"/>
                                          </p:val>
                                        </p:tav>
                                        <p:tav tm="100000">
                                          <p:val>
                                            <p:strVal val="#ppt_h"/>
                                          </p:val>
                                        </p:tav>
                                      </p:tavLst>
                                    </p:anim>
                                    <p:anim calcmode="lin" valueType="num">
                                      <p:cBhvr>
                                        <p:cTn id="118" dur="2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19" dur="2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4"/>
                                            </p:cond>
                                          </p:stCondLst>
                                          <p:endCondLst>
                                            <p:cond evt="onStopAudio" delay="0">
                                              <p:tgtEl>
                                                <p:sldTgt/>
                                              </p:tgtEl>
                                            </p:cond>
                                          </p:endCondLst>
                                        </p:cTn>
                                        <p:tgtEl>
                                          <p:sndTgt r:embed="rId4" name="LASER.WAV"/>
                                        </p:tgtEl>
                                      </p:cMediaNode>
                                    </p:audio>
                                  </p:subTnLst>
                                </p:cTn>
                              </p:par>
                            </p:childTnLst>
                          </p:cTn>
                        </p:par>
                        <p:par>
                          <p:cTn id="120" fill="hold">
                            <p:stCondLst>
                              <p:cond delay="36200"/>
                            </p:stCondLst>
                            <p:childTnLst>
                              <p:par>
                                <p:cTn id="121" presetID="15" presetClass="entr" presetSubtype="0" fill="hold" nodeType="afterEffect">
                                  <p:stCondLst>
                                    <p:cond delay="0"/>
                                  </p:stCondLst>
                                  <p:childTnLst>
                                    <p:set>
                                      <p:cBhvr>
                                        <p:cTn id="122" dur="1" fill="hold">
                                          <p:stCondLst>
                                            <p:cond delay="0"/>
                                          </p:stCondLst>
                                        </p:cTn>
                                        <p:tgtEl>
                                          <p:spTgt spid="130"/>
                                        </p:tgtEl>
                                        <p:attrNameLst>
                                          <p:attrName>style.visibility</p:attrName>
                                        </p:attrNameLst>
                                      </p:cBhvr>
                                      <p:to>
                                        <p:strVal val="visible"/>
                                      </p:to>
                                    </p:set>
                                    <p:anim calcmode="lin" valueType="num">
                                      <p:cBhvr>
                                        <p:cTn id="123" dur="2000" fill="hold"/>
                                        <p:tgtEl>
                                          <p:spTgt spid="130"/>
                                        </p:tgtEl>
                                        <p:attrNameLst>
                                          <p:attrName>ppt_w</p:attrName>
                                        </p:attrNameLst>
                                      </p:cBhvr>
                                      <p:tavLst>
                                        <p:tav tm="0">
                                          <p:val>
                                            <p:fltVal val="0"/>
                                          </p:val>
                                        </p:tav>
                                        <p:tav tm="100000">
                                          <p:val>
                                            <p:strVal val="#ppt_w"/>
                                          </p:val>
                                        </p:tav>
                                      </p:tavLst>
                                    </p:anim>
                                    <p:anim calcmode="lin" valueType="num">
                                      <p:cBhvr>
                                        <p:cTn id="124" dur="2000" fill="hold"/>
                                        <p:tgtEl>
                                          <p:spTgt spid="130"/>
                                        </p:tgtEl>
                                        <p:attrNameLst>
                                          <p:attrName>ppt_h</p:attrName>
                                        </p:attrNameLst>
                                      </p:cBhvr>
                                      <p:tavLst>
                                        <p:tav tm="0">
                                          <p:val>
                                            <p:fltVal val="0"/>
                                          </p:val>
                                        </p:tav>
                                        <p:tav tm="100000">
                                          <p:val>
                                            <p:strVal val="#ppt_h"/>
                                          </p:val>
                                        </p:tav>
                                      </p:tavLst>
                                    </p:anim>
                                    <p:anim calcmode="lin" valueType="num">
                                      <p:cBhvr>
                                        <p:cTn id="125" dur="2000" fill="hold"/>
                                        <p:tgtEl>
                                          <p:spTgt spid="130"/>
                                        </p:tgtEl>
                                        <p:attrNameLst>
                                          <p:attrName>ppt_x</p:attrName>
                                        </p:attrNameLst>
                                      </p:cBhvr>
                                      <p:tavLst>
                                        <p:tav tm="0" fmla="#ppt_x+(cos(-2*pi*(1-$))*-#ppt_x-sin(-2*pi*(1-$))*(1-#ppt_y))*(1-$)">
                                          <p:val>
                                            <p:fltVal val="0"/>
                                          </p:val>
                                        </p:tav>
                                        <p:tav tm="100000">
                                          <p:val>
                                            <p:fltVal val="1"/>
                                          </p:val>
                                        </p:tav>
                                      </p:tavLst>
                                    </p:anim>
                                    <p:anim calcmode="lin" valueType="num">
                                      <p:cBhvr>
                                        <p:cTn id="126" dur="2000" fill="hold"/>
                                        <p:tgtEl>
                                          <p:spTgt spid="13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1"/>
                                            </p:cond>
                                          </p:stCondLst>
                                          <p:endCondLst>
                                            <p:cond evt="onStopAudio" delay="0">
                                              <p:tgtEl>
                                                <p:sldTgt/>
                                              </p:tgtEl>
                                            </p:cond>
                                          </p:endCondLst>
                                        </p:cTn>
                                        <p:tgtEl>
                                          <p:sndTgt r:embed="rId4" name="LASER.WAV"/>
                                        </p:tgtEl>
                                      </p:cMediaNode>
                                    </p:audio>
                                  </p:sub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92"/>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16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117" grpId="0" animBg="1"/>
      <p:bldP spid="118" grpId="0" autoUpdateAnimBg="0"/>
      <p:bldP spid="119" grpId="0" autoUpdateAnimBg="0"/>
      <p:bldP spid="120" grpId="0" autoUpdateAnimBg="0"/>
      <p:bldP spid="121" grpId="0" animBg="1"/>
      <p:bldP spid="122" grpId="0" animBg="1"/>
      <p:bldP spid="123" grpId="0" autoUpdateAnimBg="0"/>
      <p:bldP spid="127" grpId="0" animBg="1"/>
      <p:bldP spid="128" grpId="0" animBg="1"/>
      <p:bldP spid="129" grpId="0" animBg="1"/>
      <p:bldP spid="157" grpId="0" animBg="1"/>
      <p:bldP spid="158" grpId="0" animBg="1"/>
      <p:bldP spid="160" grpId="0" animBg="1"/>
      <p:bldP spid="162" grpId="0" autoUpdateAnimBg="0"/>
      <p:bldP spid="163" grpId="0" animBg="1"/>
      <p:bldP spid="164" grpId="0" animBg="1"/>
      <p:bldP spid="165" grpId="0" animBg="1"/>
      <p:bldP spid="166" grpId="0"/>
      <p:bldP spid="16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479728" y="1168371"/>
            <a:ext cx="5592936" cy="3636404"/>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grpSp>
        <p:nvGrpSpPr>
          <p:cNvPr id="95" name="Group 3"/>
          <p:cNvGrpSpPr>
            <a:grpSpLocks/>
          </p:cNvGrpSpPr>
          <p:nvPr/>
        </p:nvGrpSpPr>
        <p:grpSpPr bwMode="auto">
          <a:xfrm>
            <a:off x="6479728" y="1154083"/>
            <a:ext cx="4102100" cy="1908175"/>
            <a:chOff x="2322" y="1043"/>
            <a:chExt cx="2584" cy="1202"/>
          </a:xfrm>
        </p:grpSpPr>
        <p:grpSp>
          <p:nvGrpSpPr>
            <p:cNvPr id="96" name="Group 4"/>
            <p:cNvGrpSpPr>
              <a:grpSpLocks/>
            </p:cNvGrpSpPr>
            <p:nvPr/>
          </p:nvGrpSpPr>
          <p:grpSpPr bwMode="auto">
            <a:xfrm>
              <a:off x="2322" y="1043"/>
              <a:ext cx="2584" cy="1202"/>
              <a:chOff x="2322" y="1043"/>
              <a:chExt cx="2584" cy="1202"/>
            </a:xfrm>
          </p:grpSpPr>
          <p:sp>
            <p:nvSpPr>
              <p:cNvPr id="98" name="Text Box 5"/>
              <p:cNvSpPr txBox="1">
                <a:spLocks noChangeAspect="1" noChangeArrowheads="1"/>
              </p:cNvSpPr>
              <p:nvPr/>
            </p:nvSpPr>
            <p:spPr bwMode="auto">
              <a:xfrm flipH="1">
                <a:off x="4274" y="1052"/>
                <a:ext cx="632"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0.8kN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99" name="Text Box 6"/>
              <p:cNvSpPr txBox="1">
                <a:spLocks noChangeAspect="1" noChangeArrowheads="1"/>
              </p:cNvSpPr>
              <p:nvPr/>
            </p:nvSpPr>
            <p:spPr bwMode="auto">
              <a:xfrm flipH="1">
                <a:off x="4113" y="1650"/>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D</a:t>
                </a:r>
              </a:p>
            </p:txBody>
          </p:sp>
          <p:sp>
            <p:nvSpPr>
              <p:cNvPr id="100" name="Line 7"/>
              <p:cNvSpPr>
                <a:spLocks noChangeShapeType="1"/>
              </p:cNvSpPr>
              <p:nvPr/>
            </p:nvSpPr>
            <p:spPr bwMode="auto">
              <a:xfrm>
                <a:off x="2575" y="1695"/>
                <a:ext cx="1702"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Text Box 8"/>
              <p:cNvSpPr txBox="1">
                <a:spLocks noChangeAspect="1" noChangeArrowheads="1"/>
              </p:cNvSpPr>
              <p:nvPr/>
            </p:nvSpPr>
            <p:spPr bwMode="auto">
              <a:xfrm>
                <a:off x="2606" y="1950"/>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2" name="Line 9"/>
              <p:cNvSpPr>
                <a:spLocks noChangeAspect="1" noChangeShapeType="1"/>
              </p:cNvSpPr>
              <p:nvPr/>
            </p:nvSpPr>
            <p:spPr bwMode="auto">
              <a:xfrm>
                <a:off x="3149" y="2079"/>
                <a:ext cx="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3" name="Line 10"/>
              <p:cNvSpPr>
                <a:spLocks noChangeAspect="1" noChangeShapeType="1"/>
              </p:cNvSpPr>
              <p:nvPr/>
            </p:nvSpPr>
            <p:spPr bwMode="auto">
              <a:xfrm>
                <a:off x="3699" y="2199"/>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4" name="Text Box 11"/>
              <p:cNvSpPr txBox="1">
                <a:spLocks noChangeAspect="1" noChangeArrowheads="1"/>
              </p:cNvSpPr>
              <p:nvPr/>
            </p:nvSpPr>
            <p:spPr bwMode="auto">
              <a:xfrm>
                <a:off x="3100"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05" name="Text Box 12"/>
              <p:cNvSpPr txBox="1">
                <a:spLocks noChangeAspect="1" noChangeArrowheads="1"/>
              </p:cNvSpPr>
              <p:nvPr/>
            </p:nvSpPr>
            <p:spPr bwMode="auto">
              <a:xfrm flipH="1">
                <a:off x="2943" y="1643"/>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C</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106" name="Line 13"/>
              <p:cNvSpPr>
                <a:spLocks noChangeAspect="1" noChangeShapeType="1"/>
              </p:cNvSpPr>
              <p:nvPr/>
            </p:nvSpPr>
            <p:spPr bwMode="auto">
              <a:xfrm>
                <a:off x="258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Text Box 14"/>
              <p:cNvSpPr txBox="1">
                <a:spLocks noChangeAspect="1" noChangeArrowheads="1"/>
              </p:cNvSpPr>
              <p:nvPr/>
            </p:nvSpPr>
            <p:spPr bwMode="auto">
              <a:xfrm flipH="1">
                <a:off x="2322" y="1595"/>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A</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8" name="Line 15"/>
              <p:cNvSpPr>
                <a:spLocks noChangeAspect="1" noChangeShapeType="1"/>
              </p:cNvSpPr>
              <p:nvPr/>
            </p:nvSpPr>
            <p:spPr bwMode="auto">
              <a:xfrm flipH="1">
                <a:off x="3144" y="1145"/>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Line 16"/>
              <p:cNvSpPr>
                <a:spLocks noChangeAspect="1" noChangeShapeType="1"/>
              </p:cNvSpPr>
              <p:nvPr/>
            </p:nvSpPr>
            <p:spPr bwMode="auto">
              <a:xfrm>
                <a:off x="3699"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0" name="Line 17"/>
              <p:cNvSpPr>
                <a:spLocks noChangeAspect="1" noChangeShapeType="1"/>
              </p:cNvSpPr>
              <p:nvPr/>
            </p:nvSpPr>
            <p:spPr bwMode="auto">
              <a:xfrm>
                <a:off x="4258" y="2086"/>
                <a:ext cx="0" cy="1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1" name="Text Box 18"/>
              <p:cNvSpPr txBox="1">
                <a:spLocks noChangeAspect="1" noChangeArrowheads="1"/>
              </p:cNvSpPr>
              <p:nvPr/>
            </p:nvSpPr>
            <p:spPr bwMode="auto">
              <a:xfrm>
                <a:off x="3657" y="1959"/>
                <a:ext cx="618"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1m</a:t>
                </a:r>
              </a:p>
            </p:txBody>
          </p:sp>
          <p:sp>
            <p:nvSpPr>
              <p:cNvPr id="112" name="Text Box 19"/>
              <p:cNvSpPr txBox="1">
                <a:spLocks noChangeAspect="1" noChangeArrowheads="1"/>
              </p:cNvSpPr>
              <p:nvPr/>
            </p:nvSpPr>
            <p:spPr bwMode="auto">
              <a:xfrm flipH="1">
                <a:off x="3142" y="1043"/>
                <a:ext cx="611" cy="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黑体" panose="02010609060101010101" pitchFamily="49" charset="-122"/>
                  </a:rPr>
                  <a:t>2kN</a:t>
                </a:r>
                <a:endParaRPr kumimoji="1" lang="en-US" altLang="zh-CN" sz="28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endParaRPr>
              </a:p>
            </p:txBody>
          </p:sp>
          <p:sp>
            <p:nvSpPr>
              <p:cNvPr id="113" name="Line 20"/>
              <p:cNvSpPr>
                <a:spLocks noChangeAspect="1" noChangeShapeType="1"/>
              </p:cNvSpPr>
              <p:nvPr/>
            </p:nvSpPr>
            <p:spPr bwMode="auto">
              <a:xfrm>
                <a:off x="2593"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Line 21"/>
              <p:cNvSpPr>
                <a:spLocks noChangeAspect="1" noChangeShapeType="1"/>
              </p:cNvSpPr>
              <p:nvPr/>
            </p:nvSpPr>
            <p:spPr bwMode="auto">
              <a:xfrm>
                <a:off x="3145" y="2197"/>
                <a:ext cx="557"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22"/>
              <p:cNvSpPr txBox="1">
                <a:spLocks noChangeAspect="1" noChangeArrowheads="1"/>
              </p:cNvSpPr>
              <p:nvPr/>
            </p:nvSpPr>
            <p:spPr bwMode="auto">
              <a:xfrm flipH="1">
                <a:off x="3683" y="1658"/>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rPr>
                  <a:t>B</a:t>
                </a:r>
                <a:endPar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97" name="Line 23"/>
            <p:cNvSpPr>
              <a:spLocks noChangeAspect="1" noChangeShapeType="1"/>
            </p:cNvSpPr>
            <p:nvPr/>
          </p:nvSpPr>
          <p:spPr bwMode="auto">
            <a:xfrm flipH="1">
              <a:off x="4273" y="1164"/>
              <a:ext cx="2" cy="53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7" name="Freeform 26" descr="浅色竖线"/>
          <p:cNvSpPr>
            <a:spLocks noChangeAspect="1"/>
          </p:cNvSpPr>
          <p:nvPr/>
        </p:nvSpPr>
        <p:spPr bwMode="auto">
          <a:xfrm>
            <a:off x="6882953" y="3832195"/>
            <a:ext cx="2652713" cy="750888"/>
          </a:xfrm>
          <a:custGeom>
            <a:avLst/>
            <a:gdLst>
              <a:gd name="T0" fmla="*/ 0 w 1671"/>
              <a:gd name="T1" fmla="*/ 338138 h 473"/>
              <a:gd name="T2" fmla="*/ 862013 w 1671"/>
              <a:gd name="T3" fmla="*/ 0 h 473"/>
              <a:gd name="T4" fmla="*/ 1228725 w 1671"/>
              <a:gd name="T5" fmla="*/ 314325 h 473"/>
              <a:gd name="T6" fmla="*/ 1812926 w 1671"/>
              <a:gd name="T7" fmla="*/ 750888 h 473"/>
              <a:gd name="T8" fmla="*/ 2652713 w 1671"/>
              <a:gd name="T9" fmla="*/ 333375 h 473"/>
              <a:gd name="T10" fmla="*/ 0 w 1671"/>
              <a:gd name="T11" fmla="*/ 338138 h 473"/>
              <a:gd name="T12" fmla="*/ 0 60000 65536"/>
              <a:gd name="T13" fmla="*/ 0 60000 65536"/>
              <a:gd name="T14" fmla="*/ 0 60000 65536"/>
              <a:gd name="T15" fmla="*/ 0 60000 65536"/>
              <a:gd name="T16" fmla="*/ 0 60000 65536"/>
              <a:gd name="T17" fmla="*/ 0 60000 65536"/>
              <a:gd name="T18" fmla="*/ 0 w 1671"/>
              <a:gd name="T19" fmla="*/ 0 h 473"/>
              <a:gd name="T20" fmla="*/ 1671 w 1671"/>
              <a:gd name="T21" fmla="*/ 473 h 473"/>
            </a:gdLst>
            <a:ahLst/>
            <a:cxnLst>
              <a:cxn ang="T12">
                <a:pos x="T0" y="T1"/>
              </a:cxn>
              <a:cxn ang="T13">
                <a:pos x="T2" y="T3"/>
              </a:cxn>
              <a:cxn ang="T14">
                <a:pos x="T4" y="T5"/>
              </a:cxn>
              <a:cxn ang="T15">
                <a:pos x="T6" y="T7"/>
              </a:cxn>
              <a:cxn ang="T16">
                <a:pos x="T8" y="T9"/>
              </a:cxn>
              <a:cxn ang="T17">
                <a:pos x="T10" y="T11"/>
              </a:cxn>
            </a:cxnLst>
            <a:rect l="T18" t="T19" r="T20" b="T21"/>
            <a:pathLst>
              <a:path w="1671" h="473">
                <a:moveTo>
                  <a:pt x="0" y="213"/>
                </a:moveTo>
                <a:lnTo>
                  <a:pt x="543" y="0"/>
                </a:lnTo>
                <a:lnTo>
                  <a:pt x="774" y="198"/>
                </a:lnTo>
                <a:cubicBezTo>
                  <a:pt x="894" y="282"/>
                  <a:pt x="1014" y="402"/>
                  <a:pt x="1142" y="473"/>
                </a:cubicBezTo>
                <a:cubicBezTo>
                  <a:pt x="1317" y="382"/>
                  <a:pt x="1446" y="318"/>
                  <a:pt x="1671" y="210"/>
                </a:cubicBezTo>
                <a:cubicBezTo>
                  <a:pt x="833" y="213"/>
                  <a:pt x="0" y="213"/>
                  <a:pt x="0" y="213"/>
                </a:cubicBezTo>
                <a:close/>
              </a:path>
            </a:pathLst>
          </a:custGeom>
          <a:pattFill prst="ltVert">
            <a:fgClr>
              <a:srgbClr val="000000"/>
            </a:fgClr>
            <a:bgClr>
              <a:srgbClr val="A3FFD1"/>
            </a:bgClr>
          </a:patt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Text Box 27"/>
          <p:cNvSpPr txBox="1">
            <a:spLocks noChangeAspect="1" noChangeArrowheads="1"/>
          </p:cNvSpPr>
          <p:nvPr/>
        </p:nvSpPr>
        <p:spPr bwMode="auto">
          <a:xfrm>
            <a:off x="6859141" y="2878108"/>
            <a:ext cx="7207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F</a:t>
            </a:r>
            <a:r>
              <a:rPr lang="en-US" altLang="zh-CN" b="0" baseline="-25000" dirty="0">
                <a:solidFill>
                  <a:srgbClr val="FF0000"/>
                </a:solidFill>
                <a:latin typeface="+mj-lt"/>
                <a:ea typeface="宋体" panose="02010600030101010101" pitchFamily="2" charset="-122"/>
              </a:rPr>
              <a:t>A</a:t>
            </a:r>
            <a:endParaRPr lang="en-US" altLang="zh-CN" b="0" i="0" dirty="0">
              <a:solidFill>
                <a:srgbClr val="FF0000"/>
              </a:solidFill>
              <a:latin typeface="+mj-lt"/>
              <a:ea typeface="宋体" panose="02010600030101010101" pitchFamily="2" charset="-122"/>
            </a:endParaRPr>
          </a:p>
        </p:txBody>
      </p:sp>
      <p:sp>
        <p:nvSpPr>
          <p:cNvPr id="119" name="Text Box 28"/>
          <p:cNvSpPr txBox="1">
            <a:spLocks noChangeAspect="1" noChangeArrowheads="1"/>
          </p:cNvSpPr>
          <p:nvPr/>
        </p:nvSpPr>
        <p:spPr bwMode="auto">
          <a:xfrm>
            <a:off x="8610153" y="2893983"/>
            <a:ext cx="623888"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F</a:t>
            </a:r>
            <a:r>
              <a:rPr lang="en-US" altLang="zh-CN" b="0" baseline="-25000" dirty="0">
                <a:solidFill>
                  <a:srgbClr val="FF0000"/>
                </a:solidFill>
                <a:latin typeface="+mj-lt"/>
                <a:ea typeface="宋体" panose="02010600030101010101" pitchFamily="2" charset="-122"/>
              </a:rPr>
              <a:t>B</a:t>
            </a:r>
            <a:endParaRPr lang="en-US" altLang="zh-CN" b="0" i="0" dirty="0">
              <a:solidFill>
                <a:srgbClr val="FF0000"/>
              </a:solidFill>
              <a:latin typeface="+mj-lt"/>
              <a:ea typeface="宋体" panose="02010600030101010101" pitchFamily="2" charset="-122"/>
            </a:endParaRPr>
          </a:p>
        </p:txBody>
      </p:sp>
      <p:sp>
        <p:nvSpPr>
          <p:cNvPr id="120" name="Text Box 29"/>
          <p:cNvSpPr txBox="1">
            <a:spLocks noChangeAspect="1" noChangeArrowheads="1"/>
          </p:cNvSpPr>
          <p:nvPr/>
        </p:nvSpPr>
        <p:spPr bwMode="auto">
          <a:xfrm>
            <a:off x="7705278" y="3548033"/>
            <a:ext cx="6381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latin typeface="" pitchFamily="18" charset="-52"/>
                <a:ea typeface="宋体" panose="02010600030101010101" pitchFamily="2" charset="-122"/>
              </a:rPr>
              <a:t>0.6</a:t>
            </a:r>
          </a:p>
        </p:txBody>
      </p:sp>
      <p:sp>
        <p:nvSpPr>
          <p:cNvPr id="121" name="Freeform 30"/>
          <p:cNvSpPr>
            <a:spLocks noChangeAspect="1"/>
          </p:cNvSpPr>
          <p:nvPr/>
        </p:nvSpPr>
        <p:spPr bwMode="auto">
          <a:xfrm>
            <a:off x="6887716" y="3841720"/>
            <a:ext cx="854075" cy="322263"/>
          </a:xfrm>
          <a:custGeom>
            <a:avLst/>
            <a:gdLst>
              <a:gd name="T0" fmla="*/ 0 w 538"/>
              <a:gd name="T1" fmla="*/ 322263 h 203"/>
              <a:gd name="T2" fmla="*/ 854075 w 538"/>
              <a:gd name="T3" fmla="*/ 0 h 203"/>
              <a:gd name="T4" fmla="*/ 0 60000 65536"/>
              <a:gd name="T5" fmla="*/ 0 60000 65536"/>
              <a:gd name="T6" fmla="*/ 0 w 538"/>
              <a:gd name="T7" fmla="*/ 0 h 203"/>
              <a:gd name="T8" fmla="*/ 538 w 538"/>
              <a:gd name="T9" fmla="*/ 203 h 203"/>
            </a:gdLst>
            <a:ahLst/>
            <a:cxnLst>
              <a:cxn ang="T4">
                <a:pos x="T0" y="T1"/>
              </a:cxn>
              <a:cxn ang="T5">
                <a:pos x="T2" y="T3"/>
              </a:cxn>
            </a:cxnLst>
            <a:rect l="T6" t="T7" r="T8" b="T9"/>
            <a:pathLst>
              <a:path w="538" h="203">
                <a:moveTo>
                  <a:pt x="0" y="203"/>
                </a:moveTo>
                <a:lnTo>
                  <a:pt x="538"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2" name="Freeform 31"/>
          <p:cNvSpPr>
            <a:spLocks noChangeAspect="1"/>
          </p:cNvSpPr>
          <p:nvPr/>
        </p:nvSpPr>
        <p:spPr bwMode="auto">
          <a:xfrm>
            <a:off x="7754491" y="3854420"/>
            <a:ext cx="911225" cy="720725"/>
          </a:xfrm>
          <a:custGeom>
            <a:avLst/>
            <a:gdLst>
              <a:gd name="T0" fmla="*/ 0 w 574"/>
              <a:gd name="T1" fmla="*/ 0 h 454"/>
              <a:gd name="T2" fmla="*/ 911225 w 574"/>
              <a:gd name="T3" fmla="*/ 720725 h 454"/>
              <a:gd name="T4" fmla="*/ 0 60000 65536"/>
              <a:gd name="T5" fmla="*/ 0 60000 65536"/>
              <a:gd name="T6" fmla="*/ 0 w 574"/>
              <a:gd name="T7" fmla="*/ 0 h 454"/>
              <a:gd name="T8" fmla="*/ 574 w 574"/>
              <a:gd name="T9" fmla="*/ 454 h 454"/>
            </a:gdLst>
            <a:ahLst/>
            <a:cxnLst>
              <a:cxn ang="T4">
                <a:pos x="T0" y="T1"/>
              </a:cxn>
              <a:cxn ang="T5">
                <a:pos x="T2" y="T3"/>
              </a:cxn>
            </a:cxnLst>
            <a:rect l="T6" t="T7" r="T8" b="T9"/>
            <a:pathLst>
              <a:path w="574" h="454">
                <a:moveTo>
                  <a:pt x="0" y="0"/>
                </a:moveTo>
                <a:lnTo>
                  <a:pt x="574" y="454"/>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23" name="Text Box 32"/>
          <p:cNvSpPr txBox="1">
            <a:spLocks noChangeAspect="1" noChangeArrowheads="1"/>
          </p:cNvSpPr>
          <p:nvPr/>
        </p:nvSpPr>
        <p:spPr bwMode="auto">
          <a:xfrm>
            <a:off x="8632378" y="4435445"/>
            <a:ext cx="693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dirty="0">
                <a:solidFill>
                  <a:srgbClr val="000000"/>
                </a:solidFill>
                <a:latin typeface="+mj-lt"/>
                <a:ea typeface="宋体" panose="02010600030101010101" pitchFamily="2" charset="-122"/>
              </a:rPr>
              <a:t>0.8</a:t>
            </a:r>
          </a:p>
        </p:txBody>
      </p:sp>
      <p:grpSp>
        <p:nvGrpSpPr>
          <p:cNvPr id="124" name="Group 33"/>
          <p:cNvGrpSpPr>
            <a:grpSpLocks noChangeAspect="1"/>
          </p:cNvGrpSpPr>
          <p:nvPr/>
        </p:nvGrpSpPr>
        <p:grpSpPr bwMode="auto">
          <a:xfrm>
            <a:off x="7541766" y="3843308"/>
            <a:ext cx="334962" cy="287337"/>
            <a:chOff x="3142" y="1410"/>
            <a:chExt cx="176" cy="150"/>
          </a:xfrm>
        </p:grpSpPr>
        <p:sp>
          <p:nvSpPr>
            <p:cNvPr id="125" name="Oval 34"/>
            <p:cNvSpPr>
              <a:spLocks noChangeAspect="1" noChangeArrowheads="1"/>
            </p:cNvSpPr>
            <p:nvPr/>
          </p:nvSpPr>
          <p:spPr bwMode="auto">
            <a:xfrm>
              <a:off x="3195" y="1477"/>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6" name="Text Box 35"/>
            <p:cNvSpPr txBox="1">
              <a:spLocks noChangeAspect="1" noChangeArrowheads="1"/>
            </p:cNvSpPr>
            <p:nvPr/>
          </p:nvSpPr>
          <p:spPr bwMode="auto">
            <a:xfrm>
              <a:off x="3142" y="1410"/>
              <a:ext cx="176"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sp>
        <p:nvSpPr>
          <p:cNvPr id="127" name="Oval 36"/>
          <p:cNvSpPr>
            <a:spLocks noChangeAspect="1" noChangeArrowheads="1"/>
          </p:cNvSpPr>
          <p:nvPr/>
        </p:nvSpPr>
        <p:spPr bwMode="auto">
          <a:xfrm>
            <a:off x="7702103" y="3789333"/>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8" name="Oval 37"/>
          <p:cNvSpPr>
            <a:spLocks noChangeAspect="1" noChangeArrowheads="1"/>
          </p:cNvSpPr>
          <p:nvPr/>
        </p:nvSpPr>
        <p:spPr bwMode="auto">
          <a:xfrm>
            <a:off x="8653016" y="4530695"/>
            <a:ext cx="90487" cy="90488"/>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9" name="Oval 38"/>
          <p:cNvSpPr>
            <a:spLocks noChangeAspect="1" noChangeArrowheads="1"/>
          </p:cNvSpPr>
          <p:nvPr/>
        </p:nvSpPr>
        <p:spPr bwMode="auto">
          <a:xfrm>
            <a:off x="9484866" y="4114770"/>
            <a:ext cx="88900"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30" name="Group 39"/>
          <p:cNvGrpSpPr>
            <a:grpSpLocks noChangeAspect="1"/>
          </p:cNvGrpSpPr>
          <p:nvPr/>
        </p:nvGrpSpPr>
        <p:grpSpPr bwMode="auto">
          <a:xfrm>
            <a:off x="8592691" y="4016345"/>
            <a:ext cx="334962" cy="379413"/>
            <a:chOff x="3677" y="1454"/>
            <a:chExt cx="176" cy="185"/>
          </a:xfrm>
        </p:grpSpPr>
        <p:sp>
          <p:nvSpPr>
            <p:cNvPr id="131" name="Oval 40"/>
            <p:cNvSpPr>
              <a:spLocks noChangeAspect="1" noChangeArrowheads="1"/>
            </p:cNvSpPr>
            <p:nvPr/>
          </p:nvSpPr>
          <p:spPr bwMode="auto">
            <a:xfrm>
              <a:off x="3729" y="1569"/>
              <a:ext cx="62" cy="61"/>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2" name="Text Box 41"/>
            <p:cNvSpPr txBox="1">
              <a:spLocks noChangeAspect="1" noChangeArrowheads="1"/>
            </p:cNvSpPr>
            <p:nvPr/>
          </p:nvSpPr>
          <p:spPr bwMode="auto">
            <a:xfrm>
              <a:off x="3677" y="1454"/>
              <a:ext cx="17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18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_</a:t>
              </a:r>
            </a:p>
          </p:txBody>
        </p:sp>
      </p:grpSp>
      <p:grpSp>
        <p:nvGrpSpPr>
          <p:cNvPr id="133" name="Group 42"/>
          <p:cNvGrpSpPr>
            <a:grpSpLocks/>
          </p:cNvGrpSpPr>
          <p:nvPr/>
        </p:nvGrpSpPr>
        <p:grpSpPr bwMode="auto">
          <a:xfrm>
            <a:off x="9638853" y="1824008"/>
            <a:ext cx="2419350" cy="1397000"/>
            <a:chOff x="4184" y="1417"/>
            <a:chExt cx="1524" cy="880"/>
          </a:xfrm>
        </p:grpSpPr>
        <p:grpSp>
          <p:nvGrpSpPr>
            <p:cNvPr id="134" name="Group 43"/>
            <p:cNvGrpSpPr>
              <a:grpSpLocks/>
            </p:cNvGrpSpPr>
            <p:nvPr/>
          </p:nvGrpSpPr>
          <p:grpSpPr bwMode="auto">
            <a:xfrm>
              <a:off x="4198" y="1417"/>
              <a:ext cx="1510" cy="880"/>
              <a:chOff x="4198" y="1417"/>
              <a:chExt cx="1510" cy="880"/>
            </a:xfrm>
          </p:grpSpPr>
          <p:sp>
            <p:nvSpPr>
              <p:cNvPr id="136" name="Text Box 44"/>
              <p:cNvSpPr txBox="1">
                <a:spLocks noChangeAspect="1" noChangeArrowheads="1"/>
              </p:cNvSpPr>
              <p:nvPr/>
            </p:nvSpPr>
            <p:spPr bwMode="auto">
              <a:xfrm rot="-5400000">
                <a:off x="4205" y="1930"/>
                <a:ext cx="291"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y</a:t>
                </a:r>
                <a:r>
                  <a:rPr kumimoji="1" lang="en-US" altLang="zh-CN" sz="2400" b="0" i="0" u="none" strike="noStrike" kern="0" cap="none" spc="0" normalizeH="0" baseline="-25000" noProof="0" dirty="0">
                    <a:ln>
                      <a:noFill/>
                    </a:ln>
                    <a:solidFill>
                      <a:srgbClr val="000000"/>
                    </a:solidFill>
                    <a:effectLst/>
                    <a:uLnTx/>
                    <a:uFillTx/>
                    <a:latin typeface="" pitchFamily="18" charset="-52"/>
                    <a:ea typeface="宋体" panose="02010600030101010101" pitchFamily="2" charset="-122"/>
                  </a:rPr>
                  <a:t>1</a:t>
                </a:r>
              </a:p>
            </p:txBody>
          </p:sp>
          <p:sp>
            <p:nvSpPr>
              <p:cNvPr id="137" name="Line 45"/>
              <p:cNvSpPr>
                <a:spLocks noChangeAspect="1" noChangeShapeType="1"/>
              </p:cNvSpPr>
              <p:nvPr/>
            </p:nvSpPr>
            <p:spPr bwMode="auto">
              <a:xfrm>
                <a:off x="4490" y="1730"/>
                <a:ext cx="0" cy="56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Freeform 46" descr="宽上对角线"/>
              <p:cNvSpPr>
                <a:spLocks noChangeAspect="1"/>
              </p:cNvSpPr>
              <p:nvPr/>
            </p:nvSpPr>
            <p:spPr bwMode="auto">
              <a:xfrm>
                <a:off x="4550" y="1422"/>
                <a:ext cx="837" cy="867"/>
              </a:xfrm>
              <a:custGeom>
                <a:avLst/>
                <a:gdLst>
                  <a:gd name="T0" fmla="*/ 1 w 961"/>
                  <a:gd name="T1" fmla="*/ 0 h 994"/>
                  <a:gd name="T2" fmla="*/ 834 w 961"/>
                  <a:gd name="T3" fmla="*/ 0 h 994"/>
                  <a:gd name="T4" fmla="*/ 837 w 961"/>
                  <a:gd name="T5" fmla="*/ 218 h 994"/>
                  <a:gd name="T6" fmla="*/ 550 w 961"/>
                  <a:gd name="T7" fmla="*/ 224 h 994"/>
                  <a:gd name="T8" fmla="*/ 550 w 961"/>
                  <a:gd name="T9" fmla="*/ 867 h 994"/>
                  <a:gd name="T10" fmla="*/ 303 w 961"/>
                  <a:gd name="T11" fmla="*/ 867 h 994"/>
                  <a:gd name="T12" fmla="*/ 303 w 961"/>
                  <a:gd name="T13" fmla="*/ 224 h 994"/>
                  <a:gd name="T14" fmla="*/ 0 w 961"/>
                  <a:gd name="T15" fmla="*/ 222 h 994"/>
                  <a:gd name="T16" fmla="*/ 1 w 961"/>
                  <a:gd name="T17" fmla="*/ 0 h 9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61"/>
                  <a:gd name="T28" fmla="*/ 0 h 994"/>
                  <a:gd name="T29" fmla="*/ 961 w 961"/>
                  <a:gd name="T30" fmla="*/ 994 h 9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61" h="994">
                    <a:moveTo>
                      <a:pt x="1" y="0"/>
                    </a:moveTo>
                    <a:lnTo>
                      <a:pt x="958" y="0"/>
                    </a:lnTo>
                    <a:lnTo>
                      <a:pt x="961" y="250"/>
                    </a:lnTo>
                    <a:lnTo>
                      <a:pt x="631" y="257"/>
                    </a:lnTo>
                    <a:lnTo>
                      <a:pt x="631" y="994"/>
                    </a:lnTo>
                    <a:lnTo>
                      <a:pt x="348" y="994"/>
                    </a:lnTo>
                    <a:lnTo>
                      <a:pt x="348" y="257"/>
                    </a:lnTo>
                    <a:lnTo>
                      <a:pt x="0" y="255"/>
                    </a:lnTo>
                    <a:lnTo>
                      <a:pt x="1" y="0"/>
                    </a:lnTo>
                    <a:close/>
                  </a:path>
                </a:pathLst>
              </a:custGeom>
              <a:pattFill prst="wdUpDiag">
                <a:fgClr>
                  <a:srgbClr val="000000"/>
                </a:fgClr>
                <a:bgClr>
                  <a:srgbClr val="FFFFCC"/>
                </a:bgClr>
              </a:pattFill>
              <a:ln w="28575" cmpd="sng">
                <a:solidFill>
                  <a:srgbClr val="000000"/>
                </a:solidFill>
                <a:round/>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47"/>
              <p:cNvSpPr>
                <a:spLocks noChangeAspect="1" noChangeShapeType="1"/>
              </p:cNvSpPr>
              <p:nvPr/>
            </p:nvSpPr>
            <p:spPr bwMode="auto">
              <a:xfrm>
                <a:off x="4442" y="2290"/>
                <a:ext cx="1266" cy="0"/>
              </a:xfrm>
              <a:prstGeom prst="line">
                <a:avLst/>
              </a:prstGeom>
              <a:noFill/>
              <a:ln w="3175">
                <a:solidFill>
                  <a:srgbClr val="000000"/>
                </a:solidFill>
                <a:round/>
                <a:headEnd/>
                <a:tailEnd type="non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48"/>
              <p:cNvSpPr txBox="1">
                <a:spLocks noChangeAspect="1" noChangeArrowheads="1"/>
              </p:cNvSpPr>
              <p:nvPr/>
            </p:nvSpPr>
            <p:spPr bwMode="auto">
              <a:xfrm>
                <a:off x="5250" y="1625"/>
                <a:ext cx="322"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j-lt"/>
                    <a:ea typeface="宋体" panose="02010600030101010101" pitchFamily="2" charset="-122"/>
                  </a:rPr>
                  <a:t>z</a:t>
                </a:r>
                <a:r>
                  <a:rPr kumimoji="1" lang="en-US" altLang="zh-CN" sz="2400" b="0" u="none" strike="noStrike" kern="0" cap="none" spc="0" normalizeH="0" baseline="-25000" noProof="0" dirty="0" err="1">
                    <a:ln>
                      <a:noFill/>
                    </a:ln>
                    <a:solidFill>
                      <a:srgbClr val="000000"/>
                    </a:solidFill>
                    <a:effectLst/>
                    <a:uLnTx/>
                    <a:uFillTx/>
                  </a:rPr>
                  <a:t>C</a:t>
                </a:r>
                <a:endParaRPr kumimoji="1" lang="en-US" altLang="zh-CN" sz="2400" b="0" u="none" strike="noStrike" kern="0" cap="none" spc="0" normalizeH="0" baseline="-25000" noProof="0" dirty="0">
                  <a:ln>
                    <a:noFill/>
                  </a:ln>
                  <a:solidFill>
                    <a:srgbClr val="000000"/>
                  </a:solidFill>
                  <a:effectLst/>
                  <a:uLnTx/>
                  <a:uFillTx/>
                </a:endParaRPr>
              </a:p>
            </p:txBody>
          </p:sp>
          <p:sp>
            <p:nvSpPr>
              <p:cNvPr id="141" name="Line 49"/>
              <p:cNvSpPr>
                <a:spLocks noChangeAspect="1" noChangeShapeType="1"/>
              </p:cNvSpPr>
              <p:nvPr/>
            </p:nvSpPr>
            <p:spPr bwMode="auto">
              <a:xfrm>
                <a:off x="4414" y="1422"/>
                <a:ext cx="12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2" name="Line 50"/>
              <p:cNvSpPr>
                <a:spLocks noChangeAspect="1" noChangeShapeType="1"/>
              </p:cNvSpPr>
              <p:nvPr/>
            </p:nvSpPr>
            <p:spPr bwMode="auto">
              <a:xfrm>
                <a:off x="5624" y="1417"/>
                <a:ext cx="0" cy="880"/>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Text Box 51"/>
              <p:cNvSpPr txBox="1">
                <a:spLocks noChangeAspect="1" noChangeArrowheads="1"/>
              </p:cNvSpPr>
              <p:nvPr/>
            </p:nvSpPr>
            <p:spPr bwMode="auto">
              <a:xfrm rot="-5400000">
                <a:off x="5269" y="1761"/>
                <a:ext cx="50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mj-lt"/>
                    <a:ea typeface="宋体" panose="02010600030101010101" pitchFamily="2" charset="-122"/>
                  </a:rPr>
                  <a:t>6cm</a:t>
                </a:r>
              </a:p>
            </p:txBody>
          </p:sp>
          <p:sp>
            <p:nvSpPr>
              <p:cNvPr id="144" name="Line 52"/>
              <p:cNvSpPr>
                <a:spLocks noChangeAspect="1" noChangeShapeType="1"/>
              </p:cNvSpPr>
              <p:nvPr/>
            </p:nvSpPr>
            <p:spPr bwMode="auto">
              <a:xfrm>
                <a:off x="4418" y="1736"/>
                <a:ext cx="1107" cy="0"/>
              </a:xfrm>
              <a:prstGeom prst="line">
                <a:avLst/>
              </a:prstGeom>
              <a:noFill/>
              <a:ln w="3175">
                <a:solidFill>
                  <a:srgbClr val="000000"/>
                </a:solidFill>
                <a:round/>
                <a:headEn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5" name="Line 53"/>
              <p:cNvSpPr>
                <a:spLocks noChangeAspect="1" noChangeShapeType="1"/>
              </p:cNvSpPr>
              <p:nvPr/>
            </p:nvSpPr>
            <p:spPr bwMode="auto">
              <a:xfrm>
                <a:off x="4488" y="1417"/>
                <a:ext cx="0" cy="324"/>
              </a:xfrm>
              <a:prstGeom prst="line">
                <a:avLst/>
              </a:prstGeom>
              <a:noFill/>
              <a:ln w="0">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35" name="Text Box 54"/>
            <p:cNvSpPr txBox="1">
              <a:spLocks noChangeAspect="1" noChangeArrowheads="1"/>
            </p:cNvSpPr>
            <p:nvPr/>
          </p:nvSpPr>
          <p:spPr bwMode="auto">
            <a:xfrm rot="-5400000">
              <a:off x="4182" y="1450"/>
              <a:ext cx="31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rgbClr val="000000"/>
                  </a:solidFill>
                  <a:miter lim="800000"/>
                  <a:headEnd type="none" w="sm" len="lg"/>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y</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grpSp>
      <p:grpSp>
        <p:nvGrpSpPr>
          <p:cNvPr id="146" name="Group 55"/>
          <p:cNvGrpSpPr>
            <a:grpSpLocks/>
          </p:cNvGrpSpPr>
          <p:nvPr/>
        </p:nvGrpSpPr>
        <p:grpSpPr bwMode="auto">
          <a:xfrm flipH="1">
            <a:off x="6660703" y="2171670"/>
            <a:ext cx="496888" cy="523875"/>
            <a:chOff x="1686" y="3521"/>
            <a:chExt cx="313" cy="330"/>
          </a:xfrm>
        </p:grpSpPr>
        <p:sp>
          <p:nvSpPr>
            <p:cNvPr id="147" name="AutoShape 56"/>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8" name="Rectangle 57"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9" name="Line 58"/>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0" name="Oval 59"/>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51" name="Group 60"/>
          <p:cNvGrpSpPr>
            <a:grpSpLocks/>
          </p:cNvGrpSpPr>
          <p:nvPr/>
        </p:nvGrpSpPr>
        <p:grpSpPr bwMode="auto">
          <a:xfrm flipH="1">
            <a:off x="8422828" y="2178020"/>
            <a:ext cx="493713" cy="568325"/>
            <a:chOff x="3499" y="3511"/>
            <a:chExt cx="311" cy="358"/>
          </a:xfrm>
        </p:grpSpPr>
        <p:sp>
          <p:nvSpPr>
            <p:cNvPr id="152" name="Line 61"/>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Rectangle 62"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Line 63"/>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5" name="Oval 64"/>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6" name="Oval 65"/>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57" name="Line 66"/>
          <p:cNvSpPr>
            <a:spLocks noChangeAspect="1" noChangeShapeType="1"/>
          </p:cNvSpPr>
          <p:nvPr/>
        </p:nvSpPr>
        <p:spPr bwMode="auto">
          <a:xfrm flipV="1">
            <a:off x="6902003" y="2358995"/>
            <a:ext cx="0" cy="819150"/>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8" name="Line 67"/>
          <p:cNvSpPr>
            <a:spLocks noChangeAspect="1" noChangeShapeType="1"/>
          </p:cNvSpPr>
          <p:nvPr/>
        </p:nvSpPr>
        <p:spPr bwMode="auto">
          <a:xfrm flipV="1">
            <a:off x="8664128" y="2290733"/>
            <a:ext cx="0" cy="7635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9" name="Text Box 73"/>
          <p:cNvSpPr txBox="1">
            <a:spLocks noChangeAspect="1" noChangeArrowheads="1"/>
          </p:cNvSpPr>
          <p:nvPr/>
        </p:nvSpPr>
        <p:spPr bwMode="auto">
          <a:xfrm flipH="1">
            <a:off x="9908728" y="4070320"/>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60" name="Line 74"/>
          <p:cNvSpPr>
            <a:spLocks noChangeShapeType="1"/>
          </p:cNvSpPr>
          <p:nvPr/>
        </p:nvSpPr>
        <p:spPr bwMode="auto">
          <a:xfrm rot="16200000">
            <a:off x="6451947" y="3718689"/>
            <a:ext cx="8874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61" name="Text Box 75"/>
          <p:cNvSpPr txBox="1">
            <a:spLocks noChangeAspect="1" noChangeArrowheads="1"/>
          </p:cNvSpPr>
          <p:nvPr/>
        </p:nvSpPr>
        <p:spPr bwMode="auto">
          <a:xfrm flipH="1">
            <a:off x="6925816" y="3240058"/>
            <a:ext cx="12763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r>
              <a:rPr lang="en-US" altLang="zh-CN" b="0" i="0">
                <a:solidFill>
                  <a:srgbClr val="CC00FF"/>
                </a:solidFill>
                <a:ea typeface="宋体" panose="02010600030101010101" pitchFamily="2" charset="-122"/>
              </a:rPr>
              <a:t>/kN·m</a:t>
            </a:r>
          </a:p>
        </p:txBody>
      </p:sp>
      <p:sp>
        <p:nvSpPr>
          <p:cNvPr id="162" name="Text Box 76"/>
          <p:cNvSpPr txBox="1">
            <a:spLocks noChangeAspect="1" noChangeArrowheads="1"/>
          </p:cNvSpPr>
          <p:nvPr/>
        </p:nvSpPr>
        <p:spPr bwMode="auto">
          <a:xfrm>
            <a:off x="6486078" y="3859183"/>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63" name="Freeform 77"/>
          <p:cNvSpPr>
            <a:spLocks/>
          </p:cNvSpPr>
          <p:nvPr/>
        </p:nvSpPr>
        <p:spPr bwMode="auto">
          <a:xfrm>
            <a:off x="6887716" y="4165570"/>
            <a:ext cx="3535362" cy="1588"/>
          </a:xfrm>
          <a:custGeom>
            <a:avLst/>
            <a:gdLst>
              <a:gd name="T0" fmla="*/ 0 w 2227"/>
              <a:gd name="T1" fmla="*/ 0 h 1"/>
              <a:gd name="T2" fmla="*/ 3535362 w 2227"/>
              <a:gd name="T3" fmla="*/ 0 h 1"/>
              <a:gd name="T4" fmla="*/ 0 60000 65536"/>
              <a:gd name="T5" fmla="*/ 0 60000 65536"/>
              <a:gd name="T6" fmla="*/ 0 w 2227"/>
              <a:gd name="T7" fmla="*/ 0 h 1"/>
              <a:gd name="T8" fmla="*/ 2227 w 2227"/>
              <a:gd name="T9" fmla="*/ 1 h 1"/>
            </a:gdLst>
            <a:ahLst/>
            <a:cxnLst>
              <a:cxn ang="T4">
                <a:pos x="T0" y="T1"/>
              </a:cxn>
              <a:cxn ang="T5">
                <a:pos x="T2" y="T3"/>
              </a:cxn>
            </a:cxnLst>
            <a:rect l="T6" t="T7" r="T8" b="T9"/>
            <a:pathLst>
              <a:path w="2227" h="1">
                <a:moveTo>
                  <a:pt x="0" y="0"/>
                </a:moveTo>
                <a:lnTo>
                  <a:pt x="2227" y="0"/>
                </a:lnTo>
              </a:path>
            </a:pathLst>
          </a:custGeom>
          <a:noFill/>
          <a:ln w="19050">
            <a:solidFill>
              <a:srgbClr val="FF00FF"/>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4" name="Freeform 78"/>
          <p:cNvSpPr>
            <a:spLocks noChangeAspect="1"/>
          </p:cNvSpPr>
          <p:nvPr/>
        </p:nvSpPr>
        <p:spPr bwMode="auto">
          <a:xfrm>
            <a:off x="8687941" y="4162395"/>
            <a:ext cx="849312" cy="417513"/>
          </a:xfrm>
          <a:custGeom>
            <a:avLst/>
            <a:gdLst>
              <a:gd name="T0" fmla="*/ 0 w 535"/>
              <a:gd name="T1" fmla="*/ 417513 h 272"/>
              <a:gd name="T2" fmla="*/ 849312 w 535"/>
              <a:gd name="T3" fmla="*/ 0 h 272"/>
              <a:gd name="T4" fmla="*/ 0 60000 65536"/>
              <a:gd name="T5" fmla="*/ 0 60000 65536"/>
              <a:gd name="T6" fmla="*/ 0 w 535"/>
              <a:gd name="T7" fmla="*/ 0 h 272"/>
              <a:gd name="T8" fmla="*/ 535 w 535"/>
              <a:gd name="T9" fmla="*/ 272 h 272"/>
            </a:gdLst>
            <a:ahLst/>
            <a:cxnLst>
              <a:cxn ang="T4">
                <a:pos x="T0" y="T1"/>
              </a:cxn>
              <a:cxn ang="T5">
                <a:pos x="T2" y="T3"/>
              </a:cxn>
            </a:cxnLst>
            <a:rect l="T6" t="T7" r="T8" b="T9"/>
            <a:pathLst>
              <a:path w="535" h="272">
                <a:moveTo>
                  <a:pt x="0" y="272"/>
                </a:moveTo>
                <a:lnTo>
                  <a:pt x="535" y="0"/>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165" name="Oval 79"/>
          <p:cNvSpPr>
            <a:spLocks noChangeAspect="1" noChangeArrowheads="1"/>
          </p:cNvSpPr>
          <p:nvPr/>
        </p:nvSpPr>
        <p:spPr bwMode="auto">
          <a:xfrm>
            <a:off x="6849616" y="4121120"/>
            <a:ext cx="90487" cy="88900"/>
          </a:xfrm>
          <a:prstGeom prst="ellipse">
            <a:avLst/>
          </a:prstGeom>
          <a:solidFill>
            <a:srgbClr val="FF0000"/>
          </a:solidFill>
          <a:ln w="9525">
            <a:solidFill>
              <a:srgbClr val="FFFFFF"/>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矩形 165">
            <a:extLst>
              <a:ext uri="{FF2B5EF4-FFF2-40B4-BE49-F238E27FC236}">
                <a16:creationId xmlns:a16="http://schemas.microsoft.com/office/drawing/2014/main" id="{E8DB0D0A-8BE9-6ADA-6C58-96049487BA32}"/>
              </a:ext>
            </a:extLst>
          </p:cNvPr>
          <p:cNvSpPr/>
          <p:nvPr/>
        </p:nvSpPr>
        <p:spPr>
          <a:xfrm>
            <a:off x="211184" y="1093889"/>
            <a:ext cx="6274894" cy="2492990"/>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截面</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处：虽然</a:t>
            </a:r>
            <a:r>
              <a:rPr kumimoji="1" lang="en-US" altLang="zh-CN" b="0" dirty="0">
                <a:solidFill>
                  <a:schemeClr val="tx1"/>
                </a:solidFill>
                <a:ea typeface="黑体" panose="02010609060101010101" pitchFamily="49" charset="-122"/>
              </a:rPr>
              <a:t>C</a:t>
            </a:r>
            <a:r>
              <a:rPr kumimoji="1" lang="zh-CN" altLang="en-US" i="0" dirty="0">
                <a:solidFill>
                  <a:schemeClr val="tx1"/>
                </a:solidFill>
                <a:ea typeface="黑体" panose="02010609060101010101" pitchFamily="49" charset="-122"/>
              </a:rPr>
              <a:t>处的弯矩绝对值比</a:t>
            </a:r>
            <a:r>
              <a:rPr kumimoji="1" lang="en-US" altLang="zh-CN" dirty="0">
                <a:solidFill>
                  <a:schemeClr val="tx1"/>
                </a:solidFill>
                <a:ea typeface="黑体" panose="02010609060101010101" pitchFamily="49" charset="-122"/>
              </a:rPr>
              <a:t>B</a:t>
            </a:r>
            <a:r>
              <a:rPr kumimoji="1" lang="zh-CN" altLang="en-US" i="0" dirty="0">
                <a:solidFill>
                  <a:schemeClr val="tx1"/>
                </a:solidFill>
                <a:ea typeface="黑体" panose="02010609060101010101" pitchFamily="49" charset="-122"/>
              </a:rPr>
              <a:t>处的小，但最大拉应力发生于截面下边缘各点处，而这些点到中性轴的距离比上边缘处各点到中性轴的距离大，且材料的许用拉应力</a:t>
            </a:r>
            <a:r>
              <a:rPr kumimoji="1" lang="en-US" altLang="zh-CN"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l</a:t>
            </a:r>
            <a:r>
              <a:rPr kumimoji="1" lang="en-US" altLang="zh-CN" i="0" dirty="0">
                <a:solidFill>
                  <a:schemeClr val="tx1"/>
                </a:solidFill>
                <a:ea typeface="黑体" panose="02010609060101010101" pitchFamily="49" charset="-122"/>
              </a:rPr>
              <a:t>]</a:t>
            </a:r>
            <a:r>
              <a:rPr kumimoji="1" lang="zh-CN" altLang="en-US" i="0" dirty="0">
                <a:solidFill>
                  <a:schemeClr val="tx1"/>
                </a:solidFill>
                <a:ea typeface="黑体" panose="02010609060101010101" pitchFamily="49" charset="-122"/>
              </a:rPr>
              <a:t>小于许用压应力</a:t>
            </a:r>
            <a:r>
              <a:rPr kumimoji="1" lang="en-US" altLang="zh-CN"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baseline="-25000" dirty="0">
                <a:solidFill>
                  <a:schemeClr val="tx1"/>
                </a:solidFill>
                <a:ea typeface="黑体" panose="02010609060101010101" pitchFamily="49" charset="-122"/>
              </a:rPr>
              <a:t>y</a:t>
            </a: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，所以还需校核最大拉应力</a:t>
            </a:r>
            <a:endParaRPr kumimoji="1" lang="en-US" altLang="zh-CN" i="0" dirty="0">
              <a:solidFill>
                <a:schemeClr val="tx1"/>
              </a:solidFill>
              <a:latin typeface="+mn-lt"/>
              <a:ea typeface="黑体" panose="02010609060101010101" pitchFamily="49" charset="-122"/>
            </a:endParaRPr>
          </a:p>
        </p:txBody>
      </p:sp>
      <p:sp>
        <p:nvSpPr>
          <p:cNvPr id="167" name="矩形 166">
            <a:extLst>
              <a:ext uri="{FF2B5EF4-FFF2-40B4-BE49-F238E27FC236}">
                <a16:creationId xmlns:a16="http://schemas.microsoft.com/office/drawing/2014/main" id="{E8DB0D0A-8BE9-6ADA-6C58-96049487BA32}"/>
              </a:ext>
            </a:extLst>
          </p:cNvPr>
          <p:cNvSpPr/>
          <p:nvPr/>
        </p:nvSpPr>
        <p:spPr>
          <a:xfrm>
            <a:off x="211184" y="3662338"/>
            <a:ext cx="6274894" cy="904863"/>
          </a:xfrm>
          <a:prstGeom prst="rect">
            <a:avLst/>
          </a:prstGeom>
        </p:spPr>
        <p:txBody>
          <a:bodyPr wrap="square">
            <a:spAutoFit/>
          </a:bodyPr>
          <a:lstStyle/>
          <a:p>
            <a:pPr>
              <a:lnSpc>
                <a:spcPct val="110000"/>
              </a:lnSpc>
            </a:pPr>
            <a:r>
              <a:rPr kumimoji="1" lang="zh-CN" altLang="en-US"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l</a:t>
            </a:r>
            <a:r>
              <a:rPr kumimoji="1" lang="en-US" altLang="zh-CN" b="0" i="0" dirty="0">
                <a:solidFill>
                  <a:schemeClr val="tx1"/>
                </a:solidFill>
              </a:rPr>
              <a:t>=</a:t>
            </a:r>
            <a:r>
              <a:rPr kumimoji="1" lang="en-US" altLang="zh-CN" b="0" i="0" dirty="0">
                <a:solidFill>
                  <a:schemeClr val="tx1"/>
                </a:solidFill>
                <a:ea typeface="黑体" panose="02010609060101010101" pitchFamily="49" charset="-122"/>
              </a:rPr>
              <a:t> </a:t>
            </a:r>
            <a:r>
              <a:rPr lang="en-US" altLang="zh-CN" b="0" i="0" dirty="0">
                <a:solidFill>
                  <a:schemeClr val="tx1"/>
                </a:solidFill>
              </a:rPr>
              <a:t>26.4MPa&lt;[</a:t>
            </a:r>
            <a:r>
              <a:rPr lang="en-US" altLang="zh-CN" b="0" dirty="0">
                <a:solidFill>
                  <a:schemeClr val="tx1"/>
                </a:solidFill>
                <a:sym typeface="Symbol" panose="05050102010706020507" pitchFamily="18" charset="2"/>
              </a:rPr>
              <a:t></a:t>
            </a:r>
            <a:r>
              <a:rPr lang="en-US" altLang="zh-CN" b="0" i="0" baseline="-25000" dirty="0">
                <a:solidFill>
                  <a:schemeClr val="tx1"/>
                </a:solidFill>
              </a:rPr>
              <a:t>l</a:t>
            </a:r>
            <a:r>
              <a:rPr lang="en-US" altLang="zh-CN" b="0" i="0" dirty="0">
                <a:solidFill>
                  <a:schemeClr val="tx1"/>
                </a:solidFill>
              </a:rPr>
              <a:t>]</a:t>
            </a:r>
          </a:p>
          <a:p>
            <a:pPr lvl="0">
              <a:lnSpc>
                <a:spcPct val="110000"/>
              </a:lnSpc>
            </a:pPr>
            <a:endParaRPr lang="en-US" altLang="zh-CN" b="0" i="0" dirty="0">
              <a:solidFill>
                <a:schemeClr val="tx1"/>
              </a:solidFill>
              <a:latin typeface="+mn-lt"/>
              <a:ea typeface="黑体" panose="02010609060101010101" pitchFamily="49" charset="-122"/>
            </a:endParaRPr>
          </a:p>
        </p:txBody>
      </p:sp>
      <p:sp>
        <p:nvSpPr>
          <p:cNvPr id="80" name="矩形 79">
            <a:extLst>
              <a:ext uri="{FF2B5EF4-FFF2-40B4-BE49-F238E27FC236}">
                <a16:creationId xmlns:a16="http://schemas.microsoft.com/office/drawing/2014/main" id="{E8DB0D0A-8BE9-6ADA-6C58-96049487BA32}"/>
              </a:ext>
            </a:extLst>
          </p:cNvPr>
          <p:cNvSpPr/>
          <p:nvPr/>
        </p:nvSpPr>
        <p:spPr>
          <a:xfrm>
            <a:off x="1127448" y="4373815"/>
            <a:ext cx="3940600" cy="493148"/>
          </a:xfrm>
          <a:prstGeom prst="rect">
            <a:avLst/>
          </a:prstGeom>
        </p:spPr>
        <p:txBody>
          <a:bodyPr wrap="square">
            <a:spAutoFit/>
          </a:bodyPr>
          <a:lstStyle/>
          <a:p>
            <a:pPr>
              <a:lnSpc>
                <a:spcPct val="120000"/>
              </a:lnSpc>
            </a:pPr>
            <a:r>
              <a:rPr kumimoji="1" lang="zh-CN" altLang="en-US" i="0" dirty="0">
                <a:ea typeface="黑体" panose="02010609060101010101" pitchFamily="49" charset="-122"/>
              </a:rPr>
              <a:t>说明梁的工作是安全的。</a:t>
            </a:r>
            <a:endParaRPr kumimoji="1" lang="en-US" altLang="zh-CN" i="0" dirty="0">
              <a:ea typeface="黑体" panose="02010609060101010101" pitchFamily="49" charset="-122"/>
            </a:endParaRPr>
          </a:p>
        </p:txBody>
      </p:sp>
    </p:spTree>
    <p:extLst>
      <p:ext uri="{BB962C8B-B14F-4D97-AF65-F5344CB8AC3E}">
        <p14:creationId xmlns:p14="http://schemas.microsoft.com/office/powerpoint/2010/main" val="42203238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4" presetClass="entr" presetSubtype="16" fill="hold" nodeType="withEffect">
                                  <p:stCondLst>
                                    <p:cond delay="3000"/>
                                  </p:stCondLst>
                                  <p:childTnLst>
                                    <p:set>
                                      <p:cBhvr>
                                        <p:cTn id="12" dur="1" fill="hold">
                                          <p:stCondLst>
                                            <p:cond delay="0"/>
                                          </p:stCondLst>
                                        </p:cTn>
                                        <p:tgtEl>
                                          <p:spTgt spid="95"/>
                                        </p:tgtEl>
                                        <p:attrNameLst>
                                          <p:attrName>style.visibility</p:attrName>
                                        </p:attrNameLst>
                                      </p:cBhvr>
                                      <p:to>
                                        <p:strVal val="visible"/>
                                      </p:to>
                                    </p:set>
                                    <p:animEffect transition="in" filter="box(in)">
                                      <p:cBhvr>
                                        <p:cTn id="13" dur="3000"/>
                                        <p:tgtEl>
                                          <p:spTgt spid="95"/>
                                        </p:tgtEl>
                                      </p:cBhvr>
                                    </p:animEffect>
                                  </p:childTnLst>
                                </p:cTn>
                              </p:par>
                              <p:par>
                                <p:cTn id="14" presetID="4" presetClass="entr" presetSubtype="16" fill="hold" nodeType="withEffect">
                                  <p:stCondLst>
                                    <p:cond delay="3000"/>
                                  </p:stCondLst>
                                  <p:childTnLst>
                                    <p:set>
                                      <p:cBhvr>
                                        <p:cTn id="15" dur="1" fill="hold">
                                          <p:stCondLst>
                                            <p:cond delay="0"/>
                                          </p:stCondLst>
                                        </p:cTn>
                                        <p:tgtEl>
                                          <p:spTgt spid="133"/>
                                        </p:tgtEl>
                                        <p:attrNameLst>
                                          <p:attrName>style.visibility</p:attrName>
                                        </p:attrNameLst>
                                      </p:cBhvr>
                                      <p:to>
                                        <p:strVal val="visible"/>
                                      </p:to>
                                    </p:set>
                                    <p:animEffect transition="in" filter="box(in)">
                                      <p:cBhvr>
                                        <p:cTn id="16" dur="3000"/>
                                        <p:tgtEl>
                                          <p:spTgt spid="133"/>
                                        </p:tgtEl>
                                      </p:cBhvr>
                                    </p:animEffect>
                                  </p:childTnLst>
                                </p:cTn>
                              </p:par>
                              <p:par>
                                <p:cTn id="17" presetID="4" presetClass="entr" presetSubtype="32" fill="hold" nodeType="withEffect">
                                  <p:stCondLst>
                                    <p:cond delay="4500"/>
                                  </p:stCondLst>
                                  <p:childTnLst>
                                    <p:set>
                                      <p:cBhvr>
                                        <p:cTn id="18" dur="1" fill="hold">
                                          <p:stCondLst>
                                            <p:cond delay="0"/>
                                          </p:stCondLst>
                                        </p:cTn>
                                        <p:tgtEl>
                                          <p:spTgt spid="146"/>
                                        </p:tgtEl>
                                        <p:attrNameLst>
                                          <p:attrName>style.visibility</p:attrName>
                                        </p:attrNameLst>
                                      </p:cBhvr>
                                      <p:to>
                                        <p:strVal val="visible"/>
                                      </p:to>
                                    </p:set>
                                    <p:animEffect transition="in" filter="box(out)">
                                      <p:cBhvr>
                                        <p:cTn id="19" dur="3000"/>
                                        <p:tgtEl>
                                          <p:spTgt spid="146"/>
                                        </p:tgtEl>
                                      </p:cBhvr>
                                    </p:animEffect>
                                  </p:childTnLst>
                                </p:cTn>
                              </p:par>
                              <p:par>
                                <p:cTn id="20" presetID="4" presetClass="entr" presetSubtype="32" fill="hold" nodeType="withEffect">
                                  <p:stCondLst>
                                    <p:cond delay="4500"/>
                                  </p:stCondLst>
                                  <p:childTnLst>
                                    <p:set>
                                      <p:cBhvr>
                                        <p:cTn id="21" dur="1" fill="hold">
                                          <p:stCondLst>
                                            <p:cond delay="0"/>
                                          </p:stCondLst>
                                        </p:cTn>
                                        <p:tgtEl>
                                          <p:spTgt spid="151"/>
                                        </p:tgtEl>
                                        <p:attrNameLst>
                                          <p:attrName>style.visibility</p:attrName>
                                        </p:attrNameLst>
                                      </p:cBhvr>
                                      <p:to>
                                        <p:strVal val="visible"/>
                                      </p:to>
                                    </p:set>
                                    <p:animEffect transition="in" filter="box(out)">
                                      <p:cBhvr>
                                        <p:cTn id="22" dur="3000"/>
                                        <p:tgtEl>
                                          <p:spTgt spid="151"/>
                                        </p:tgtEl>
                                      </p:cBhvr>
                                    </p:animEffect>
                                  </p:childTnLst>
                                </p:cTn>
                              </p:par>
                            </p:childTnLst>
                          </p:cTn>
                        </p:par>
                        <p:par>
                          <p:cTn id="23" fill="hold">
                            <p:stCondLst>
                              <p:cond delay="7500"/>
                            </p:stCondLst>
                            <p:childTnLst>
                              <p:par>
                                <p:cTn id="24" presetID="12" presetClass="entr" presetSubtype="4" fill="hold" grpId="0" nodeType="afterEffect">
                                  <p:stCondLst>
                                    <p:cond delay="0"/>
                                  </p:stCondLst>
                                  <p:childTnLst>
                                    <p:set>
                                      <p:cBhvr>
                                        <p:cTn id="25" dur="1" fill="hold">
                                          <p:stCondLst>
                                            <p:cond delay="0"/>
                                          </p:stCondLst>
                                        </p:cTn>
                                        <p:tgtEl>
                                          <p:spTgt spid="158"/>
                                        </p:tgtEl>
                                        <p:attrNameLst>
                                          <p:attrName>style.visibility</p:attrName>
                                        </p:attrNameLst>
                                      </p:cBhvr>
                                      <p:to>
                                        <p:strVal val="visible"/>
                                      </p:to>
                                    </p:set>
                                    <p:animEffect transition="in" filter="slide(fromBottom)">
                                      <p:cBhvr>
                                        <p:cTn id="26" dur="3000"/>
                                        <p:tgtEl>
                                          <p:spTgt spid="158"/>
                                        </p:tgtEl>
                                      </p:cBhvr>
                                    </p:animEffect>
                                  </p:childTnLst>
                                  <p:subTnLst>
                                    <p:audio>
                                      <p:cMediaNode>
                                        <p:cTn display="0" masterRel="sameClick">
                                          <p:stCondLst>
                                            <p:cond evt="begin" delay="0">
                                              <p:tn val="24"/>
                                            </p:cond>
                                          </p:stCondLst>
                                          <p:endCondLst>
                                            <p:cond evt="onStopAudio" delay="0">
                                              <p:tgtEl>
                                                <p:sldTgt/>
                                              </p:tgtEl>
                                            </p:cond>
                                          </p:endCondLst>
                                        </p:cTn>
                                        <p:tgtEl>
                                          <p:sndTgt r:embed="rId3" name="CAMERA.WAV"/>
                                        </p:tgtEl>
                                      </p:cMediaNode>
                                    </p:audio>
                                  </p:subTnLst>
                                </p:cTn>
                              </p:par>
                              <p:par>
                                <p:cTn id="27" presetID="9" presetClass="emph" presetSubtype="0" nodeType="withEffect">
                                  <p:stCondLst>
                                    <p:cond delay="0"/>
                                  </p:stCondLst>
                                  <p:childTnLst>
                                    <p:set>
                                      <p:cBhvr rctx="PPT">
                                        <p:cTn id="28" dur="indefinite"/>
                                        <p:tgtEl>
                                          <p:spTgt spid="151"/>
                                        </p:tgtEl>
                                        <p:attrNameLst>
                                          <p:attrName>style.opacity</p:attrName>
                                        </p:attrNameLst>
                                      </p:cBhvr>
                                      <p:to>
                                        <p:strVal val="0.5"/>
                                      </p:to>
                                    </p:set>
                                    <p:animEffect filter="image" prLst="opacity: 0.5">
                                      <p:cBhvr rctx="IE">
                                        <p:cTn id="29" dur="indefinite"/>
                                        <p:tgtEl>
                                          <p:spTgt spid="151"/>
                                        </p:tgtEl>
                                      </p:cBhvr>
                                    </p:animEffect>
                                  </p:childTnLst>
                                </p:cTn>
                              </p:par>
                              <p:par>
                                <p:cTn id="30" presetID="17" presetClass="entr" presetSubtype="10" fill="hold" grpId="0" nodeType="withEffect">
                                  <p:stCondLst>
                                    <p:cond delay="0"/>
                                  </p:stCondLst>
                                  <p:childTnLst>
                                    <p:set>
                                      <p:cBhvr>
                                        <p:cTn id="31" dur="1" fill="hold">
                                          <p:stCondLst>
                                            <p:cond delay="0"/>
                                          </p:stCondLst>
                                        </p:cTn>
                                        <p:tgtEl>
                                          <p:spTgt spid="119"/>
                                        </p:tgtEl>
                                        <p:attrNameLst>
                                          <p:attrName>style.visibility</p:attrName>
                                        </p:attrNameLst>
                                      </p:cBhvr>
                                      <p:to>
                                        <p:strVal val="visible"/>
                                      </p:to>
                                    </p:set>
                                    <p:anim calcmode="lin" valueType="num">
                                      <p:cBhvr>
                                        <p:cTn id="32" dur="3000" fill="hold"/>
                                        <p:tgtEl>
                                          <p:spTgt spid="119"/>
                                        </p:tgtEl>
                                        <p:attrNameLst>
                                          <p:attrName>ppt_w</p:attrName>
                                        </p:attrNameLst>
                                      </p:cBhvr>
                                      <p:tavLst>
                                        <p:tav tm="0">
                                          <p:val>
                                            <p:fltVal val="0"/>
                                          </p:val>
                                        </p:tav>
                                        <p:tav tm="100000">
                                          <p:val>
                                            <p:strVal val="#ppt_w"/>
                                          </p:val>
                                        </p:tav>
                                      </p:tavLst>
                                    </p:anim>
                                    <p:anim calcmode="lin" valueType="num">
                                      <p:cBhvr>
                                        <p:cTn id="33" dur="3000" fill="hold"/>
                                        <p:tgtEl>
                                          <p:spTgt spid="11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par>
                                <p:cTn id="34" presetID="12" presetClass="entr" presetSubtype="4" fill="hold" grpId="0" nodeType="withEffect">
                                  <p:stCondLst>
                                    <p:cond delay="0"/>
                                  </p:stCondLst>
                                  <p:childTnLst>
                                    <p:set>
                                      <p:cBhvr>
                                        <p:cTn id="35" dur="1" fill="hold">
                                          <p:stCondLst>
                                            <p:cond delay="0"/>
                                          </p:stCondLst>
                                        </p:cTn>
                                        <p:tgtEl>
                                          <p:spTgt spid="157"/>
                                        </p:tgtEl>
                                        <p:attrNameLst>
                                          <p:attrName>style.visibility</p:attrName>
                                        </p:attrNameLst>
                                      </p:cBhvr>
                                      <p:to>
                                        <p:strVal val="visible"/>
                                      </p:to>
                                    </p:set>
                                    <p:animEffect transition="in" filter="slide(fromBottom)">
                                      <p:cBhvr>
                                        <p:cTn id="36" dur="3000"/>
                                        <p:tgtEl>
                                          <p:spTgt spid="157"/>
                                        </p:tgtEl>
                                      </p:cBhvr>
                                    </p:animEffect>
                                  </p:childTnLst>
                                  <p:subTnLst>
                                    <p:audio>
                                      <p:cMediaNode>
                                        <p:cTn display="0" masterRel="sameClick">
                                          <p:stCondLst>
                                            <p:cond evt="begin" delay="0">
                                              <p:tn val="34"/>
                                            </p:cond>
                                          </p:stCondLst>
                                          <p:endCondLst>
                                            <p:cond evt="onStopAudio" delay="0">
                                              <p:tgtEl>
                                                <p:sldTgt/>
                                              </p:tgtEl>
                                            </p:cond>
                                          </p:endCondLst>
                                        </p:cTn>
                                        <p:tgtEl>
                                          <p:sndTgt r:embed="rId3" name="CAMERA.WAV"/>
                                        </p:tgtEl>
                                      </p:cMediaNode>
                                    </p:audio>
                                  </p:subTnLst>
                                </p:cTn>
                              </p:par>
                              <p:par>
                                <p:cTn id="37" presetID="9" presetClass="emph" presetSubtype="0" nodeType="withEffect">
                                  <p:stCondLst>
                                    <p:cond delay="0"/>
                                  </p:stCondLst>
                                  <p:childTnLst>
                                    <p:set>
                                      <p:cBhvr rctx="PPT">
                                        <p:cTn id="38" dur="indefinite"/>
                                        <p:tgtEl>
                                          <p:spTgt spid="146"/>
                                        </p:tgtEl>
                                        <p:attrNameLst>
                                          <p:attrName>style.opacity</p:attrName>
                                        </p:attrNameLst>
                                      </p:cBhvr>
                                      <p:to>
                                        <p:strVal val="0.5"/>
                                      </p:to>
                                    </p:set>
                                    <p:animEffect filter="image" prLst="opacity: 0.5">
                                      <p:cBhvr rctx="IE">
                                        <p:cTn id="39" dur="indefinite"/>
                                        <p:tgtEl>
                                          <p:spTgt spid="146"/>
                                        </p:tgtEl>
                                      </p:cBhvr>
                                    </p:animEffect>
                                  </p:childTnLst>
                                </p:cTn>
                              </p:par>
                              <p:par>
                                <p:cTn id="40" presetID="17" presetClass="entr" presetSubtype="10" fill="hold" grpId="0" nodeType="withEffect">
                                  <p:stCondLst>
                                    <p:cond delay="0"/>
                                  </p:stCondLst>
                                  <p:childTnLst>
                                    <p:set>
                                      <p:cBhvr>
                                        <p:cTn id="41" dur="1" fill="hold">
                                          <p:stCondLst>
                                            <p:cond delay="0"/>
                                          </p:stCondLst>
                                        </p:cTn>
                                        <p:tgtEl>
                                          <p:spTgt spid="118"/>
                                        </p:tgtEl>
                                        <p:attrNameLst>
                                          <p:attrName>style.visibility</p:attrName>
                                        </p:attrNameLst>
                                      </p:cBhvr>
                                      <p:to>
                                        <p:strVal val="visible"/>
                                      </p:to>
                                    </p:set>
                                    <p:anim calcmode="lin" valueType="num">
                                      <p:cBhvr>
                                        <p:cTn id="42" dur="3000" fill="hold"/>
                                        <p:tgtEl>
                                          <p:spTgt spid="118"/>
                                        </p:tgtEl>
                                        <p:attrNameLst>
                                          <p:attrName>ppt_w</p:attrName>
                                        </p:attrNameLst>
                                      </p:cBhvr>
                                      <p:tavLst>
                                        <p:tav tm="0">
                                          <p:val>
                                            <p:fltVal val="0"/>
                                          </p:val>
                                        </p:tav>
                                        <p:tav tm="100000">
                                          <p:val>
                                            <p:strVal val="#ppt_w"/>
                                          </p:val>
                                        </p:tav>
                                      </p:tavLst>
                                    </p:anim>
                                    <p:anim calcmode="lin" valueType="num">
                                      <p:cBhvr>
                                        <p:cTn id="43" dur="3000" fill="hold"/>
                                        <p:tgtEl>
                                          <p:spTgt spid="11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par>
                                <p:cTn id="44" presetID="12" presetClass="entr" presetSubtype="8" fill="hold" grpId="0" nodeType="withEffect">
                                  <p:stCondLst>
                                    <p:cond delay="0"/>
                                  </p:stCondLst>
                                  <p:childTnLst>
                                    <p:set>
                                      <p:cBhvr>
                                        <p:cTn id="45" dur="1" fill="hold">
                                          <p:stCondLst>
                                            <p:cond delay="0"/>
                                          </p:stCondLst>
                                        </p:cTn>
                                        <p:tgtEl>
                                          <p:spTgt spid="163"/>
                                        </p:tgtEl>
                                        <p:attrNameLst>
                                          <p:attrName>style.visibility</p:attrName>
                                        </p:attrNameLst>
                                      </p:cBhvr>
                                      <p:to>
                                        <p:strVal val="visible"/>
                                      </p:to>
                                    </p:set>
                                    <p:animEffect transition="in" filter="slide(fromLeft)">
                                      <p:cBhvr>
                                        <p:cTn id="46" dur="5000"/>
                                        <p:tgtEl>
                                          <p:spTgt spid="163"/>
                                        </p:tgtEl>
                                      </p:cBhvr>
                                    </p:animEffect>
                                  </p:childTnLst>
                                </p:cTn>
                              </p:par>
                              <p:par>
                                <p:cTn id="47" presetID="19" presetClass="entr" presetSubtype="10" fill="hold" nodeType="withEffect">
                                  <p:stCondLst>
                                    <p:cond delay="0"/>
                                  </p:stCondLst>
                                  <p:childTnLst>
                                    <p:set>
                                      <p:cBhvr>
                                        <p:cTn id="48" dur="1" fill="hold">
                                          <p:stCondLst>
                                            <p:cond delay="0"/>
                                          </p:stCondLst>
                                        </p:cTn>
                                        <p:tgtEl>
                                          <p:spTgt spid="159"/>
                                        </p:tgtEl>
                                        <p:attrNameLst>
                                          <p:attrName>style.visibility</p:attrName>
                                        </p:attrNameLst>
                                      </p:cBhvr>
                                      <p:to>
                                        <p:strVal val="visible"/>
                                      </p:to>
                                    </p:set>
                                    <p:anim calcmode="lin" valueType="num">
                                      <p:cBhvr>
                                        <p:cTn id="49" dur="5000" fill="hold"/>
                                        <p:tgtEl>
                                          <p:spTgt spid="159"/>
                                        </p:tgtEl>
                                        <p:attrNameLst>
                                          <p:attrName>ppt_w</p:attrName>
                                        </p:attrNameLst>
                                      </p:cBhvr>
                                      <p:tavLst>
                                        <p:tav tm="0" fmla="#ppt_w*sin(2.5*pi*$)">
                                          <p:val>
                                            <p:fltVal val="0"/>
                                          </p:val>
                                        </p:tav>
                                        <p:tav tm="100000">
                                          <p:val>
                                            <p:fltVal val="1"/>
                                          </p:val>
                                        </p:tav>
                                      </p:tavLst>
                                    </p:anim>
                                    <p:anim calcmode="lin" valueType="num">
                                      <p:cBhvr>
                                        <p:cTn id="50" dur="5000" fill="hold"/>
                                        <p:tgtEl>
                                          <p:spTgt spid="159"/>
                                        </p:tgtEl>
                                        <p:attrNameLst>
                                          <p:attrName>ppt_h</p:attrName>
                                        </p:attrNameLst>
                                      </p:cBhvr>
                                      <p:tavLst>
                                        <p:tav tm="0">
                                          <p:val>
                                            <p:strVal val="#ppt_h"/>
                                          </p:val>
                                        </p:tav>
                                        <p:tav tm="100000">
                                          <p:val>
                                            <p:strVal val="#ppt_h"/>
                                          </p:val>
                                        </p:tav>
                                      </p:tavLst>
                                    </p:anim>
                                  </p:childTnLst>
                                </p:cTn>
                              </p:par>
                              <p:par>
                                <p:cTn id="51" presetID="12" presetClass="entr" presetSubtype="4" fill="hold" grpId="0" nodeType="withEffect">
                                  <p:stCondLst>
                                    <p:cond delay="0"/>
                                  </p:stCondLst>
                                  <p:childTnLst>
                                    <p:set>
                                      <p:cBhvr>
                                        <p:cTn id="52" dur="1" fill="hold">
                                          <p:stCondLst>
                                            <p:cond delay="0"/>
                                          </p:stCondLst>
                                        </p:cTn>
                                        <p:tgtEl>
                                          <p:spTgt spid="160"/>
                                        </p:tgtEl>
                                        <p:attrNameLst>
                                          <p:attrName>style.visibility</p:attrName>
                                        </p:attrNameLst>
                                      </p:cBhvr>
                                      <p:to>
                                        <p:strVal val="visible"/>
                                      </p:to>
                                    </p:set>
                                    <p:animEffect transition="in" filter="slide(fromBottom)">
                                      <p:cBhvr>
                                        <p:cTn id="53" dur="5000"/>
                                        <p:tgtEl>
                                          <p:spTgt spid="160"/>
                                        </p:tgtEl>
                                      </p:cBhvr>
                                    </p:animEffect>
                                  </p:childTnLst>
                                </p:cTn>
                              </p:par>
                              <p:par>
                                <p:cTn id="54" presetID="19" presetClass="entr" presetSubtype="10" fill="hold" nodeType="withEffect">
                                  <p:stCondLst>
                                    <p:cond delay="0"/>
                                  </p:stCondLst>
                                  <p:childTnLst>
                                    <p:set>
                                      <p:cBhvr>
                                        <p:cTn id="55" dur="1" fill="hold">
                                          <p:stCondLst>
                                            <p:cond delay="0"/>
                                          </p:stCondLst>
                                        </p:cTn>
                                        <p:tgtEl>
                                          <p:spTgt spid="161"/>
                                        </p:tgtEl>
                                        <p:attrNameLst>
                                          <p:attrName>style.visibility</p:attrName>
                                        </p:attrNameLst>
                                      </p:cBhvr>
                                      <p:to>
                                        <p:strVal val="visible"/>
                                      </p:to>
                                    </p:set>
                                    <p:anim calcmode="lin" valueType="num">
                                      <p:cBhvr>
                                        <p:cTn id="56" dur="5000" fill="hold"/>
                                        <p:tgtEl>
                                          <p:spTgt spid="161"/>
                                        </p:tgtEl>
                                        <p:attrNameLst>
                                          <p:attrName>ppt_w</p:attrName>
                                        </p:attrNameLst>
                                      </p:cBhvr>
                                      <p:tavLst>
                                        <p:tav tm="0" fmla="#ppt_w*sin(2.5*pi*$)">
                                          <p:val>
                                            <p:fltVal val="0"/>
                                          </p:val>
                                        </p:tav>
                                        <p:tav tm="100000">
                                          <p:val>
                                            <p:fltVal val="1"/>
                                          </p:val>
                                        </p:tav>
                                      </p:tavLst>
                                    </p:anim>
                                    <p:anim calcmode="lin" valueType="num">
                                      <p:cBhvr>
                                        <p:cTn id="57" dur="5000" fill="hold"/>
                                        <p:tgtEl>
                                          <p:spTgt spid="161"/>
                                        </p:tgtEl>
                                        <p:attrNameLst>
                                          <p:attrName>ppt_h</p:attrName>
                                        </p:attrNameLst>
                                      </p:cBhvr>
                                      <p:tavLst>
                                        <p:tav tm="0">
                                          <p:val>
                                            <p:strVal val="#ppt_h"/>
                                          </p:val>
                                        </p:tav>
                                        <p:tav tm="100000">
                                          <p:val>
                                            <p:strVal val="#ppt_h"/>
                                          </p:val>
                                        </p:tav>
                                      </p:tavLst>
                                    </p:anim>
                                  </p:childTnLst>
                                </p:cTn>
                              </p:par>
                              <p:par>
                                <p:cTn id="58" presetID="19" presetClass="entr" presetSubtype="10" fill="hold" grpId="0" nodeType="withEffect">
                                  <p:stCondLst>
                                    <p:cond delay="0"/>
                                  </p:stCondLst>
                                  <p:childTnLst>
                                    <p:set>
                                      <p:cBhvr>
                                        <p:cTn id="59" dur="1" fill="hold">
                                          <p:stCondLst>
                                            <p:cond delay="0"/>
                                          </p:stCondLst>
                                        </p:cTn>
                                        <p:tgtEl>
                                          <p:spTgt spid="162"/>
                                        </p:tgtEl>
                                        <p:attrNameLst>
                                          <p:attrName>style.visibility</p:attrName>
                                        </p:attrNameLst>
                                      </p:cBhvr>
                                      <p:to>
                                        <p:strVal val="visible"/>
                                      </p:to>
                                    </p:set>
                                    <p:anim calcmode="lin" valueType="num">
                                      <p:cBhvr>
                                        <p:cTn id="60" dur="5000" fill="hold"/>
                                        <p:tgtEl>
                                          <p:spTgt spid="162"/>
                                        </p:tgtEl>
                                        <p:attrNameLst>
                                          <p:attrName>ppt_w</p:attrName>
                                        </p:attrNameLst>
                                      </p:cBhvr>
                                      <p:tavLst>
                                        <p:tav tm="0" fmla="#ppt_w*sin(2.5*pi*$)">
                                          <p:val>
                                            <p:fltVal val="0"/>
                                          </p:val>
                                        </p:tav>
                                        <p:tav tm="100000">
                                          <p:val>
                                            <p:fltVal val="1"/>
                                          </p:val>
                                        </p:tav>
                                      </p:tavLst>
                                    </p:anim>
                                    <p:anim calcmode="lin" valueType="num">
                                      <p:cBhvr>
                                        <p:cTn id="61" dur="5000" fill="hold"/>
                                        <p:tgtEl>
                                          <p:spTgt spid="16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2" fill="hold">
                      <p:stCondLst>
                        <p:cond delay="indefinite"/>
                      </p:stCondLst>
                      <p:childTnLst>
                        <p:par>
                          <p:cTn id="63" fill="hold">
                            <p:stCondLst>
                              <p:cond delay="0"/>
                            </p:stCondLst>
                            <p:childTnLst>
                              <p:par>
                                <p:cTn id="64" presetID="15" presetClass="entr" presetSubtype="0" fill="hold" grpId="0" nodeType="clickEffect">
                                  <p:stCondLst>
                                    <p:cond delay="0"/>
                                  </p:stCondLst>
                                  <p:childTnLst>
                                    <p:set>
                                      <p:cBhvr>
                                        <p:cTn id="65" dur="1" fill="hold">
                                          <p:stCondLst>
                                            <p:cond delay="0"/>
                                          </p:stCondLst>
                                        </p:cTn>
                                        <p:tgtEl>
                                          <p:spTgt spid="165"/>
                                        </p:tgtEl>
                                        <p:attrNameLst>
                                          <p:attrName>style.visibility</p:attrName>
                                        </p:attrNameLst>
                                      </p:cBhvr>
                                      <p:to>
                                        <p:strVal val="visible"/>
                                      </p:to>
                                    </p:set>
                                    <p:anim calcmode="lin" valueType="num">
                                      <p:cBhvr>
                                        <p:cTn id="66" dur="2000" fill="hold"/>
                                        <p:tgtEl>
                                          <p:spTgt spid="165"/>
                                        </p:tgtEl>
                                        <p:attrNameLst>
                                          <p:attrName>ppt_w</p:attrName>
                                        </p:attrNameLst>
                                      </p:cBhvr>
                                      <p:tavLst>
                                        <p:tav tm="0">
                                          <p:val>
                                            <p:fltVal val="0"/>
                                          </p:val>
                                        </p:tav>
                                        <p:tav tm="100000">
                                          <p:val>
                                            <p:strVal val="#ppt_w"/>
                                          </p:val>
                                        </p:tav>
                                      </p:tavLst>
                                    </p:anim>
                                    <p:anim calcmode="lin" valueType="num">
                                      <p:cBhvr>
                                        <p:cTn id="67" dur="2000" fill="hold"/>
                                        <p:tgtEl>
                                          <p:spTgt spid="165"/>
                                        </p:tgtEl>
                                        <p:attrNameLst>
                                          <p:attrName>ppt_h</p:attrName>
                                        </p:attrNameLst>
                                      </p:cBhvr>
                                      <p:tavLst>
                                        <p:tav tm="0">
                                          <p:val>
                                            <p:fltVal val="0"/>
                                          </p:val>
                                        </p:tav>
                                        <p:tav tm="100000">
                                          <p:val>
                                            <p:strVal val="#ppt_h"/>
                                          </p:val>
                                        </p:tav>
                                      </p:tavLst>
                                    </p:anim>
                                    <p:anim calcmode="lin" valueType="num">
                                      <p:cBhvr>
                                        <p:cTn id="68" dur="2000" fill="hold"/>
                                        <p:tgtEl>
                                          <p:spTgt spid="165"/>
                                        </p:tgtEl>
                                        <p:attrNameLst>
                                          <p:attrName>ppt_x</p:attrName>
                                        </p:attrNameLst>
                                      </p:cBhvr>
                                      <p:tavLst>
                                        <p:tav tm="0" fmla="#ppt_x+(cos(-2*pi*(1-$))*-#ppt_x-sin(-2*pi*(1-$))*(1-#ppt_y))*(1-$)">
                                          <p:val>
                                            <p:fltVal val="0"/>
                                          </p:val>
                                        </p:tav>
                                        <p:tav tm="100000">
                                          <p:val>
                                            <p:fltVal val="1"/>
                                          </p:val>
                                        </p:tav>
                                      </p:tavLst>
                                    </p:anim>
                                    <p:anim calcmode="lin" valueType="num">
                                      <p:cBhvr>
                                        <p:cTn id="69" dur="2000" fill="hold"/>
                                        <p:tgtEl>
                                          <p:spTgt spid="165"/>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64"/>
                                            </p:cond>
                                          </p:stCondLst>
                                          <p:endCondLst>
                                            <p:cond evt="onStopAudio" delay="0">
                                              <p:tgtEl>
                                                <p:sldTgt/>
                                              </p:tgtEl>
                                            </p:cond>
                                          </p:endCondLst>
                                        </p:cTn>
                                        <p:tgtEl>
                                          <p:sndTgt r:embed="rId4" name="LASER.WAV"/>
                                        </p:tgtEl>
                                      </p:cMediaNode>
                                    </p:audio>
                                  </p:subTnLst>
                                </p:cTn>
                              </p:par>
                            </p:childTnLst>
                          </p:cTn>
                        </p:par>
                        <p:par>
                          <p:cTn id="70" fill="hold">
                            <p:stCondLst>
                              <p:cond delay="2000"/>
                            </p:stCondLst>
                            <p:childTnLst>
                              <p:par>
                                <p:cTn id="71" presetID="15" presetClass="entr" presetSubtype="0" fill="hold" grpId="0" nodeType="afterEffect">
                                  <p:stCondLst>
                                    <p:cond delay="300"/>
                                  </p:stCondLst>
                                  <p:childTnLst>
                                    <p:set>
                                      <p:cBhvr>
                                        <p:cTn id="72" dur="1" fill="hold">
                                          <p:stCondLst>
                                            <p:cond delay="0"/>
                                          </p:stCondLst>
                                        </p:cTn>
                                        <p:tgtEl>
                                          <p:spTgt spid="127"/>
                                        </p:tgtEl>
                                        <p:attrNameLst>
                                          <p:attrName>style.visibility</p:attrName>
                                        </p:attrNameLst>
                                      </p:cBhvr>
                                      <p:to>
                                        <p:strVal val="visible"/>
                                      </p:to>
                                    </p:set>
                                    <p:anim calcmode="lin" valueType="num">
                                      <p:cBhvr>
                                        <p:cTn id="73" dur="2000" fill="hold"/>
                                        <p:tgtEl>
                                          <p:spTgt spid="127"/>
                                        </p:tgtEl>
                                        <p:attrNameLst>
                                          <p:attrName>ppt_w</p:attrName>
                                        </p:attrNameLst>
                                      </p:cBhvr>
                                      <p:tavLst>
                                        <p:tav tm="0">
                                          <p:val>
                                            <p:fltVal val="0"/>
                                          </p:val>
                                        </p:tav>
                                        <p:tav tm="100000">
                                          <p:val>
                                            <p:strVal val="#ppt_w"/>
                                          </p:val>
                                        </p:tav>
                                      </p:tavLst>
                                    </p:anim>
                                    <p:anim calcmode="lin" valueType="num">
                                      <p:cBhvr>
                                        <p:cTn id="74" dur="2000" fill="hold"/>
                                        <p:tgtEl>
                                          <p:spTgt spid="127"/>
                                        </p:tgtEl>
                                        <p:attrNameLst>
                                          <p:attrName>ppt_h</p:attrName>
                                        </p:attrNameLst>
                                      </p:cBhvr>
                                      <p:tavLst>
                                        <p:tav tm="0">
                                          <p:val>
                                            <p:fltVal val="0"/>
                                          </p:val>
                                        </p:tav>
                                        <p:tav tm="100000">
                                          <p:val>
                                            <p:strVal val="#ppt_h"/>
                                          </p:val>
                                        </p:tav>
                                      </p:tavLst>
                                    </p:anim>
                                    <p:anim calcmode="lin" valueType="num">
                                      <p:cBhvr>
                                        <p:cTn id="75" dur="2000" fill="hold"/>
                                        <p:tgtEl>
                                          <p:spTgt spid="127"/>
                                        </p:tgtEl>
                                        <p:attrNameLst>
                                          <p:attrName>ppt_x</p:attrName>
                                        </p:attrNameLst>
                                      </p:cBhvr>
                                      <p:tavLst>
                                        <p:tav tm="0" fmla="#ppt_x+(cos(-2*pi*(1-$))*-#ppt_x-sin(-2*pi*(1-$))*(1-#ppt_y))*(1-$)">
                                          <p:val>
                                            <p:fltVal val="0"/>
                                          </p:val>
                                        </p:tav>
                                        <p:tav tm="100000">
                                          <p:val>
                                            <p:fltVal val="1"/>
                                          </p:val>
                                        </p:tav>
                                      </p:tavLst>
                                    </p:anim>
                                    <p:anim calcmode="lin" valueType="num">
                                      <p:cBhvr>
                                        <p:cTn id="76" dur="2000" fill="hold"/>
                                        <p:tgtEl>
                                          <p:spTgt spid="127"/>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71"/>
                                            </p:cond>
                                          </p:stCondLst>
                                          <p:endCondLst>
                                            <p:cond evt="onStopAudio" delay="0">
                                              <p:tgtEl>
                                                <p:sldTgt/>
                                              </p:tgtEl>
                                            </p:cond>
                                          </p:endCondLst>
                                        </p:cTn>
                                        <p:tgtEl>
                                          <p:sndTgt r:embed="rId4" name="LASER.WAV"/>
                                        </p:tgtEl>
                                      </p:cMediaNode>
                                    </p:audio>
                                  </p:subTnLst>
                                </p:cTn>
                              </p:par>
                            </p:childTnLst>
                          </p:cTn>
                        </p:par>
                        <p:par>
                          <p:cTn id="77" fill="hold">
                            <p:stCondLst>
                              <p:cond delay="4300"/>
                            </p:stCondLst>
                            <p:childTnLst>
                              <p:par>
                                <p:cTn id="78" presetID="17" presetClass="entr" presetSubtype="10" fill="hold" grpId="0" nodeType="afterEffect">
                                  <p:stCondLst>
                                    <p:cond delay="0"/>
                                  </p:stCondLst>
                                  <p:childTnLst>
                                    <p:set>
                                      <p:cBhvr>
                                        <p:cTn id="79" dur="1" fill="hold">
                                          <p:stCondLst>
                                            <p:cond delay="0"/>
                                          </p:stCondLst>
                                        </p:cTn>
                                        <p:tgtEl>
                                          <p:spTgt spid="120"/>
                                        </p:tgtEl>
                                        <p:attrNameLst>
                                          <p:attrName>style.visibility</p:attrName>
                                        </p:attrNameLst>
                                      </p:cBhvr>
                                      <p:to>
                                        <p:strVal val="visible"/>
                                      </p:to>
                                    </p:set>
                                    <p:anim calcmode="lin" valueType="num">
                                      <p:cBhvr>
                                        <p:cTn id="80" dur="2000" fill="hold"/>
                                        <p:tgtEl>
                                          <p:spTgt spid="120"/>
                                        </p:tgtEl>
                                        <p:attrNameLst>
                                          <p:attrName>ppt_w</p:attrName>
                                        </p:attrNameLst>
                                      </p:cBhvr>
                                      <p:tavLst>
                                        <p:tav tm="0">
                                          <p:val>
                                            <p:fltVal val="0"/>
                                          </p:val>
                                        </p:tav>
                                        <p:tav tm="100000">
                                          <p:val>
                                            <p:strVal val="#ppt_w"/>
                                          </p:val>
                                        </p:tav>
                                      </p:tavLst>
                                    </p:anim>
                                    <p:anim calcmode="lin" valueType="num">
                                      <p:cBhvr>
                                        <p:cTn id="81" dur="2000" fill="hold"/>
                                        <p:tgtEl>
                                          <p:spTgt spid="120"/>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8"/>
                                            </p:cond>
                                          </p:stCondLst>
                                          <p:endCondLst>
                                            <p:cond evt="onStopAudio" delay="0">
                                              <p:tgtEl>
                                                <p:sldTgt/>
                                              </p:tgtEl>
                                            </p:cond>
                                          </p:endCondLst>
                                        </p:cTn>
                                        <p:tgtEl>
                                          <p:sndTgt r:embed="rId3" name="CAMERA.WAV"/>
                                        </p:tgtEl>
                                      </p:cMediaNode>
                                    </p:audio>
                                  </p:subTnLst>
                                </p:cTn>
                              </p:par>
                            </p:childTnLst>
                          </p:cTn>
                        </p:par>
                        <p:par>
                          <p:cTn id="82" fill="hold">
                            <p:stCondLst>
                              <p:cond delay="6300"/>
                            </p:stCondLst>
                            <p:childTnLst>
                              <p:par>
                                <p:cTn id="83" presetID="15" presetClass="entr" presetSubtype="0" fill="hold" grpId="0" nodeType="afterEffect">
                                  <p:stCondLst>
                                    <p:cond delay="300"/>
                                  </p:stCondLst>
                                  <p:childTnLst>
                                    <p:set>
                                      <p:cBhvr>
                                        <p:cTn id="84" dur="1" fill="hold">
                                          <p:stCondLst>
                                            <p:cond delay="0"/>
                                          </p:stCondLst>
                                        </p:cTn>
                                        <p:tgtEl>
                                          <p:spTgt spid="128"/>
                                        </p:tgtEl>
                                        <p:attrNameLst>
                                          <p:attrName>style.visibility</p:attrName>
                                        </p:attrNameLst>
                                      </p:cBhvr>
                                      <p:to>
                                        <p:strVal val="visible"/>
                                      </p:to>
                                    </p:set>
                                    <p:anim calcmode="lin" valueType="num">
                                      <p:cBhvr>
                                        <p:cTn id="85" dur="2000" fill="hold"/>
                                        <p:tgtEl>
                                          <p:spTgt spid="128"/>
                                        </p:tgtEl>
                                        <p:attrNameLst>
                                          <p:attrName>ppt_w</p:attrName>
                                        </p:attrNameLst>
                                      </p:cBhvr>
                                      <p:tavLst>
                                        <p:tav tm="0">
                                          <p:val>
                                            <p:fltVal val="0"/>
                                          </p:val>
                                        </p:tav>
                                        <p:tav tm="100000">
                                          <p:val>
                                            <p:strVal val="#ppt_w"/>
                                          </p:val>
                                        </p:tav>
                                      </p:tavLst>
                                    </p:anim>
                                    <p:anim calcmode="lin" valueType="num">
                                      <p:cBhvr>
                                        <p:cTn id="86" dur="2000" fill="hold"/>
                                        <p:tgtEl>
                                          <p:spTgt spid="128"/>
                                        </p:tgtEl>
                                        <p:attrNameLst>
                                          <p:attrName>ppt_h</p:attrName>
                                        </p:attrNameLst>
                                      </p:cBhvr>
                                      <p:tavLst>
                                        <p:tav tm="0">
                                          <p:val>
                                            <p:fltVal val="0"/>
                                          </p:val>
                                        </p:tav>
                                        <p:tav tm="100000">
                                          <p:val>
                                            <p:strVal val="#ppt_h"/>
                                          </p:val>
                                        </p:tav>
                                      </p:tavLst>
                                    </p:anim>
                                    <p:anim calcmode="lin" valueType="num">
                                      <p:cBhvr>
                                        <p:cTn id="87" dur="2000" fill="hold"/>
                                        <p:tgtEl>
                                          <p:spTgt spid="128"/>
                                        </p:tgtEl>
                                        <p:attrNameLst>
                                          <p:attrName>ppt_x</p:attrName>
                                        </p:attrNameLst>
                                      </p:cBhvr>
                                      <p:tavLst>
                                        <p:tav tm="0" fmla="#ppt_x+(cos(-2*pi*(1-$))*-#ppt_x-sin(-2*pi*(1-$))*(1-#ppt_y))*(1-$)">
                                          <p:val>
                                            <p:fltVal val="0"/>
                                          </p:val>
                                        </p:tav>
                                        <p:tav tm="100000">
                                          <p:val>
                                            <p:fltVal val="1"/>
                                          </p:val>
                                        </p:tav>
                                      </p:tavLst>
                                    </p:anim>
                                    <p:anim calcmode="lin" valueType="num">
                                      <p:cBhvr>
                                        <p:cTn id="88" dur="2000" fill="hold"/>
                                        <p:tgtEl>
                                          <p:spTgt spid="128"/>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3"/>
                                            </p:cond>
                                          </p:stCondLst>
                                          <p:endCondLst>
                                            <p:cond evt="onStopAudio" delay="0">
                                              <p:tgtEl>
                                                <p:sldTgt/>
                                              </p:tgtEl>
                                            </p:cond>
                                          </p:endCondLst>
                                        </p:cTn>
                                        <p:tgtEl>
                                          <p:sndTgt r:embed="rId4" name="LASER.WAV"/>
                                        </p:tgtEl>
                                      </p:cMediaNode>
                                    </p:audio>
                                  </p:subTnLst>
                                </p:cTn>
                              </p:par>
                            </p:childTnLst>
                          </p:cTn>
                        </p:par>
                        <p:par>
                          <p:cTn id="89" fill="hold">
                            <p:stCondLst>
                              <p:cond delay="8600"/>
                            </p:stCondLst>
                            <p:childTnLst>
                              <p:par>
                                <p:cTn id="90" presetID="17" presetClass="entr" presetSubtype="10" fill="hold" grpId="0" nodeType="afterEffect">
                                  <p:stCondLst>
                                    <p:cond delay="0"/>
                                  </p:stCondLst>
                                  <p:childTnLst>
                                    <p:set>
                                      <p:cBhvr>
                                        <p:cTn id="91" dur="1" fill="hold">
                                          <p:stCondLst>
                                            <p:cond delay="0"/>
                                          </p:stCondLst>
                                        </p:cTn>
                                        <p:tgtEl>
                                          <p:spTgt spid="123"/>
                                        </p:tgtEl>
                                        <p:attrNameLst>
                                          <p:attrName>style.visibility</p:attrName>
                                        </p:attrNameLst>
                                      </p:cBhvr>
                                      <p:to>
                                        <p:strVal val="visible"/>
                                      </p:to>
                                    </p:set>
                                    <p:anim calcmode="lin" valueType="num">
                                      <p:cBhvr>
                                        <p:cTn id="92" dur="2000" fill="hold"/>
                                        <p:tgtEl>
                                          <p:spTgt spid="123"/>
                                        </p:tgtEl>
                                        <p:attrNameLst>
                                          <p:attrName>ppt_w</p:attrName>
                                        </p:attrNameLst>
                                      </p:cBhvr>
                                      <p:tavLst>
                                        <p:tav tm="0">
                                          <p:val>
                                            <p:fltVal val="0"/>
                                          </p:val>
                                        </p:tav>
                                        <p:tav tm="100000">
                                          <p:val>
                                            <p:strVal val="#ppt_w"/>
                                          </p:val>
                                        </p:tav>
                                      </p:tavLst>
                                    </p:anim>
                                    <p:anim calcmode="lin" valueType="num">
                                      <p:cBhvr>
                                        <p:cTn id="93" dur="2000" fill="hold"/>
                                        <p:tgtEl>
                                          <p:spTgt spid="123"/>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90"/>
                                            </p:cond>
                                          </p:stCondLst>
                                          <p:endCondLst>
                                            <p:cond evt="onStopAudio" delay="0">
                                              <p:tgtEl>
                                                <p:sldTgt/>
                                              </p:tgtEl>
                                            </p:cond>
                                          </p:endCondLst>
                                        </p:cTn>
                                        <p:tgtEl>
                                          <p:sndTgt r:embed="rId3" name="CAMERA.WAV"/>
                                        </p:tgtEl>
                                      </p:cMediaNode>
                                    </p:audio>
                                  </p:subTnLst>
                                </p:cTn>
                              </p:par>
                            </p:childTnLst>
                          </p:cTn>
                        </p:par>
                        <p:par>
                          <p:cTn id="94" fill="hold">
                            <p:stCondLst>
                              <p:cond delay="10600"/>
                            </p:stCondLst>
                            <p:childTnLst>
                              <p:par>
                                <p:cTn id="95" presetID="15" presetClass="entr" presetSubtype="0" fill="hold" grpId="0" nodeType="afterEffect">
                                  <p:stCondLst>
                                    <p:cond delay="300"/>
                                  </p:stCondLst>
                                  <p:childTnLst>
                                    <p:set>
                                      <p:cBhvr>
                                        <p:cTn id="96" dur="1" fill="hold">
                                          <p:stCondLst>
                                            <p:cond delay="0"/>
                                          </p:stCondLst>
                                        </p:cTn>
                                        <p:tgtEl>
                                          <p:spTgt spid="129"/>
                                        </p:tgtEl>
                                        <p:attrNameLst>
                                          <p:attrName>style.visibility</p:attrName>
                                        </p:attrNameLst>
                                      </p:cBhvr>
                                      <p:to>
                                        <p:strVal val="visible"/>
                                      </p:to>
                                    </p:set>
                                    <p:anim calcmode="lin" valueType="num">
                                      <p:cBhvr>
                                        <p:cTn id="97" dur="2000" fill="hold"/>
                                        <p:tgtEl>
                                          <p:spTgt spid="129"/>
                                        </p:tgtEl>
                                        <p:attrNameLst>
                                          <p:attrName>ppt_w</p:attrName>
                                        </p:attrNameLst>
                                      </p:cBhvr>
                                      <p:tavLst>
                                        <p:tav tm="0">
                                          <p:val>
                                            <p:fltVal val="0"/>
                                          </p:val>
                                        </p:tav>
                                        <p:tav tm="100000">
                                          <p:val>
                                            <p:strVal val="#ppt_w"/>
                                          </p:val>
                                        </p:tav>
                                      </p:tavLst>
                                    </p:anim>
                                    <p:anim calcmode="lin" valueType="num">
                                      <p:cBhvr>
                                        <p:cTn id="98" dur="2000" fill="hold"/>
                                        <p:tgtEl>
                                          <p:spTgt spid="129"/>
                                        </p:tgtEl>
                                        <p:attrNameLst>
                                          <p:attrName>ppt_h</p:attrName>
                                        </p:attrNameLst>
                                      </p:cBhvr>
                                      <p:tavLst>
                                        <p:tav tm="0">
                                          <p:val>
                                            <p:fltVal val="0"/>
                                          </p:val>
                                        </p:tav>
                                        <p:tav tm="100000">
                                          <p:val>
                                            <p:strVal val="#ppt_h"/>
                                          </p:val>
                                        </p:tav>
                                      </p:tavLst>
                                    </p:anim>
                                    <p:anim calcmode="lin" valueType="num">
                                      <p:cBhvr>
                                        <p:cTn id="99" dur="2000" fill="hold"/>
                                        <p:tgtEl>
                                          <p:spTgt spid="129"/>
                                        </p:tgtEl>
                                        <p:attrNameLst>
                                          <p:attrName>ppt_x</p:attrName>
                                        </p:attrNameLst>
                                      </p:cBhvr>
                                      <p:tavLst>
                                        <p:tav tm="0" fmla="#ppt_x+(cos(-2*pi*(1-$))*-#ppt_x-sin(-2*pi*(1-$))*(1-#ppt_y))*(1-$)">
                                          <p:val>
                                            <p:fltVal val="0"/>
                                          </p:val>
                                        </p:tav>
                                        <p:tav tm="100000">
                                          <p:val>
                                            <p:fltVal val="1"/>
                                          </p:val>
                                        </p:tav>
                                      </p:tavLst>
                                    </p:anim>
                                    <p:anim calcmode="lin" valueType="num">
                                      <p:cBhvr>
                                        <p:cTn id="100" dur="2000" fill="hold"/>
                                        <p:tgtEl>
                                          <p:spTgt spid="129"/>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95"/>
                                            </p:cond>
                                          </p:stCondLst>
                                          <p:endCondLst>
                                            <p:cond evt="onStopAudio" delay="0">
                                              <p:tgtEl>
                                                <p:sldTgt/>
                                              </p:tgtEl>
                                            </p:cond>
                                          </p:endCondLst>
                                        </p:cTn>
                                        <p:tgtEl>
                                          <p:sndTgt r:embed="rId4" name="LASER.WAV"/>
                                        </p:tgtEl>
                                      </p:cMediaNode>
                                    </p:audio>
                                  </p:subTnLst>
                                </p:cTn>
                              </p:par>
                            </p:childTnLst>
                          </p:cTn>
                        </p:par>
                        <p:par>
                          <p:cTn id="101" fill="hold">
                            <p:stCondLst>
                              <p:cond delay="12900"/>
                            </p:stCondLst>
                            <p:childTnLst>
                              <p:par>
                                <p:cTn id="102" presetID="18" presetClass="entr" presetSubtype="3" fill="hold" grpId="0" nodeType="afterEffect">
                                  <p:stCondLst>
                                    <p:cond delay="1000"/>
                                  </p:stCondLst>
                                  <p:childTnLst>
                                    <p:set>
                                      <p:cBhvr>
                                        <p:cTn id="103" dur="1" fill="hold">
                                          <p:stCondLst>
                                            <p:cond delay="0"/>
                                          </p:stCondLst>
                                        </p:cTn>
                                        <p:tgtEl>
                                          <p:spTgt spid="121"/>
                                        </p:tgtEl>
                                        <p:attrNameLst>
                                          <p:attrName>style.visibility</p:attrName>
                                        </p:attrNameLst>
                                      </p:cBhvr>
                                      <p:to>
                                        <p:strVal val="visible"/>
                                      </p:to>
                                    </p:set>
                                    <p:animEffect transition="in" filter="strips(upRight)">
                                      <p:cBhvr>
                                        <p:cTn id="104" dur="5000"/>
                                        <p:tgtEl>
                                          <p:spTgt spid="121"/>
                                        </p:tgtEl>
                                      </p:cBhvr>
                                    </p:animEffect>
                                  </p:childTnLst>
                                  <p:subTnLst>
                                    <p:audio>
                                      <p:cMediaNode>
                                        <p:cTn display="0" masterRel="sameClick">
                                          <p:stCondLst>
                                            <p:cond evt="begin" delay="0">
                                              <p:tn val="102"/>
                                            </p:cond>
                                          </p:stCondLst>
                                          <p:endCondLst>
                                            <p:cond evt="onStopAudio" delay="0">
                                              <p:tgtEl>
                                                <p:sldTgt/>
                                              </p:tgtEl>
                                            </p:cond>
                                          </p:endCondLst>
                                        </p:cTn>
                                        <p:tgtEl>
                                          <p:sndTgt r:embed="rId5" name="CHIMES.WAV"/>
                                        </p:tgtEl>
                                      </p:cMediaNode>
                                    </p:audio>
                                  </p:subTnLst>
                                </p:cTn>
                              </p:par>
                            </p:childTnLst>
                          </p:cTn>
                        </p:par>
                        <p:par>
                          <p:cTn id="105" fill="hold">
                            <p:stCondLst>
                              <p:cond delay="18900"/>
                            </p:stCondLst>
                            <p:childTnLst>
                              <p:par>
                                <p:cTn id="106" presetID="18" presetClass="entr" presetSubtype="6" fill="hold" grpId="0" nodeType="afterEffect">
                                  <p:stCondLst>
                                    <p:cond delay="0"/>
                                  </p:stCondLst>
                                  <p:childTnLst>
                                    <p:set>
                                      <p:cBhvr>
                                        <p:cTn id="107" dur="1" fill="hold">
                                          <p:stCondLst>
                                            <p:cond delay="0"/>
                                          </p:stCondLst>
                                        </p:cTn>
                                        <p:tgtEl>
                                          <p:spTgt spid="122"/>
                                        </p:tgtEl>
                                        <p:attrNameLst>
                                          <p:attrName>style.visibility</p:attrName>
                                        </p:attrNameLst>
                                      </p:cBhvr>
                                      <p:to>
                                        <p:strVal val="visible"/>
                                      </p:to>
                                    </p:set>
                                    <p:animEffect transition="in" filter="strips(downRight)">
                                      <p:cBhvr>
                                        <p:cTn id="108" dur="5000"/>
                                        <p:tgtEl>
                                          <p:spTgt spid="122"/>
                                        </p:tgtEl>
                                      </p:cBhvr>
                                    </p:animEffect>
                                  </p:childTnLst>
                                  <p:subTnLst>
                                    <p:audio>
                                      <p:cMediaNode>
                                        <p:cTn display="0" masterRel="sameClick">
                                          <p:stCondLst>
                                            <p:cond evt="begin" delay="0">
                                              <p:tn val="106"/>
                                            </p:cond>
                                          </p:stCondLst>
                                          <p:endCondLst>
                                            <p:cond evt="onStopAudio" delay="0">
                                              <p:tgtEl>
                                                <p:sldTgt/>
                                              </p:tgtEl>
                                            </p:cond>
                                          </p:endCondLst>
                                        </p:cTn>
                                        <p:tgtEl>
                                          <p:sndTgt r:embed="rId5" name="CHIMES.WAV"/>
                                        </p:tgtEl>
                                      </p:cMediaNode>
                                    </p:audio>
                                  </p:subTnLst>
                                </p:cTn>
                              </p:par>
                            </p:childTnLst>
                          </p:cTn>
                        </p:par>
                        <p:par>
                          <p:cTn id="109" fill="hold">
                            <p:stCondLst>
                              <p:cond delay="23900"/>
                            </p:stCondLst>
                            <p:childTnLst>
                              <p:par>
                                <p:cTn id="110" presetID="18" presetClass="entr" presetSubtype="3" fill="hold" grpId="0" nodeType="afterEffect">
                                  <p:stCondLst>
                                    <p:cond delay="0"/>
                                  </p:stCondLst>
                                  <p:childTnLst>
                                    <p:set>
                                      <p:cBhvr>
                                        <p:cTn id="111" dur="1" fill="hold">
                                          <p:stCondLst>
                                            <p:cond delay="0"/>
                                          </p:stCondLst>
                                        </p:cTn>
                                        <p:tgtEl>
                                          <p:spTgt spid="164"/>
                                        </p:tgtEl>
                                        <p:attrNameLst>
                                          <p:attrName>style.visibility</p:attrName>
                                        </p:attrNameLst>
                                      </p:cBhvr>
                                      <p:to>
                                        <p:strVal val="visible"/>
                                      </p:to>
                                    </p:set>
                                    <p:animEffect transition="in" filter="strips(upRight)">
                                      <p:cBhvr>
                                        <p:cTn id="112" dur="5000"/>
                                        <p:tgtEl>
                                          <p:spTgt spid="164"/>
                                        </p:tgtEl>
                                      </p:cBhvr>
                                    </p:animEffect>
                                  </p:childTnLst>
                                  <p:subTnLst>
                                    <p:audio>
                                      <p:cMediaNode>
                                        <p:cTn display="0" masterRel="sameClick">
                                          <p:stCondLst>
                                            <p:cond evt="begin" delay="0">
                                              <p:tn val="110"/>
                                            </p:cond>
                                          </p:stCondLst>
                                          <p:endCondLst>
                                            <p:cond evt="onStopAudio" delay="0">
                                              <p:tgtEl>
                                                <p:sldTgt/>
                                              </p:tgtEl>
                                            </p:cond>
                                          </p:endCondLst>
                                        </p:cTn>
                                        <p:tgtEl>
                                          <p:sndTgt r:embed="rId5" name="CHIMES.WAV"/>
                                        </p:tgtEl>
                                      </p:cMediaNode>
                                    </p:audio>
                                  </p:subTnLst>
                                </p:cTn>
                              </p:par>
                            </p:childTnLst>
                          </p:cTn>
                        </p:par>
                        <p:par>
                          <p:cTn id="113" fill="hold">
                            <p:stCondLst>
                              <p:cond delay="28900"/>
                            </p:stCondLst>
                            <p:childTnLst>
                              <p:par>
                                <p:cTn id="114" presetID="22" presetClass="entr" presetSubtype="8" fill="hold" grpId="0" nodeType="afterEffect">
                                  <p:stCondLst>
                                    <p:cond delay="0"/>
                                  </p:stCondLst>
                                  <p:childTnLst>
                                    <p:set>
                                      <p:cBhvr>
                                        <p:cTn id="115" dur="1" fill="hold">
                                          <p:stCondLst>
                                            <p:cond delay="0"/>
                                          </p:stCondLst>
                                        </p:cTn>
                                        <p:tgtEl>
                                          <p:spTgt spid="117"/>
                                        </p:tgtEl>
                                        <p:attrNameLst>
                                          <p:attrName>style.visibility</p:attrName>
                                        </p:attrNameLst>
                                      </p:cBhvr>
                                      <p:to>
                                        <p:strVal val="visible"/>
                                      </p:to>
                                    </p:set>
                                    <p:animEffect transition="in" filter="wipe(left)">
                                      <p:cBhvr>
                                        <p:cTn id="116" dur="5000"/>
                                        <p:tgtEl>
                                          <p:spTgt spid="117"/>
                                        </p:tgtEl>
                                      </p:cBhvr>
                                    </p:animEffect>
                                  </p:childTnLst>
                                  <p:subTnLst>
                                    <p:audio>
                                      <p:cMediaNode>
                                        <p:cTn display="0" masterRel="sameClick">
                                          <p:stCondLst>
                                            <p:cond evt="begin" delay="0">
                                              <p:tn val="114"/>
                                            </p:cond>
                                          </p:stCondLst>
                                          <p:endCondLst>
                                            <p:cond evt="onStopAudio" delay="0">
                                              <p:tgtEl>
                                                <p:sldTgt/>
                                              </p:tgtEl>
                                            </p:cond>
                                          </p:endCondLst>
                                        </p:cTn>
                                        <p:tgtEl>
                                          <p:sndTgt r:embed="rId3" name="CAMERA.WAV"/>
                                        </p:tgtEl>
                                      </p:cMediaNode>
                                    </p:audio>
                                  </p:subTnLst>
                                </p:cTn>
                              </p:par>
                            </p:childTnLst>
                          </p:cTn>
                        </p:par>
                        <p:par>
                          <p:cTn id="117" fill="hold">
                            <p:stCondLst>
                              <p:cond delay="33900"/>
                            </p:stCondLst>
                            <p:childTnLst>
                              <p:par>
                                <p:cTn id="118" presetID="15" presetClass="entr" presetSubtype="0" fill="hold" nodeType="afterEffect">
                                  <p:stCondLst>
                                    <p:cond delay="300"/>
                                  </p:stCondLst>
                                  <p:childTnLst>
                                    <p:set>
                                      <p:cBhvr>
                                        <p:cTn id="119" dur="1" fill="hold">
                                          <p:stCondLst>
                                            <p:cond delay="0"/>
                                          </p:stCondLst>
                                        </p:cTn>
                                        <p:tgtEl>
                                          <p:spTgt spid="124"/>
                                        </p:tgtEl>
                                        <p:attrNameLst>
                                          <p:attrName>style.visibility</p:attrName>
                                        </p:attrNameLst>
                                      </p:cBhvr>
                                      <p:to>
                                        <p:strVal val="visible"/>
                                      </p:to>
                                    </p:set>
                                    <p:anim calcmode="lin" valueType="num">
                                      <p:cBhvr>
                                        <p:cTn id="120" dur="2000" fill="hold"/>
                                        <p:tgtEl>
                                          <p:spTgt spid="124"/>
                                        </p:tgtEl>
                                        <p:attrNameLst>
                                          <p:attrName>ppt_w</p:attrName>
                                        </p:attrNameLst>
                                      </p:cBhvr>
                                      <p:tavLst>
                                        <p:tav tm="0">
                                          <p:val>
                                            <p:fltVal val="0"/>
                                          </p:val>
                                        </p:tav>
                                        <p:tav tm="100000">
                                          <p:val>
                                            <p:strVal val="#ppt_w"/>
                                          </p:val>
                                        </p:tav>
                                      </p:tavLst>
                                    </p:anim>
                                    <p:anim calcmode="lin" valueType="num">
                                      <p:cBhvr>
                                        <p:cTn id="121" dur="2000" fill="hold"/>
                                        <p:tgtEl>
                                          <p:spTgt spid="124"/>
                                        </p:tgtEl>
                                        <p:attrNameLst>
                                          <p:attrName>ppt_h</p:attrName>
                                        </p:attrNameLst>
                                      </p:cBhvr>
                                      <p:tavLst>
                                        <p:tav tm="0">
                                          <p:val>
                                            <p:fltVal val="0"/>
                                          </p:val>
                                        </p:tav>
                                        <p:tav tm="100000">
                                          <p:val>
                                            <p:strVal val="#ppt_h"/>
                                          </p:val>
                                        </p:tav>
                                      </p:tavLst>
                                    </p:anim>
                                    <p:anim calcmode="lin" valueType="num">
                                      <p:cBhvr>
                                        <p:cTn id="122" dur="2000" fill="hold"/>
                                        <p:tgtEl>
                                          <p:spTgt spid="124"/>
                                        </p:tgtEl>
                                        <p:attrNameLst>
                                          <p:attrName>ppt_x</p:attrName>
                                        </p:attrNameLst>
                                      </p:cBhvr>
                                      <p:tavLst>
                                        <p:tav tm="0" fmla="#ppt_x+(cos(-2*pi*(1-$))*-#ppt_x-sin(-2*pi*(1-$))*(1-#ppt_y))*(1-$)">
                                          <p:val>
                                            <p:fltVal val="0"/>
                                          </p:val>
                                        </p:tav>
                                        <p:tav tm="100000">
                                          <p:val>
                                            <p:fltVal val="1"/>
                                          </p:val>
                                        </p:tav>
                                      </p:tavLst>
                                    </p:anim>
                                    <p:anim calcmode="lin" valueType="num">
                                      <p:cBhvr>
                                        <p:cTn id="123" dur="2000" fill="hold"/>
                                        <p:tgtEl>
                                          <p:spTgt spid="124"/>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18"/>
                                            </p:cond>
                                          </p:stCondLst>
                                          <p:endCondLst>
                                            <p:cond evt="onStopAudio" delay="0">
                                              <p:tgtEl>
                                                <p:sldTgt/>
                                              </p:tgtEl>
                                            </p:cond>
                                          </p:endCondLst>
                                        </p:cTn>
                                        <p:tgtEl>
                                          <p:sndTgt r:embed="rId4" name="LASER.WAV"/>
                                        </p:tgtEl>
                                      </p:cMediaNode>
                                    </p:audio>
                                  </p:subTnLst>
                                </p:cTn>
                              </p:par>
                            </p:childTnLst>
                          </p:cTn>
                        </p:par>
                        <p:par>
                          <p:cTn id="124" fill="hold">
                            <p:stCondLst>
                              <p:cond delay="36200"/>
                            </p:stCondLst>
                            <p:childTnLst>
                              <p:par>
                                <p:cTn id="125" presetID="15" presetClass="entr" presetSubtype="0" fill="hold" nodeType="afterEffect">
                                  <p:stCondLst>
                                    <p:cond delay="0"/>
                                  </p:stCondLst>
                                  <p:childTnLst>
                                    <p:set>
                                      <p:cBhvr>
                                        <p:cTn id="126" dur="1" fill="hold">
                                          <p:stCondLst>
                                            <p:cond delay="0"/>
                                          </p:stCondLst>
                                        </p:cTn>
                                        <p:tgtEl>
                                          <p:spTgt spid="130"/>
                                        </p:tgtEl>
                                        <p:attrNameLst>
                                          <p:attrName>style.visibility</p:attrName>
                                        </p:attrNameLst>
                                      </p:cBhvr>
                                      <p:to>
                                        <p:strVal val="visible"/>
                                      </p:to>
                                    </p:set>
                                    <p:anim calcmode="lin" valueType="num">
                                      <p:cBhvr>
                                        <p:cTn id="127" dur="2000" fill="hold"/>
                                        <p:tgtEl>
                                          <p:spTgt spid="130"/>
                                        </p:tgtEl>
                                        <p:attrNameLst>
                                          <p:attrName>ppt_w</p:attrName>
                                        </p:attrNameLst>
                                      </p:cBhvr>
                                      <p:tavLst>
                                        <p:tav tm="0">
                                          <p:val>
                                            <p:fltVal val="0"/>
                                          </p:val>
                                        </p:tav>
                                        <p:tav tm="100000">
                                          <p:val>
                                            <p:strVal val="#ppt_w"/>
                                          </p:val>
                                        </p:tav>
                                      </p:tavLst>
                                    </p:anim>
                                    <p:anim calcmode="lin" valueType="num">
                                      <p:cBhvr>
                                        <p:cTn id="128" dur="2000" fill="hold"/>
                                        <p:tgtEl>
                                          <p:spTgt spid="130"/>
                                        </p:tgtEl>
                                        <p:attrNameLst>
                                          <p:attrName>ppt_h</p:attrName>
                                        </p:attrNameLst>
                                      </p:cBhvr>
                                      <p:tavLst>
                                        <p:tav tm="0">
                                          <p:val>
                                            <p:fltVal val="0"/>
                                          </p:val>
                                        </p:tav>
                                        <p:tav tm="100000">
                                          <p:val>
                                            <p:strVal val="#ppt_h"/>
                                          </p:val>
                                        </p:tav>
                                      </p:tavLst>
                                    </p:anim>
                                    <p:anim calcmode="lin" valueType="num">
                                      <p:cBhvr>
                                        <p:cTn id="129" dur="2000" fill="hold"/>
                                        <p:tgtEl>
                                          <p:spTgt spid="130"/>
                                        </p:tgtEl>
                                        <p:attrNameLst>
                                          <p:attrName>ppt_x</p:attrName>
                                        </p:attrNameLst>
                                      </p:cBhvr>
                                      <p:tavLst>
                                        <p:tav tm="0" fmla="#ppt_x+(cos(-2*pi*(1-$))*-#ppt_x-sin(-2*pi*(1-$))*(1-#ppt_y))*(1-$)">
                                          <p:val>
                                            <p:fltVal val="0"/>
                                          </p:val>
                                        </p:tav>
                                        <p:tav tm="100000">
                                          <p:val>
                                            <p:fltVal val="1"/>
                                          </p:val>
                                        </p:tav>
                                      </p:tavLst>
                                    </p:anim>
                                    <p:anim calcmode="lin" valueType="num">
                                      <p:cBhvr>
                                        <p:cTn id="130" dur="2000" fill="hold"/>
                                        <p:tgtEl>
                                          <p:spTgt spid="130"/>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125"/>
                                            </p:cond>
                                          </p:stCondLst>
                                          <p:endCondLst>
                                            <p:cond evt="onStopAudio" delay="0">
                                              <p:tgtEl>
                                                <p:sldTgt/>
                                              </p:tgtEl>
                                            </p:cond>
                                          </p:endCondLst>
                                        </p:cTn>
                                        <p:tgtEl>
                                          <p:sndTgt r:embed="rId4" name="LASER.WAV"/>
                                        </p:tgtEl>
                                      </p:cMediaNode>
                                    </p:audio>
                                  </p:sub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6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67"/>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5" grpId="0"/>
      <p:bldP spid="117" grpId="0" animBg="1"/>
      <p:bldP spid="118" grpId="0" autoUpdateAnimBg="0"/>
      <p:bldP spid="119" grpId="0" autoUpdateAnimBg="0"/>
      <p:bldP spid="120" grpId="0" autoUpdateAnimBg="0"/>
      <p:bldP spid="121" grpId="0" animBg="1"/>
      <p:bldP spid="122" grpId="0" animBg="1"/>
      <p:bldP spid="123" grpId="0" autoUpdateAnimBg="0"/>
      <p:bldP spid="127" grpId="0" animBg="1"/>
      <p:bldP spid="128" grpId="0" animBg="1"/>
      <p:bldP spid="129" grpId="0" animBg="1"/>
      <p:bldP spid="157" grpId="0" animBg="1"/>
      <p:bldP spid="158" grpId="0" animBg="1"/>
      <p:bldP spid="160" grpId="0" animBg="1"/>
      <p:bldP spid="162" grpId="0" autoUpdateAnimBg="0"/>
      <p:bldP spid="163" grpId="0" animBg="1"/>
      <p:bldP spid="164" grpId="0" animBg="1"/>
      <p:bldP spid="165" grpId="0" animBg="1"/>
      <p:bldP spid="166" grpId="0"/>
      <p:bldP spid="167" grpId="0"/>
      <p:bldP spid="8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812781" cy="978729"/>
          </a:xfrm>
          <a:prstGeom prst="rect">
            <a:avLst/>
          </a:prstGeom>
        </p:spPr>
        <p:txBody>
          <a:bodyPr wrap="square">
            <a:spAutoFit/>
          </a:bodyPr>
          <a:lstStyle/>
          <a:p>
            <a:pPr lvl="0" algn="just">
              <a:lnSpc>
                <a:spcPct val="120000"/>
              </a:lnSpc>
            </a:pPr>
            <a:r>
              <a:rPr lang="zh-CN" altLang="en-US" i="0" dirty="0">
                <a:solidFill>
                  <a:srgbClr val="0033CC"/>
                </a:solidFill>
                <a:ea typeface="黑体" panose="02010609060101010101" pitchFamily="49" charset="-122"/>
              </a:rPr>
              <a:t>例   </a:t>
            </a:r>
            <a:r>
              <a:rPr kumimoji="1" lang="zh-CN" altLang="en-US" i="0" dirty="0">
                <a:solidFill>
                  <a:schemeClr val="tx1"/>
                </a:solidFill>
                <a:ea typeface="黑体" panose="02010609060101010101" pitchFamily="49" charset="-122"/>
              </a:rPr>
              <a:t>图示为简支梁。材料的许用正应力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]=140MPa</a:t>
            </a:r>
            <a:r>
              <a:rPr kumimoji="1" lang="zh-CN" altLang="en-US" i="0" dirty="0">
                <a:solidFill>
                  <a:schemeClr val="tx1"/>
                </a:solidFill>
                <a:ea typeface="黑体" panose="02010609060101010101" pitchFamily="49" charset="-122"/>
              </a:rPr>
              <a:t>，许用切应力</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]=80MPa</a:t>
            </a:r>
            <a:r>
              <a:rPr kumimoji="1" lang="zh-CN" altLang="en-US" i="0" dirty="0">
                <a:solidFill>
                  <a:schemeClr val="tx1"/>
                </a:solidFill>
                <a:ea typeface="黑体" panose="02010609060101010101" pitchFamily="49" charset="-122"/>
              </a:rPr>
              <a:t>。试选合适的工字钢型号。</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1836860"/>
            <a:ext cx="6813453" cy="1532727"/>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由静力平衡方程求出梁的支反力</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=54kN</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F</a:t>
            </a:r>
            <a:r>
              <a:rPr kumimoji="1" lang="en-US" altLang="zh-CN" b="0" baseline="-2500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=6kN</a:t>
            </a:r>
            <a:r>
              <a:rPr kumimoji="1" lang="zh-CN" altLang="en-US" i="0" dirty="0">
                <a:solidFill>
                  <a:schemeClr val="tx1"/>
                </a:solidFill>
                <a:ea typeface="黑体" panose="02010609060101010101" pitchFamily="49" charset="-122"/>
              </a:rPr>
              <a:t>，并作剪力图和弯矩图</a:t>
            </a:r>
            <a:endParaRPr kumimoji="1" lang="en-US" altLang="zh-CN" i="0" dirty="0">
              <a:solidFill>
                <a:schemeClr val="tx1"/>
              </a:solidFill>
              <a:ea typeface="黑体" panose="02010609060101010101" pitchFamily="49" charset="-122"/>
            </a:endParaRPr>
          </a:p>
          <a:p>
            <a:pPr>
              <a:lnSpc>
                <a:spcPct val="130000"/>
              </a:lnSpc>
            </a:pPr>
            <a:r>
              <a:rPr lang="zh-CN" altLang="en-US" i="0" dirty="0">
                <a:solidFill>
                  <a:schemeClr val="tx1"/>
                </a:solidFill>
                <a:latin typeface="+mn-lt"/>
                <a:ea typeface="黑体" panose="02010609060101010101" pitchFamily="49" charset="-122"/>
              </a:rPr>
              <a:t>         </a:t>
            </a:r>
            <a:r>
              <a:rPr lang="en-US" altLang="zh-CN" i="0" dirty="0">
                <a:solidFill>
                  <a:schemeClr val="tx1"/>
                </a:solidFill>
                <a:latin typeface="+mn-lt"/>
                <a:ea typeface="黑体" panose="02010609060101010101" pitchFamily="49" charset="-122"/>
              </a:rPr>
              <a:t>   </a:t>
            </a:r>
            <a:r>
              <a:rPr lang="zh-CN" altLang="en-US" i="0" dirty="0">
                <a:solidFill>
                  <a:schemeClr val="tx1"/>
                </a:solidFill>
                <a:latin typeface="+mn-lt"/>
                <a:ea typeface="黑体" panose="02010609060101010101" pitchFamily="49" charset="-122"/>
              </a:rPr>
              <a:t>得</a:t>
            </a:r>
            <a:r>
              <a:rPr lang="en-US" altLang="zh-CN" b="0" dirty="0" err="1">
                <a:solidFill>
                  <a:schemeClr val="tx1"/>
                </a:solidFill>
                <a:latin typeface="+mn-lt"/>
                <a:ea typeface="黑体" panose="02010609060101010101" pitchFamily="49" charset="-122"/>
              </a:rPr>
              <a:t>F</a:t>
            </a:r>
            <a:r>
              <a:rPr lang="en-US" altLang="zh-CN" b="0" i="0" baseline="-25000" dirty="0" err="1">
                <a:solidFill>
                  <a:schemeClr val="tx1"/>
                </a:solidFill>
                <a:latin typeface="+mn-lt"/>
                <a:ea typeface="黑体" panose="02010609060101010101" pitchFamily="49" charset="-122"/>
              </a:rPr>
              <a:t>Qmax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54kN</a:t>
            </a:r>
            <a:r>
              <a:rPr lang="zh-CN" altLang="en-US" i="0" dirty="0">
                <a:solidFill>
                  <a:schemeClr val="tx1"/>
                </a:solidFill>
                <a:latin typeface="+mn-lt"/>
                <a:ea typeface="黑体" panose="02010609060101010101" pitchFamily="49" charset="-122"/>
              </a:rPr>
              <a:t>，</a:t>
            </a:r>
            <a:r>
              <a:rPr lang="en-US" altLang="zh-CN" b="0" dirty="0" err="1">
                <a:solidFill>
                  <a:schemeClr val="tx1"/>
                </a:solidFill>
                <a:latin typeface="+mn-lt"/>
                <a:ea typeface="黑体" panose="02010609060101010101" pitchFamily="49" charset="-122"/>
              </a:rPr>
              <a:t>M</a:t>
            </a:r>
            <a:r>
              <a:rPr lang="en-US" altLang="zh-CN" b="0" i="0" baseline="-25000" dirty="0" err="1">
                <a:solidFill>
                  <a:schemeClr val="tx1"/>
                </a:solidFill>
                <a:latin typeface="+mn-lt"/>
                <a:ea typeface="黑体" panose="02010609060101010101" pitchFamily="49" charset="-122"/>
              </a:rPr>
              <a:t>max</a:t>
            </a:r>
            <a:r>
              <a:rPr lang="zh-CN" altLang="en-US" b="0" i="0" dirty="0">
                <a:solidFill>
                  <a:schemeClr val="tx1"/>
                </a:solidFill>
                <a:latin typeface="+mn-lt"/>
                <a:ea typeface="黑体" panose="02010609060101010101" pitchFamily="49" charset="-122"/>
              </a:rPr>
              <a:t>＝</a:t>
            </a:r>
            <a:r>
              <a:rPr lang="en-US" altLang="zh-CN" b="0" i="0" dirty="0">
                <a:solidFill>
                  <a:schemeClr val="tx1"/>
                </a:solidFill>
                <a:latin typeface="+mn-lt"/>
                <a:ea typeface="黑体" panose="02010609060101010101" pitchFamily="49" charset="-122"/>
              </a:rPr>
              <a:t>10.8kN·m</a:t>
            </a:r>
            <a:r>
              <a:rPr lang="en-US" altLang="zh-CN" i="0" dirty="0">
                <a:solidFill>
                  <a:schemeClr val="tx1"/>
                </a:solidFill>
                <a:latin typeface="+mn-lt"/>
                <a:ea typeface="黑体" panose="02010609060101010101" pitchFamily="49" charset="-122"/>
              </a:rPr>
              <a:t>. </a:t>
            </a:r>
            <a:endParaRPr kumimoji="1" lang="zh-CN" altLang="en-US"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210498" y="919582"/>
            <a:ext cx="3862165" cy="5299572"/>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3" y="3318837"/>
            <a:ext cx="8110443" cy="2012859"/>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a:t>
            </a:r>
            <a:r>
              <a:rPr lang="en-US" altLang="zh-CN" i="0" dirty="0">
                <a:solidFill>
                  <a:schemeClr val="tx1"/>
                </a:solidFill>
                <a:latin typeface="黑体" panose="02010609060101010101" pitchFamily="49" charset="-122"/>
                <a:ea typeface="黑体" panose="02010609060101010101" pitchFamily="49" charset="-122"/>
              </a:rPr>
              <a:t> </a:t>
            </a:r>
            <a:r>
              <a:rPr kumimoji="1" lang="zh-CN" altLang="en-US" i="0" dirty="0">
                <a:solidFill>
                  <a:schemeClr val="tx1"/>
                </a:solidFill>
                <a:ea typeface="黑体" panose="02010609060101010101" pitchFamily="49" charset="-122"/>
              </a:rPr>
              <a:t>选择工字钢型号。由正应力强度条件得</a:t>
            </a:r>
            <a:endParaRPr kumimoji="1" lang="en-US" altLang="zh-CN" i="0" dirty="0">
              <a:solidFill>
                <a:schemeClr val="tx1"/>
              </a:solidFill>
              <a:ea typeface="黑体" panose="02010609060101010101" pitchFamily="49" charset="-122"/>
            </a:endParaRPr>
          </a:p>
          <a:p>
            <a:pPr>
              <a:lnSpc>
                <a:spcPct val="130000"/>
              </a:lnSpc>
            </a:pPr>
            <a:r>
              <a:rPr kumimoji="1" lang="en-US" altLang="zh-CN"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l-GR" altLang="zh-CN" b="0" i="0" dirty="0">
                <a:solidFill>
                  <a:schemeClr val="tx1"/>
                </a:solidFill>
                <a:ea typeface="黑体" panose="02010609060101010101" pitchFamily="49" charset="-122"/>
              </a:rPr>
              <a:t>≥</a:t>
            </a:r>
            <a:r>
              <a:rPr kumimoji="1" lang="en-US" altLang="zh-CN" b="0" dirty="0" err="1">
                <a:solidFill>
                  <a:schemeClr val="tx1"/>
                </a:solidFill>
                <a:ea typeface="黑体" panose="02010609060101010101" pitchFamily="49" charset="-122"/>
              </a:rPr>
              <a:t>M</a:t>
            </a:r>
            <a:r>
              <a:rPr kumimoji="1" lang="en-US" altLang="zh-CN" b="0" i="0" baseline="-25000" dirty="0" err="1">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a:t>
            </a:r>
            <a:r>
              <a:rPr kumimoji="1" lang="el-GR" altLang="zh-CN" b="0" i="0" dirty="0">
                <a:solidFill>
                  <a:schemeClr val="tx1"/>
                </a:solidFill>
                <a:ea typeface="黑体" panose="02010609060101010101" pitchFamily="49" charset="-122"/>
              </a:rPr>
              <a:t>[</a:t>
            </a:r>
            <a:r>
              <a:rPr kumimoji="1" lang="el-GR" altLang="zh-CN" b="0" dirty="0">
                <a:solidFill>
                  <a:schemeClr val="tx1"/>
                </a:solidFill>
                <a:ea typeface="黑体" panose="02010609060101010101" pitchFamily="49" charset="-122"/>
                <a:sym typeface="Symbol" panose="05050102010706020507" pitchFamily="18" charset="2"/>
              </a:rPr>
              <a:t></a:t>
            </a:r>
            <a:r>
              <a:rPr kumimoji="1" lang="el-GR" altLang="zh-CN" b="0" i="0" dirty="0">
                <a:solidFill>
                  <a:schemeClr val="tx1"/>
                </a:solidFill>
                <a:ea typeface="黑体" panose="02010609060101010101" pitchFamily="49" charset="-122"/>
              </a:rPr>
              <a:t>]</a:t>
            </a:r>
            <a:r>
              <a:rPr kumimoji="1" lang="en-US" altLang="zh-CN" b="0" i="0" dirty="0">
                <a:solidFill>
                  <a:schemeClr val="tx1"/>
                </a:solidFill>
                <a:ea typeface="黑体" panose="02010609060101010101" pitchFamily="49" charset="-122"/>
              </a:rPr>
              <a:t>=77.1</a:t>
            </a:r>
            <a:r>
              <a:rPr kumimoji="1" lang="el-GR" altLang="zh-CN" b="0" i="0" dirty="0">
                <a:solidFill>
                  <a:schemeClr val="tx1"/>
                </a:solidFill>
                <a:sym typeface="Symbol" panose="05050102010706020507" pitchFamily="18" charset="2"/>
              </a:rPr>
              <a:t></a:t>
            </a:r>
            <a:r>
              <a:rPr kumimoji="1" lang="en-US" altLang="zh-CN" b="0" i="0" dirty="0">
                <a:solidFill>
                  <a:schemeClr val="tx1"/>
                </a:solidFill>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rPr>
              <a:t>mm</a:t>
            </a:r>
            <a:r>
              <a:rPr kumimoji="1" lang="en-US" altLang="zh-CN" b="0" i="0" baseline="30000" dirty="0">
                <a:solidFill>
                  <a:schemeClr val="tx1"/>
                </a:solidFill>
                <a:ea typeface="黑体" panose="02010609060101010101" pitchFamily="49" charset="-122"/>
              </a:rPr>
              <a:t>3</a:t>
            </a:r>
            <a:endParaRPr kumimoji="1" lang="el-GR" altLang="zh-CN" b="0" i="0" baseline="30000" dirty="0">
              <a:solidFill>
                <a:schemeClr val="tx1"/>
              </a:solidFill>
              <a:ea typeface="黑体" panose="02010609060101010101" pitchFamily="49" charset="-122"/>
            </a:endParaRPr>
          </a:p>
          <a:p>
            <a:pPr lvl="0">
              <a:lnSpc>
                <a:spcPct val="130000"/>
              </a:lnSpc>
            </a:pPr>
            <a:r>
              <a:rPr kumimoji="1" lang="en-US" altLang="zh-CN" i="0" dirty="0">
                <a:solidFill>
                  <a:schemeClr val="tx1"/>
                </a:solidFill>
                <a:ea typeface="黑体" panose="02010609060101010101" pitchFamily="49" charset="-122"/>
              </a:rPr>
              <a:t>            </a:t>
            </a:r>
            <a:r>
              <a:rPr kumimoji="1" lang="zh-CN" altLang="el-GR" i="0" dirty="0">
                <a:solidFill>
                  <a:schemeClr val="tx1"/>
                </a:solidFill>
                <a:ea typeface="黑体" panose="02010609060101010101" pitchFamily="49" charset="-122"/>
              </a:rPr>
              <a:t>查型钢表，选用</a:t>
            </a:r>
            <a:r>
              <a:rPr kumimoji="1" lang="en-US" altLang="zh-CN" b="0" i="0" dirty="0">
                <a:solidFill>
                  <a:schemeClr val="tx1"/>
                </a:solidFill>
                <a:ea typeface="黑体" panose="02010609060101010101" pitchFamily="49" charset="-122"/>
              </a:rPr>
              <a:t>12.6</a:t>
            </a:r>
            <a:r>
              <a:rPr kumimoji="1" lang="zh-CN" altLang="en-US" i="0" dirty="0">
                <a:solidFill>
                  <a:schemeClr val="tx1"/>
                </a:solidFill>
                <a:ea typeface="黑体" panose="02010609060101010101" pitchFamily="49" charset="-122"/>
              </a:rPr>
              <a:t>号工字钢，</a:t>
            </a:r>
            <a:endParaRPr kumimoji="1" lang="en-US" altLang="zh-CN" i="0" dirty="0">
              <a:solidFill>
                <a:schemeClr val="tx1"/>
              </a:solidFill>
              <a:ea typeface="黑体" panose="02010609060101010101" pitchFamily="49" charset="-122"/>
            </a:endParaRP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err="1">
                <a:solidFill>
                  <a:schemeClr val="tx1"/>
                </a:solidFill>
                <a:ea typeface="黑体" panose="02010609060101010101" pitchFamily="49" charset="-122"/>
              </a:rPr>
              <a:t>W</a:t>
            </a:r>
            <a:r>
              <a:rPr kumimoji="1" lang="en-US" altLang="zh-CN" b="0" baseline="-25000" dirty="0" err="1">
                <a:solidFill>
                  <a:schemeClr val="tx1"/>
                </a:solidFill>
                <a:ea typeface="黑体" panose="02010609060101010101" pitchFamily="49" charset="-122"/>
              </a:rPr>
              <a:t>z</a:t>
            </a:r>
            <a:r>
              <a:rPr kumimoji="1" lang="en-US" altLang="zh-CN" b="0" i="0" dirty="0">
                <a:solidFill>
                  <a:schemeClr val="tx1"/>
                </a:solidFill>
                <a:ea typeface="黑体" panose="02010609060101010101" pitchFamily="49" charset="-122"/>
              </a:rPr>
              <a:t>=77.529</a:t>
            </a:r>
            <a:r>
              <a:rPr kumimoji="1" lang="el-GR"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10</a:t>
            </a:r>
            <a:r>
              <a:rPr kumimoji="1" lang="en-US" altLang="zh-CN" b="0" i="0" baseline="30000" dirty="0">
                <a:solidFill>
                  <a:schemeClr val="tx1"/>
                </a:solidFill>
                <a:ea typeface="黑体" panose="02010609060101010101" pitchFamily="49" charset="-122"/>
              </a:rPr>
              <a:t>3</a:t>
            </a:r>
            <a:r>
              <a:rPr kumimoji="1" lang="en-US" altLang="zh-CN" b="0" i="0" dirty="0">
                <a:solidFill>
                  <a:schemeClr val="tx1"/>
                </a:solidFill>
                <a:ea typeface="黑体" panose="02010609060101010101" pitchFamily="49" charset="-122"/>
              </a:rPr>
              <a:t>mm</a:t>
            </a:r>
            <a:r>
              <a:rPr kumimoji="1" lang="en-US" altLang="zh-CN" b="0" i="0" baseline="30000" dirty="0">
                <a:solidFill>
                  <a:schemeClr val="tx1"/>
                </a:solidFill>
                <a:ea typeface="黑体" panose="02010609060101010101" pitchFamily="49" charset="-122"/>
              </a:rPr>
              <a:t>3</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a:t>
            </a:r>
            <a:r>
              <a:rPr kumimoji="1" lang="en-US" altLang="zh-CN" b="0" i="0" dirty="0">
                <a:solidFill>
                  <a:schemeClr val="tx1"/>
                </a:solidFill>
                <a:ea typeface="黑体" panose="02010609060101010101" pitchFamily="49" charset="-122"/>
              </a:rPr>
              <a:t>=126mm</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=8.4mm</a:t>
            </a:r>
            <a:r>
              <a:rPr kumimoji="1" lang="zh-CN" altLang="en-US"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=5mm</a:t>
            </a:r>
            <a:r>
              <a:rPr kumimoji="1" lang="zh-CN" altLang="en-US" b="0" i="0" dirty="0">
                <a:solidFill>
                  <a:schemeClr val="tx1"/>
                </a:solidFill>
                <a:ea typeface="黑体" panose="02010609060101010101" pitchFamily="49" charset="-122"/>
              </a:rPr>
              <a:t>。</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80" name="Group 51"/>
          <p:cNvGrpSpPr>
            <a:grpSpLocks/>
          </p:cNvGrpSpPr>
          <p:nvPr/>
        </p:nvGrpSpPr>
        <p:grpSpPr bwMode="auto">
          <a:xfrm>
            <a:off x="8372424" y="828004"/>
            <a:ext cx="3435350" cy="2144713"/>
            <a:chOff x="3596" y="0"/>
            <a:chExt cx="2164" cy="1351"/>
          </a:xfrm>
        </p:grpSpPr>
        <p:sp>
          <p:nvSpPr>
            <p:cNvPr id="81" name="Text Box 6"/>
            <p:cNvSpPr txBox="1">
              <a:spLocks noChangeAspect="1" noChangeArrowheads="1"/>
            </p:cNvSpPr>
            <p:nvPr/>
          </p:nvSpPr>
          <p:spPr bwMode="auto">
            <a:xfrm flipH="1">
              <a:off x="4574" y="95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2m</a:t>
              </a:r>
            </a:p>
          </p:txBody>
        </p:sp>
        <p:sp>
          <p:nvSpPr>
            <p:cNvPr id="82" name="Text Box 7"/>
            <p:cNvSpPr txBox="1">
              <a:spLocks noChangeAspect="1" noChangeArrowheads="1"/>
            </p:cNvSpPr>
            <p:nvPr/>
          </p:nvSpPr>
          <p:spPr bwMode="auto">
            <a:xfrm>
              <a:off x="3596" y="48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3" name="Text Box 8"/>
            <p:cNvSpPr txBox="1">
              <a:spLocks noChangeAspect="1" noChangeArrowheads="1"/>
            </p:cNvSpPr>
            <p:nvPr/>
          </p:nvSpPr>
          <p:spPr bwMode="auto">
            <a:xfrm>
              <a:off x="5467" y="49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84" name="Line 9"/>
            <p:cNvSpPr>
              <a:spLocks noChangeAspect="1" noChangeShapeType="1"/>
            </p:cNvSpPr>
            <p:nvPr/>
          </p:nvSpPr>
          <p:spPr bwMode="auto">
            <a:xfrm flipH="1">
              <a:off x="3817" y="388"/>
              <a:ext cx="0" cy="9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10"/>
            <p:cNvSpPr>
              <a:spLocks noChangeAspect="1" noChangeShapeType="1"/>
            </p:cNvSpPr>
            <p:nvPr/>
          </p:nvSpPr>
          <p:spPr bwMode="auto">
            <a:xfrm flipH="1">
              <a:off x="3817" y="123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11"/>
            <p:cNvSpPr>
              <a:spLocks noChangeAspect="1" noChangeShapeType="1"/>
            </p:cNvSpPr>
            <p:nvPr/>
          </p:nvSpPr>
          <p:spPr bwMode="auto">
            <a:xfrm flipH="1">
              <a:off x="5482" y="98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Freeform 12"/>
            <p:cNvSpPr>
              <a:spLocks noChangeAspect="1"/>
            </p:cNvSpPr>
            <p:nvPr/>
          </p:nvSpPr>
          <p:spPr bwMode="auto">
            <a:xfrm>
              <a:off x="3840" y="65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Text Box 13"/>
            <p:cNvSpPr txBox="1">
              <a:spLocks noChangeAspect="1" noChangeArrowheads="1"/>
            </p:cNvSpPr>
            <p:nvPr/>
          </p:nvSpPr>
          <p:spPr bwMode="auto">
            <a:xfrm>
              <a:off x="3954" y="0"/>
              <a:ext cx="58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60kN</a:t>
              </a:r>
              <a:endPar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89" name="Text Box 14"/>
            <p:cNvSpPr txBox="1">
              <a:spLocks noChangeAspect="1" noChangeArrowheads="1"/>
            </p:cNvSpPr>
            <p:nvPr/>
          </p:nvSpPr>
          <p:spPr bwMode="auto">
            <a:xfrm>
              <a:off x="3915" y="596"/>
              <a:ext cx="2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90" name="Line 18"/>
            <p:cNvSpPr>
              <a:spLocks noChangeAspect="1" noChangeShapeType="1"/>
            </p:cNvSpPr>
            <p:nvPr/>
          </p:nvSpPr>
          <p:spPr bwMode="auto">
            <a:xfrm flipH="1">
              <a:off x="3979" y="482"/>
              <a:ext cx="556" cy="0"/>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1" name="Text Box 21"/>
            <p:cNvSpPr txBox="1">
              <a:spLocks noChangeAspect="1" noChangeArrowheads="1"/>
            </p:cNvSpPr>
            <p:nvPr/>
          </p:nvSpPr>
          <p:spPr bwMode="auto">
            <a:xfrm flipH="1">
              <a:off x="4013" y="242"/>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0.2m</a:t>
              </a:r>
            </a:p>
          </p:txBody>
        </p:sp>
        <p:sp>
          <p:nvSpPr>
            <p:cNvPr id="93" name="Line 22"/>
            <p:cNvSpPr>
              <a:spLocks noChangeAspect="1" noChangeShapeType="1"/>
            </p:cNvSpPr>
            <p:nvPr/>
          </p:nvSpPr>
          <p:spPr bwMode="auto">
            <a:xfrm>
              <a:off x="3992" y="81"/>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94" name="Group 26"/>
            <p:cNvGrpSpPr>
              <a:grpSpLocks/>
            </p:cNvGrpSpPr>
            <p:nvPr/>
          </p:nvGrpSpPr>
          <p:grpSpPr bwMode="auto">
            <a:xfrm>
              <a:off x="3661" y="623"/>
              <a:ext cx="313" cy="330"/>
              <a:chOff x="1686" y="3521"/>
              <a:chExt cx="313" cy="330"/>
            </a:xfrm>
          </p:grpSpPr>
          <p:sp>
            <p:nvSpPr>
              <p:cNvPr id="174"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6"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7"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6" name="Group 31"/>
            <p:cNvGrpSpPr>
              <a:grpSpLocks/>
            </p:cNvGrpSpPr>
            <p:nvPr/>
          </p:nvGrpSpPr>
          <p:grpSpPr bwMode="auto">
            <a:xfrm>
              <a:off x="5326" y="622"/>
              <a:ext cx="311" cy="358"/>
              <a:chOff x="3499" y="3511"/>
              <a:chExt cx="311" cy="358"/>
            </a:xfrm>
          </p:grpSpPr>
          <p:sp>
            <p:nvSpPr>
              <p:cNvPr id="169"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0"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1"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2"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3"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8" name="Line 50"/>
            <p:cNvSpPr>
              <a:spLocks noChangeAspect="1" noChangeShapeType="1"/>
            </p:cNvSpPr>
            <p:nvPr/>
          </p:nvSpPr>
          <p:spPr bwMode="auto">
            <a:xfrm flipH="1">
              <a:off x="3817" y="477"/>
              <a:ext cx="168" cy="1"/>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8" name="Text Box 52"/>
          <p:cNvSpPr txBox="1">
            <a:spLocks noChangeAspect="1" noChangeArrowheads="1"/>
          </p:cNvSpPr>
          <p:nvPr/>
        </p:nvSpPr>
        <p:spPr bwMode="auto">
          <a:xfrm flipH="1">
            <a:off x="11293424" y="583021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79" name="Line 53"/>
          <p:cNvSpPr>
            <a:spLocks noChangeShapeType="1"/>
          </p:cNvSpPr>
          <p:nvPr/>
        </p:nvSpPr>
        <p:spPr bwMode="auto">
          <a:xfrm rot="16200000">
            <a:off x="8116043" y="5359523"/>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0" name="Text Box 54"/>
          <p:cNvSpPr txBox="1">
            <a:spLocks noChangeAspect="1" noChangeArrowheads="1"/>
          </p:cNvSpPr>
          <p:nvPr/>
        </p:nvSpPr>
        <p:spPr bwMode="auto">
          <a:xfrm flipH="1">
            <a:off x="8675637" y="46475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1" name="Text Box 56"/>
          <p:cNvSpPr txBox="1">
            <a:spLocks noChangeAspect="1" noChangeArrowheads="1"/>
          </p:cNvSpPr>
          <p:nvPr/>
        </p:nvSpPr>
        <p:spPr bwMode="auto">
          <a:xfrm flipH="1">
            <a:off x="8210499" y="28441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82" name="Text Box 58"/>
          <p:cNvSpPr txBox="1">
            <a:spLocks noChangeAspect="1" noChangeArrowheads="1"/>
          </p:cNvSpPr>
          <p:nvPr/>
        </p:nvSpPr>
        <p:spPr bwMode="auto">
          <a:xfrm>
            <a:off x="8296224" y="5646067"/>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83" name="AutoShape 59" descr="浅色竖线"/>
          <p:cNvSpPr>
            <a:spLocks noChangeArrowheads="1"/>
          </p:cNvSpPr>
          <p:nvPr/>
        </p:nvSpPr>
        <p:spPr bwMode="auto">
          <a:xfrm>
            <a:off x="8705799" y="5439692"/>
            <a:ext cx="2703513" cy="496887"/>
          </a:xfrm>
          <a:prstGeom prst="triangle">
            <a:avLst>
              <a:gd name="adj" fmla="val 15560"/>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4" name="Rectangle 60" descr="浅色竖线"/>
          <p:cNvSpPr>
            <a:spLocks noChangeArrowheads="1"/>
          </p:cNvSpPr>
          <p:nvPr/>
        </p:nvSpPr>
        <p:spPr bwMode="auto">
          <a:xfrm>
            <a:off x="9075687" y="4063329"/>
            <a:ext cx="2292350" cy="20002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5" name="Rectangle 61" descr="浅色竖线"/>
          <p:cNvSpPr>
            <a:spLocks noChangeArrowheads="1"/>
          </p:cNvSpPr>
          <p:nvPr/>
        </p:nvSpPr>
        <p:spPr bwMode="auto">
          <a:xfrm>
            <a:off x="8704212" y="3193379"/>
            <a:ext cx="360362" cy="86677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86" name="Group 63"/>
          <p:cNvGrpSpPr>
            <a:grpSpLocks/>
          </p:cNvGrpSpPr>
          <p:nvPr/>
        </p:nvGrpSpPr>
        <p:grpSpPr bwMode="auto">
          <a:xfrm>
            <a:off x="10144074" y="3964904"/>
            <a:ext cx="438150" cy="360363"/>
            <a:chOff x="4503" y="2280"/>
            <a:chExt cx="269" cy="231"/>
          </a:xfrm>
        </p:grpSpPr>
        <p:sp>
          <p:nvSpPr>
            <p:cNvPr id="18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15000"/>
                </a:lnSpc>
                <a:spcBef>
                  <a:spcPts val="0"/>
                </a:spcBef>
                <a:spcAft>
                  <a:spcPts val="0"/>
                </a:spcAft>
                <a:buClrTx/>
                <a:buSzTx/>
                <a:buFontTx/>
                <a:buNone/>
                <a:tabLst/>
                <a:defRPr/>
              </a:pPr>
              <a:r>
                <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a:t>
              </a:r>
            </a:p>
          </p:txBody>
        </p:sp>
      </p:grpSp>
      <p:sp>
        <p:nvSpPr>
          <p:cNvPr id="189" name="Text Box 66"/>
          <p:cNvSpPr txBox="1">
            <a:spLocks noChangeAspect="1" noChangeArrowheads="1"/>
          </p:cNvSpPr>
          <p:nvPr/>
        </p:nvSpPr>
        <p:spPr bwMode="auto">
          <a:xfrm>
            <a:off x="9051874" y="2999704"/>
            <a:ext cx="8715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54kN</a:t>
            </a:r>
          </a:p>
        </p:txBody>
      </p:sp>
      <p:grpSp>
        <p:nvGrpSpPr>
          <p:cNvPr id="190" name="Group 72"/>
          <p:cNvGrpSpPr>
            <a:grpSpLocks/>
          </p:cNvGrpSpPr>
          <p:nvPr/>
        </p:nvGrpSpPr>
        <p:grpSpPr bwMode="auto">
          <a:xfrm>
            <a:off x="9242374" y="5474617"/>
            <a:ext cx="592138" cy="523875"/>
            <a:chOff x="3767" y="1607"/>
            <a:chExt cx="373" cy="330"/>
          </a:xfrm>
        </p:grpSpPr>
        <p:sp>
          <p:nvSpPr>
            <p:cNvPr id="191" name="Oval 7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2" name="Text Box 7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pSp>
        <p:nvGrpSpPr>
          <p:cNvPr id="193" name="Group 77"/>
          <p:cNvGrpSpPr>
            <a:grpSpLocks/>
          </p:cNvGrpSpPr>
          <p:nvPr/>
        </p:nvGrpSpPr>
        <p:grpSpPr bwMode="auto">
          <a:xfrm>
            <a:off x="8605787" y="3266404"/>
            <a:ext cx="592137" cy="523875"/>
            <a:chOff x="3767" y="1607"/>
            <a:chExt cx="373" cy="330"/>
          </a:xfrm>
        </p:grpSpPr>
        <p:sp>
          <p:nvSpPr>
            <p:cNvPr id="194" name="Oval 7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Text Box 7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96" name="Line 81"/>
          <p:cNvSpPr>
            <a:spLocks noChangeShapeType="1"/>
          </p:cNvSpPr>
          <p:nvPr/>
        </p:nvSpPr>
        <p:spPr bwMode="auto">
          <a:xfrm>
            <a:off x="8685162" y="4066504"/>
            <a:ext cx="31226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7" name="Line 82"/>
          <p:cNvSpPr>
            <a:spLocks noChangeShapeType="1"/>
          </p:cNvSpPr>
          <p:nvPr/>
        </p:nvSpPr>
        <p:spPr bwMode="auto">
          <a:xfrm>
            <a:off x="8667699" y="5936579"/>
            <a:ext cx="297815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8" name="Line 55"/>
          <p:cNvSpPr>
            <a:spLocks noChangeShapeType="1"/>
          </p:cNvSpPr>
          <p:nvPr/>
        </p:nvSpPr>
        <p:spPr bwMode="auto">
          <a:xfrm rot="16200000">
            <a:off x="8120806" y="3514848"/>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9" name="Text Box 57"/>
          <p:cNvSpPr txBox="1">
            <a:spLocks noChangeAspect="1" noChangeArrowheads="1"/>
          </p:cNvSpPr>
          <p:nvPr/>
        </p:nvSpPr>
        <p:spPr bwMode="auto">
          <a:xfrm>
            <a:off x="8385124" y="3879179"/>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00" name="Text Box 83"/>
          <p:cNvSpPr txBox="1">
            <a:spLocks noChangeAspect="1" noChangeArrowheads="1"/>
          </p:cNvSpPr>
          <p:nvPr/>
        </p:nvSpPr>
        <p:spPr bwMode="auto">
          <a:xfrm flipH="1">
            <a:off x="11268024" y="392997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1" name="Text Box 84"/>
          <p:cNvSpPr txBox="1">
            <a:spLocks noChangeAspect="1" noChangeArrowheads="1"/>
          </p:cNvSpPr>
          <p:nvPr/>
        </p:nvSpPr>
        <p:spPr bwMode="auto">
          <a:xfrm>
            <a:off x="9644012" y="4198267"/>
            <a:ext cx="87153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6kN</a:t>
            </a:r>
          </a:p>
        </p:txBody>
      </p:sp>
      <p:sp>
        <p:nvSpPr>
          <p:cNvPr id="202" name="Rectangle 85"/>
          <p:cNvSpPr>
            <a:spLocks noChangeArrowheads="1"/>
          </p:cNvSpPr>
          <p:nvPr/>
        </p:nvSpPr>
        <p:spPr bwMode="auto">
          <a:xfrm>
            <a:off x="8883599" y="4980904"/>
            <a:ext cx="13468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0.6kN·m</a:t>
            </a:r>
          </a:p>
        </p:txBody>
      </p:sp>
      <p:sp>
        <p:nvSpPr>
          <p:cNvPr id="203" name="Text Box 86"/>
          <p:cNvSpPr txBox="1">
            <a:spLocks noChangeAspect="1" noChangeArrowheads="1"/>
          </p:cNvSpPr>
          <p:nvPr/>
        </p:nvSpPr>
        <p:spPr bwMode="auto">
          <a:xfrm>
            <a:off x="11344224" y="2399629"/>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B</a:t>
            </a:r>
          </a:p>
        </p:txBody>
      </p:sp>
      <p:sp>
        <p:nvSpPr>
          <p:cNvPr id="204" name="Text Box 87"/>
          <p:cNvSpPr txBox="1">
            <a:spLocks noChangeAspect="1" noChangeArrowheads="1"/>
          </p:cNvSpPr>
          <p:nvPr/>
        </p:nvSpPr>
        <p:spPr bwMode="auto">
          <a:xfrm>
            <a:off x="8697862" y="2337717"/>
            <a:ext cx="5810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A</a:t>
            </a:r>
          </a:p>
        </p:txBody>
      </p:sp>
      <p:sp>
        <p:nvSpPr>
          <p:cNvPr id="205" name="Line 88"/>
          <p:cNvSpPr>
            <a:spLocks noChangeAspect="1" noChangeShapeType="1"/>
          </p:cNvSpPr>
          <p:nvPr/>
        </p:nvSpPr>
        <p:spPr bwMode="auto">
          <a:xfrm flipV="1">
            <a:off x="8728024" y="1936079"/>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6" name="Line 89"/>
          <p:cNvSpPr>
            <a:spLocks noChangeAspect="1" noChangeShapeType="1"/>
          </p:cNvSpPr>
          <p:nvPr/>
        </p:nvSpPr>
        <p:spPr bwMode="auto">
          <a:xfrm flipV="1">
            <a:off x="11360099" y="1909092"/>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Tree>
    <p:extLst>
      <p:ext uri="{BB962C8B-B14F-4D97-AF65-F5344CB8AC3E}">
        <p14:creationId xmlns:p14="http://schemas.microsoft.com/office/powerpoint/2010/main" val="266202953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0" presetClass="entr" presetSubtype="0" fill="hold" nodeType="withEffect">
                                  <p:stCondLst>
                                    <p:cond delay="2000"/>
                                  </p:stCondLst>
                                  <p:childTnLst>
                                    <p:set>
                                      <p:cBhvr>
                                        <p:cTn id="8" dur="1" fill="hold">
                                          <p:stCondLst>
                                            <p:cond delay="0"/>
                                          </p:stCondLst>
                                        </p:cTn>
                                        <p:tgtEl>
                                          <p:spTgt spid="80"/>
                                        </p:tgtEl>
                                        <p:attrNameLst>
                                          <p:attrName>style.visibility</p:attrName>
                                        </p:attrNameLst>
                                      </p:cBhvr>
                                      <p:to>
                                        <p:strVal val="visible"/>
                                      </p:to>
                                    </p:set>
                                    <p:animEffect transition="in" filter="wedge">
                                      <p:cBhvr>
                                        <p:cTn id="9" dur="5000"/>
                                        <p:tgtEl>
                                          <p:spTgt spid="80"/>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slide(fromBottom)">
                                      <p:cBhvr>
                                        <p:cTn id="12" dur="3000"/>
                                        <p:tgtEl>
                                          <p:spTgt spid="206"/>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05"/>
                                        </p:tgtEl>
                                        <p:attrNameLst>
                                          <p:attrName>style.visibility</p:attrName>
                                        </p:attrNameLst>
                                      </p:cBhvr>
                                      <p:to>
                                        <p:strVal val="visible"/>
                                      </p:to>
                                    </p:set>
                                    <p:animEffect transition="in" filter="slide(fromBottom)">
                                      <p:cBhvr>
                                        <p:cTn id="15" dur="3000"/>
                                        <p:tgtEl>
                                          <p:spTgt spid="205"/>
                                        </p:tgtEl>
                                      </p:cBhvr>
                                    </p:animEffect>
                                  </p:childTnLst>
                                </p:cTn>
                              </p:par>
                              <p:par>
                                <p:cTn id="16" presetID="20" presetClass="entr" presetSubtype="0" fill="hold" grpId="0" nodeType="withEffect">
                                  <p:stCondLst>
                                    <p:cond delay="0"/>
                                  </p:stCondLst>
                                  <p:childTnLst>
                                    <p:set>
                                      <p:cBhvr>
                                        <p:cTn id="17" dur="1" fill="hold">
                                          <p:stCondLst>
                                            <p:cond delay="0"/>
                                          </p:stCondLst>
                                        </p:cTn>
                                        <p:tgtEl>
                                          <p:spTgt spid="204"/>
                                        </p:tgtEl>
                                        <p:attrNameLst>
                                          <p:attrName>style.visibility</p:attrName>
                                        </p:attrNameLst>
                                      </p:cBhvr>
                                      <p:to>
                                        <p:strVal val="visible"/>
                                      </p:to>
                                    </p:set>
                                    <p:animEffect transition="in" filter="wedge">
                                      <p:cBhvr>
                                        <p:cTn id="18" dur="2000"/>
                                        <p:tgtEl>
                                          <p:spTgt spid="204"/>
                                        </p:tgtEl>
                                      </p:cBhvr>
                                    </p:animEffect>
                                  </p:childTnLst>
                                </p:cTn>
                              </p:par>
                              <p:par>
                                <p:cTn id="19" presetID="20"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animEffect transition="in" filter="wedge">
                                      <p:cBhvr>
                                        <p:cTn id="21" dur="2000"/>
                                        <p:tgtEl>
                                          <p:spTgt spid="203"/>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197"/>
                                        </p:tgtEl>
                                        <p:attrNameLst>
                                          <p:attrName>style.visibility</p:attrName>
                                        </p:attrNameLst>
                                      </p:cBhvr>
                                      <p:to>
                                        <p:strVal val="visible"/>
                                      </p:to>
                                    </p:set>
                                    <p:animEffect transition="in" filter="slide(fromLeft)">
                                      <p:cBhvr>
                                        <p:cTn id="24" dur="5000"/>
                                        <p:tgtEl>
                                          <p:spTgt spid="197"/>
                                        </p:tgtEl>
                                      </p:cBhvr>
                                    </p:animEffect>
                                  </p:childTnLst>
                                </p:cTn>
                              </p:par>
                              <p:par>
                                <p:cTn id="25" presetID="19" presetClass="entr" presetSubtype="10" fill="hold" nodeType="withEffect">
                                  <p:stCondLst>
                                    <p:cond delay="500"/>
                                  </p:stCondLst>
                                  <p:childTnLst>
                                    <p:set>
                                      <p:cBhvr>
                                        <p:cTn id="26" dur="1" fill="hold">
                                          <p:stCondLst>
                                            <p:cond delay="0"/>
                                          </p:stCondLst>
                                        </p:cTn>
                                        <p:tgtEl>
                                          <p:spTgt spid="178"/>
                                        </p:tgtEl>
                                        <p:attrNameLst>
                                          <p:attrName>style.visibility</p:attrName>
                                        </p:attrNameLst>
                                      </p:cBhvr>
                                      <p:to>
                                        <p:strVal val="visible"/>
                                      </p:to>
                                    </p:set>
                                    <p:anim calcmode="lin" valueType="num">
                                      <p:cBhvr>
                                        <p:cTn id="27" dur="5000" fill="hold"/>
                                        <p:tgtEl>
                                          <p:spTgt spid="178"/>
                                        </p:tgtEl>
                                        <p:attrNameLst>
                                          <p:attrName>ppt_w</p:attrName>
                                        </p:attrNameLst>
                                      </p:cBhvr>
                                      <p:tavLst>
                                        <p:tav tm="0" fmla="#ppt_w*sin(2.5*pi*$)">
                                          <p:val>
                                            <p:fltVal val="0"/>
                                          </p:val>
                                        </p:tav>
                                        <p:tav tm="100000">
                                          <p:val>
                                            <p:fltVal val="1"/>
                                          </p:val>
                                        </p:tav>
                                      </p:tavLst>
                                    </p:anim>
                                    <p:anim calcmode="lin" valueType="num">
                                      <p:cBhvr>
                                        <p:cTn id="28" dur="5000" fill="hold"/>
                                        <p:tgtEl>
                                          <p:spTgt spid="178"/>
                                        </p:tgtEl>
                                        <p:attrNameLst>
                                          <p:attrName>ppt_h</p:attrName>
                                        </p:attrNameLst>
                                      </p:cBhvr>
                                      <p:tavLst>
                                        <p:tav tm="0">
                                          <p:val>
                                            <p:strVal val="#ppt_h"/>
                                          </p:val>
                                        </p:tav>
                                        <p:tav tm="100000">
                                          <p:val>
                                            <p:strVal val="#ppt_h"/>
                                          </p:val>
                                        </p:tav>
                                      </p:tavLst>
                                    </p:anim>
                                  </p:childTnLst>
                                </p:cTn>
                              </p:par>
                              <p:par>
                                <p:cTn id="29" presetID="12" presetClass="entr" presetSubtype="4" fill="hold" grpId="0" nodeType="withEffect">
                                  <p:stCondLst>
                                    <p:cond delay="500"/>
                                  </p:stCondLst>
                                  <p:childTnLst>
                                    <p:set>
                                      <p:cBhvr>
                                        <p:cTn id="30" dur="1" fill="hold">
                                          <p:stCondLst>
                                            <p:cond delay="0"/>
                                          </p:stCondLst>
                                        </p:cTn>
                                        <p:tgtEl>
                                          <p:spTgt spid="179"/>
                                        </p:tgtEl>
                                        <p:attrNameLst>
                                          <p:attrName>style.visibility</p:attrName>
                                        </p:attrNameLst>
                                      </p:cBhvr>
                                      <p:to>
                                        <p:strVal val="visible"/>
                                      </p:to>
                                    </p:set>
                                    <p:animEffect transition="in" filter="slide(fromBottom)">
                                      <p:cBhvr>
                                        <p:cTn id="31" dur="5000"/>
                                        <p:tgtEl>
                                          <p:spTgt spid="179"/>
                                        </p:tgtEl>
                                      </p:cBhvr>
                                    </p:animEffect>
                                  </p:childTnLst>
                                </p:cTn>
                              </p:par>
                              <p:par>
                                <p:cTn id="32" presetID="19" presetClass="entr" presetSubtype="10" fill="hold" nodeType="withEffect">
                                  <p:stCondLst>
                                    <p:cond delay="500"/>
                                  </p:stCondLst>
                                  <p:childTnLst>
                                    <p:set>
                                      <p:cBhvr>
                                        <p:cTn id="33" dur="1" fill="hold">
                                          <p:stCondLst>
                                            <p:cond delay="0"/>
                                          </p:stCondLst>
                                        </p:cTn>
                                        <p:tgtEl>
                                          <p:spTgt spid="180"/>
                                        </p:tgtEl>
                                        <p:attrNameLst>
                                          <p:attrName>style.visibility</p:attrName>
                                        </p:attrNameLst>
                                      </p:cBhvr>
                                      <p:to>
                                        <p:strVal val="visible"/>
                                      </p:to>
                                    </p:set>
                                    <p:anim calcmode="lin" valueType="num">
                                      <p:cBhvr>
                                        <p:cTn id="34" dur="5000" fill="hold"/>
                                        <p:tgtEl>
                                          <p:spTgt spid="180"/>
                                        </p:tgtEl>
                                        <p:attrNameLst>
                                          <p:attrName>ppt_w</p:attrName>
                                        </p:attrNameLst>
                                      </p:cBhvr>
                                      <p:tavLst>
                                        <p:tav tm="0" fmla="#ppt_w*sin(2.5*pi*$)">
                                          <p:val>
                                            <p:fltVal val="0"/>
                                          </p:val>
                                        </p:tav>
                                        <p:tav tm="100000">
                                          <p:val>
                                            <p:fltVal val="1"/>
                                          </p:val>
                                        </p:tav>
                                      </p:tavLst>
                                    </p:anim>
                                    <p:anim calcmode="lin" valueType="num">
                                      <p:cBhvr>
                                        <p:cTn id="35" dur="5000" fill="hold"/>
                                        <p:tgtEl>
                                          <p:spTgt spid="180"/>
                                        </p:tgtEl>
                                        <p:attrNameLst>
                                          <p:attrName>ppt_h</p:attrName>
                                        </p:attrNameLst>
                                      </p:cBhvr>
                                      <p:tavLst>
                                        <p:tav tm="0">
                                          <p:val>
                                            <p:strVal val="#ppt_h"/>
                                          </p:val>
                                        </p:tav>
                                        <p:tav tm="100000">
                                          <p:val>
                                            <p:strVal val="#ppt_h"/>
                                          </p:val>
                                        </p:tav>
                                      </p:tavLst>
                                    </p:anim>
                                  </p:childTnLst>
                                </p:cTn>
                              </p:par>
                              <p:par>
                                <p:cTn id="36" presetID="12" presetClass="entr" presetSubtype="8" fill="hold" grpId="0" nodeType="withEffect">
                                  <p:stCondLst>
                                    <p:cond delay="500"/>
                                  </p:stCondLst>
                                  <p:childTnLst>
                                    <p:set>
                                      <p:cBhvr>
                                        <p:cTn id="37" dur="1" fill="hold">
                                          <p:stCondLst>
                                            <p:cond delay="0"/>
                                          </p:stCondLst>
                                        </p:cTn>
                                        <p:tgtEl>
                                          <p:spTgt spid="196"/>
                                        </p:tgtEl>
                                        <p:attrNameLst>
                                          <p:attrName>style.visibility</p:attrName>
                                        </p:attrNameLst>
                                      </p:cBhvr>
                                      <p:to>
                                        <p:strVal val="visible"/>
                                      </p:to>
                                    </p:set>
                                    <p:animEffect transition="in" filter="slide(fromLeft)">
                                      <p:cBhvr>
                                        <p:cTn id="38" dur="5000"/>
                                        <p:tgtEl>
                                          <p:spTgt spid="196"/>
                                        </p:tgtEl>
                                      </p:cBhvr>
                                    </p:animEffect>
                                  </p:childTnLst>
                                </p:cTn>
                              </p:par>
                              <p:par>
                                <p:cTn id="39" presetID="19" presetClass="entr" presetSubtype="10" fill="hold" grpId="0" nodeType="withEffect">
                                  <p:stCondLst>
                                    <p:cond delay="500"/>
                                  </p:stCondLst>
                                  <p:childTnLst>
                                    <p:set>
                                      <p:cBhvr>
                                        <p:cTn id="40" dur="1" fill="hold">
                                          <p:stCondLst>
                                            <p:cond delay="0"/>
                                          </p:stCondLst>
                                        </p:cTn>
                                        <p:tgtEl>
                                          <p:spTgt spid="182"/>
                                        </p:tgtEl>
                                        <p:attrNameLst>
                                          <p:attrName>style.visibility</p:attrName>
                                        </p:attrNameLst>
                                      </p:cBhvr>
                                      <p:to>
                                        <p:strVal val="visible"/>
                                      </p:to>
                                    </p:set>
                                    <p:anim calcmode="lin" valueType="num">
                                      <p:cBhvr>
                                        <p:cTn id="41" dur="5000" fill="hold"/>
                                        <p:tgtEl>
                                          <p:spTgt spid="182"/>
                                        </p:tgtEl>
                                        <p:attrNameLst>
                                          <p:attrName>ppt_w</p:attrName>
                                        </p:attrNameLst>
                                      </p:cBhvr>
                                      <p:tavLst>
                                        <p:tav tm="0" fmla="#ppt_w*sin(2.5*pi*$)">
                                          <p:val>
                                            <p:fltVal val="0"/>
                                          </p:val>
                                        </p:tav>
                                        <p:tav tm="100000">
                                          <p:val>
                                            <p:fltVal val="1"/>
                                          </p:val>
                                        </p:tav>
                                      </p:tavLst>
                                    </p:anim>
                                    <p:anim calcmode="lin" valueType="num">
                                      <p:cBhvr>
                                        <p:cTn id="42"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par>
                                <p:cTn id="43" presetID="19" presetClass="entr" presetSubtype="10" fill="hold" grpId="0" nodeType="withEffect">
                                  <p:stCondLst>
                                    <p:cond delay="500"/>
                                  </p:stCondLst>
                                  <p:childTnLst>
                                    <p:set>
                                      <p:cBhvr>
                                        <p:cTn id="44" dur="1" fill="hold">
                                          <p:stCondLst>
                                            <p:cond delay="0"/>
                                          </p:stCondLst>
                                        </p:cTn>
                                        <p:tgtEl>
                                          <p:spTgt spid="181"/>
                                        </p:tgtEl>
                                        <p:attrNameLst>
                                          <p:attrName>style.visibility</p:attrName>
                                        </p:attrNameLst>
                                      </p:cBhvr>
                                      <p:to>
                                        <p:strVal val="visible"/>
                                      </p:to>
                                    </p:set>
                                    <p:anim calcmode="lin" valueType="num">
                                      <p:cBhvr>
                                        <p:cTn id="45" dur="5000" fill="hold"/>
                                        <p:tgtEl>
                                          <p:spTgt spid="181"/>
                                        </p:tgtEl>
                                        <p:attrNameLst>
                                          <p:attrName>ppt_w</p:attrName>
                                        </p:attrNameLst>
                                      </p:cBhvr>
                                      <p:tavLst>
                                        <p:tav tm="0" fmla="#ppt_w*sin(2.5*pi*$)">
                                          <p:val>
                                            <p:fltVal val="0"/>
                                          </p:val>
                                        </p:tav>
                                        <p:tav tm="100000">
                                          <p:val>
                                            <p:fltVal val="1"/>
                                          </p:val>
                                        </p:tav>
                                      </p:tavLst>
                                    </p:anim>
                                    <p:anim calcmode="lin" valueType="num">
                                      <p:cBhvr>
                                        <p:cTn id="46" dur="5000" fill="hold"/>
                                        <p:tgtEl>
                                          <p:spTgt spid="181"/>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500"/>
                                  </p:stCondLst>
                                  <p:childTnLst>
                                    <p:set>
                                      <p:cBhvr>
                                        <p:cTn id="48" dur="1" fill="hold">
                                          <p:stCondLst>
                                            <p:cond delay="0"/>
                                          </p:stCondLst>
                                        </p:cTn>
                                        <p:tgtEl>
                                          <p:spTgt spid="198"/>
                                        </p:tgtEl>
                                        <p:attrNameLst>
                                          <p:attrName>style.visibility</p:attrName>
                                        </p:attrNameLst>
                                      </p:cBhvr>
                                      <p:to>
                                        <p:strVal val="visible"/>
                                      </p:to>
                                    </p:set>
                                    <p:animEffect transition="in" filter="slide(fromBottom)">
                                      <p:cBhvr>
                                        <p:cTn id="49" dur="5000"/>
                                        <p:tgtEl>
                                          <p:spTgt spid="198"/>
                                        </p:tgtEl>
                                      </p:cBhvr>
                                    </p:animEffect>
                                  </p:childTnLst>
                                </p:cTn>
                              </p:par>
                              <p:par>
                                <p:cTn id="50" presetID="19" presetClass="entr" presetSubtype="10" fill="hold" grpId="0" nodeType="withEffect">
                                  <p:stCondLst>
                                    <p:cond delay="500"/>
                                  </p:stCondLst>
                                  <p:childTnLst>
                                    <p:set>
                                      <p:cBhvr>
                                        <p:cTn id="51" dur="1" fill="hold">
                                          <p:stCondLst>
                                            <p:cond delay="0"/>
                                          </p:stCondLst>
                                        </p:cTn>
                                        <p:tgtEl>
                                          <p:spTgt spid="199"/>
                                        </p:tgtEl>
                                        <p:attrNameLst>
                                          <p:attrName>style.visibility</p:attrName>
                                        </p:attrNameLst>
                                      </p:cBhvr>
                                      <p:to>
                                        <p:strVal val="visible"/>
                                      </p:to>
                                    </p:set>
                                    <p:anim calcmode="lin" valueType="num">
                                      <p:cBhvr>
                                        <p:cTn id="52" dur="5000" fill="hold"/>
                                        <p:tgtEl>
                                          <p:spTgt spid="199"/>
                                        </p:tgtEl>
                                        <p:attrNameLst>
                                          <p:attrName>ppt_w</p:attrName>
                                        </p:attrNameLst>
                                      </p:cBhvr>
                                      <p:tavLst>
                                        <p:tav tm="0" fmla="#ppt_w*sin(2.5*pi*$)">
                                          <p:val>
                                            <p:fltVal val="0"/>
                                          </p:val>
                                        </p:tav>
                                        <p:tav tm="100000">
                                          <p:val>
                                            <p:fltVal val="1"/>
                                          </p:val>
                                        </p:tav>
                                      </p:tavLst>
                                    </p:anim>
                                    <p:anim calcmode="lin" valueType="num">
                                      <p:cBhvr>
                                        <p:cTn id="53" dur="5000" fill="hold"/>
                                        <p:tgtEl>
                                          <p:spTgt spid="19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par>
                                <p:cTn id="54" presetID="19" presetClass="entr" presetSubtype="10" fill="hold" nodeType="withEffect">
                                  <p:stCondLst>
                                    <p:cond delay="500"/>
                                  </p:stCondLst>
                                  <p:childTnLst>
                                    <p:set>
                                      <p:cBhvr>
                                        <p:cTn id="55" dur="1" fill="hold">
                                          <p:stCondLst>
                                            <p:cond delay="0"/>
                                          </p:stCondLst>
                                        </p:cTn>
                                        <p:tgtEl>
                                          <p:spTgt spid="200"/>
                                        </p:tgtEl>
                                        <p:attrNameLst>
                                          <p:attrName>style.visibility</p:attrName>
                                        </p:attrNameLst>
                                      </p:cBhvr>
                                      <p:to>
                                        <p:strVal val="visible"/>
                                      </p:to>
                                    </p:set>
                                    <p:anim calcmode="lin" valueType="num">
                                      <p:cBhvr>
                                        <p:cTn id="56" dur="5000" fill="hold"/>
                                        <p:tgtEl>
                                          <p:spTgt spid="200"/>
                                        </p:tgtEl>
                                        <p:attrNameLst>
                                          <p:attrName>ppt_w</p:attrName>
                                        </p:attrNameLst>
                                      </p:cBhvr>
                                      <p:tavLst>
                                        <p:tav tm="0" fmla="#ppt_w*sin(2.5*pi*$)">
                                          <p:val>
                                            <p:fltVal val="0"/>
                                          </p:val>
                                        </p:tav>
                                        <p:tav tm="100000">
                                          <p:val>
                                            <p:fltVal val="1"/>
                                          </p:val>
                                        </p:tav>
                                      </p:tavLst>
                                    </p:anim>
                                    <p:anim calcmode="lin" valueType="num">
                                      <p:cBhvr>
                                        <p:cTn id="57" dur="5000" fill="hold"/>
                                        <p:tgtEl>
                                          <p:spTgt spid="200"/>
                                        </p:tgtEl>
                                        <p:attrNameLst>
                                          <p:attrName>ppt_h</p:attrName>
                                        </p:attrNameLst>
                                      </p:cBhvr>
                                      <p:tavLst>
                                        <p:tav tm="0">
                                          <p:val>
                                            <p:strVal val="#ppt_h"/>
                                          </p:val>
                                        </p:tav>
                                        <p:tav tm="100000">
                                          <p:val>
                                            <p:strVal val="#ppt_h"/>
                                          </p:val>
                                        </p:tav>
                                      </p:tavLst>
                                    </p:anim>
                                  </p:childTnLst>
                                </p:cTn>
                              </p:par>
                            </p:childTnLst>
                          </p:cTn>
                        </p:par>
                        <p:par>
                          <p:cTn id="58" fill="hold">
                            <p:stCondLst>
                              <p:cond delay="7000"/>
                            </p:stCondLst>
                            <p:childTnLst>
                              <p:par>
                                <p:cTn id="59" presetID="22" presetClass="entr" presetSubtype="8" fill="hold" grpId="0" nodeType="afterEffect">
                                  <p:stCondLst>
                                    <p:cond delay="0"/>
                                  </p:stCondLst>
                                  <p:childTnLst>
                                    <p:set>
                                      <p:cBhvr>
                                        <p:cTn id="60" dur="1" fill="hold">
                                          <p:stCondLst>
                                            <p:cond delay="0"/>
                                          </p:stCondLst>
                                        </p:cTn>
                                        <p:tgtEl>
                                          <p:spTgt spid="185"/>
                                        </p:tgtEl>
                                        <p:attrNameLst>
                                          <p:attrName>style.visibility</p:attrName>
                                        </p:attrNameLst>
                                      </p:cBhvr>
                                      <p:to>
                                        <p:strVal val="visible"/>
                                      </p:to>
                                    </p:set>
                                    <p:animEffect transition="in" filter="wipe(left)">
                                      <p:cBhvr>
                                        <p:cTn id="61" dur="5000"/>
                                        <p:tgtEl>
                                          <p:spTgt spid="185"/>
                                        </p:tgtEl>
                                      </p:cBhvr>
                                    </p:animEffect>
                                  </p:childTnLst>
                                </p:cTn>
                              </p:par>
                              <p:par>
                                <p:cTn id="62" presetID="19" presetClass="entr" presetSubtype="10" fill="hold" grpId="0" nodeType="withEffect">
                                  <p:stCondLst>
                                    <p:cond delay="0"/>
                                  </p:stCondLst>
                                  <p:childTnLst>
                                    <p:set>
                                      <p:cBhvr>
                                        <p:cTn id="63" dur="1" fill="hold">
                                          <p:stCondLst>
                                            <p:cond delay="0"/>
                                          </p:stCondLst>
                                        </p:cTn>
                                        <p:tgtEl>
                                          <p:spTgt spid="189"/>
                                        </p:tgtEl>
                                        <p:attrNameLst>
                                          <p:attrName>style.visibility</p:attrName>
                                        </p:attrNameLst>
                                      </p:cBhvr>
                                      <p:to>
                                        <p:strVal val="visible"/>
                                      </p:to>
                                    </p:set>
                                    <p:anim calcmode="lin" valueType="num">
                                      <p:cBhvr>
                                        <p:cTn id="64" dur="5000" fill="hold"/>
                                        <p:tgtEl>
                                          <p:spTgt spid="189"/>
                                        </p:tgtEl>
                                        <p:attrNameLst>
                                          <p:attrName>ppt_w</p:attrName>
                                        </p:attrNameLst>
                                      </p:cBhvr>
                                      <p:tavLst>
                                        <p:tav tm="0" fmla="#ppt_w*sin(2.5*pi*$)">
                                          <p:val>
                                            <p:fltVal val="0"/>
                                          </p:val>
                                        </p:tav>
                                        <p:tav tm="100000">
                                          <p:val>
                                            <p:fltVal val="1"/>
                                          </p:val>
                                        </p:tav>
                                      </p:tavLst>
                                    </p:anim>
                                    <p:anim calcmode="lin" valueType="num">
                                      <p:cBhvr>
                                        <p:cTn id="65" dur="5000" fill="hold"/>
                                        <p:tgtEl>
                                          <p:spTgt spid="1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6" fill="hold">
                            <p:stCondLst>
                              <p:cond delay="12000"/>
                            </p:stCondLst>
                            <p:childTnLst>
                              <p:par>
                                <p:cTn id="67" presetID="22" presetClass="entr" presetSubtype="8" fill="hold" grpId="0" nodeType="afterEffect">
                                  <p:stCondLst>
                                    <p:cond delay="0"/>
                                  </p:stCondLst>
                                  <p:childTnLst>
                                    <p:set>
                                      <p:cBhvr>
                                        <p:cTn id="68" dur="1" fill="hold">
                                          <p:stCondLst>
                                            <p:cond delay="0"/>
                                          </p:stCondLst>
                                        </p:cTn>
                                        <p:tgtEl>
                                          <p:spTgt spid="184"/>
                                        </p:tgtEl>
                                        <p:attrNameLst>
                                          <p:attrName>style.visibility</p:attrName>
                                        </p:attrNameLst>
                                      </p:cBhvr>
                                      <p:to>
                                        <p:strVal val="visible"/>
                                      </p:to>
                                    </p:set>
                                    <p:animEffect transition="in" filter="wipe(left)">
                                      <p:cBhvr>
                                        <p:cTn id="69" dur="5000"/>
                                        <p:tgtEl>
                                          <p:spTgt spid="184"/>
                                        </p:tgtEl>
                                      </p:cBhvr>
                                    </p:animEffect>
                                  </p:childTnLst>
                                </p:cTn>
                              </p:par>
                              <p:par>
                                <p:cTn id="70" presetID="19" presetClass="entr" presetSubtype="10" fill="hold" grpId="0" nodeType="withEffect">
                                  <p:stCondLst>
                                    <p:cond delay="0"/>
                                  </p:stCondLst>
                                  <p:childTnLst>
                                    <p:set>
                                      <p:cBhvr>
                                        <p:cTn id="71" dur="1" fill="hold">
                                          <p:stCondLst>
                                            <p:cond delay="0"/>
                                          </p:stCondLst>
                                        </p:cTn>
                                        <p:tgtEl>
                                          <p:spTgt spid="201"/>
                                        </p:tgtEl>
                                        <p:attrNameLst>
                                          <p:attrName>style.visibility</p:attrName>
                                        </p:attrNameLst>
                                      </p:cBhvr>
                                      <p:to>
                                        <p:strVal val="visible"/>
                                      </p:to>
                                    </p:set>
                                    <p:anim calcmode="lin" valueType="num">
                                      <p:cBhvr>
                                        <p:cTn id="72" dur="5000" fill="hold"/>
                                        <p:tgtEl>
                                          <p:spTgt spid="201"/>
                                        </p:tgtEl>
                                        <p:attrNameLst>
                                          <p:attrName>ppt_w</p:attrName>
                                        </p:attrNameLst>
                                      </p:cBhvr>
                                      <p:tavLst>
                                        <p:tav tm="0" fmla="#ppt_w*sin(2.5*pi*$)">
                                          <p:val>
                                            <p:fltVal val="0"/>
                                          </p:val>
                                        </p:tav>
                                        <p:tav tm="100000">
                                          <p:val>
                                            <p:fltVal val="1"/>
                                          </p:val>
                                        </p:tav>
                                      </p:tavLst>
                                    </p:anim>
                                    <p:anim calcmode="lin" valueType="num">
                                      <p:cBhvr>
                                        <p:cTn id="73"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par>
                          <p:cTn id="74" fill="hold">
                            <p:stCondLst>
                              <p:cond delay="17000"/>
                            </p:stCondLst>
                            <p:childTnLst>
                              <p:par>
                                <p:cTn id="75" presetID="15" presetClass="entr" presetSubtype="0" fill="hold" nodeType="afterEffect">
                                  <p:stCondLst>
                                    <p:cond delay="0"/>
                                  </p:stCondLst>
                                  <p:childTnLst>
                                    <p:set>
                                      <p:cBhvr>
                                        <p:cTn id="76" dur="1" fill="hold">
                                          <p:stCondLst>
                                            <p:cond delay="0"/>
                                          </p:stCondLst>
                                        </p:cTn>
                                        <p:tgtEl>
                                          <p:spTgt spid="193"/>
                                        </p:tgtEl>
                                        <p:attrNameLst>
                                          <p:attrName>style.visibility</p:attrName>
                                        </p:attrNameLst>
                                      </p:cBhvr>
                                      <p:to>
                                        <p:strVal val="visible"/>
                                      </p:to>
                                    </p:set>
                                    <p:anim calcmode="lin" valueType="num">
                                      <p:cBhvr>
                                        <p:cTn id="77" dur="3000" fill="hold"/>
                                        <p:tgtEl>
                                          <p:spTgt spid="193"/>
                                        </p:tgtEl>
                                        <p:attrNameLst>
                                          <p:attrName>ppt_w</p:attrName>
                                        </p:attrNameLst>
                                      </p:cBhvr>
                                      <p:tavLst>
                                        <p:tav tm="0">
                                          <p:val>
                                            <p:fltVal val="0"/>
                                          </p:val>
                                        </p:tav>
                                        <p:tav tm="100000">
                                          <p:val>
                                            <p:strVal val="#ppt_w"/>
                                          </p:val>
                                        </p:tav>
                                      </p:tavLst>
                                    </p:anim>
                                    <p:anim calcmode="lin" valueType="num">
                                      <p:cBhvr>
                                        <p:cTn id="78" dur="3000" fill="hold"/>
                                        <p:tgtEl>
                                          <p:spTgt spid="193"/>
                                        </p:tgtEl>
                                        <p:attrNameLst>
                                          <p:attrName>ppt_h</p:attrName>
                                        </p:attrNameLst>
                                      </p:cBhvr>
                                      <p:tavLst>
                                        <p:tav tm="0">
                                          <p:val>
                                            <p:fltVal val="0"/>
                                          </p:val>
                                        </p:tav>
                                        <p:tav tm="100000">
                                          <p:val>
                                            <p:strVal val="#ppt_h"/>
                                          </p:val>
                                        </p:tav>
                                      </p:tavLst>
                                    </p:anim>
                                    <p:anim calcmode="lin" valueType="num">
                                      <p:cBhvr>
                                        <p:cTn id="79" dur="3000" fill="hold"/>
                                        <p:tgtEl>
                                          <p:spTgt spid="193"/>
                                        </p:tgtEl>
                                        <p:attrNameLst>
                                          <p:attrName>ppt_x</p:attrName>
                                        </p:attrNameLst>
                                      </p:cBhvr>
                                      <p:tavLst>
                                        <p:tav tm="0" fmla="#ppt_x+(cos(-2*pi*(1-$))*-#ppt_x-sin(-2*pi*(1-$))*(1-#ppt_y))*(1-$)">
                                          <p:val>
                                            <p:fltVal val="0"/>
                                          </p:val>
                                        </p:tav>
                                        <p:tav tm="100000">
                                          <p:val>
                                            <p:fltVal val="1"/>
                                          </p:val>
                                        </p:tav>
                                      </p:tavLst>
                                    </p:anim>
                                    <p:anim calcmode="lin" valueType="num">
                                      <p:cBhvr>
                                        <p:cTn id="80" dur="3000" fill="hold"/>
                                        <p:tgtEl>
                                          <p:spTgt spid="193"/>
                                        </p:tgtEl>
                                        <p:attrNameLst>
                                          <p:attrName>ppt_y</p:attrName>
                                        </p:attrNameLst>
                                      </p:cBhvr>
                                      <p:tavLst>
                                        <p:tav tm="0" fmla="#ppt_y+(sin(-2*pi*(1-$))*-#ppt_x+cos(-2*pi*(1-$))*(1-#ppt_y))*(1-$)">
                                          <p:val>
                                            <p:fltVal val="0"/>
                                          </p:val>
                                        </p:tav>
                                        <p:tav tm="100000">
                                          <p:val>
                                            <p:fltVal val="1"/>
                                          </p:val>
                                        </p:tav>
                                      </p:tavLst>
                                    </p:anim>
                                  </p:childTnLst>
                                </p:cTn>
                              </p:par>
                            </p:childTnLst>
                          </p:cTn>
                        </p:par>
                        <p:par>
                          <p:cTn id="81" fill="hold">
                            <p:stCondLst>
                              <p:cond delay="20000"/>
                            </p:stCondLst>
                            <p:childTnLst>
                              <p:par>
                                <p:cTn id="82" presetID="15" presetClass="entr" presetSubtype="0" fill="hold" nodeType="afterEffect">
                                  <p:stCondLst>
                                    <p:cond delay="0"/>
                                  </p:stCondLst>
                                  <p:childTnLst>
                                    <p:set>
                                      <p:cBhvr>
                                        <p:cTn id="83" dur="1" fill="hold">
                                          <p:stCondLst>
                                            <p:cond delay="0"/>
                                          </p:stCondLst>
                                        </p:cTn>
                                        <p:tgtEl>
                                          <p:spTgt spid="186"/>
                                        </p:tgtEl>
                                        <p:attrNameLst>
                                          <p:attrName>style.visibility</p:attrName>
                                        </p:attrNameLst>
                                      </p:cBhvr>
                                      <p:to>
                                        <p:strVal val="visible"/>
                                      </p:to>
                                    </p:set>
                                    <p:anim calcmode="lin" valueType="num">
                                      <p:cBhvr>
                                        <p:cTn id="84" dur="3000" fill="hold"/>
                                        <p:tgtEl>
                                          <p:spTgt spid="186"/>
                                        </p:tgtEl>
                                        <p:attrNameLst>
                                          <p:attrName>ppt_w</p:attrName>
                                        </p:attrNameLst>
                                      </p:cBhvr>
                                      <p:tavLst>
                                        <p:tav tm="0">
                                          <p:val>
                                            <p:fltVal val="0"/>
                                          </p:val>
                                        </p:tav>
                                        <p:tav tm="100000">
                                          <p:val>
                                            <p:strVal val="#ppt_w"/>
                                          </p:val>
                                        </p:tav>
                                      </p:tavLst>
                                    </p:anim>
                                    <p:anim calcmode="lin" valueType="num">
                                      <p:cBhvr>
                                        <p:cTn id="85" dur="3000" fill="hold"/>
                                        <p:tgtEl>
                                          <p:spTgt spid="186"/>
                                        </p:tgtEl>
                                        <p:attrNameLst>
                                          <p:attrName>ppt_h</p:attrName>
                                        </p:attrNameLst>
                                      </p:cBhvr>
                                      <p:tavLst>
                                        <p:tav tm="0">
                                          <p:val>
                                            <p:fltVal val="0"/>
                                          </p:val>
                                        </p:tav>
                                        <p:tav tm="100000">
                                          <p:val>
                                            <p:strVal val="#ppt_h"/>
                                          </p:val>
                                        </p:tav>
                                      </p:tavLst>
                                    </p:anim>
                                    <p:anim calcmode="lin" valueType="num">
                                      <p:cBhvr>
                                        <p:cTn id="86" dur="3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87" dur="3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2"/>
                                            </p:cond>
                                          </p:stCondLst>
                                          <p:endCondLst>
                                            <p:cond evt="onStopAudio" delay="0">
                                              <p:tgtEl>
                                                <p:sldTgt/>
                                              </p:tgtEl>
                                            </p:cond>
                                          </p:endCondLst>
                                        </p:cTn>
                                        <p:tgtEl>
                                          <p:sndTgt r:embed="rId4" name="CHIMES.WAV"/>
                                        </p:tgtEl>
                                      </p:cMediaNode>
                                    </p:audio>
                                  </p:subTnLst>
                                </p:cTn>
                              </p:par>
                            </p:childTnLst>
                          </p:cTn>
                        </p:par>
                        <p:par>
                          <p:cTn id="88" fill="hold">
                            <p:stCondLst>
                              <p:cond delay="23000"/>
                            </p:stCondLst>
                            <p:childTnLst>
                              <p:par>
                                <p:cTn id="89" presetID="22" presetClass="entr" presetSubtype="8" fill="hold" grpId="0" nodeType="afterEffect">
                                  <p:stCondLst>
                                    <p:cond delay="0"/>
                                  </p:stCondLst>
                                  <p:childTnLst>
                                    <p:set>
                                      <p:cBhvr>
                                        <p:cTn id="90" dur="1" fill="hold">
                                          <p:stCondLst>
                                            <p:cond delay="0"/>
                                          </p:stCondLst>
                                        </p:cTn>
                                        <p:tgtEl>
                                          <p:spTgt spid="183"/>
                                        </p:tgtEl>
                                        <p:attrNameLst>
                                          <p:attrName>style.visibility</p:attrName>
                                        </p:attrNameLst>
                                      </p:cBhvr>
                                      <p:to>
                                        <p:strVal val="visible"/>
                                      </p:to>
                                    </p:set>
                                    <p:animEffect transition="in" filter="wipe(left)">
                                      <p:cBhvr>
                                        <p:cTn id="91" dur="5000"/>
                                        <p:tgtEl>
                                          <p:spTgt spid="183"/>
                                        </p:tgtEl>
                                      </p:cBhvr>
                                    </p:animEffect>
                                  </p:childTnLst>
                                </p:cTn>
                              </p:par>
                              <p:par>
                                <p:cTn id="92" presetID="19" presetClass="entr" presetSubtype="10" fill="hold" grpId="0" nodeType="withEffect">
                                  <p:stCondLst>
                                    <p:cond delay="0"/>
                                  </p:stCondLst>
                                  <p:childTnLst>
                                    <p:set>
                                      <p:cBhvr>
                                        <p:cTn id="93" dur="1" fill="hold">
                                          <p:stCondLst>
                                            <p:cond delay="0"/>
                                          </p:stCondLst>
                                        </p:cTn>
                                        <p:tgtEl>
                                          <p:spTgt spid="202"/>
                                        </p:tgtEl>
                                        <p:attrNameLst>
                                          <p:attrName>style.visibility</p:attrName>
                                        </p:attrNameLst>
                                      </p:cBhvr>
                                      <p:to>
                                        <p:strVal val="visible"/>
                                      </p:to>
                                    </p:set>
                                    <p:anim calcmode="lin" valueType="num">
                                      <p:cBhvr>
                                        <p:cTn id="94" dur="5000" fill="hold"/>
                                        <p:tgtEl>
                                          <p:spTgt spid="202"/>
                                        </p:tgtEl>
                                        <p:attrNameLst>
                                          <p:attrName>ppt_w</p:attrName>
                                        </p:attrNameLst>
                                      </p:cBhvr>
                                      <p:tavLst>
                                        <p:tav tm="0" fmla="#ppt_w*sin(2.5*pi*$)">
                                          <p:val>
                                            <p:fltVal val="0"/>
                                          </p:val>
                                        </p:tav>
                                        <p:tav tm="100000">
                                          <p:val>
                                            <p:fltVal val="1"/>
                                          </p:val>
                                        </p:tav>
                                      </p:tavLst>
                                    </p:anim>
                                    <p:anim calcmode="lin" valueType="num">
                                      <p:cBhvr>
                                        <p:cTn id="95" dur="5000" fill="hold"/>
                                        <p:tgtEl>
                                          <p:spTgt spid="202"/>
                                        </p:tgtEl>
                                        <p:attrNameLst>
                                          <p:attrName>ppt_h</p:attrName>
                                        </p:attrNameLst>
                                      </p:cBhvr>
                                      <p:tavLst>
                                        <p:tav tm="0">
                                          <p:val>
                                            <p:strVal val="#ppt_h"/>
                                          </p:val>
                                        </p:tav>
                                        <p:tav tm="100000">
                                          <p:val>
                                            <p:strVal val="#ppt_h"/>
                                          </p:val>
                                        </p:tav>
                                      </p:tavLst>
                                    </p:anim>
                                  </p:childTnLst>
                                </p:cTn>
                              </p:par>
                            </p:childTnLst>
                          </p:cTn>
                        </p:par>
                        <p:par>
                          <p:cTn id="96" fill="hold">
                            <p:stCondLst>
                              <p:cond delay="28000"/>
                            </p:stCondLst>
                            <p:childTnLst>
                              <p:par>
                                <p:cTn id="97" presetID="15" presetClass="entr" presetSubtype="0" fill="hold" nodeType="afterEffect">
                                  <p:stCondLst>
                                    <p:cond delay="0"/>
                                  </p:stCondLst>
                                  <p:childTnLst>
                                    <p:set>
                                      <p:cBhvr>
                                        <p:cTn id="98" dur="1" fill="hold">
                                          <p:stCondLst>
                                            <p:cond delay="0"/>
                                          </p:stCondLst>
                                        </p:cTn>
                                        <p:tgtEl>
                                          <p:spTgt spid="190"/>
                                        </p:tgtEl>
                                        <p:attrNameLst>
                                          <p:attrName>style.visibility</p:attrName>
                                        </p:attrNameLst>
                                      </p:cBhvr>
                                      <p:to>
                                        <p:strVal val="visible"/>
                                      </p:to>
                                    </p:set>
                                    <p:anim calcmode="lin" valueType="num">
                                      <p:cBhvr>
                                        <p:cTn id="99" dur="3000" fill="hold"/>
                                        <p:tgtEl>
                                          <p:spTgt spid="190"/>
                                        </p:tgtEl>
                                        <p:attrNameLst>
                                          <p:attrName>ppt_w</p:attrName>
                                        </p:attrNameLst>
                                      </p:cBhvr>
                                      <p:tavLst>
                                        <p:tav tm="0">
                                          <p:val>
                                            <p:fltVal val="0"/>
                                          </p:val>
                                        </p:tav>
                                        <p:tav tm="100000">
                                          <p:val>
                                            <p:strVal val="#ppt_w"/>
                                          </p:val>
                                        </p:tav>
                                      </p:tavLst>
                                    </p:anim>
                                    <p:anim calcmode="lin" valueType="num">
                                      <p:cBhvr>
                                        <p:cTn id="100" dur="3000" fill="hold"/>
                                        <p:tgtEl>
                                          <p:spTgt spid="190"/>
                                        </p:tgtEl>
                                        <p:attrNameLst>
                                          <p:attrName>ppt_h</p:attrName>
                                        </p:attrNameLst>
                                      </p:cBhvr>
                                      <p:tavLst>
                                        <p:tav tm="0">
                                          <p:val>
                                            <p:fltVal val="0"/>
                                          </p:val>
                                        </p:tav>
                                        <p:tav tm="100000">
                                          <p:val>
                                            <p:strVal val="#ppt_h"/>
                                          </p:val>
                                        </p:tav>
                                      </p:tavLst>
                                    </p:anim>
                                    <p:anim calcmode="lin" valueType="num">
                                      <p:cBhvr>
                                        <p:cTn id="101" dur="3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1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3"/>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179" grpId="0" animBg="1"/>
      <p:bldP spid="181" grpId="0"/>
      <p:bldP spid="182" grpId="0" autoUpdateAnimBg="0"/>
      <p:bldP spid="183" grpId="0" animBg="1"/>
      <p:bldP spid="184" grpId="0" animBg="1"/>
      <p:bldP spid="185" grpId="0" animBg="1"/>
      <p:bldP spid="189" grpId="0" autoUpdateAnimBg="0"/>
      <p:bldP spid="196" grpId="0" animBg="1"/>
      <p:bldP spid="197" grpId="0" animBg="1"/>
      <p:bldP spid="198" grpId="0" animBg="1"/>
      <p:bldP spid="199" grpId="0" autoUpdateAnimBg="0"/>
      <p:bldP spid="201" grpId="0" autoUpdateAnimBg="0"/>
      <p:bldP spid="202" grpId="0"/>
      <p:bldP spid="203" grpId="0"/>
      <p:bldP spid="204" grpId="0"/>
      <p:bldP spid="205" grpId="0" animBg="1"/>
      <p:bldP spid="20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210498" y="919582"/>
            <a:ext cx="3862165" cy="5299572"/>
          </a:xfrm>
          <a:prstGeom prst="rect">
            <a:avLst/>
          </a:prstGeom>
          <a:solidFill>
            <a:srgbClr val="B9CDE5"/>
          </a:solidFill>
          <a:ln>
            <a:noFill/>
          </a:ln>
          <a:effectLst/>
        </p:spPr>
        <p:txBody>
          <a:bodyPr wrap="none" anchor="ctr"/>
          <a:lstStyle/>
          <a:p>
            <a:endParaRPr lang="zh-CN" altLang="en-US"/>
          </a:p>
        </p:txBody>
      </p:sp>
      <p:grpSp>
        <p:nvGrpSpPr>
          <p:cNvPr id="80" name="Group 51"/>
          <p:cNvGrpSpPr>
            <a:grpSpLocks/>
          </p:cNvGrpSpPr>
          <p:nvPr/>
        </p:nvGrpSpPr>
        <p:grpSpPr bwMode="auto">
          <a:xfrm>
            <a:off x="8372424" y="828004"/>
            <a:ext cx="3435350" cy="2144713"/>
            <a:chOff x="3596" y="0"/>
            <a:chExt cx="2164" cy="1351"/>
          </a:xfrm>
        </p:grpSpPr>
        <p:sp>
          <p:nvSpPr>
            <p:cNvPr id="81" name="Text Box 6"/>
            <p:cNvSpPr txBox="1">
              <a:spLocks noChangeAspect="1" noChangeArrowheads="1"/>
            </p:cNvSpPr>
            <p:nvPr/>
          </p:nvSpPr>
          <p:spPr bwMode="auto">
            <a:xfrm flipH="1">
              <a:off x="4574" y="959"/>
              <a:ext cx="372"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2m</a:t>
              </a:r>
            </a:p>
          </p:txBody>
        </p:sp>
        <p:sp>
          <p:nvSpPr>
            <p:cNvPr id="82" name="Text Box 7"/>
            <p:cNvSpPr txBox="1">
              <a:spLocks noChangeAspect="1" noChangeArrowheads="1"/>
            </p:cNvSpPr>
            <p:nvPr/>
          </p:nvSpPr>
          <p:spPr bwMode="auto">
            <a:xfrm>
              <a:off x="3596" y="486"/>
              <a:ext cx="3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A</a:t>
              </a:r>
            </a:p>
          </p:txBody>
        </p:sp>
        <p:sp>
          <p:nvSpPr>
            <p:cNvPr id="83" name="Text Box 8"/>
            <p:cNvSpPr txBox="1">
              <a:spLocks noChangeAspect="1" noChangeArrowheads="1"/>
            </p:cNvSpPr>
            <p:nvPr/>
          </p:nvSpPr>
          <p:spPr bwMode="auto">
            <a:xfrm>
              <a:off x="5467" y="499"/>
              <a:ext cx="293"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B</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p:txBody>
        </p:sp>
        <p:sp>
          <p:nvSpPr>
            <p:cNvPr id="84" name="Line 9"/>
            <p:cNvSpPr>
              <a:spLocks noChangeAspect="1" noChangeShapeType="1"/>
            </p:cNvSpPr>
            <p:nvPr/>
          </p:nvSpPr>
          <p:spPr bwMode="auto">
            <a:xfrm flipH="1">
              <a:off x="3817" y="388"/>
              <a:ext cx="0" cy="9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10"/>
            <p:cNvSpPr>
              <a:spLocks noChangeAspect="1" noChangeShapeType="1"/>
            </p:cNvSpPr>
            <p:nvPr/>
          </p:nvSpPr>
          <p:spPr bwMode="auto">
            <a:xfrm flipH="1">
              <a:off x="3817" y="1238"/>
              <a:ext cx="1673" cy="0"/>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11"/>
            <p:cNvSpPr>
              <a:spLocks noChangeAspect="1" noChangeShapeType="1"/>
            </p:cNvSpPr>
            <p:nvPr/>
          </p:nvSpPr>
          <p:spPr bwMode="auto">
            <a:xfrm flipH="1">
              <a:off x="5482" y="980"/>
              <a:ext cx="0" cy="3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Freeform 12"/>
            <p:cNvSpPr>
              <a:spLocks noChangeAspect="1"/>
            </p:cNvSpPr>
            <p:nvPr/>
          </p:nvSpPr>
          <p:spPr bwMode="auto">
            <a:xfrm>
              <a:off x="3840" y="652"/>
              <a:ext cx="1652" cy="1"/>
            </a:xfrm>
            <a:custGeom>
              <a:avLst/>
              <a:gdLst>
                <a:gd name="T0" fmla="*/ 1652 w 1652"/>
                <a:gd name="T1" fmla="*/ 0 h 1"/>
                <a:gd name="T2" fmla="*/ 0 w 1652"/>
                <a:gd name="T3" fmla="*/ 1 h 1"/>
                <a:gd name="T4" fmla="*/ 0 60000 65536"/>
                <a:gd name="T5" fmla="*/ 0 60000 65536"/>
                <a:gd name="T6" fmla="*/ 0 w 1652"/>
                <a:gd name="T7" fmla="*/ 0 h 1"/>
                <a:gd name="T8" fmla="*/ 1652 w 1652"/>
                <a:gd name="T9" fmla="*/ 1 h 1"/>
              </a:gdLst>
              <a:ahLst/>
              <a:cxnLst>
                <a:cxn ang="T4">
                  <a:pos x="T0" y="T1"/>
                </a:cxn>
                <a:cxn ang="T5">
                  <a:pos x="T2" y="T3"/>
                </a:cxn>
              </a:cxnLst>
              <a:rect l="T6" t="T7" r="T8" b="T9"/>
              <a:pathLst>
                <a:path w="1652" h="1">
                  <a:moveTo>
                    <a:pt x="1652" y="0"/>
                  </a:moveTo>
                  <a:lnTo>
                    <a:pt x="0" y="1"/>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Text Box 13"/>
            <p:cNvSpPr txBox="1">
              <a:spLocks noChangeAspect="1" noChangeArrowheads="1"/>
            </p:cNvSpPr>
            <p:nvPr/>
          </p:nvSpPr>
          <p:spPr bwMode="auto">
            <a:xfrm>
              <a:off x="3954" y="0"/>
              <a:ext cx="589"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rPr>
                <a:t>60kN</a:t>
              </a:r>
              <a:endParaRPr kumimoji="1" lang="en-US" altLang="zh-CN" sz="2400" b="0" i="0" u="none" strike="noStrike" kern="0" cap="none" spc="0" normalizeH="0" baseline="-25000" noProof="0">
                <a:ln>
                  <a:noFill/>
                </a:ln>
                <a:solidFill>
                  <a:srgbClr val="FF0000"/>
                </a:solidFill>
                <a:effectLst/>
                <a:uLnTx/>
                <a:uFillTx/>
                <a:latin typeface="Times New Roman" panose="02020603050405020304" pitchFamily="18" charset="0"/>
                <a:ea typeface="黑体" panose="02010609060101010101" pitchFamily="49" charset="-122"/>
              </a:endParaRPr>
            </a:p>
          </p:txBody>
        </p:sp>
        <p:sp>
          <p:nvSpPr>
            <p:cNvPr id="89" name="Text Box 14"/>
            <p:cNvSpPr txBox="1">
              <a:spLocks noChangeAspect="1" noChangeArrowheads="1"/>
            </p:cNvSpPr>
            <p:nvPr/>
          </p:nvSpPr>
          <p:spPr bwMode="auto">
            <a:xfrm>
              <a:off x="3915" y="596"/>
              <a:ext cx="224"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ndParaRPr>
            </a:p>
          </p:txBody>
        </p:sp>
        <p:sp>
          <p:nvSpPr>
            <p:cNvPr id="90" name="Line 18"/>
            <p:cNvSpPr>
              <a:spLocks noChangeAspect="1" noChangeShapeType="1"/>
            </p:cNvSpPr>
            <p:nvPr/>
          </p:nvSpPr>
          <p:spPr bwMode="auto">
            <a:xfrm flipH="1">
              <a:off x="3979" y="482"/>
              <a:ext cx="556" cy="0"/>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1" name="Text Box 21"/>
            <p:cNvSpPr txBox="1">
              <a:spLocks noChangeAspect="1" noChangeArrowheads="1"/>
            </p:cNvSpPr>
            <p:nvPr/>
          </p:nvSpPr>
          <p:spPr bwMode="auto">
            <a:xfrm flipH="1">
              <a:off x="4013" y="242"/>
              <a:ext cx="55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0.2m</a:t>
              </a:r>
            </a:p>
          </p:txBody>
        </p:sp>
        <p:sp>
          <p:nvSpPr>
            <p:cNvPr id="93" name="Line 22"/>
            <p:cNvSpPr>
              <a:spLocks noChangeAspect="1" noChangeShapeType="1"/>
            </p:cNvSpPr>
            <p:nvPr/>
          </p:nvSpPr>
          <p:spPr bwMode="auto">
            <a:xfrm>
              <a:off x="3992" y="81"/>
              <a:ext cx="0" cy="535"/>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94" name="Group 26"/>
            <p:cNvGrpSpPr>
              <a:grpSpLocks/>
            </p:cNvGrpSpPr>
            <p:nvPr/>
          </p:nvGrpSpPr>
          <p:grpSpPr bwMode="auto">
            <a:xfrm>
              <a:off x="3661" y="623"/>
              <a:ext cx="313" cy="330"/>
              <a:chOff x="1686" y="3521"/>
              <a:chExt cx="313" cy="330"/>
            </a:xfrm>
          </p:grpSpPr>
          <p:sp>
            <p:nvSpPr>
              <p:cNvPr id="174" name="AutoShape 27"/>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5" name="Rectangle 28" descr="宽上对角线"/>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6" name="Line 29"/>
              <p:cNvSpPr>
                <a:spLocks noChangeAspect="1" noChangeShapeType="1"/>
              </p:cNvSpPr>
              <p:nvPr/>
            </p:nvSpPr>
            <p:spPr bwMode="auto">
              <a:xfrm>
                <a:off x="1686" y="3749"/>
                <a:ext cx="31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7" name="Oval 30"/>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16" name="Group 31"/>
            <p:cNvGrpSpPr>
              <a:grpSpLocks/>
            </p:cNvGrpSpPr>
            <p:nvPr/>
          </p:nvGrpSpPr>
          <p:grpSpPr bwMode="auto">
            <a:xfrm>
              <a:off x="5326" y="622"/>
              <a:ext cx="311" cy="358"/>
              <a:chOff x="3499" y="3511"/>
              <a:chExt cx="311" cy="358"/>
            </a:xfrm>
          </p:grpSpPr>
          <p:sp>
            <p:nvSpPr>
              <p:cNvPr id="169" name="Line 32"/>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0" name="Rectangle 33" descr="宽上对角线"/>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1" name="Line 34"/>
              <p:cNvSpPr>
                <a:spLocks noChangeAspect="1" noChangeShapeType="1"/>
              </p:cNvSpPr>
              <p:nvPr/>
            </p:nvSpPr>
            <p:spPr bwMode="auto">
              <a:xfrm>
                <a:off x="3506" y="3766"/>
                <a:ext cx="30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2" name="Oval 35"/>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3" name="Oval 36"/>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8" name="Line 50"/>
            <p:cNvSpPr>
              <a:spLocks noChangeAspect="1" noChangeShapeType="1"/>
            </p:cNvSpPr>
            <p:nvPr/>
          </p:nvSpPr>
          <p:spPr bwMode="auto">
            <a:xfrm flipH="1">
              <a:off x="3817" y="477"/>
              <a:ext cx="168" cy="1"/>
            </a:xfrm>
            <a:prstGeom prst="line">
              <a:avLst/>
            </a:prstGeom>
            <a:noFill/>
            <a:ln w="6350">
              <a:solidFill>
                <a:srgbClr val="000000"/>
              </a:solidFill>
              <a:round/>
              <a:headEnd type="stealth" w="sm" len="lg"/>
              <a:tailEnd type="stealth" w="sm"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8" name="Text Box 52"/>
          <p:cNvSpPr txBox="1">
            <a:spLocks noChangeAspect="1" noChangeArrowheads="1"/>
          </p:cNvSpPr>
          <p:nvPr/>
        </p:nvSpPr>
        <p:spPr bwMode="auto">
          <a:xfrm flipH="1">
            <a:off x="11293424" y="5830217"/>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179" name="Line 53"/>
          <p:cNvSpPr>
            <a:spLocks noChangeShapeType="1"/>
          </p:cNvSpPr>
          <p:nvPr/>
        </p:nvSpPr>
        <p:spPr bwMode="auto">
          <a:xfrm rot="16200000">
            <a:off x="8116043" y="5359523"/>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80" name="Text Box 54"/>
          <p:cNvSpPr txBox="1">
            <a:spLocks noChangeAspect="1" noChangeArrowheads="1"/>
          </p:cNvSpPr>
          <p:nvPr/>
        </p:nvSpPr>
        <p:spPr bwMode="auto">
          <a:xfrm flipH="1">
            <a:off x="8675637" y="46475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M</a:t>
            </a:r>
            <a:endParaRPr lang="en-US" altLang="zh-CN" b="0" i="0" baseline="-25000">
              <a:solidFill>
                <a:srgbClr val="CC00FF"/>
              </a:solidFill>
              <a:ea typeface="宋体" panose="02010600030101010101" pitchFamily="2" charset="-122"/>
            </a:endParaRPr>
          </a:p>
        </p:txBody>
      </p:sp>
      <p:sp>
        <p:nvSpPr>
          <p:cNvPr id="181" name="Text Box 56"/>
          <p:cNvSpPr txBox="1">
            <a:spLocks noChangeAspect="1" noChangeArrowheads="1"/>
          </p:cNvSpPr>
          <p:nvPr/>
        </p:nvSpPr>
        <p:spPr bwMode="auto">
          <a:xfrm flipH="1">
            <a:off x="8210499" y="284412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F</a:t>
            </a:r>
            <a:r>
              <a:rPr lang="en-US" altLang="zh-CN" b="0" i="0" baseline="-25000">
                <a:solidFill>
                  <a:srgbClr val="CC00FF"/>
                </a:solidFill>
                <a:ea typeface="宋体" panose="02010600030101010101" pitchFamily="2" charset="-122"/>
              </a:rPr>
              <a:t>Q</a:t>
            </a:r>
          </a:p>
        </p:txBody>
      </p:sp>
      <p:sp>
        <p:nvSpPr>
          <p:cNvPr id="182" name="Text Box 58"/>
          <p:cNvSpPr txBox="1">
            <a:spLocks noChangeAspect="1" noChangeArrowheads="1"/>
          </p:cNvSpPr>
          <p:nvPr/>
        </p:nvSpPr>
        <p:spPr bwMode="auto">
          <a:xfrm>
            <a:off x="8296224" y="5646067"/>
            <a:ext cx="398463" cy="57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183" name="AutoShape 59" descr="浅色竖线"/>
          <p:cNvSpPr>
            <a:spLocks noChangeArrowheads="1"/>
          </p:cNvSpPr>
          <p:nvPr/>
        </p:nvSpPr>
        <p:spPr bwMode="auto">
          <a:xfrm>
            <a:off x="8705799" y="5439692"/>
            <a:ext cx="2703513" cy="496887"/>
          </a:xfrm>
          <a:prstGeom prst="triangle">
            <a:avLst>
              <a:gd name="adj" fmla="val 15560"/>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4" name="Rectangle 60" descr="浅色竖线"/>
          <p:cNvSpPr>
            <a:spLocks noChangeArrowheads="1"/>
          </p:cNvSpPr>
          <p:nvPr/>
        </p:nvSpPr>
        <p:spPr bwMode="auto">
          <a:xfrm>
            <a:off x="9075687" y="4063329"/>
            <a:ext cx="2292350" cy="20002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5" name="Rectangle 61" descr="浅色竖线"/>
          <p:cNvSpPr>
            <a:spLocks noChangeArrowheads="1"/>
          </p:cNvSpPr>
          <p:nvPr/>
        </p:nvSpPr>
        <p:spPr bwMode="auto">
          <a:xfrm>
            <a:off x="8704212" y="3193379"/>
            <a:ext cx="360362" cy="866775"/>
          </a:xfrm>
          <a:prstGeom prst="rect">
            <a:avLst/>
          </a:prstGeom>
          <a:pattFill prst="ltVert">
            <a:fgClr>
              <a:srgbClr val="000000"/>
            </a:fgClr>
            <a:bgClr>
              <a:srgbClr val="99FFCC"/>
            </a:bgClr>
          </a:pattFill>
          <a:ln w="19050" algn="ctr">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86" name="Group 63"/>
          <p:cNvGrpSpPr>
            <a:grpSpLocks/>
          </p:cNvGrpSpPr>
          <p:nvPr/>
        </p:nvGrpSpPr>
        <p:grpSpPr bwMode="auto">
          <a:xfrm>
            <a:off x="10144074" y="3964904"/>
            <a:ext cx="438150" cy="360363"/>
            <a:chOff x="4503" y="2280"/>
            <a:chExt cx="269" cy="231"/>
          </a:xfrm>
        </p:grpSpPr>
        <p:sp>
          <p:nvSpPr>
            <p:cNvPr id="187" name="Oval 64"/>
            <p:cNvSpPr>
              <a:spLocks noChangeAspect="1" noChangeArrowheads="1"/>
            </p:cNvSpPr>
            <p:nvPr/>
          </p:nvSpPr>
          <p:spPr bwMode="auto">
            <a:xfrm>
              <a:off x="4556" y="2345"/>
              <a:ext cx="115" cy="116"/>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8" name="Text Box 65"/>
            <p:cNvSpPr txBox="1">
              <a:spLocks noChangeAspect="1" noChangeArrowheads="1"/>
            </p:cNvSpPr>
            <p:nvPr/>
          </p:nvSpPr>
          <p:spPr bwMode="auto">
            <a:xfrm>
              <a:off x="4503" y="2280"/>
              <a:ext cx="2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15000"/>
                </a:lnSpc>
                <a:spcBef>
                  <a:spcPts val="0"/>
                </a:spcBef>
                <a:spcAft>
                  <a:spcPts val="0"/>
                </a:spcAft>
                <a:buClrTx/>
                <a:buSzTx/>
                <a:buFontTx/>
                <a:buNone/>
                <a:tabLst/>
                <a:defRPr/>
              </a:pPr>
              <a:r>
                <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rPr>
                <a:t>－</a:t>
              </a:r>
            </a:p>
          </p:txBody>
        </p:sp>
      </p:grpSp>
      <p:sp>
        <p:nvSpPr>
          <p:cNvPr id="189" name="Text Box 66"/>
          <p:cNvSpPr txBox="1">
            <a:spLocks noChangeAspect="1" noChangeArrowheads="1"/>
          </p:cNvSpPr>
          <p:nvPr/>
        </p:nvSpPr>
        <p:spPr bwMode="auto">
          <a:xfrm>
            <a:off x="9051874" y="2999704"/>
            <a:ext cx="871538"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54kN</a:t>
            </a:r>
          </a:p>
        </p:txBody>
      </p:sp>
      <p:grpSp>
        <p:nvGrpSpPr>
          <p:cNvPr id="190" name="Group 72"/>
          <p:cNvGrpSpPr>
            <a:grpSpLocks/>
          </p:cNvGrpSpPr>
          <p:nvPr/>
        </p:nvGrpSpPr>
        <p:grpSpPr bwMode="auto">
          <a:xfrm>
            <a:off x="9242374" y="5474617"/>
            <a:ext cx="592138" cy="523875"/>
            <a:chOff x="3767" y="1607"/>
            <a:chExt cx="373" cy="330"/>
          </a:xfrm>
        </p:grpSpPr>
        <p:sp>
          <p:nvSpPr>
            <p:cNvPr id="191" name="Oval 73"/>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2" name="Text Box 74"/>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grpSp>
        <p:nvGrpSpPr>
          <p:cNvPr id="193" name="Group 77"/>
          <p:cNvGrpSpPr>
            <a:grpSpLocks/>
          </p:cNvGrpSpPr>
          <p:nvPr/>
        </p:nvGrpSpPr>
        <p:grpSpPr bwMode="auto">
          <a:xfrm>
            <a:off x="8605787" y="3266404"/>
            <a:ext cx="592137" cy="523875"/>
            <a:chOff x="3767" y="1607"/>
            <a:chExt cx="373" cy="330"/>
          </a:xfrm>
        </p:grpSpPr>
        <p:sp>
          <p:nvSpPr>
            <p:cNvPr id="194" name="Oval 78"/>
            <p:cNvSpPr>
              <a:spLocks noChangeAspect="1" noChangeArrowheads="1"/>
            </p:cNvSpPr>
            <p:nvPr/>
          </p:nvSpPr>
          <p:spPr bwMode="auto">
            <a:xfrm>
              <a:off x="3861" y="1693"/>
              <a:ext cx="168" cy="164"/>
            </a:xfrm>
            <a:prstGeom prst="ellipse">
              <a:avLst/>
            </a:prstGeom>
            <a:solidFill>
              <a:srgbClr val="FFFF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5" name="Text Box 79"/>
            <p:cNvSpPr txBox="1">
              <a:spLocks noChangeAspect="1" noChangeArrowheads="1"/>
            </p:cNvSpPr>
            <p:nvPr/>
          </p:nvSpPr>
          <p:spPr bwMode="auto">
            <a:xfrm>
              <a:off x="3767" y="1607"/>
              <a:ext cx="37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a:t>
              </a:r>
            </a:p>
          </p:txBody>
        </p:sp>
      </p:grpSp>
      <p:sp>
        <p:nvSpPr>
          <p:cNvPr id="196" name="Line 81"/>
          <p:cNvSpPr>
            <a:spLocks noChangeShapeType="1"/>
          </p:cNvSpPr>
          <p:nvPr/>
        </p:nvSpPr>
        <p:spPr bwMode="auto">
          <a:xfrm>
            <a:off x="8685162" y="4066504"/>
            <a:ext cx="31226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7" name="Line 82"/>
          <p:cNvSpPr>
            <a:spLocks noChangeShapeType="1"/>
          </p:cNvSpPr>
          <p:nvPr/>
        </p:nvSpPr>
        <p:spPr bwMode="auto">
          <a:xfrm>
            <a:off x="8667699" y="5936579"/>
            <a:ext cx="2978150"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8" name="Line 55"/>
          <p:cNvSpPr>
            <a:spLocks noChangeShapeType="1"/>
          </p:cNvSpPr>
          <p:nvPr/>
        </p:nvSpPr>
        <p:spPr bwMode="auto">
          <a:xfrm rot="16200000">
            <a:off x="8120806" y="3514848"/>
            <a:ext cx="1179512" cy="0"/>
          </a:xfrm>
          <a:prstGeom prst="line">
            <a:avLst/>
          </a:prstGeom>
          <a:noFill/>
          <a:ln w="1905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99" name="Text Box 57"/>
          <p:cNvSpPr txBox="1">
            <a:spLocks noChangeAspect="1" noChangeArrowheads="1"/>
          </p:cNvSpPr>
          <p:nvPr/>
        </p:nvSpPr>
        <p:spPr bwMode="auto">
          <a:xfrm>
            <a:off x="8385124" y="3879179"/>
            <a:ext cx="398463" cy="57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type="none" w="sm" len="sm"/>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宋体" panose="02010600030101010101" pitchFamily="2" charset="-122"/>
              </a:rPr>
              <a:t>0</a:t>
            </a:r>
            <a:endParaRPr kumimoji="1" lang="en-US" altLang="zh-CN" sz="2400" b="0" i="0" u="none" strike="noStrike" kern="0" cap="none" spc="0" normalizeH="0" baseline="0" noProof="0">
              <a:ln>
                <a:noFill/>
              </a:ln>
              <a:solidFill>
                <a:srgbClr val="CC00FF"/>
              </a:solidFill>
              <a:effectLst/>
              <a:uLnTx/>
              <a:uFillTx/>
              <a:latin typeface="Times New Roman" panose="02020603050405020304" pitchFamily="18" charset="0"/>
              <a:ea typeface="黑体" panose="02010609060101010101" pitchFamily="49" charset="-122"/>
            </a:endParaRPr>
          </a:p>
        </p:txBody>
      </p:sp>
      <p:sp>
        <p:nvSpPr>
          <p:cNvPr id="200" name="Text Box 83"/>
          <p:cNvSpPr txBox="1">
            <a:spLocks noChangeAspect="1" noChangeArrowheads="1"/>
          </p:cNvSpPr>
          <p:nvPr/>
        </p:nvSpPr>
        <p:spPr bwMode="auto">
          <a:xfrm flipH="1">
            <a:off x="11268024" y="3929979"/>
            <a:ext cx="5905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a:solidFill>
                  <a:srgbClr val="CC00FF"/>
                </a:solidFill>
                <a:ea typeface="宋体" panose="02010600030101010101" pitchFamily="2" charset="-122"/>
              </a:rPr>
              <a:t>x</a:t>
            </a:r>
          </a:p>
        </p:txBody>
      </p:sp>
      <p:sp>
        <p:nvSpPr>
          <p:cNvPr id="201" name="Text Box 84"/>
          <p:cNvSpPr txBox="1">
            <a:spLocks noChangeAspect="1" noChangeArrowheads="1"/>
          </p:cNvSpPr>
          <p:nvPr/>
        </p:nvSpPr>
        <p:spPr bwMode="auto">
          <a:xfrm>
            <a:off x="9644012" y="4198267"/>
            <a:ext cx="871537"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i="0">
                <a:solidFill>
                  <a:srgbClr val="000000"/>
                </a:solidFill>
                <a:ea typeface="宋体" panose="02010600030101010101" pitchFamily="2" charset="-122"/>
              </a:rPr>
              <a:t>6kN</a:t>
            </a:r>
          </a:p>
        </p:txBody>
      </p:sp>
      <p:sp>
        <p:nvSpPr>
          <p:cNvPr id="202" name="Rectangle 85"/>
          <p:cNvSpPr>
            <a:spLocks noChangeArrowheads="1"/>
          </p:cNvSpPr>
          <p:nvPr/>
        </p:nvSpPr>
        <p:spPr bwMode="auto">
          <a:xfrm>
            <a:off x="8883599" y="4980904"/>
            <a:ext cx="134680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0.6kN·m</a:t>
            </a:r>
          </a:p>
        </p:txBody>
      </p:sp>
      <p:sp>
        <p:nvSpPr>
          <p:cNvPr id="203" name="Text Box 86"/>
          <p:cNvSpPr txBox="1">
            <a:spLocks noChangeAspect="1" noChangeArrowheads="1"/>
          </p:cNvSpPr>
          <p:nvPr/>
        </p:nvSpPr>
        <p:spPr bwMode="auto">
          <a:xfrm>
            <a:off x="11344224" y="2399629"/>
            <a:ext cx="666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B</a:t>
            </a:r>
          </a:p>
        </p:txBody>
      </p:sp>
      <p:sp>
        <p:nvSpPr>
          <p:cNvPr id="204" name="Text Box 87"/>
          <p:cNvSpPr txBox="1">
            <a:spLocks noChangeAspect="1" noChangeArrowheads="1"/>
          </p:cNvSpPr>
          <p:nvPr/>
        </p:nvSpPr>
        <p:spPr bwMode="auto">
          <a:xfrm>
            <a:off x="8697862" y="2337717"/>
            <a:ext cx="5810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type="none" w="sm"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a:solidFill>
                  <a:srgbClr val="FF00FF"/>
                </a:solidFill>
                <a:ea typeface="宋体" panose="02010600030101010101" pitchFamily="2" charset="-122"/>
              </a:rPr>
              <a:t>F</a:t>
            </a:r>
            <a:r>
              <a:rPr lang="en-US" altLang="zh-CN" b="0" baseline="-25000">
                <a:solidFill>
                  <a:srgbClr val="FF00FF"/>
                </a:solidFill>
                <a:ea typeface="宋体" panose="02010600030101010101" pitchFamily="2" charset="-122"/>
              </a:rPr>
              <a:t>A</a:t>
            </a:r>
          </a:p>
        </p:txBody>
      </p:sp>
      <p:sp>
        <p:nvSpPr>
          <p:cNvPr id="205" name="Line 88"/>
          <p:cNvSpPr>
            <a:spLocks noChangeAspect="1" noChangeShapeType="1"/>
          </p:cNvSpPr>
          <p:nvPr/>
        </p:nvSpPr>
        <p:spPr bwMode="auto">
          <a:xfrm flipV="1">
            <a:off x="8728024" y="1936079"/>
            <a:ext cx="3175" cy="963613"/>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6" name="Line 89"/>
          <p:cNvSpPr>
            <a:spLocks noChangeAspect="1" noChangeShapeType="1"/>
          </p:cNvSpPr>
          <p:nvPr/>
        </p:nvSpPr>
        <p:spPr bwMode="auto">
          <a:xfrm flipV="1">
            <a:off x="11360099" y="1909092"/>
            <a:ext cx="3175" cy="963612"/>
          </a:xfrm>
          <a:prstGeom prst="line">
            <a:avLst/>
          </a:prstGeom>
          <a:noFill/>
          <a:ln w="38100">
            <a:solidFill>
              <a:srgbClr val="FF00FF"/>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07" name="矩形 206">
            <a:extLst>
              <a:ext uri="{FF2B5EF4-FFF2-40B4-BE49-F238E27FC236}">
                <a16:creationId xmlns:a16="http://schemas.microsoft.com/office/drawing/2014/main" id="{E8DB0D0A-8BE9-6ADA-6C58-96049487BA32}"/>
              </a:ext>
            </a:extLst>
          </p:cNvPr>
          <p:cNvSpPr/>
          <p:nvPr/>
        </p:nvSpPr>
        <p:spPr>
          <a:xfrm>
            <a:off x="211183" y="1021596"/>
            <a:ext cx="8110443" cy="1052596"/>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3)  </a:t>
            </a:r>
            <a:r>
              <a:rPr kumimoji="1" lang="zh-CN" altLang="en-US" i="0" dirty="0">
                <a:solidFill>
                  <a:schemeClr val="tx1"/>
                </a:solidFill>
                <a:ea typeface="黑体" panose="02010609060101010101" pitchFamily="49" charset="-122"/>
              </a:rPr>
              <a:t>切应力强度校核。</a:t>
            </a:r>
            <a:r>
              <a:rPr kumimoji="1" lang="en-US" altLang="zh-CN" i="0" dirty="0">
                <a:solidFill>
                  <a:schemeClr val="tx1"/>
                </a:solidFill>
                <a:ea typeface="黑体" panose="02010609060101010101" pitchFamily="49" charset="-122"/>
              </a:rPr>
              <a:t>12.6</a:t>
            </a:r>
            <a:r>
              <a:rPr kumimoji="1" lang="zh-CN" altLang="en-US" i="0" dirty="0">
                <a:solidFill>
                  <a:schemeClr val="tx1"/>
                </a:solidFill>
                <a:ea typeface="黑体" panose="02010609060101010101" pitchFamily="49" charset="-122"/>
              </a:rPr>
              <a:t>号工字钢腹板面积为</a:t>
            </a:r>
            <a:endParaRPr kumimoji="1" lang="zh-CN" altLang="en-US" dirty="0">
              <a:solidFill>
                <a:schemeClr val="tx1"/>
              </a:solidFill>
              <a:ea typeface="黑体" panose="02010609060101010101" pitchFamily="49" charset="-122"/>
            </a:endParaRPr>
          </a:p>
          <a:p>
            <a:pPr lvl="0">
              <a:lnSpc>
                <a:spcPct val="130000"/>
              </a:lnSpc>
            </a:pPr>
            <a:r>
              <a:rPr kumimoji="1" lang="en-US" altLang="zh-CN" b="0" dirty="0">
                <a:solidFill>
                  <a:schemeClr val="tx1"/>
                </a:solidFill>
                <a:ea typeface="黑体" panose="02010609060101010101" pitchFamily="49" charset="-122"/>
              </a:rPr>
              <a:t>             A </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H</a:t>
            </a:r>
            <a:r>
              <a:rPr kumimoji="1" lang="en-US" altLang="zh-CN" b="0" i="0" dirty="0">
                <a:solidFill>
                  <a:schemeClr val="tx1"/>
                </a:solidFill>
                <a:latin typeface="宋体" panose="02010600030101010101" pitchFamily="2" charset="-122"/>
              </a:rPr>
              <a:t>-</a:t>
            </a:r>
            <a:r>
              <a:rPr kumimoji="1" lang="en-US" altLang="zh-CN" b="0" i="0" dirty="0">
                <a:solidFill>
                  <a:schemeClr val="tx1"/>
                </a:solidFill>
              </a:rPr>
              <a:t>2</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d</a:t>
            </a:r>
            <a:r>
              <a:rPr kumimoji="1" lang="en-US" altLang="zh-CN" b="0" i="0" dirty="0">
                <a:solidFill>
                  <a:schemeClr val="tx1"/>
                </a:solidFill>
                <a:ea typeface="黑体" panose="02010609060101010101" pitchFamily="49" charset="-122"/>
              </a:rPr>
              <a:t>=(126</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8.4)</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5mm</a:t>
            </a:r>
            <a:r>
              <a:rPr kumimoji="1" lang="en-US" altLang="zh-CN" b="0" i="0" baseline="3000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rPr>
              <a:t>=546mm</a:t>
            </a:r>
            <a:r>
              <a:rPr kumimoji="1" lang="en-US" altLang="zh-CN" b="0" i="0" baseline="30000" dirty="0">
                <a:solidFill>
                  <a:schemeClr val="tx1"/>
                </a:solidFill>
                <a:ea typeface="黑体" panose="02010609060101010101" pitchFamily="49" charset="-122"/>
              </a:rPr>
              <a:t>2</a:t>
            </a:r>
            <a:endParaRPr lang="en-US" altLang="zh-CN" i="0" dirty="0">
              <a:solidFill>
                <a:schemeClr val="tx1"/>
              </a:solidFill>
              <a:latin typeface="黑体" panose="02010609060101010101" pitchFamily="49" charset="-122"/>
              <a:ea typeface="黑体" panose="02010609060101010101" pitchFamily="49" charset="-122"/>
            </a:endParaRPr>
          </a:p>
        </p:txBody>
      </p:sp>
      <p:graphicFrame>
        <p:nvGraphicFramePr>
          <p:cNvPr id="208" name="Object 69"/>
          <p:cNvGraphicFramePr>
            <a:graphicFrameLocks noChangeAspect="1"/>
          </p:cNvGraphicFramePr>
          <p:nvPr/>
        </p:nvGraphicFramePr>
        <p:xfrm>
          <a:off x="1191368" y="2017084"/>
          <a:ext cx="6010275" cy="881063"/>
        </p:xfrm>
        <a:graphic>
          <a:graphicData uri="http://schemas.openxmlformats.org/presentationml/2006/ole">
            <mc:AlternateContent xmlns:mc="http://schemas.openxmlformats.org/markup-compatibility/2006">
              <mc:Choice xmlns:v="urn:schemas-microsoft-com:vml" Requires="v">
                <p:oleObj name="Equation" r:id="rId5" imgW="2768400" imgH="419040" progId="Equation.DSMT4">
                  <p:embed/>
                </p:oleObj>
              </mc:Choice>
              <mc:Fallback>
                <p:oleObj name="Equation" r:id="rId5" imgW="2768400" imgH="419040" progId="Equation.DSMT4">
                  <p:embed/>
                  <p:pic>
                    <p:nvPicPr>
                      <p:cNvPr id="208" name="Object 69"/>
                      <p:cNvPicPr>
                        <a:picLocks noChangeAspect="1" noChangeArrowheads="1"/>
                      </p:cNvPicPr>
                      <p:nvPr/>
                    </p:nvPicPr>
                    <p:blipFill>
                      <a:blip r:embed="rId6"/>
                      <a:srcRect/>
                      <a:stretch>
                        <a:fillRect/>
                      </a:stretch>
                    </p:blipFill>
                    <p:spPr bwMode="auto">
                      <a:xfrm>
                        <a:off x="1191368" y="2017084"/>
                        <a:ext cx="6010275"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9" name="矩形 208">
            <a:extLst>
              <a:ext uri="{FF2B5EF4-FFF2-40B4-BE49-F238E27FC236}">
                <a16:creationId xmlns:a16="http://schemas.microsoft.com/office/drawing/2014/main" id="{E8DB0D0A-8BE9-6ADA-6C58-96049487BA32}"/>
              </a:ext>
            </a:extLst>
          </p:cNvPr>
          <p:cNvSpPr/>
          <p:nvPr/>
        </p:nvSpPr>
        <p:spPr>
          <a:xfrm>
            <a:off x="211183" y="2841039"/>
            <a:ext cx="8110443" cy="2012859"/>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     </a:t>
            </a:r>
            <a:r>
              <a:rPr kumimoji="1" lang="zh-CN" altLang="en-US" i="0" dirty="0">
                <a:solidFill>
                  <a:schemeClr val="tx1"/>
                </a:solidFill>
                <a:ea typeface="黑体" panose="02010609060101010101" pitchFamily="49" charset="-122"/>
              </a:rPr>
              <a:t>故需重选。选用</a:t>
            </a:r>
            <a:r>
              <a:rPr kumimoji="1" lang="en-US" altLang="zh-CN" b="0" i="0" dirty="0">
                <a:solidFill>
                  <a:schemeClr val="tx1"/>
                </a:solidFill>
                <a:ea typeface="黑体" panose="02010609060101010101" pitchFamily="49" charset="-122"/>
              </a:rPr>
              <a:t>14</a:t>
            </a:r>
            <a:r>
              <a:rPr kumimoji="1" lang="zh-CN" altLang="en-US" i="0" dirty="0">
                <a:solidFill>
                  <a:schemeClr val="tx1"/>
                </a:solidFill>
                <a:ea typeface="黑体" panose="02010609060101010101" pitchFamily="49" charset="-122"/>
              </a:rPr>
              <a:t>号工字钢，</a:t>
            </a:r>
            <a:r>
              <a:rPr kumimoji="1" lang="en-US" altLang="zh-CN" b="0" dirty="0">
                <a:solidFill>
                  <a:schemeClr val="tx1"/>
                </a:solidFill>
                <a:ea typeface="黑体" panose="02010609060101010101" pitchFamily="49" charset="-122"/>
              </a:rPr>
              <a:t>H</a:t>
            </a:r>
            <a:r>
              <a:rPr kumimoji="1" lang="en-US" altLang="zh-CN" b="0" i="0" dirty="0">
                <a:solidFill>
                  <a:schemeClr val="tx1"/>
                </a:solidFill>
                <a:ea typeface="黑体" panose="02010609060101010101" pitchFamily="49" charset="-122"/>
              </a:rPr>
              <a:t>=140mm</a:t>
            </a:r>
            <a:r>
              <a:rPr kumimoji="1" lang="zh-CN" altLang="en-US" i="0" dirty="0">
                <a:solidFill>
                  <a:schemeClr val="tx1"/>
                </a:solidFill>
                <a:ea typeface="黑体" panose="02010609060101010101" pitchFamily="49" charset="-122"/>
              </a:rPr>
              <a:t>，</a:t>
            </a:r>
            <a:r>
              <a:rPr kumimoji="1" lang="en-US" altLang="zh-CN" b="0" dirty="0">
                <a:solidFill>
                  <a:schemeClr val="tx1"/>
                </a:solidFill>
                <a:ea typeface="黑体" panose="02010609060101010101" pitchFamily="49" charset="-122"/>
              </a:rPr>
              <a:t>t</a:t>
            </a:r>
            <a:r>
              <a:rPr kumimoji="1" lang="en-US" altLang="zh-CN" b="0" i="0" dirty="0">
                <a:solidFill>
                  <a:schemeClr val="tx1"/>
                </a:solidFill>
                <a:ea typeface="黑体" panose="02010609060101010101" pitchFamily="49" charset="-122"/>
              </a:rPr>
              <a:t>=9.1mm</a:t>
            </a:r>
            <a:r>
              <a:rPr kumimoji="1" lang="zh-CN" altLang="en-US" i="0" dirty="0">
                <a:solidFill>
                  <a:schemeClr val="tx1"/>
                </a:solidFill>
                <a:ea typeface="黑体" panose="02010609060101010101" pitchFamily="49" charset="-122"/>
              </a:rPr>
              <a:t>，</a:t>
            </a:r>
            <a:endParaRPr kumimoji="1" lang="en-US" altLang="zh-CN" i="0" dirty="0">
              <a:solidFill>
                <a:schemeClr val="tx1"/>
              </a:solidFill>
              <a:ea typeface="黑体" panose="02010609060101010101" pitchFamily="49" charset="-122"/>
            </a:endParaRPr>
          </a:p>
          <a:p>
            <a:pPr lvl="0">
              <a:lnSpc>
                <a:spcPct val="130000"/>
              </a:lnSpc>
            </a:pPr>
            <a:r>
              <a:rPr kumimoji="1" lang="en-US" altLang="zh-CN" b="0"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b</a:t>
            </a:r>
            <a:r>
              <a:rPr kumimoji="1" lang="en-US" altLang="zh-CN" b="0" i="0" dirty="0">
                <a:solidFill>
                  <a:schemeClr val="tx1"/>
                </a:solidFill>
                <a:ea typeface="黑体" panose="02010609060101010101" pitchFamily="49" charset="-122"/>
              </a:rPr>
              <a:t>=5.5mm</a:t>
            </a:r>
            <a:r>
              <a:rPr kumimoji="1" lang="zh-CN" altLang="en-US" i="0" dirty="0">
                <a:solidFill>
                  <a:schemeClr val="tx1"/>
                </a:solidFill>
                <a:ea typeface="黑体" panose="02010609060101010101" pitchFamily="49" charset="-122"/>
              </a:rPr>
              <a:t>，则     </a:t>
            </a:r>
            <a:endParaRPr kumimoji="1" lang="en-US" altLang="zh-CN" i="0" dirty="0">
              <a:solidFill>
                <a:schemeClr val="tx1"/>
              </a:solidFill>
              <a:ea typeface="黑体" panose="02010609060101010101" pitchFamily="49" charset="-122"/>
            </a:endParaRPr>
          </a:p>
          <a:p>
            <a:pPr lvl="0">
              <a:lnSpc>
                <a:spcPct val="130000"/>
              </a:lnSpc>
            </a:pPr>
            <a:r>
              <a:rPr kumimoji="1" lang="en-US" altLang="zh-CN" i="0" dirty="0">
                <a:solidFill>
                  <a:schemeClr val="tx1"/>
                </a:solidFill>
                <a:ea typeface="黑体" panose="02010609060101010101" pitchFamily="49" charset="-122"/>
              </a:rPr>
              <a:t>           </a:t>
            </a:r>
            <a:r>
              <a:rPr kumimoji="1" lang="zh-CN" altLang="en-US" i="0" dirty="0">
                <a:solidFill>
                  <a:schemeClr val="tx1"/>
                </a:solidFill>
                <a:ea typeface="黑体" panose="02010609060101010101" pitchFamily="49" charset="-122"/>
              </a:rPr>
              <a:t> </a:t>
            </a:r>
            <a:r>
              <a:rPr kumimoji="1" lang="en-US" altLang="zh-CN" b="0" dirty="0">
                <a:solidFill>
                  <a:schemeClr val="tx1"/>
                </a:solidFill>
                <a:ea typeface="黑体" panose="02010609060101010101" pitchFamily="49" charset="-122"/>
              </a:rPr>
              <a:t>A</a:t>
            </a:r>
            <a:r>
              <a:rPr kumimoji="1" lang="en-US" altLang="zh-CN" b="0" i="0" dirty="0">
                <a:solidFill>
                  <a:schemeClr val="tx1"/>
                </a:solidFill>
                <a:ea typeface="黑体" panose="02010609060101010101" pitchFamily="49" charset="-122"/>
              </a:rPr>
              <a:t>=(140</a:t>
            </a:r>
            <a:r>
              <a:rPr kumimoji="1" lang="en-US" altLang="zh-CN" b="0" i="0" dirty="0">
                <a:solidFill>
                  <a:schemeClr val="tx1"/>
                </a:solidFill>
                <a:latin typeface="宋体" panose="02010600030101010101" pitchFamily="2" charset="-122"/>
              </a:rPr>
              <a:t>-</a:t>
            </a:r>
            <a:r>
              <a:rPr kumimoji="1" lang="en-US" altLang="zh-CN" b="0" i="0" dirty="0">
                <a:solidFill>
                  <a:schemeClr val="tx1"/>
                </a:solidFill>
                <a:ea typeface="黑体" panose="02010609060101010101" pitchFamily="49" charset="-122"/>
              </a:rPr>
              <a:t>2</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9.1)</a:t>
            </a:r>
            <a:r>
              <a:rPr kumimoji="1" lang="en-US" altLang="zh-CN" b="0" i="0" dirty="0">
                <a:solidFill>
                  <a:schemeClr val="tx1"/>
                </a:solidFill>
                <a:ea typeface="黑体" panose="02010609060101010101" pitchFamily="49" charset="-122"/>
                <a:sym typeface="Symbol" panose="05050102010706020507" pitchFamily="18" charset="2"/>
              </a:rPr>
              <a:t></a:t>
            </a:r>
            <a:r>
              <a:rPr kumimoji="1" lang="en-US" altLang="zh-CN" b="0" i="0" dirty="0">
                <a:solidFill>
                  <a:schemeClr val="tx1"/>
                </a:solidFill>
                <a:ea typeface="黑体" panose="02010609060101010101" pitchFamily="49" charset="-122"/>
              </a:rPr>
              <a:t>5.5=669.9mm</a:t>
            </a:r>
            <a:r>
              <a:rPr kumimoji="1" lang="en-US" altLang="zh-CN" b="0" i="0" baseline="30000" dirty="0">
                <a:solidFill>
                  <a:schemeClr val="tx1"/>
                </a:solidFill>
                <a:ea typeface="黑体" panose="02010609060101010101" pitchFamily="49" charset="-122"/>
              </a:rPr>
              <a:t>2</a:t>
            </a:r>
            <a:endParaRPr kumimoji="1" lang="en-US" altLang="zh-CN" b="0" baseline="30000" dirty="0">
              <a:solidFill>
                <a:schemeClr val="tx1"/>
              </a:solidFill>
              <a:ea typeface="黑体" panose="02010609060101010101" pitchFamily="49" charset="-122"/>
            </a:endParaRPr>
          </a:p>
          <a:p>
            <a:pPr lvl="0">
              <a:lnSpc>
                <a:spcPct val="130000"/>
              </a:lnSpc>
            </a:pPr>
            <a:r>
              <a:rPr kumimoji="1" lang="en-US" altLang="zh-CN" b="0" baseline="30000" dirty="0">
                <a:solidFill>
                  <a:schemeClr val="tx1"/>
                </a:solidFill>
                <a:ea typeface="黑体" panose="02010609060101010101" pitchFamily="49" charset="-122"/>
                <a:sym typeface="Symbol" panose="05050102010706020507" pitchFamily="18" charset="2"/>
              </a:rPr>
              <a:t> </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baseline="-25000" dirty="0">
                <a:solidFill>
                  <a:schemeClr val="tx1"/>
                </a:solidFill>
                <a:ea typeface="黑体" panose="02010609060101010101" pitchFamily="49" charset="-122"/>
              </a:rPr>
              <a:t>max</a:t>
            </a:r>
            <a:r>
              <a:rPr kumimoji="1" lang="en-US" altLang="zh-CN" b="0" i="0" dirty="0">
                <a:solidFill>
                  <a:schemeClr val="tx1"/>
                </a:solidFill>
                <a:ea typeface="黑体" panose="02010609060101010101" pitchFamily="49" charset="-122"/>
              </a:rPr>
              <a:t>=80.6MPa&gt;[</a:t>
            </a:r>
            <a:r>
              <a:rPr kumimoji="1" lang="en-US" altLang="zh-CN" b="0" dirty="0">
                <a:solidFill>
                  <a:schemeClr val="tx1"/>
                </a:solidFill>
                <a:ea typeface="黑体" panose="02010609060101010101" pitchFamily="49" charset="-122"/>
                <a:sym typeface="Symbol" panose="05050102010706020507" pitchFamily="18" charset="2"/>
              </a:rPr>
              <a:t> </a:t>
            </a:r>
            <a:r>
              <a:rPr kumimoji="1" lang="en-US" altLang="zh-CN" b="0" i="0" dirty="0">
                <a:solidFill>
                  <a:schemeClr val="tx1"/>
                </a:solidFill>
                <a:ea typeface="黑体" panose="02010609060101010101" pitchFamily="49" charset="-122"/>
              </a:rPr>
              <a:t>]</a:t>
            </a:r>
            <a:endParaRPr lang="en-US" altLang="zh-CN" i="0" dirty="0">
              <a:solidFill>
                <a:schemeClr val="tx1"/>
              </a:solidFill>
              <a:latin typeface="黑体" panose="02010609060101010101" pitchFamily="49" charset="-122"/>
              <a:ea typeface="黑体" panose="02010609060101010101" pitchFamily="49" charset="-122"/>
            </a:endParaRPr>
          </a:p>
        </p:txBody>
      </p:sp>
      <p:sp>
        <p:nvSpPr>
          <p:cNvPr id="210" name="矩形 209">
            <a:extLst>
              <a:ext uri="{FF2B5EF4-FFF2-40B4-BE49-F238E27FC236}">
                <a16:creationId xmlns:a16="http://schemas.microsoft.com/office/drawing/2014/main" id="{E8DB0D0A-8BE9-6ADA-6C58-96049487BA32}"/>
              </a:ext>
            </a:extLst>
          </p:cNvPr>
          <p:cNvSpPr/>
          <p:nvPr/>
        </p:nvSpPr>
        <p:spPr>
          <a:xfrm>
            <a:off x="1065154" y="4823034"/>
            <a:ext cx="6937502" cy="1052596"/>
          </a:xfrm>
          <a:prstGeom prst="rect">
            <a:avLst/>
          </a:prstGeom>
        </p:spPr>
        <p:txBody>
          <a:bodyPr wrap="square">
            <a:spAutoFit/>
          </a:bodyPr>
          <a:lstStyle/>
          <a:p>
            <a:pPr lvl="0">
              <a:lnSpc>
                <a:spcPct val="130000"/>
              </a:lnSpc>
            </a:pPr>
            <a:r>
              <a:rPr kumimoji="1" lang="zh-CN" altLang="en-US" i="0" dirty="0">
                <a:solidFill>
                  <a:schemeClr val="tx1"/>
                </a:solidFill>
                <a:ea typeface="黑体" panose="02010609060101010101" pitchFamily="49" charset="-122"/>
              </a:rPr>
              <a:t>显然，最大切应力不超过许用切应力的</a:t>
            </a:r>
            <a:r>
              <a:rPr kumimoji="1" lang="en-US" altLang="zh-CN" i="0" dirty="0">
                <a:solidFill>
                  <a:schemeClr val="tx1"/>
                </a:solidFill>
                <a:ea typeface="黑体" panose="02010609060101010101" pitchFamily="49" charset="-122"/>
              </a:rPr>
              <a:t>5</a:t>
            </a:r>
            <a:r>
              <a:rPr kumimoji="1" lang="zh-CN" altLang="en-US" i="0" dirty="0">
                <a:solidFill>
                  <a:schemeClr val="tx1"/>
                </a:solidFill>
                <a:ea typeface="黑体" panose="02010609060101010101" pitchFamily="49" charset="-122"/>
              </a:rPr>
              <a:t>％，所以最后确定选用</a:t>
            </a:r>
            <a:r>
              <a:rPr kumimoji="1" lang="en-US" altLang="zh-CN" b="0" i="0" dirty="0">
                <a:solidFill>
                  <a:schemeClr val="tx1"/>
                </a:solidFill>
                <a:ea typeface="黑体" panose="02010609060101010101" pitchFamily="49" charset="-122"/>
              </a:rPr>
              <a:t>14</a:t>
            </a:r>
            <a:r>
              <a:rPr kumimoji="1" lang="zh-CN" altLang="en-US" i="0" dirty="0">
                <a:solidFill>
                  <a:schemeClr val="tx1"/>
                </a:solidFill>
                <a:ea typeface="黑体" panose="02010609060101010101" pitchFamily="49" charset="-122"/>
              </a:rPr>
              <a:t>号工字钢。</a:t>
            </a:r>
            <a:endParaRPr lang="en-US" altLang="zh-CN" i="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5982270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20" presetClass="entr" presetSubtype="0" fill="hold" nodeType="withEffect">
                                  <p:stCondLst>
                                    <p:cond delay="2000"/>
                                  </p:stCondLst>
                                  <p:childTnLst>
                                    <p:set>
                                      <p:cBhvr>
                                        <p:cTn id="8" dur="1" fill="hold">
                                          <p:stCondLst>
                                            <p:cond delay="0"/>
                                          </p:stCondLst>
                                        </p:cTn>
                                        <p:tgtEl>
                                          <p:spTgt spid="80"/>
                                        </p:tgtEl>
                                        <p:attrNameLst>
                                          <p:attrName>style.visibility</p:attrName>
                                        </p:attrNameLst>
                                      </p:cBhvr>
                                      <p:to>
                                        <p:strVal val="visible"/>
                                      </p:to>
                                    </p:set>
                                    <p:animEffect transition="in" filter="wedge">
                                      <p:cBhvr>
                                        <p:cTn id="9" dur="5000"/>
                                        <p:tgtEl>
                                          <p:spTgt spid="80"/>
                                        </p:tgtEl>
                                      </p:cBhvr>
                                    </p:animEffect>
                                  </p:childTnLst>
                                </p:cTn>
                              </p:par>
                              <p:par>
                                <p:cTn id="10" presetID="12" presetClass="entr" presetSubtype="4" fill="hold" grpId="0" nodeType="withEffect">
                                  <p:stCondLst>
                                    <p:cond delay="0"/>
                                  </p:stCondLst>
                                  <p:childTnLst>
                                    <p:set>
                                      <p:cBhvr>
                                        <p:cTn id="11" dur="1" fill="hold">
                                          <p:stCondLst>
                                            <p:cond delay="0"/>
                                          </p:stCondLst>
                                        </p:cTn>
                                        <p:tgtEl>
                                          <p:spTgt spid="206"/>
                                        </p:tgtEl>
                                        <p:attrNameLst>
                                          <p:attrName>style.visibility</p:attrName>
                                        </p:attrNameLst>
                                      </p:cBhvr>
                                      <p:to>
                                        <p:strVal val="visible"/>
                                      </p:to>
                                    </p:set>
                                    <p:animEffect transition="in" filter="slide(fromBottom)">
                                      <p:cBhvr>
                                        <p:cTn id="12" dur="3000"/>
                                        <p:tgtEl>
                                          <p:spTgt spid="206"/>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05"/>
                                        </p:tgtEl>
                                        <p:attrNameLst>
                                          <p:attrName>style.visibility</p:attrName>
                                        </p:attrNameLst>
                                      </p:cBhvr>
                                      <p:to>
                                        <p:strVal val="visible"/>
                                      </p:to>
                                    </p:set>
                                    <p:animEffect transition="in" filter="slide(fromBottom)">
                                      <p:cBhvr>
                                        <p:cTn id="15" dur="3000"/>
                                        <p:tgtEl>
                                          <p:spTgt spid="205"/>
                                        </p:tgtEl>
                                      </p:cBhvr>
                                    </p:animEffect>
                                  </p:childTnLst>
                                </p:cTn>
                              </p:par>
                              <p:par>
                                <p:cTn id="16" presetID="20" presetClass="entr" presetSubtype="0" fill="hold" grpId="0" nodeType="withEffect">
                                  <p:stCondLst>
                                    <p:cond delay="0"/>
                                  </p:stCondLst>
                                  <p:childTnLst>
                                    <p:set>
                                      <p:cBhvr>
                                        <p:cTn id="17" dur="1" fill="hold">
                                          <p:stCondLst>
                                            <p:cond delay="0"/>
                                          </p:stCondLst>
                                        </p:cTn>
                                        <p:tgtEl>
                                          <p:spTgt spid="204"/>
                                        </p:tgtEl>
                                        <p:attrNameLst>
                                          <p:attrName>style.visibility</p:attrName>
                                        </p:attrNameLst>
                                      </p:cBhvr>
                                      <p:to>
                                        <p:strVal val="visible"/>
                                      </p:to>
                                    </p:set>
                                    <p:animEffect transition="in" filter="wedge">
                                      <p:cBhvr>
                                        <p:cTn id="18" dur="2000"/>
                                        <p:tgtEl>
                                          <p:spTgt spid="204"/>
                                        </p:tgtEl>
                                      </p:cBhvr>
                                    </p:animEffect>
                                  </p:childTnLst>
                                </p:cTn>
                              </p:par>
                              <p:par>
                                <p:cTn id="19" presetID="20" presetClass="entr" presetSubtype="0" fill="hold" grpId="0" nodeType="withEffect">
                                  <p:stCondLst>
                                    <p:cond delay="0"/>
                                  </p:stCondLst>
                                  <p:childTnLst>
                                    <p:set>
                                      <p:cBhvr>
                                        <p:cTn id="20" dur="1" fill="hold">
                                          <p:stCondLst>
                                            <p:cond delay="0"/>
                                          </p:stCondLst>
                                        </p:cTn>
                                        <p:tgtEl>
                                          <p:spTgt spid="203"/>
                                        </p:tgtEl>
                                        <p:attrNameLst>
                                          <p:attrName>style.visibility</p:attrName>
                                        </p:attrNameLst>
                                      </p:cBhvr>
                                      <p:to>
                                        <p:strVal val="visible"/>
                                      </p:to>
                                    </p:set>
                                    <p:animEffect transition="in" filter="wedge">
                                      <p:cBhvr>
                                        <p:cTn id="21" dur="2000"/>
                                        <p:tgtEl>
                                          <p:spTgt spid="203"/>
                                        </p:tgtEl>
                                      </p:cBhvr>
                                    </p:animEffect>
                                  </p:childTnLst>
                                </p:cTn>
                              </p:par>
                              <p:par>
                                <p:cTn id="22" presetID="12" presetClass="entr" presetSubtype="8" fill="hold" grpId="0" nodeType="withEffect">
                                  <p:stCondLst>
                                    <p:cond delay="0"/>
                                  </p:stCondLst>
                                  <p:childTnLst>
                                    <p:set>
                                      <p:cBhvr>
                                        <p:cTn id="23" dur="1" fill="hold">
                                          <p:stCondLst>
                                            <p:cond delay="0"/>
                                          </p:stCondLst>
                                        </p:cTn>
                                        <p:tgtEl>
                                          <p:spTgt spid="197"/>
                                        </p:tgtEl>
                                        <p:attrNameLst>
                                          <p:attrName>style.visibility</p:attrName>
                                        </p:attrNameLst>
                                      </p:cBhvr>
                                      <p:to>
                                        <p:strVal val="visible"/>
                                      </p:to>
                                    </p:set>
                                    <p:animEffect transition="in" filter="slide(fromLeft)">
                                      <p:cBhvr>
                                        <p:cTn id="24" dur="5000"/>
                                        <p:tgtEl>
                                          <p:spTgt spid="197"/>
                                        </p:tgtEl>
                                      </p:cBhvr>
                                    </p:animEffect>
                                  </p:childTnLst>
                                </p:cTn>
                              </p:par>
                              <p:par>
                                <p:cTn id="25" presetID="19" presetClass="entr" presetSubtype="10" fill="hold" nodeType="withEffect">
                                  <p:stCondLst>
                                    <p:cond delay="500"/>
                                  </p:stCondLst>
                                  <p:childTnLst>
                                    <p:set>
                                      <p:cBhvr>
                                        <p:cTn id="26" dur="1" fill="hold">
                                          <p:stCondLst>
                                            <p:cond delay="0"/>
                                          </p:stCondLst>
                                        </p:cTn>
                                        <p:tgtEl>
                                          <p:spTgt spid="178"/>
                                        </p:tgtEl>
                                        <p:attrNameLst>
                                          <p:attrName>style.visibility</p:attrName>
                                        </p:attrNameLst>
                                      </p:cBhvr>
                                      <p:to>
                                        <p:strVal val="visible"/>
                                      </p:to>
                                    </p:set>
                                    <p:anim calcmode="lin" valueType="num">
                                      <p:cBhvr>
                                        <p:cTn id="27" dur="5000" fill="hold"/>
                                        <p:tgtEl>
                                          <p:spTgt spid="178"/>
                                        </p:tgtEl>
                                        <p:attrNameLst>
                                          <p:attrName>ppt_w</p:attrName>
                                        </p:attrNameLst>
                                      </p:cBhvr>
                                      <p:tavLst>
                                        <p:tav tm="0" fmla="#ppt_w*sin(2.5*pi*$)">
                                          <p:val>
                                            <p:fltVal val="0"/>
                                          </p:val>
                                        </p:tav>
                                        <p:tav tm="100000">
                                          <p:val>
                                            <p:fltVal val="1"/>
                                          </p:val>
                                        </p:tav>
                                      </p:tavLst>
                                    </p:anim>
                                    <p:anim calcmode="lin" valueType="num">
                                      <p:cBhvr>
                                        <p:cTn id="28" dur="5000" fill="hold"/>
                                        <p:tgtEl>
                                          <p:spTgt spid="178"/>
                                        </p:tgtEl>
                                        <p:attrNameLst>
                                          <p:attrName>ppt_h</p:attrName>
                                        </p:attrNameLst>
                                      </p:cBhvr>
                                      <p:tavLst>
                                        <p:tav tm="0">
                                          <p:val>
                                            <p:strVal val="#ppt_h"/>
                                          </p:val>
                                        </p:tav>
                                        <p:tav tm="100000">
                                          <p:val>
                                            <p:strVal val="#ppt_h"/>
                                          </p:val>
                                        </p:tav>
                                      </p:tavLst>
                                    </p:anim>
                                  </p:childTnLst>
                                </p:cTn>
                              </p:par>
                              <p:par>
                                <p:cTn id="29" presetID="12" presetClass="entr" presetSubtype="4" fill="hold" grpId="0" nodeType="withEffect">
                                  <p:stCondLst>
                                    <p:cond delay="500"/>
                                  </p:stCondLst>
                                  <p:childTnLst>
                                    <p:set>
                                      <p:cBhvr>
                                        <p:cTn id="30" dur="1" fill="hold">
                                          <p:stCondLst>
                                            <p:cond delay="0"/>
                                          </p:stCondLst>
                                        </p:cTn>
                                        <p:tgtEl>
                                          <p:spTgt spid="179"/>
                                        </p:tgtEl>
                                        <p:attrNameLst>
                                          <p:attrName>style.visibility</p:attrName>
                                        </p:attrNameLst>
                                      </p:cBhvr>
                                      <p:to>
                                        <p:strVal val="visible"/>
                                      </p:to>
                                    </p:set>
                                    <p:animEffect transition="in" filter="slide(fromBottom)">
                                      <p:cBhvr>
                                        <p:cTn id="31" dur="5000"/>
                                        <p:tgtEl>
                                          <p:spTgt spid="179"/>
                                        </p:tgtEl>
                                      </p:cBhvr>
                                    </p:animEffect>
                                  </p:childTnLst>
                                </p:cTn>
                              </p:par>
                              <p:par>
                                <p:cTn id="32" presetID="19" presetClass="entr" presetSubtype="10" fill="hold" nodeType="withEffect">
                                  <p:stCondLst>
                                    <p:cond delay="500"/>
                                  </p:stCondLst>
                                  <p:childTnLst>
                                    <p:set>
                                      <p:cBhvr>
                                        <p:cTn id="33" dur="1" fill="hold">
                                          <p:stCondLst>
                                            <p:cond delay="0"/>
                                          </p:stCondLst>
                                        </p:cTn>
                                        <p:tgtEl>
                                          <p:spTgt spid="180"/>
                                        </p:tgtEl>
                                        <p:attrNameLst>
                                          <p:attrName>style.visibility</p:attrName>
                                        </p:attrNameLst>
                                      </p:cBhvr>
                                      <p:to>
                                        <p:strVal val="visible"/>
                                      </p:to>
                                    </p:set>
                                    <p:anim calcmode="lin" valueType="num">
                                      <p:cBhvr>
                                        <p:cTn id="34" dur="5000" fill="hold"/>
                                        <p:tgtEl>
                                          <p:spTgt spid="180"/>
                                        </p:tgtEl>
                                        <p:attrNameLst>
                                          <p:attrName>ppt_w</p:attrName>
                                        </p:attrNameLst>
                                      </p:cBhvr>
                                      <p:tavLst>
                                        <p:tav tm="0" fmla="#ppt_w*sin(2.5*pi*$)">
                                          <p:val>
                                            <p:fltVal val="0"/>
                                          </p:val>
                                        </p:tav>
                                        <p:tav tm="100000">
                                          <p:val>
                                            <p:fltVal val="1"/>
                                          </p:val>
                                        </p:tav>
                                      </p:tavLst>
                                    </p:anim>
                                    <p:anim calcmode="lin" valueType="num">
                                      <p:cBhvr>
                                        <p:cTn id="35" dur="5000" fill="hold"/>
                                        <p:tgtEl>
                                          <p:spTgt spid="180"/>
                                        </p:tgtEl>
                                        <p:attrNameLst>
                                          <p:attrName>ppt_h</p:attrName>
                                        </p:attrNameLst>
                                      </p:cBhvr>
                                      <p:tavLst>
                                        <p:tav tm="0">
                                          <p:val>
                                            <p:strVal val="#ppt_h"/>
                                          </p:val>
                                        </p:tav>
                                        <p:tav tm="100000">
                                          <p:val>
                                            <p:strVal val="#ppt_h"/>
                                          </p:val>
                                        </p:tav>
                                      </p:tavLst>
                                    </p:anim>
                                  </p:childTnLst>
                                </p:cTn>
                              </p:par>
                              <p:par>
                                <p:cTn id="36" presetID="12" presetClass="entr" presetSubtype="8" fill="hold" grpId="0" nodeType="withEffect">
                                  <p:stCondLst>
                                    <p:cond delay="500"/>
                                  </p:stCondLst>
                                  <p:childTnLst>
                                    <p:set>
                                      <p:cBhvr>
                                        <p:cTn id="37" dur="1" fill="hold">
                                          <p:stCondLst>
                                            <p:cond delay="0"/>
                                          </p:stCondLst>
                                        </p:cTn>
                                        <p:tgtEl>
                                          <p:spTgt spid="196"/>
                                        </p:tgtEl>
                                        <p:attrNameLst>
                                          <p:attrName>style.visibility</p:attrName>
                                        </p:attrNameLst>
                                      </p:cBhvr>
                                      <p:to>
                                        <p:strVal val="visible"/>
                                      </p:to>
                                    </p:set>
                                    <p:animEffect transition="in" filter="slide(fromLeft)">
                                      <p:cBhvr>
                                        <p:cTn id="38" dur="5000"/>
                                        <p:tgtEl>
                                          <p:spTgt spid="196"/>
                                        </p:tgtEl>
                                      </p:cBhvr>
                                    </p:animEffect>
                                  </p:childTnLst>
                                </p:cTn>
                              </p:par>
                              <p:par>
                                <p:cTn id="39" presetID="19" presetClass="entr" presetSubtype="10" fill="hold" grpId="0" nodeType="withEffect">
                                  <p:stCondLst>
                                    <p:cond delay="500"/>
                                  </p:stCondLst>
                                  <p:childTnLst>
                                    <p:set>
                                      <p:cBhvr>
                                        <p:cTn id="40" dur="1" fill="hold">
                                          <p:stCondLst>
                                            <p:cond delay="0"/>
                                          </p:stCondLst>
                                        </p:cTn>
                                        <p:tgtEl>
                                          <p:spTgt spid="182"/>
                                        </p:tgtEl>
                                        <p:attrNameLst>
                                          <p:attrName>style.visibility</p:attrName>
                                        </p:attrNameLst>
                                      </p:cBhvr>
                                      <p:to>
                                        <p:strVal val="visible"/>
                                      </p:to>
                                    </p:set>
                                    <p:anim calcmode="lin" valueType="num">
                                      <p:cBhvr>
                                        <p:cTn id="41" dur="5000" fill="hold"/>
                                        <p:tgtEl>
                                          <p:spTgt spid="182"/>
                                        </p:tgtEl>
                                        <p:attrNameLst>
                                          <p:attrName>ppt_w</p:attrName>
                                        </p:attrNameLst>
                                      </p:cBhvr>
                                      <p:tavLst>
                                        <p:tav tm="0" fmla="#ppt_w*sin(2.5*pi*$)">
                                          <p:val>
                                            <p:fltVal val="0"/>
                                          </p:val>
                                        </p:tav>
                                        <p:tav tm="100000">
                                          <p:val>
                                            <p:fltVal val="1"/>
                                          </p:val>
                                        </p:tav>
                                      </p:tavLst>
                                    </p:anim>
                                    <p:anim calcmode="lin" valueType="num">
                                      <p:cBhvr>
                                        <p:cTn id="42" dur="5000" fill="hold"/>
                                        <p:tgtEl>
                                          <p:spTgt spid="182"/>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par>
                                <p:cTn id="43" presetID="19" presetClass="entr" presetSubtype="10" fill="hold" grpId="0" nodeType="withEffect">
                                  <p:stCondLst>
                                    <p:cond delay="500"/>
                                  </p:stCondLst>
                                  <p:childTnLst>
                                    <p:set>
                                      <p:cBhvr>
                                        <p:cTn id="44" dur="1" fill="hold">
                                          <p:stCondLst>
                                            <p:cond delay="0"/>
                                          </p:stCondLst>
                                        </p:cTn>
                                        <p:tgtEl>
                                          <p:spTgt spid="181"/>
                                        </p:tgtEl>
                                        <p:attrNameLst>
                                          <p:attrName>style.visibility</p:attrName>
                                        </p:attrNameLst>
                                      </p:cBhvr>
                                      <p:to>
                                        <p:strVal val="visible"/>
                                      </p:to>
                                    </p:set>
                                    <p:anim calcmode="lin" valueType="num">
                                      <p:cBhvr>
                                        <p:cTn id="45" dur="5000" fill="hold"/>
                                        <p:tgtEl>
                                          <p:spTgt spid="181"/>
                                        </p:tgtEl>
                                        <p:attrNameLst>
                                          <p:attrName>ppt_w</p:attrName>
                                        </p:attrNameLst>
                                      </p:cBhvr>
                                      <p:tavLst>
                                        <p:tav tm="0" fmla="#ppt_w*sin(2.5*pi*$)">
                                          <p:val>
                                            <p:fltVal val="0"/>
                                          </p:val>
                                        </p:tav>
                                        <p:tav tm="100000">
                                          <p:val>
                                            <p:fltVal val="1"/>
                                          </p:val>
                                        </p:tav>
                                      </p:tavLst>
                                    </p:anim>
                                    <p:anim calcmode="lin" valueType="num">
                                      <p:cBhvr>
                                        <p:cTn id="46" dur="5000" fill="hold"/>
                                        <p:tgtEl>
                                          <p:spTgt spid="181"/>
                                        </p:tgtEl>
                                        <p:attrNameLst>
                                          <p:attrName>ppt_h</p:attrName>
                                        </p:attrNameLst>
                                      </p:cBhvr>
                                      <p:tavLst>
                                        <p:tav tm="0">
                                          <p:val>
                                            <p:strVal val="#ppt_h"/>
                                          </p:val>
                                        </p:tav>
                                        <p:tav tm="100000">
                                          <p:val>
                                            <p:strVal val="#ppt_h"/>
                                          </p:val>
                                        </p:tav>
                                      </p:tavLst>
                                    </p:anim>
                                  </p:childTnLst>
                                </p:cTn>
                              </p:par>
                              <p:par>
                                <p:cTn id="47" presetID="12" presetClass="entr" presetSubtype="4" fill="hold" grpId="0" nodeType="withEffect">
                                  <p:stCondLst>
                                    <p:cond delay="500"/>
                                  </p:stCondLst>
                                  <p:childTnLst>
                                    <p:set>
                                      <p:cBhvr>
                                        <p:cTn id="48" dur="1" fill="hold">
                                          <p:stCondLst>
                                            <p:cond delay="0"/>
                                          </p:stCondLst>
                                        </p:cTn>
                                        <p:tgtEl>
                                          <p:spTgt spid="198"/>
                                        </p:tgtEl>
                                        <p:attrNameLst>
                                          <p:attrName>style.visibility</p:attrName>
                                        </p:attrNameLst>
                                      </p:cBhvr>
                                      <p:to>
                                        <p:strVal val="visible"/>
                                      </p:to>
                                    </p:set>
                                    <p:animEffect transition="in" filter="slide(fromBottom)">
                                      <p:cBhvr>
                                        <p:cTn id="49" dur="5000"/>
                                        <p:tgtEl>
                                          <p:spTgt spid="198"/>
                                        </p:tgtEl>
                                      </p:cBhvr>
                                    </p:animEffect>
                                  </p:childTnLst>
                                </p:cTn>
                              </p:par>
                              <p:par>
                                <p:cTn id="50" presetID="19" presetClass="entr" presetSubtype="10" fill="hold" grpId="0" nodeType="withEffect">
                                  <p:stCondLst>
                                    <p:cond delay="500"/>
                                  </p:stCondLst>
                                  <p:childTnLst>
                                    <p:set>
                                      <p:cBhvr>
                                        <p:cTn id="51" dur="1" fill="hold">
                                          <p:stCondLst>
                                            <p:cond delay="0"/>
                                          </p:stCondLst>
                                        </p:cTn>
                                        <p:tgtEl>
                                          <p:spTgt spid="199"/>
                                        </p:tgtEl>
                                        <p:attrNameLst>
                                          <p:attrName>style.visibility</p:attrName>
                                        </p:attrNameLst>
                                      </p:cBhvr>
                                      <p:to>
                                        <p:strVal val="visible"/>
                                      </p:to>
                                    </p:set>
                                    <p:anim calcmode="lin" valueType="num">
                                      <p:cBhvr>
                                        <p:cTn id="52" dur="5000" fill="hold"/>
                                        <p:tgtEl>
                                          <p:spTgt spid="199"/>
                                        </p:tgtEl>
                                        <p:attrNameLst>
                                          <p:attrName>ppt_w</p:attrName>
                                        </p:attrNameLst>
                                      </p:cBhvr>
                                      <p:tavLst>
                                        <p:tav tm="0" fmla="#ppt_w*sin(2.5*pi*$)">
                                          <p:val>
                                            <p:fltVal val="0"/>
                                          </p:val>
                                        </p:tav>
                                        <p:tav tm="100000">
                                          <p:val>
                                            <p:fltVal val="1"/>
                                          </p:val>
                                        </p:tav>
                                      </p:tavLst>
                                    </p:anim>
                                    <p:anim calcmode="lin" valueType="num">
                                      <p:cBhvr>
                                        <p:cTn id="53" dur="5000" fill="hold"/>
                                        <p:tgtEl>
                                          <p:spTgt spid="19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0"/>
                                            </p:cond>
                                          </p:stCondLst>
                                          <p:endCondLst>
                                            <p:cond evt="onStopAudio" delay="0">
                                              <p:tgtEl>
                                                <p:sldTgt/>
                                              </p:tgtEl>
                                            </p:cond>
                                          </p:endCondLst>
                                        </p:cTn>
                                        <p:tgtEl>
                                          <p:sndTgt r:embed="rId3" name="CAMERA.WAV"/>
                                        </p:tgtEl>
                                      </p:cMediaNode>
                                    </p:audio>
                                  </p:subTnLst>
                                </p:cTn>
                              </p:par>
                              <p:par>
                                <p:cTn id="54" presetID="19" presetClass="entr" presetSubtype="10" fill="hold" nodeType="withEffect">
                                  <p:stCondLst>
                                    <p:cond delay="500"/>
                                  </p:stCondLst>
                                  <p:childTnLst>
                                    <p:set>
                                      <p:cBhvr>
                                        <p:cTn id="55" dur="1" fill="hold">
                                          <p:stCondLst>
                                            <p:cond delay="0"/>
                                          </p:stCondLst>
                                        </p:cTn>
                                        <p:tgtEl>
                                          <p:spTgt spid="200"/>
                                        </p:tgtEl>
                                        <p:attrNameLst>
                                          <p:attrName>style.visibility</p:attrName>
                                        </p:attrNameLst>
                                      </p:cBhvr>
                                      <p:to>
                                        <p:strVal val="visible"/>
                                      </p:to>
                                    </p:set>
                                    <p:anim calcmode="lin" valueType="num">
                                      <p:cBhvr>
                                        <p:cTn id="56" dur="5000" fill="hold"/>
                                        <p:tgtEl>
                                          <p:spTgt spid="200"/>
                                        </p:tgtEl>
                                        <p:attrNameLst>
                                          <p:attrName>ppt_w</p:attrName>
                                        </p:attrNameLst>
                                      </p:cBhvr>
                                      <p:tavLst>
                                        <p:tav tm="0" fmla="#ppt_w*sin(2.5*pi*$)">
                                          <p:val>
                                            <p:fltVal val="0"/>
                                          </p:val>
                                        </p:tav>
                                        <p:tav tm="100000">
                                          <p:val>
                                            <p:fltVal val="1"/>
                                          </p:val>
                                        </p:tav>
                                      </p:tavLst>
                                    </p:anim>
                                    <p:anim calcmode="lin" valueType="num">
                                      <p:cBhvr>
                                        <p:cTn id="57" dur="5000" fill="hold"/>
                                        <p:tgtEl>
                                          <p:spTgt spid="200"/>
                                        </p:tgtEl>
                                        <p:attrNameLst>
                                          <p:attrName>ppt_h</p:attrName>
                                        </p:attrNameLst>
                                      </p:cBhvr>
                                      <p:tavLst>
                                        <p:tav tm="0">
                                          <p:val>
                                            <p:strVal val="#ppt_h"/>
                                          </p:val>
                                        </p:tav>
                                        <p:tav tm="100000">
                                          <p:val>
                                            <p:strVal val="#ppt_h"/>
                                          </p:val>
                                        </p:tav>
                                      </p:tavLst>
                                    </p:anim>
                                  </p:childTnLst>
                                </p:cTn>
                              </p:par>
                            </p:childTnLst>
                          </p:cTn>
                        </p:par>
                        <p:par>
                          <p:cTn id="58" fill="hold">
                            <p:stCondLst>
                              <p:cond delay="7000"/>
                            </p:stCondLst>
                            <p:childTnLst>
                              <p:par>
                                <p:cTn id="59" presetID="22" presetClass="entr" presetSubtype="8" fill="hold" grpId="0" nodeType="afterEffect">
                                  <p:stCondLst>
                                    <p:cond delay="0"/>
                                  </p:stCondLst>
                                  <p:childTnLst>
                                    <p:set>
                                      <p:cBhvr>
                                        <p:cTn id="60" dur="1" fill="hold">
                                          <p:stCondLst>
                                            <p:cond delay="0"/>
                                          </p:stCondLst>
                                        </p:cTn>
                                        <p:tgtEl>
                                          <p:spTgt spid="185"/>
                                        </p:tgtEl>
                                        <p:attrNameLst>
                                          <p:attrName>style.visibility</p:attrName>
                                        </p:attrNameLst>
                                      </p:cBhvr>
                                      <p:to>
                                        <p:strVal val="visible"/>
                                      </p:to>
                                    </p:set>
                                    <p:animEffect transition="in" filter="wipe(left)">
                                      <p:cBhvr>
                                        <p:cTn id="61" dur="5000"/>
                                        <p:tgtEl>
                                          <p:spTgt spid="185"/>
                                        </p:tgtEl>
                                      </p:cBhvr>
                                    </p:animEffect>
                                  </p:childTnLst>
                                </p:cTn>
                              </p:par>
                              <p:par>
                                <p:cTn id="62" presetID="19" presetClass="entr" presetSubtype="10" fill="hold" grpId="0" nodeType="withEffect">
                                  <p:stCondLst>
                                    <p:cond delay="0"/>
                                  </p:stCondLst>
                                  <p:childTnLst>
                                    <p:set>
                                      <p:cBhvr>
                                        <p:cTn id="63" dur="1" fill="hold">
                                          <p:stCondLst>
                                            <p:cond delay="0"/>
                                          </p:stCondLst>
                                        </p:cTn>
                                        <p:tgtEl>
                                          <p:spTgt spid="189"/>
                                        </p:tgtEl>
                                        <p:attrNameLst>
                                          <p:attrName>style.visibility</p:attrName>
                                        </p:attrNameLst>
                                      </p:cBhvr>
                                      <p:to>
                                        <p:strVal val="visible"/>
                                      </p:to>
                                    </p:set>
                                    <p:anim calcmode="lin" valueType="num">
                                      <p:cBhvr>
                                        <p:cTn id="64" dur="5000" fill="hold"/>
                                        <p:tgtEl>
                                          <p:spTgt spid="189"/>
                                        </p:tgtEl>
                                        <p:attrNameLst>
                                          <p:attrName>ppt_w</p:attrName>
                                        </p:attrNameLst>
                                      </p:cBhvr>
                                      <p:tavLst>
                                        <p:tav tm="0" fmla="#ppt_w*sin(2.5*pi*$)">
                                          <p:val>
                                            <p:fltVal val="0"/>
                                          </p:val>
                                        </p:tav>
                                        <p:tav tm="100000">
                                          <p:val>
                                            <p:fltVal val="1"/>
                                          </p:val>
                                        </p:tav>
                                      </p:tavLst>
                                    </p:anim>
                                    <p:anim calcmode="lin" valueType="num">
                                      <p:cBhvr>
                                        <p:cTn id="65" dur="5000" fill="hold"/>
                                        <p:tgtEl>
                                          <p:spTgt spid="189"/>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62"/>
                                            </p:cond>
                                          </p:stCondLst>
                                          <p:endCondLst>
                                            <p:cond evt="onStopAudio" delay="0">
                                              <p:tgtEl>
                                                <p:sldTgt/>
                                              </p:tgtEl>
                                            </p:cond>
                                          </p:endCondLst>
                                        </p:cTn>
                                        <p:tgtEl>
                                          <p:sndTgt r:embed="rId4" name="CHIMES.WAV"/>
                                        </p:tgtEl>
                                      </p:cMediaNode>
                                    </p:audio>
                                  </p:subTnLst>
                                </p:cTn>
                              </p:par>
                            </p:childTnLst>
                          </p:cTn>
                        </p:par>
                        <p:par>
                          <p:cTn id="66" fill="hold">
                            <p:stCondLst>
                              <p:cond delay="12000"/>
                            </p:stCondLst>
                            <p:childTnLst>
                              <p:par>
                                <p:cTn id="67" presetID="22" presetClass="entr" presetSubtype="8" fill="hold" grpId="0" nodeType="afterEffect">
                                  <p:stCondLst>
                                    <p:cond delay="0"/>
                                  </p:stCondLst>
                                  <p:childTnLst>
                                    <p:set>
                                      <p:cBhvr>
                                        <p:cTn id="68" dur="1" fill="hold">
                                          <p:stCondLst>
                                            <p:cond delay="0"/>
                                          </p:stCondLst>
                                        </p:cTn>
                                        <p:tgtEl>
                                          <p:spTgt spid="184"/>
                                        </p:tgtEl>
                                        <p:attrNameLst>
                                          <p:attrName>style.visibility</p:attrName>
                                        </p:attrNameLst>
                                      </p:cBhvr>
                                      <p:to>
                                        <p:strVal val="visible"/>
                                      </p:to>
                                    </p:set>
                                    <p:animEffect transition="in" filter="wipe(left)">
                                      <p:cBhvr>
                                        <p:cTn id="69" dur="5000"/>
                                        <p:tgtEl>
                                          <p:spTgt spid="184"/>
                                        </p:tgtEl>
                                      </p:cBhvr>
                                    </p:animEffect>
                                  </p:childTnLst>
                                </p:cTn>
                              </p:par>
                              <p:par>
                                <p:cTn id="70" presetID="19" presetClass="entr" presetSubtype="10" fill="hold" grpId="0" nodeType="withEffect">
                                  <p:stCondLst>
                                    <p:cond delay="0"/>
                                  </p:stCondLst>
                                  <p:childTnLst>
                                    <p:set>
                                      <p:cBhvr>
                                        <p:cTn id="71" dur="1" fill="hold">
                                          <p:stCondLst>
                                            <p:cond delay="0"/>
                                          </p:stCondLst>
                                        </p:cTn>
                                        <p:tgtEl>
                                          <p:spTgt spid="201"/>
                                        </p:tgtEl>
                                        <p:attrNameLst>
                                          <p:attrName>style.visibility</p:attrName>
                                        </p:attrNameLst>
                                      </p:cBhvr>
                                      <p:to>
                                        <p:strVal val="visible"/>
                                      </p:to>
                                    </p:set>
                                    <p:anim calcmode="lin" valueType="num">
                                      <p:cBhvr>
                                        <p:cTn id="72" dur="5000" fill="hold"/>
                                        <p:tgtEl>
                                          <p:spTgt spid="201"/>
                                        </p:tgtEl>
                                        <p:attrNameLst>
                                          <p:attrName>ppt_w</p:attrName>
                                        </p:attrNameLst>
                                      </p:cBhvr>
                                      <p:tavLst>
                                        <p:tav tm="0" fmla="#ppt_w*sin(2.5*pi*$)">
                                          <p:val>
                                            <p:fltVal val="0"/>
                                          </p:val>
                                        </p:tav>
                                        <p:tav tm="100000">
                                          <p:val>
                                            <p:fltVal val="1"/>
                                          </p:val>
                                        </p:tav>
                                      </p:tavLst>
                                    </p:anim>
                                    <p:anim calcmode="lin" valueType="num">
                                      <p:cBhvr>
                                        <p:cTn id="73" dur="5000" fill="hold"/>
                                        <p:tgtEl>
                                          <p:spTgt spid="201"/>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70"/>
                                            </p:cond>
                                          </p:stCondLst>
                                          <p:endCondLst>
                                            <p:cond evt="onStopAudio" delay="0">
                                              <p:tgtEl>
                                                <p:sldTgt/>
                                              </p:tgtEl>
                                            </p:cond>
                                          </p:endCondLst>
                                        </p:cTn>
                                        <p:tgtEl>
                                          <p:sndTgt r:embed="rId4" name="CHIMES.WAV"/>
                                        </p:tgtEl>
                                      </p:cMediaNode>
                                    </p:audio>
                                  </p:subTnLst>
                                </p:cTn>
                              </p:par>
                            </p:childTnLst>
                          </p:cTn>
                        </p:par>
                        <p:par>
                          <p:cTn id="74" fill="hold">
                            <p:stCondLst>
                              <p:cond delay="17000"/>
                            </p:stCondLst>
                            <p:childTnLst>
                              <p:par>
                                <p:cTn id="75" presetID="15" presetClass="entr" presetSubtype="0" fill="hold" nodeType="afterEffect">
                                  <p:stCondLst>
                                    <p:cond delay="0"/>
                                  </p:stCondLst>
                                  <p:childTnLst>
                                    <p:set>
                                      <p:cBhvr>
                                        <p:cTn id="76" dur="1" fill="hold">
                                          <p:stCondLst>
                                            <p:cond delay="0"/>
                                          </p:stCondLst>
                                        </p:cTn>
                                        <p:tgtEl>
                                          <p:spTgt spid="193"/>
                                        </p:tgtEl>
                                        <p:attrNameLst>
                                          <p:attrName>style.visibility</p:attrName>
                                        </p:attrNameLst>
                                      </p:cBhvr>
                                      <p:to>
                                        <p:strVal val="visible"/>
                                      </p:to>
                                    </p:set>
                                    <p:anim calcmode="lin" valueType="num">
                                      <p:cBhvr>
                                        <p:cTn id="77" dur="3000" fill="hold"/>
                                        <p:tgtEl>
                                          <p:spTgt spid="193"/>
                                        </p:tgtEl>
                                        <p:attrNameLst>
                                          <p:attrName>ppt_w</p:attrName>
                                        </p:attrNameLst>
                                      </p:cBhvr>
                                      <p:tavLst>
                                        <p:tav tm="0">
                                          <p:val>
                                            <p:fltVal val="0"/>
                                          </p:val>
                                        </p:tav>
                                        <p:tav tm="100000">
                                          <p:val>
                                            <p:strVal val="#ppt_w"/>
                                          </p:val>
                                        </p:tav>
                                      </p:tavLst>
                                    </p:anim>
                                    <p:anim calcmode="lin" valueType="num">
                                      <p:cBhvr>
                                        <p:cTn id="78" dur="3000" fill="hold"/>
                                        <p:tgtEl>
                                          <p:spTgt spid="193"/>
                                        </p:tgtEl>
                                        <p:attrNameLst>
                                          <p:attrName>ppt_h</p:attrName>
                                        </p:attrNameLst>
                                      </p:cBhvr>
                                      <p:tavLst>
                                        <p:tav tm="0">
                                          <p:val>
                                            <p:fltVal val="0"/>
                                          </p:val>
                                        </p:tav>
                                        <p:tav tm="100000">
                                          <p:val>
                                            <p:strVal val="#ppt_h"/>
                                          </p:val>
                                        </p:tav>
                                      </p:tavLst>
                                    </p:anim>
                                    <p:anim calcmode="lin" valueType="num">
                                      <p:cBhvr>
                                        <p:cTn id="79" dur="3000" fill="hold"/>
                                        <p:tgtEl>
                                          <p:spTgt spid="193"/>
                                        </p:tgtEl>
                                        <p:attrNameLst>
                                          <p:attrName>ppt_x</p:attrName>
                                        </p:attrNameLst>
                                      </p:cBhvr>
                                      <p:tavLst>
                                        <p:tav tm="0" fmla="#ppt_x+(cos(-2*pi*(1-$))*-#ppt_x-sin(-2*pi*(1-$))*(1-#ppt_y))*(1-$)">
                                          <p:val>
                                            <p:fltVal val="0"/>
                                          </p:val>
                                        </p:tav>
                                        <p:tav tm="100000">
                                          <p:val>
                                            <p:fltVal val="1"/>
                                          </p:val>
                                        </p:tav>
                                      </p:tavLst>
                                    </p:anim>
                                    <p:anim calcmode="lin" valueType="num">
                                      <p:cBhvr>
                                        <p:cTn id="80" dur="3000" fill="hold"/>
                                        <p:tgtEl>
                                          <p:spTgt spid="193"/>
                                        </p:tgtEl>
                                        <p:attrNameLst>
                                          <p:attrName>ppt_y</p:attrName>
                                        </p:attrNameLst>
                                      </p:cBhvr>
                                      <p:tavLst>
                                        <p:tav tm="0" fmla="#ppt_y+(sin(-2*pi*(1-$))*-#ppt_x+cos(-2*pi*(1-$))*(1-#ppt_y))*(1-$)">
                                          <p:val>
                                            <p:fltVal val="0"/>
                                          </p:val>
                                        </p:tav>
                                        <p:tav tm="100000">
                                          <p:val>
                                            <p:fltVal val="1"/>
                                          </p:val>
                                        </p:tav>
                                      </p:tavLst>
                                    </p:anim>
                                  </p:childTnLst>
                                </p:cTn>
                              </p:par>
                            </p:childTnLst>
                          </p:cTn>
                        </p:par>
                        <p:par>
                          <p:cTn id="81" fill="hold">
                            <p:stCondLst>
                              <p:cond delay="20000"/>
                            </p:stCondLst>
                            <p:childTnLst>
                              <p:par>
                                <p:cTn id="82" presetID="15" presetClass="entr" presetSubtype="0" fill="hold" nodeType="afterEffect">
                                  <p:stCondLst>
                                    <p:cond delay="0"/>
                                  </p:stCondLst>
                                  <p:childTnLst>
                                    <p:set>
                                      <p:cBhvr>
                                        <p:cTn id="83" dur="1" fill="hold">
                                          <p:stCondLst>
                                            <p:cond delay="0"/>
                                          </p:stCondLst>
                                        </p:cTn>
                                        <p:tgtEl>
                                          <p:spTgt spid="186"/>
                                        </p:tgtEl>
                                        <p:attrNameLst>
                                          <p:attrName>style.visibility</p:attrName>
                                        </p:attrNameLst>
                                      </p:cBhvr>
                                      <p:to>
                                        <p:strVal val="visible"/>
                                      </p:to>
                                    </p:set>
                                    <p:anim calcmode="lin" valueType="num">
                                      <p:cBhvr>
                                        <p:cTn id="84" dur="3000" fill="hold"/>
                                        <p:tgtEl>
                                          <p:spTgt spid="186"/>
                                        </p:tgtEl>
                                        <p:attrNameLst>
                                          <p:attrName>ppt_w</p:attrName>
                                        </p:attrNameLst>
                                      </p:cBhvr>
                                      <p:tavLst>
                                        <p:tav tm="0">
                                          <p:val>
                                            <p:fltVal val="0"/>
                                          </p:val>
                                        </p:tav>
                                        <p:tav tm="100000">
                                          <p:val>
                                            <p:strVal val="#ppt_w"/>
                                          </p:val>
                                        </p:tav>
                                      </p:tavLst>
                                    </p:anim>
                                    <p:anim calcmode="lin" valueType="num">
                                      <p:cBhvr>
                                        <p:cTn id="85" dur="3000" fill="hold"/>
                                        <p:tgtEl>
                                          <p:spTgt spid="186"/>
                                        </p:tgtEl>
                                        <p:attrNameLst>
                                          <p:attrName>ppt_h</p:attrName>
                                        </p:attrNameLst>
                                      </p:cBhvr>
                                      <p:tavLst>
                                        <p:tav tm="0">
                                          <p:val>
                                            <p:fltVal val="0"/>
                                          </p:val>
                                        </p:tav>
                                        <p:tav tm="100000">
                                          <p:val>
                                            <p:strVal val="#ppt_h"/>
                                          </p:val>
                                        </p:tav>
                                      </p:tavLst>
                                    </p:anim>
                                    <p:anim calcmode="lin" valueType="num">
                                      <p:cBhvr>
                                        <p:cTn id="86" dur="3000" fill="hold"/>
                                        <p:tgtEl>
                                          <p:spTgt spid="186"/>
                                        </p:tgtEl>
                                        <p:attrNameLst>
                                          <p:attrName>ppt_x</p:attrName>
                                        </p:attrNameLst>
                                      </p:cBhvr>
                                      <p:tavLst>
                                        <p:tav tm="0" fmla="#ppt_x+(cos(-2*pi*(1-$))*-#ppt_x-sin(-2*pi*(1-$))*(1-#ppt_y))*(1-$)">
                                          <p:val>
                                            <p:fltVal val="0"/>
                                          </p:val>
                                        </p:tav>
                                        <p:tav tm="100000">
                                          <p:val>
                                            <p:fltVal val="1"/>
                                          </p:val>
                                        </p:tav>
                                      </p:tavLst>
                                    </p:anim>
                                    <p:anim calcmode="lin" valueType="num">
                                      <p:cBhvr>
                                        <p:cTn id="87" dur="3000" fill="hold"/>
                                        <p:tgtEl>
                                          <p:spTgt spid="186"/>
                                        </p:tgtEl>
                                        <p:attrNameLst>
                                          <p:attrName>ppt_y</p:attrName>
                                        </p:attrNameLst>
                                      </p:cBhvr>
                                      <p:tavLst>
                                        <p:tav tm="0" fmla="#ppt_y+(sin(-2*pi*(1-$))*-#ppt_x+cos(-2*pi*(1-$))*(1-#ppt_y))*(1-$)">
                                          <p:val>
                                            <p:fltVal val="0"/>
                                          </p:val>
                                        </p:tav>
                                        <p:tav tm="100000">
                                          <p:val>
                                            <p:fltVal val="1"/>
                                          </p:val>
                                        </p:tav>
                                      </p:tavLst>
                                    </p:anim>
                                  </p:childTnLst>
                                  <p:subTnLst>
                                    <p:audio>
                                      <p:cMediaNode>
                                        <p:cTn display="0" masterRel="sameClick">
                                          <p:stCondLst>
                                            <p:cond evt="begin" delay="0">
                                              <p:tn val="82"/>
                                            </p:cond>
                                          </p:stCondLst>
                                          <p:endCondLst>
                                            <p:cond evt="onStopAudio" delay="0">
                                              <p:tgtEl>
                                                <p:sldTgt/>
                                              </p:tgtEl>
                                            </p:cond>
                                          </p:endCondLst>
                                        </p:cTn>
                                        <p:tgtEl>
                                          <p:sndTgt r:embed="rId4" name="CHIMES.WAV"/>
                                        </p:tgtEl>
                                      </p:cMediaNode>
                                    </p:audio>
                                  </p:subTnLst>
                                </p:cTn>
                              </p:par>
                            </p:childTnLst>
                          </p:cTn>
                        </p:par>
                        <p:par>
                          <p:cTn id="88" fill="hold">
                            <p:stCondLst>
                              <p:cond delay="23000"/>
                            </p:stCondLst>
                            <p:childTnLst>
                              <p:par>
                                <p:cTn id="89" presetID="22" presetClass="entr" presetSubtype="8" fill="hold" grpId="0" nodeType="afterEffect">
                                  <p:stCondLst>
                                    <p:cond delay="0"/>
                                  </p:stCondLst>
                                  <p:childTnLst>
                                    <p:set>
                                      <p:cBhvr>
                                        <p:cTn id="90" dur="1" fill="hold">
                                          <p:stCondLst>
                                            <p:cond delay="0"/>
                                          </p:stCondLst>
                                        </p:cTn>
                                        <p:tgtEl>
                                          <p:spTgt spid="183"/>
                                        </p:tgtEl>
                                        <p:attrNameLst>
                                          <p:attrName>style.visibility</p:attrName>
                                        </p:attrNameLst>
                                      </p:cBhvr>
                                      <p:to>
                                        <p:strVal val="visible"/>
                                      </p:to>
                                    </p:set>
                                    <p:animEffect transition="in" filter="wipe(left)">
                                      <p:cBhvr>
                                        <p:cTn id="91" dur="5000"/>
                                        <p:tgtEl>
                                          <p:spTgt spid="183"/>
                                        </p:tgtEl>
                                      </p:cBhvr>
                                    </p:animEffect>
                                  </p:childTnLst>
                                </p:cTn>
                              </p:par>
                              <p:par>
                                <p:cTn id="92" presetID="19" presetClass="entr" presetSubtype="10" fill="hold" grpId="0" nodeType="withEffect">
                                  <p:stCondLst>
                                    <p:cond delay="0"/>
                                  </p:stCondLst>
                                  <p:childTnLst>
                                    <p:set>
                                      <p:cBhvr>
                                        <p:cTn id="93" dur="1" fill="hold">
                                          <p:stCondLst>
                                            <p:cond delay="0"/>
                                          </p:stCondLst>
                                        </p:cTn>
                                        <p:tgtEl>
                                          <p:spTgt spid="202"/>
                                        </p:tgtEl>
                                        <p:attrNameLst>
                                          <p:attrName>style.visibility</p:attrName>
                                        </p:attrNameLst>
                                      </p:cBhvr>
                                      <p:to>
                                        <p:strVal val="visible"/>
                                      </p:to>
                                    </p:set>
                                    <p:anim calcmode="lin" valueType="num">
                                      <p:cBhvr>
                                        <p:cTn id="94" dur="5000" fill="hold"/>
                                        <p:tgtEl>
                                          <p:spTgt spid="202"/>
                                        </p:tgtEl>
                                        <p:attrNameLst>
                                          <p:attrName>ppt_w</p:attrName>
                                        </p:attrNameLst>
                                      </p:cBhvr>
                                      <p:tavLst>
                                        <p:tav tm="0" fmla="#ppt_w*sin(2.5*pi*$)">
                                          <p:val>
                                            <p:fltVal val="0"/>
                                          </p:val>
                                        </p:tav>
                                        <p:tav tm="100000">
                                          <p:val>
                                            <p:fltVal val="1"/>
                                          </p:val>
                                        </p:tav>
                                      </p:tavLst>
                                    </p:anim>
                                    <p:anim calcmode="lin" valueType="num">
                                      <p:cBhvr>
                                        <p:cTn id="95" dur="5000" fill="hold"/>
                                        <p:tgtEl>
                                          <p:spTgt spid="202"/>
                                        </p:tgtEl>
                                        <p:attrNameLst>
                                          <p:attrName>ppt_h</p:attrName>
                                        </p:attrNameLst>
                                      </p:cBhvr>
                                      <p:tavLst>
                                        <p:tav tm="0">
                                          <p:val>
                                            <p:strVal val="#ppt_h"/>
                                          </p:val>
                                        </p:tav>
                                        <p:tav tm="100000">
                                          <p:val>
                                            <p:strVal val="#ppt_h"/>
                                          </p:val>
                                        </p:tav>
                                      </p:tavLst>
                                    </p:anim>
                                  </p:childTnLst>
                                </p:cTn>
                              </p:par>
                            </p:childTnLst>
                          </p:cTn>
                        </p:par>
                        <p:par>
                          <p:cTn id="96" fill="hold">
                            <p:stCondLst>
                              <p:cond delay="28000"/>
                            </p:stCondLst>
                            <p:childTnLst>
                              <p:par>
                                <p:cTn id="97" presetID="15" presetClass="entr" presetSubtype="0" fill="hold" nodeType="afterEffect">
                                  <p:stCondLst>
                                    <p:cond delay="0"/>
                                  </p:stCondLst>
                                  <p:childTnLst>
                                    <p:set>
                                      <p:cBhvr>
                                        <p:cTn id="98" dur="1" fill="hold">
                                          <p:stCondLst>
                                            <p:cond delay="0"/>
                                          </p:stCondLst>
                                        </p:cTn>
                                        <p:tgtEl>
                                          <p:spTgt spid="190"/>
                                        </p:tgtEl>
                                        <p:attrNameLst>
                                          <p:attrName>style.visibility</p:attrName>
                                        </p:attrNameLst>
                                      </p:cBhvr>
                                      <p:to>
                                        <p:strVal val="visible"/>
                                      </p:to>
                                    </p:set>
                                    <p:anim calcmode="lin" valueType="num">
                                      <p:cBhvr>
                                        <p:cTn id="99" dur="3000" fill="hold"/>
                                        <p:tgtEl>
                                          <p:spTgt spid="190"/>
                                        </p:tgtEl>
                                        <p:attrNameLst>
                                          <p:attrName>ppt_w</p:attrName>
                                        </p:attrNameLst>
                                      </p:cBhvr>
                                      <p:tavLst>
                                        <p:tav tm="0">
                                          <p:val>
                                            <p:fltVal val="0"/>
                                          </p:val>
                                        </p:tav>
                                        <p:tav tm="100000">
                                          <p:val>
                                            <p:strVal val="#ppt_w"/>
                                          </p:val>
                                        </p:tav>
                                      </p:tavLst>
                                    </p:anim>
                                    <p:anim calcmode="lin" valueType="num">
                                      <p:cBhvr>
                                        <p:cTn id="100" dur="3000" fill="hold"/>
                                        <p:tgtEl>
                                          <p:spTgt spid="190"/>
                                        </p:tgtEl>
                                        <p:attrNameLst>
                                          <p:attrName>ppt_h</p:attrName>
                                        </p:attrNameLst>
                                      </p:cBhvr>
                                      <p:tavLst>
                                        <p:tav tm="0">
                                          <p:val>
                                            <p:fltVal val="0"/>
                                          </p:val>
                                        </p:tav>
                                        <p:tav tm="100000">
                                          <p:val>
                                            <p:strVal val="#ppt_h"/>
                                          </p:val>
                                        </p:tav>
                                      </p:tavLst>
                                    </p:anim>
                                    <p:anim calcmode="lin" valueType="num">
                                      <p:cBhvr>
                                        <p:cTn id="101" dur="3000" fill="hold"/>
                                        <p:tgtEl>
                                          <p:spTgt spid="190"/>
                                        </p:tgtEl>
                                        <p:attrNameLst>
                                          <p:attrName>ppt_x</p:attrName>
                                        </p:attrNameLst>
                                      </p:cBhvr>
                                      <p:tavLst>
                                        <p:tav tm="0" fmla="#ppt_x+(cos(-2*pi*(1-$))*-#ppt_x-sin(-2*pi*(1-$))*(1-#ppt_y))*(1-$)">
                                          <p:val>
                                            <p:fltVal val="0"/>
                                          </p:val>
                                        </p:tav>
                                        <p:tav tm="100000">
                                          <p:val>
                                            <p:fltVal val="1"/>
                                          </p:val>
                                        </p:tav>
                                      </p:tavLst>
                                    </p:anim>
                                    <p:anim calcmode="lin" valueType="num">
                                      <p:cBhvr>
                                        <p:cTn id="102" dur="3000" fill="hold"/>
                                        <p:tgtEl>
                                          <p:spTgt spid="1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08"/>
                                        </p:tgtEl>
                                        <p:attrNameLst>
                                          <p:attrName>style.visibility</p:attrName>
                                        </p:attrNameLst>
                                      </p:cBhvr>
                                      <p:to>
                                        <p:strVal val="visible"/>
                                      </p:to>
                                    </p:set>
                                    <p:animEffect transition="in" filter="wipe(left)">
                                      <p:cBhvr>
                                        <p:cTn id="111" dur="5000"/>
                                        <p:tgtEl>
                                          <p:spTgt spid="208"/>
                                        </p:tgtEl>
                                      </p:cBhvr>
                                    </p:animEffect>
                                  </p:childTnLst>
                                  <p:subTnLst>
                                    <p:audio>
                                      <p:cMediaNode>
                                        <p:cTn display="0" masterRel="sameClick">
                                          <p:stCondLst>
                                            <p:cond evt="begin" delay="0">
                                              <p:tn val="109"/>
                                            </p:cond>
                                          </p:stCondLst>
                                          <p:endCondLst>
                                            <p:cond evt="onStopAudio" delay="0">
                                              <p:tgtEl>
                                                <p:sldTgt/>
                                              </p:tgtEl>
                                            </p:cond>
                                          </p:endCondLst>
                                        </p:cTn>
                                        <p:tgtEl>
                                          <p:sndTgt r:embed="rId3"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209"/>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9" grpId="0" animBg="1"/>
      <p:bldP spid="181" grpId="0"/>
      <p:bldP spid="182" grpId="0" autoUpdateAnimBg="0"/>
      <p:bldP spid="183" grpId="0" animBg="1"/>
      <p:bldP spid="184" grpId="0" animBg="1"/>
      <p:bldP spid="185" grpId="0" animBg="1"/>
      <p:bldP spid="189" grpId="0" autoUpdateAnimBg="0"/>
      <p:bldP spid="196" grpId="0" animBg="1"/>
      <p:bldP spid="197" grpId="0" animBg="1"/>
      <p:bldP spid="198" grpId="0" animBg="1"/>
      <p:bldP spid="199" grpId="0" autoUpdateAnimBg="0"/>
      <p:bldP spid="201" grpId="0" autoUpdateAnimBg="0"/>
      <p:bldP spid="202" grpId="0"/>
      <p:bldP spid="203" grpId="0"/>
      <p:bldP spid="204" grpId="0"/>
      <p:bldP spid="205" grpId="0" animBg="1"/>
      <p:bldP spid="206" grpId="0" animBg="1"/>
      <p:bldP spid="207" grpId="0"/>
      <p:bldP spid="209" grpId="0"/>
      <p:bldP spid="21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§10-3  </a:t>
            </a:r>
            <a:r>
              <a:rPr lang="zh-CN" altLang="en-US" sz="3000" i="0" dirty="0">
                <a:solidFill>
                  <a:schemeClr val="accent6">
                    <a:lumMod val="75000"/>
                  </a:schemeClr>
                </a:solidFill>
                <a:latin typeface="+mn-lt"/>
                <a:ea typeface="微软雅黑" panose="020B0503020204020204" pitchFamily="34" charset="-122"/>
              </a:rPr>
              <a:t>梁的刚度计算</a:t>
            </a:r>
          </a:p>
        </p:txBody>
      </p:sp>
      <p:sp>
        <p:nvSpPr>
          <p:cNvPr id="53" name="矩形 52"/>
          <p:cNvSpPr/>
          <p:nvPr/>
        </p:nvSpPr>
        <p:spPr>
          <a:xfrm>
            <a:off x="4466434" y="1205669"/>
            <a:ext cx="3376245" cy="1200329"/>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梁的弯曲变形概述 </a:t>
            </a:r>
          </a:p>
          <a:p>
            <a:pPr>
              <a:lnSpc>
                <a:spcPct val="120000"/>
              </a:lnSpc>
            </a:pPr>
            <a:endParaRPr lang="zh-CN" altLang="en-US" sz="3000" i="0" dirty="0">
              <a:solidFill>
                <a:srgbClr val="4F81BD"/>
              </a:solidFill>
              <a:latin typeface="微软雅黑" panose="020B0503020204020204" pitchFamily="34" charset="-122"/>
              <a:ea typeface="微软雅黑" panose="020B0503020204020204" pitchFamily="34" charset="-122"/>
            </a:endParaRPr>
          </a:p>
        </p:txBody>
      </p:sp>
      <p:sp>
        <p:nvSpPr>
          <p:cNvPr id="111" name="矩形 110">
            <a:extLst>
              <a:ext uri="{FF2B5EF4-FFF2-40B4-BE49-F238E27FC236}">
                <a16:creationId xmlns:a16="http://schemas.microsoft.com/office/drawing/2014/main" id="{E8DB0D0A-8BE9-6ADA-6C58-96049487BA32}"/>
              </a:ext>
            </a:extLst>
          </p:cNvPr>
          <p:cNvSpPr/>
          <p:nvPr/>
        </p:nvSpPr>
        <p:spPr>
          <a:xfrm>
            <a:off x="695400" y="1728489"/>
            <a:ext cx="11233248" cy="2462213"/>
          </a:xfrm>
          <a:prstGeom prst="rect">
            <a:avLst/>
          </a:prstGeom>
        </p:spPr>
        <p:txBody>
          <a:bodyPr wrap="square">
            <a:spAutoFit/>
          </a:bodyPr>
          <a:lstStyle/>
          <a:p>
            <a:pPr lvl="0" algn="just">
              <a:lnSpc>
                <a:spcPct val="110000"/>
              </a:lnSpc>
              <a:defRPr/>
            </a:pPr>
            <a:r>
              <a:rPr kumimoji="1" lang="zh-CN" altLang="en-US" sz="2800"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梁满足强度条件，表明它能安全地工作， 但变形过大也会影响机器的正常运行。</a:t>
            </a:r>
            <a:r>
              <a:rPr kumimoji="1" lang="zh-CN" altLang="en-US" sz="2800" i="0" dirty="0">
                <a:solidFill>
                  <a:schemeClr val="tx1"/>
                </a:solidFill>
                <a:latin typeface="微软雅黑" panose="020B0503020204020204" pitchFamily="34" charset="-122"/>
                <a:ea typeface="微软雅黑" panose="020B0503020204020204" pitchFamily="34" charset="-122"/>
              </a:rPr>
              <a:t>例如轧钢机的轧辊，若弯曲变形过大，轧出的钢板将薄厚不均匀，产品不合格；如果是机床的主轴，则将严重影响机床的加工精度。</a:t>
            </a:r>
          </a:p>
          <a:p>
            <a:pPr lvl="0" algn="just">
              <a:lnSpc>
                <a:spcPct val="110000"/>
              </a:lnSpc>
            </a:pPr>
            <a:r>
              <a:rPr kumimoji="1" lang="zh-CN" altLang="en-US" sz="2800" i="0" dirty="0">
                <a:solidFill>
                  <a:schemeClr val="tx1"/>
                </a:solidFill>
                <a:latin typeface="微软雅黑" panose="020B0503020204020204" pitchFamily="34" charset="-122"/>
                <a:ea typeface="微软雅黑" panose="020B0503020204020204" pitchFamily="34" charset="-122"/>
                <a:sym typeface="Symbol" panose="05050102010706020507" pitchFamily="18" charset="2"/>
              </a:rPr>
              <a:t>。因此，对某些构件而言，除满足强度条件外，还要将其变形限制在一定范围内，即满足刚度条件。</a:t>
            </a:r>
            <a:endParaRPr kumimoji="1" lang="en-US" altLang="zh-CN" i="0" dirty="0">
              <a:solidFill>
                <a:schemeClr val="tx1"/>
              </a:solidFill>
              <a:latin typeface="+mn-lt"/>
              <a:ea typeface="黑体" panose="02010609060101010101" pitchFamily="49" charset="-122"/>
            </a:endParaRPr>
          </a:p>
        </p:txBody>
      </p:sp>
      <p:sp>
        <p:nvSpPr>
          <p:cNvPr id="1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375914" y="4113076"/>
            <a:ext cx="11557283" cy="2142082"/>
          </a:xfrm>
          <a:prstGeom prst="rect">
            <a:avLst/>
          </a:prstGeom>
          <a:solidFill>
            <a:srgbClr val="B9CDE5"/>
          </a:solidFill>
          <a:ln>
            <a:noFill/>
          </a:ln>
          <a:effectLst/>
        </p:spPr>
        <p:txBody>
          <a:bodyPr wrap="none" anchor="ctr"/>
          <a:lstStyle/>
          <a:p>
            <a:endParaRPr lang="zh-CN" altLang="en-US"/>
          </a:p>
        </p:txBody>
      </p:sp>
      <p:pic>
        <p:nvPicPr>
          <p:cNvPr id="113" name="Picture 3" descr="z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46" y="4190702"/>
            <a:ext cx="2853058" cy="1958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3754535" y="4200063"/>
            <a:ext cx="4466858" cy="1948986"/>
          </a:xfrm>
          <a:prstGeom prst="rect">
            <a:avLst/>
          </a:prstGeom>
        </p:spPr>
      </p:pic>
      <p:pic>
        <p:nvPicPr>
          <p:cNvPr id="3" name="图片 2"/>
          <p:cNvPicPr>
            <a:picLocks noChangeAspect="1"/>
          </p:cNvPicPr>
          <p:nvPr/>
        </p:nvPicPr>
        <p:blipFill>
          <a:blip r:embed="rId5"/>
          <a:stretch>
            <a:fillRect/>
          </a:stretch>
        </p:blipFill>
        <p:spPr>
          <a:xfrm>
            <a:off x="8616280" y="4182200"/>
            <a:ext cx="2774637" cy="2003834"/>
          </a:xfrm>
          <a:prstGeom prst="rect">
            <a:avLst/>
          </a:prstGeom>
        </p:spPr>
      </p:pic>
    </p:spTree>
    <p:extLst>
      <p:ext uri="{BB962C8B-B14F-4D97-AF65-F5344CB8AC3E}">
        <p14:creationId xmlns:p14="http://schemas.microsoft.com/office/powerpoint/2010/main" val="42776288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857411"/>
            <a:ext cx="7308811" cy="457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．挠度和转角</a:t>
            </a:r>
          </a:p>
          <a:p>
            <a:pPr algn="just">
              <a:lnSpc>
                <a:spcPct val="130000"/>
              </a:lnSpc>
            </a:pPr>
            <a:r>
              <a:rPr lang="zh-CN" altLang="en-US" sz="2800" i="0" dirty="0">
                <a:latin typeface="+mn-lt"/>
                <a:ea typeface="微软雅黑" panose="020B0503020204020204" pitchFamily="34" charset="-122"/>
              </a:rPr>
              <a:t>度量梁的变形的两个基本物理量是挠度和转角。它们主要因弯矩而产生， 剪力的影响可以忽略不计。</a:t>
            </a:r>
            <a:endParaRPr lang="en-US" altLang="zh-CN" sz="2800" i="0" dirty="0">
              <a:latin typeface="+mn-lt"/>
              <a:ea typeface="微软雅黑" panose="020B0503020204020204" pitchFamily="34" charset="-122"/>
            </a:endParaRPr>
          </a:p>
          <a:p>
            <a:pPr algn="just">
              <a:lnSpc>
                <a:spcPct val="130000"/>
              </a:lnSpc>
            </a:pPr>
            <a:r>
              <a:rPr lang="zh-CN" altLang="en-US" sz="2800" i="0" dirty="0">
                <a:latin typeface="+mn-lt"/>
                <a:ea typeface="微软雅黑" panose="020B0503020204020204" pitchFamily="34" charset="-122"/>
              </a:rPr>
              <a:t>以悬臂梁为例，变形前梁的轴线为直线</a:t>
            </a:r>
            <a:r>
              <a:rPr lang="en-US" altLang="zh-CN" sz="2800" b="0" dirty="0">
                <a:latin typeface="+mn-lt"/>
                <a:ea typeface="微软雅黑" panose="020B0503020204020204" pitchFamily="34" charset="-122"/>
              </a:rPr>
              <a:t>AB</a:t>
            </a:r>
            <a:r>
              <a:rPr lang="zh-CN" altLang="en-US"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是梁的某一横截面，变形后</a:t>
            </a:r>
            <a:r>
              <a:rPr lang="en-US" altLang="zh-CN" sz="2800" b="0" dirty="0">
                <a:latin typeface="+mn-lt"/>
                <a:ea typeface="微软雅黑" panose="020B0503020204020204" pitchFamily="34" charset="-122"/>
              </a:rPr>
              <a:t>AB</a:t>
            </a:r>
            <a:r>
              <a:rPr lang="zh-CN" altLang="en-US" sz="2800" i="0" dirty="0">
                <a:latin typeface="+mn-lt"/>
                <a:ea typeface="微软雅黑" panose="020B0503020204020204" pitchFamily="34" charset="-122"/>
              </a:rPr>
              <a:t>变为光滑的连续曲线</a:t>
            </a:r>
            <a:r>
              <a:rPr lang="en-US" altLang="zh-CN" sz="2800" b="0" dirty="0">
                <a:latin typeface="+mn-lt"/>
                <a:ea typeface="微软雅黑" panose="020B0503020204020204" pitchFamily="34" charset="-122"/>
              </a:rPr>
              <a:t>AB</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转到了</a:t>
            </a:r>
            <a:r>
              <a:rPr lang="en-US" altLang="zh-CN" sz="2800" b="0" dirty="0">
                <a:latin typeface="+mn-lt"/>
                <a:ea typeface="微软雅黑" panose="020B0503020204020204" pitchFamily="34" charset="-122"/>
              </a:rPr>
              <a:t>m</a:t>
            </a:r>
            <a:r>
              <a:rPr lang="en-US" altLang="zh-CN" sz="2800" b="0" i="0" baseline="-25000" dirty="0">
                <a:latin typeface="+mn-lt"/>
                <a:ea typeface="微软雅黑" panose="020B0503020204020204" pitchFamily="34" charset="-122"/>
              </a:rPr>
              <a:t>1</a:t>
            </a:r>
            <a:r>
              <a:rPr lang="en-US" altLang="zh-CN" sz="2800" b="0" dirty="0">
                <a:latin typeface="+mn-lt"/>
                <a:ea typeface="微软雅黑" panose="020B0503020204020204" pitchFamily="34" charset="-122"/>
              </a:rPr>
              <a:t>n</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的位置。 </a:t>
            </a:r>
          </a:p>
          <a:p>
            <a:pPr algn="just">
              <a:lnSpc>
                <a:spcPct val="130000"/>
              </a:lnSpc>
            </a:pPr>
            <a:endParaRPr kumimoji="1" lang="zh-CN" altLang="en-US" sz="2800" i="0" dirty="0">
              <a:latin typeface="+mn-lt"/>
              <a:ea typeface="微软雅黑" panose="020B0503020204020204" pitchFamily="34" charset="-122"/>
            </a:endParaRPr>
          </a:p>
        </p:txBody>
      </p:sp>
      <p:sp>
        <p:nvSpPr>
          <p:cNvPr id="4"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932204" y="1664804"/>
            <a:ext cx="4140459" cy="2761446"/>
          </a:xfrm>
          <a:prstGeom prst="rect">
            <a:avLst/>
          </a:prstGeom>
          <a:solidFill>
            <a:srgbClr val="B9CDE5"/>
          </a:solidFill>
          <a:ln>
            <a:noFill/>
          </a:ln>
          <a:effectLst/>
        </p:spPr>
        <p:txBody>
          <a:bodyPr wrap="none" anchor="ctr"/>
          <a:lstStyle/>
          <a:p>
            <a:endParaRPr lang="zh-CN" altLang="en-US"/>
          </a:p>
        </p:txBody>
      </p:sp>
      <p:sp>
        <p:nvSpPr>
          <p:cNvPr id="5" name="Line 5"/>
          <p:cNvSpPr>
            <a:spLocks noChangeAspect="1" noChangeShapeType="1"/>
          </p:cNvSpPr>
          <p:nvPr/>
        </p:nvSpPr>
        <p:spPr bwMode="auto">
          <a:xfrm flipV="1">
            <a:off x="8221761" y="1854192"/>
            <a:ext cx="0" cy="9699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 name="Line 6"/>
          <p:cNvSpPr>
            <a:spLocks noChangeAspect="1" noChangeShapeType="1"/>
          </p:cNvSpPr>
          <p:nvPr/>
        </p:nvSpPr>
        <p:spPr bwMode="auto">
          <a:xfrm rot="16200000">
            <a:off x="11438830" y="2194711"/>
            <a:ext cx="0" cy="1135062"/>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8" name="Arc 7"/>
          <p:cNvSpPr>
            <a:spLocks noChangeAspect="1"/>
          </p:cNvSpPr>
          <p:nvPr/>
        </p:nvSpPr>
        <p:spPr bwMode="auto">
          <a:xfrm>
            <a:off x="8239224" y="2746367"/>
            <a:ext cx="3122612" cy="911225"/>
          </a:xfrm>
          <a:custGeom>
            <a:avLst/>
            <a:gdLst>
              <a:gd name="T0" fmla="*/ 0 w 19735"/>
              <a:gd name="T1" fmla="*/ 0 h 21600"/>
              <a:gd name="T2" fmla="*/ 2147483647 w 19735"/>
              <a:gd name="T3" fmla="*/ 962506707 h 21600"/>
              <a:gd name="T4" fmla="*/ 0 w 19735"/>
              <a:gd name="T5" fmla="*/ 1621694396 h 21600"/>
              <a:gd name="T6" fmla="*/ 0 60000 65536"/>
              <a:gd name="T7" fmla="*/ 0 60000 65536"/>
              <a:gd name="T8" fmla="*/ 0 60000 65536"/>
              <a:gd name="T9" fmla="*/ 0 w 19735"/>
              <a:gd name="T10" fmla="*/ 0 h 21600"/>
              <a:gd name="T11" fmla="*/ 19735 w 19735"/>
              <a:gd name="T12" fmla="*/ 21600 h 21600"/>
            </a:gdLst>
            <a:ahLst/>
            <a:cxnLst>
              <a:cxn ang="T6">
                <a:pos x="T0" y="T1"/>
              </a:cxn>
              <a:cxn ang="T7">
                <a:pos x="T2" y="T3"/>
              </a:cxn>
              <a:cxn ang="T8">
                <a:pos x="T4" y="T5"/>
              </a:cxn>
            </a:cxnLst>
            <a:rect l="T9" t="T10" r="T11" b="T12"/>
            <a:pathLst>
              <a:path w="19735" h="21600" fill="none" extrusionOk="0">
                <a:moveTo>
                  <a:pt x="-1" y="0"/>
                </a:moveTo>
                <a:cubicBezTo>
                  <a:pt x="8533" y="0"/>
                  <a:pt x="16266" y="5023"/>
                  <a:pt x="19735" y="12819"/>
                </a:cubicBezTo>
              </a:path>
              <a:path w="19735" h="21600" stroke="0" extrusionOk="0">
                <a:moveTo>
                  <a:pt x="-1" y="0"/>
                </a:moveTo>
                <a:cubicBezTo>
                  <a:pt x="8533" y="0"/>
                  <a:pt x="16266" y="5023"/>
                  <a:pt x="19735" y="12819"/>
                </a:cubicBezTo>
                <a:lnTo>
                  <a:pt x="0" y="21600"/>
                </a:lnTo>
                <a:close/>
              </a:path>
            </a:pathLst>
          </a:custGeom>
          <a:noFill/>
          <a:ln w="38100">
            <a:solidFill>
              <a:srgbClr val="FF33CC"/>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9" name="Line 8"/>
          <p:cNvSpPr>
            <a:spLocks noChangeAspect="1" noChangeShapeType="1"/>
          </p:cNvSpPr>
          <p:nvPr/>
        </p:nvSpPr>
        <p:spPr bwMode="auto">
          <a:xfrm>
            <a:off x="11388824" y="2049455"/>
            <a:ext cx="0" cy="7127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0" name="Text Box 9"/>
          <p:cNvSpPr txBox="1">
            <a:spLocks noChangeAspect="1" noChangeArrowheads="1"/>
          </p:cNvSpPr>
          <p:nvPr/>
        </p:nvSpPr>
        <p:spPr bwMode="auto">
          <a:xfrm>
            <a:off x="11349136" y="1908167"/>
            <a:ext cx="566738"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F</a:t>
            </a:r>
          </a:p>
        </p:txBody>
      </p:sp>
      <p:sp>
        <p:nvSpPr>
          <p:cNvPr id="11" name="Text Box 10"/>
          <p:cNvSpPr txBox="1">
            <a:spLocks noChangeAspect="1" noChangeArrowheads="1"/>
          </p:cNvSpPr>
          <p:nvPr/>
        </p:nvSpPr>
        <p:spPr bwMode="auto">
          <a:xfrm>
            <a:off x="11807924" y="1886845"/>
            <a:ext cx="4492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CC00CC"/>
                </a:solidFill>
                <a:latin typeface="+mj-lt"/>
                <a:ea typeface="宋体" panose="02010600030101010101" pitchFamily="2" charset="-122"/>
              </a:rPr>
              <a:t>x</a:t>
            </a:r>
          </a:p>
        </p:txBody>
      </p:sp>
      <p:sp>
        <p:nvSpPr>
          <p:cNvPr id="12" name="Text Box 11"/>
          <p:cNvSpPr txBox="1">
            <a:spLocks noChangeAspect="1" noChangeArrowheads="1"/>
          </p:cNvSpPr>
          <p:nvPr/>
        </p:nvSpPr>
        <p:spPr bwMode="auto">
          <a:xfrm>
            <a:off x="8150324" y="1657342"/>
            <a:ext cx="41751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ctr" eaLnBrk="1" hangingPunct="1"/>
            <a:r>
              <a:rPr lang="en-US" altLang="zh-CN" b="0" dirty="0">
                <a:solidFill>
                  <a:srgbClr val="CC00CC"/>
                </a:solidFill>
                <a:latin typeface="+mj-lt"/>
                <a:ea typeface="宋体" panose="02010600030101010101" pitchFamily="2" charset="-122"/>
              </a:rPr>
              <a:t>y</a:t>
            </a:r>
          </a:p>
        </p:txBody>
      </p:sp>
      <p:sp>
        <p:nvSpPr>
          <p:cNvPr id="13" name="Text Box 12"/>
          <p:cNvSpPr txBox="1">
            <a:spLocks noChangeAspect="1" noChangeArrowheads="1"/>
          </p:cNvSpPr>
          <p:nvPr/>
        </p:nvSpPr>
        <p:spPr bwMode="auto">
          <a:xfrm>
            <a:off x="9658449" y="3175468"/>
            <a:ext cx="1135062"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000000"/>
                </a:solidFill>
                <a:latin typeface="" pitchFamily="18" charset="-52"/>
              </a:rPr>
              <a:t>挠曲线</a:t>
            </a:r>
          </a:p>
        </p:txBody>
      </p:sp>
      <p:sp>
        <p:nvSpPr>
          <p:cNvPr id="14" name="Line 13"/>
          <p:cNvSpPr>
            <a:spLocks noChangeAspect="1" noChangeShapeType="1"/>
          </p:cNvSpPr>
          <p:nvPr/>
        </p:nvSpPr>
        <p:spPr bwMode="auto">
          <a:xfrm flipH="1">
            <a:off x="10201374" y="2994017"/>
            <a:ext cx="238125" cy="260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15" name="Text Box 14"/>
          <p:cNvSpPr txBox="1">
            <a:spLocks noChangeAspect="1" noChangeArrowheads="1"/>
          </p:cNvSpPr>
          <p:nvPr/>
        </p:nvSpPr>
        <p:spPr bwMode="auto">
          <a:xfrm>
            <a:off x="11401524" y="3049580"/>
            <a:ext cx="5207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r>
              <a:rPr lang="en-US" altLang="zh-CN" b="0" i="0" baseline="-25000" dirty="0">
                <a:solidFill>
                  <a:srgbClr val="000000"/>
                </a:solidFill>
                <a:latin typeface="+mj-lt"/>
                <a:ea typeface="宋体" panose="02010600030101010101" pitchFamily="2" charset="-122"/>
              </a:rPr>
              <a:t>1</a:t>
            </a:r>
          </a:p>
        </p:txBody>
      </p:sp>
      <p:grpSp>
        <p:nvGrpSpPr>
          <p:cNvPr id="16" name="Group 15"/>
          <p:cNvGrpSpPr>
            <a:grpSpLocks/>
          </p:cNvGrpSpPr>
          <p:nvPr/>
        </p:nvGrpSpPr>
        <p:grpSpPr bwMode="auto">
          <a:xfrm>
            <a:off x="8029674" y="2452680"/>
            <a:ext cx="3778250" cy="661987"/>
            <a:chOff x="3149" y="1288"/>
            <a:chExt cx="2380" cy="417"/>
          </a:xfrm>
        </p:grpSpPr>
        <p:sp>
          <p:nvSpPr>
            <p:cNvPr id="17" name="Line 16"/>
            <p:cNvSpPr>
              <a:spLocks noChangeAspect="1" noChangeShapeType="1"/>
            </p:cNvSpPr>
            <p:nvPr/>
          </p:nvSpPr>
          <p:spPr bwMode="auto">
            <a:xfrm>
              <a:off x="3281" y="1481"/>
              <a:ext cx="199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 name="Rectangle 17" descr="宽上对角线"/>
            <p:cNvSpPr>
              <a:spLocks noChangeAspect="1" noChangeArrowheads="1"/>
            </p:cNvSpPr>
            <p:nvPr/>
          </p:nvSpPr>
          <p:spPr bwMode="auto">
            <a:xfrm>
              <a:off x="3149" y="1296"/>
              <a:ext cx="126" cy="379"/>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 name="Text Box 18"/>
            <p:cNvSpPr txBox="1">
              <a:spLocks noChangeAspect="1" noChangeArrowheads="1"/>
            </p:cNvSpPr>
            <p:nvPr/>
          </p:nvSpPr>
          <p:spPr bwMode="auto">
            <a:xfrm>
              <a:off x="3207" y="1421"/>
              <a:ext cx="32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20" name="Text Box 19"/>
            <p:cNvSpPr txBox="1">
              <a:spLocks noChangeAspect="1" noChangeArrowheads="1"/>
            </p:cNvSpPr>
            <p:nvPr/>
          </p:nvSpPr>
          <p:spPr bwMode="auto">
            <a:xfrm>
              <a:off x="5202" y="1392"/>
              <a:ext cx="32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B</a:t>
              </a:r>
            </a:p>
          </p:txBody>
        </p:sp>
        <p:sp>
          <p:nvSpPr>
            <p:cNvPr id="21" name="Line 20"/>
            <p:cNvSpPr>
              <a:spLocks noChangeAspect="1" noChangeShapeType="1"/>
            </p:cNvSpPr>
            <p:nvPr/>
          </p:nvSpPr>
          <p:spPr bwMode="auto">
            <a:xfrm>
              <a:off x="3281" y="1288"/>
              <a:ext cx="0" cy="3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2" name="Line 21"/>
          <p:cNvSpPr>
            <a:spLocks noChangeAspect="1" noChangeShapeType="1"/>
          </p:cNvSpPr>
          <p:nvPr/>
        </p:nvSpPr>
        <p:spPr bwMode="auto">
          <a:xfrm>
            <a:off x="11399936" y="2605080"/>
            <a:ext cx="0" cy="7000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3" name="Text Box 22"/>
          <p:cNvSpPr txBox="1">
            <a:spLocks noChangeAspect="1" noChangeArrowheads="1"/>
          </p:cNvSpPr>
          <p:nvPr/>
        </p:nvSpPr>
        <p:spPr bwMode="auto">
          <a:xfrm>
            <a:off x="11360249" y="2340761"/>
            <a:ext cx="5667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F</a:t>
            </a:r>
          </a:p>
        </p:txBody>
      </p:sp>
      <p:sp>
        <p:nvSpPr>
          <p:cNvPr id="24" name="Line 30"/>
          <p:cNvSpPr>
            <a:spLocks noChangeAspect="1" noChangeShapeType="1"/>
          </p:cNvSpPr>
          <p:nvPr/>
        </p:nvSpPr>
        <p:spPr bwMode="auto">
          <a:xfrm>
            <a:off x="11039574" y="2222492"/>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25" name="Text Box 31"/>
          <p:cNvSpPr txBox="1">
            <a:spLocks noChangeAspect="1" noChangeArrowheads="1"/>
          </p:cNvSpPr>
          <p:nvPr/>
        </p:nvSpPr>
        <p:spPr bwMode="auto">
          <a:xfrm>
            <a:off x="10695086" y="1930392"/>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26" name="Text Box 32"/>
          <p:cNvSpPr txBox="1">
            <a:spLocks noChangeAspect="1" noChangeArrowheads="1"/>
          </p:cNvSpPr>
          <p:nvPr/>
        </p:nvSpPr>
        <p:spPr bwMode="auto">
          <a:xfrm>
            <a:off x="10737155" y="3665530"/>
            <a:ext cx="482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27" name="Text Box 34"/>
          <p:cNvSpPr txBox="1">
            <a:spLocks noChangeAspect="1" noChangeArrowheads="1"/>
          </p:cNvSpPr>
          <p:nvPr/>
        </p:nvSpPr>
        <p:spPr bwMode="auto">
          <a:xfrm>
            <a:off x="11393586" y="2066917"/>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28" name="Text Box 35"/>
          <p:cNvSpPr txBox="1">
            <a:spLocks noChangeAspect="1" noChangeArrowheads="1"/>
          </p:cNvSpPr>
          <p:nvPr/>
        </p:nvSpPr>
        <p:spPr bwMode="auto">
          <a:xfrm>
            <a:off x="10356949" y="3452805"/>
            <a:ext cx="495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29" name="Line 36"/>
          <p:cNvSpPr>
            <a:spLocks noChangeAspect="1" noChangeShapeType="1"/>
          </p:cNvSpPr>
          <p:nvPr/>
        </p:nvSpPr>
        <p:spPr bwMode="auto">
          <a:xfrm>
            <a:off x="11026874" y="2222492"/>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0" name="Text Box 37"/>
          <p:cNvSpPr txBox="1">
            <a:spLocks noChangeAspect="1" noChangeArrowheads="1"/>
          </p:cNvSpPr>
          <p:nvPr/>
        </p:nvSpPr>
        <p:spPr bwMode="auto">
          <a:xfrm>
            <a:off x="10988774" y="3216267"/>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31" name="Text Box 38"/>
          <p:cNvSpPr txBox="1">
            <a:spLocks noChangeAspect="1" noChangeArrowheads="1"/>
          </p:cNvSpPr>
          <p:nvPr/>
        </p:nvSpPr>
        <p:spPr bwMode="auto">
          <a:xfrm>
            <a:off x="10609361" y="2365367"/>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Tree>
    <p:extLst>
      <p:ext uri="{BB962C8B-B14F-4D97-AF65-F5344CB8AC3E}">
        <p14:creationId xmlns:p14="http://schemas.microsoft.com/office/powerpoint/2010/main" val="321766602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7" presetClass="entr" presetSubtype="8"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3000" fill="hold"/>
                                        <p:tgtEl>
                                          <p:spTgt spid="16"/>
                                        </p:tgtEl>
                                        <p:attrNameLst>
                                          <p:attrName>ppt_x</p:attrName>
                                        </p:attrNameLst>
                                      </p:cBhvr>
                                      <p:tavLst>
                                        <p:tav tm="0">
                                          <p:val>
                                            <p:strVal val="#ppt_x-#ppt_w/2"/>
                                          </p:val>
                                        </p:tav>
                                        <p:tav tm="100000">
                                          <p:val>
                                            <p:strVal val="#ppt_x"/>
                                          </p:val>
                                        </p:tav>
                                      </p:tavLst>
                                    </p:anim>
                                    <p:anim calcmode="lin" valueType="num">
                                      <p:cBhvr>
                                        <p:cTn id="12" dur="3000" fill="hold"/>
                                        <p:tgtEl>
                                          <p:spTgt spid="16"/>
                                        </p:tgtEl>
                                        <p:attrNameLst>
                                          <p:attrName>ppt_y</p:attrName>
                                        </p:attrNameLst>
                                      </p:cBhvr>
                                      <p:tavLst>
                                        <p:tav tm="0">
                                          <p:val>
                                            <p:strVal val="#ppt_y"/>
                                          </p:val>
                                        </p:tav>
                                        <p:tav tm="100000">
                                          <p:val>
                                            <p:strVal val="#ppt_y"/>
                                          </p:val>
                                        </p:tav>
                                      </p:tavLst>
                                    </p:anim>
                                    <p:anim calcmode="lin" valueType="num">
                                      <p:cBhvr>
                                        <p:cTn id="13" dur="3000" fill="hold"/>
                                        <p:tgtEl>
                                          <p:spTgt spid="16"/>
                                        </p:tgtEl>
                                        <p:attrNameLst>
                                          <p:attrName>ppt_w</p:attrName>
                                        </p:attrNameLst>
                                      </p:cBhvr>
                                      <p:tavLst>
                                        <p:tav tm="0">
                                          <p:val>
                                            <p:fltVal val="0"/>
                                          </p:val>
                                        </p:tav>
                                        <p:tav tm="100000">
                                          <p:val>
                                            <p:strVal val="#ppt_w"/>
                                          </p:val>
                                        </p:tav>
                                      </p:tavLst>
                                    </p:anim>
                                    <p:anim calcmode="lin" valueType="num">
                                      <p:cBhvr>
                                        <p:cTn id="14" dur="3000" fill="hold"/>
                                        <p:tgtEl>
                                          <p:spTgt spid="16"/>
                                        </p:tgtEl>
                                        <p:attrNameLst>
                                          <p:attrName>ppt_h</p:attrName>
                                        </p:attrNameLst>
                                      </p:cBhvr>
                                      <p:tavLst>
                                        <p:tav tm="0">
                                          <p:val>
                                            <p:strVal val="#ppt_h"/>
                                          </p:val>
                                        </p:tav>
                                        <p:tav tm="100000">
                                          <p:val>
                                            <p:strVal val="#ppt_h"/>
                                          </p:val>
                                        </p:tav>
                                      </p:tavLst>
                                    </p:anim>
                                  </p:childTnLst>
                                </p:cTn>
                              </p:par>
                              <p:par>
                                <p:cTn id="15" presetID="12" presetClass="entr" presetSubtype="8"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lide(fromLeft)">
                                      <p:cBhvr>
                                        <p:cTn id="17" dur="3000"/>
                                        <p:tgtEl>
                                          <p:spTgt spid="6"/>
                                        </p:tgtEl>
                                      </p:cBhvr>
                                    </p:animEffect>
                                  </p:childTnLst>
                                </p:cTn>
                              </p:par>
                              <p:par>
                                <p:cTn id="18" presetID="19" presetClass="entr" presetSubtype="10"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p:cTn id="20" dur="5000" fill="hold"/>
                                        <p:tgtEl>
                                          <p:spTgt spid="11"/>
                                        </p:tgtEl>
                                        <p:attrNameLst>
                                          <p:attrName>ppt_w</p:attrName>
                                        </p:attrNameLst>
                                      </p:cBhvr>
                                      <p:tavLst>
                                        <p:tav tm="0" fmla="#ppt_w*sin(2.5*pi*$)">
                                          <p:val>
                                            <p:fltVal val="0"/>
                                          </p:val>
                                        </p:tav>
                                        <p:tav tm="100000">
                                          <p:val>
                                            <p:fltVal val="1"/>
                                          </p:val>
                                        </p:tav>
                                      </p:tavLst>
                                    </p:anim>
                                    <p:anim calcmode="lin" valueType="num">
                                      <p:cBhvr>
                                        <p:cTn id="21" dur="5000" fill="hold"/>
                                        <p:tgtEl>
                                          <p:spTgt spid="11"/>
                                        </p:tgtEl>
                                        <p:attrNameLst>
                                          <p:attrName>ppt_h</p:attrName>
                                        </p:attrNameLst>
                                      </p:cBhvr>
                                      <p:tavLst>
                                        <p:tav tm="0">
                                          <p:val>
                                            <p:strVal val="#ppt_h"/>
                                          </p:val>
                                        </p:tav>
                                        <p:tav tm="100000">
                                          <p:val>
                                            <p:strVal val="#ppt_h"/>
                                          </p:val>
                                        </p:tav>
                                      </p:tavLst>
                                    </p:anim>
                                  </p:childTnLst>
                                </p:cTn>
                              </p:par>
                              <p:par>
                                <p:cTn id="22" presetID="12" presetClass="entr" presetSubtype="4"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slide(fromBottom)">
                                      <p:cBhvr>
                                        <p:cTn id="24" dur="3000"/>
                                        <p:tgtEl>
                                          <p:spTgt spid="5"/>
                                        </p:tgtEl>
                                      </p:cBhvr>
                                    </p:animEffect>
                                  </p:childTnLst>
                                </p:cTn>
                              </p:par>
                              <p:par>
                                <p:cTn id="25" presetID="19"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0" fill="hold"/>
                                        <p:tgtEl>
                                          <p:spTgt spid="12"/>
                                        </p:tgtEl>
                                        <p:attrNameLst>
                                          <p:attrName>ppt_w</p:attrName>
                                        </p:attrNameLst>
                                      </p:cBhvr>
                                      <p:tavLst>
                                        <p:tav tm="0" fmla="#ppt_w*sin(2.5*pi*$)">
                                          <p:val>
                                            <p:fltVal val="0"/>
                                          </p:val>
                                        </p:tav>
                                        <p:tav tm="100000">
                                          <p:val>
                                            <p:fltVal val="1"/>
                                          </p:val>
                                        </p:tav>
                                      </p:tavLst>
                                    </p:anim>
                                    <p:anim calcmode="lin" valueType="num">
                                      <p:cBhvr>
                                        <p:cTn id="28" dur="5000" fill="hold"/>
                                        <p:tgtEl>
                                          <p:spTgt spid="12"/>
                                        </p:tgtEl>
                                        <p:attrNameLst>
                                          <p:attrName>ppt_h</p:attrName>
                                        </p:attrNameLst>
                                      </p:cBhvr>
                                      <p:tavLst>
                                        <p:tav tm="0">
                                          <p:val>
                                            <p:strVal val="#ppt_h"/>
                                          </p:val>
                                        </p:tav>
                                        <p:tav tm="100000">
                                          <p:val>
                                            <p:strVal val="#ppt_h"/>
                                          </p:val>
                                        </p:tav>
                                      </p:tavLst>
                                    </p:anim>
                                  </p:childTnLst>
                                </p:cTn>
                              </p:par>
                            </p:childTnLst>
                          </p:cTn>
                        </p:par>
                        <p:par>
                          <p:cTn id="29" fill="hold">
                            <p:stCondLst>
                              <p:cond delay="5000"/>
                            </p:stCondLst>
                            <p:childTnLst>
                              <p:par>
                                <p:cTn id="30" presetID="16" presetClass="entr" presetSubtype="42" fill="hold" grpId="0" nodeType="after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arn(outHorizontal)">
                                      <p:cBhvr>
                                        <p:cTn id="32" dur="5000"/>
                                        <p:tgtEl>
                                          <p:spTgt spid="24"/>
                                        </p:tgtEl>
                                      </p:cBhvr>
                                    </p:animEffect>
                                  </p:childTnLst>
                                </p:cTn>
                              </p:par>
                              <p:par>
                                <p:cTn id="33" presetID="19" presetClass="entr" presetSubtype="10" fill="hold" grpId="0" nodeType="withEffect">
                                  <p:stCondLst>
                                    <p:cond delay="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0" fill="hold"/>
                                        <p:tgtEl>
                                          <p:spTgt spid="25"/>
                                        </p:tgtEl>
                                        <p:attrNameLst>
                                          <p:attrName>ppt_w</p:attrName>
                                        </p:attrNameLst>
                                      </p:cBhvr>
                                      <p:tavLst>
                                        <p:tav tm="0" fmla="#ppt_w*sin(2.5*pi*$)">
                                          <p:val>
                                            <p:fltVal val="0"/>
                                          </p:val>
                                        </p:tav>
                                        <p:tav tm="100000">
                                          <p:val>
                                            <p:fltVal val="1"/>
                                          </p:val>
                                        </p:tav>
                                      </p:tavLst>
                                    </p:anim>
                                    <p:anim calcmode="lin" valueType="num">
                                      <p:cBhvr>
                                        <p:cTn id="36" dur="5000" fill="hold"/>
                                        <p:tgtEl>
                                          <p:spTgt spid="25"/>
                                        </p:tgtEl>
                                        <p:attrNameLst>
                                          <p:attrName>ppt_h</p:attrName>
                                        </p:attrNameLst>
                                      </p:cBhvr>
                                      <p:tavLst>
                                        <p:tav tm="0">
                                          <p:val>
                                            <p:strVal val="#ppt_h"/>
                                          </p:val>
                                        </p:tav>
                                        <p:tav tm="100000">
                                          <p:val>
                                            <p:strVal val="#ppt_h"/>
                                          </p:val>
                                        </p:tav>
                                      </p:tavLst>
                                    </p:anim>
                                  </p:childTnLst>
                                </p:cTn>
                              </p:par>
                              <p:par>
                                <p:cTn id="37" presetID="19" presetClass="entr" presetSubtype="1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p:cTn id="39" dur="5000" fill="hold"/>
                                        <p:tgtEl>
                                          <p:spTgt spid="26"/>
                                        </p:tgtEl>
                                        <p:attrNameLst>
                                          <p:attrName>ppt_w</p:attrName>
                                        </p:attrNameLst>
                                      </p:cBhvr>
                                      <p:tavLst>
                                        <p:tav tm="0" fmla="#ppt_w*sin(2.5*pi*$)">
                                          <p:val>
                                            <p:fltVal val="0"/>
                                          </p:val>
                                        </p:tav>
                                        <p:tav tm="100000">
                                          <p:val>
                                            <p:fltVal val="1"/>
                                          </p:val>
                                        </p:tav>
                                      </p:tavLst>
                                    </p:anim>
                                    <p:anim calcmode="lin" valueType="num">
                                      <p:cBhvr>
                                        <p:cTn id="40" dur="5000" fill="hold"/>
                                        <p:tgtEl>
                                          <p:spTgt spid="26"/>
                                        </p:tgtEl>
                                        <p:attrNameLst>
                                          <p:attrName>ppt_h</p:attrName>
                                        </p:attrNameLst>
                                      </p:cBhvr>
                                      <p:tavLst>
                                        <p:tav tm="0">
                                          <p:val>
                                            <p:strVal val="#ppt_h"/>
                                          </p:val>
                                        </p:tav>
                                        <p:tav tm="100000">
                                          <p:val>
                                            <p:strVal val="#ppt_h"/>
                                          </p:val>
                                        </p:tav>
                                      </p:tavLst>
                                    </p:anim>
                                  </p:childTnLst>
                                </p:cTn>
                              </p:par>
                              <p:par>
                                <p:cTn id="41" presetID="19" presetClass="entr" presetSubtype="1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 calcmode="lin" valueType="num">
                                      <p:cBhvr>
                                        <p:cTn id="43" dur="5000" fill="hold"/>
                                        <p:tgtEl>
                                          <p:spTgt spid="31"/>
                                        </p:tgtEl>
                                        <p:attrNameLst>
                                          <p:attrName>ppt_w</p:attrName>
                                        </p:attrNameLst>
                                      </p:cBhvr>
                                      <p:tavLst>
                                        <p:tav tm="0" fmla="#ppt_w*sin(2.5*pi*$)">
                                          <p:val>
                                            <p:fltVal val="0"/>
                                          </p:val>
                                        </p:tav>
                                        <p:tav tm="100000">
                                          <p:val>
                                            <p:fltVal val="1"/>
                                          </p:val>
                                        </p:tav>
                                      </p:tavLst>
                                    </p:anim>
                                    <p:anim calcmode="lin" valueType="num">
                                      <p:cBhvr>
                                        <p:cTn id="44" dur="5000" fill="hold"/>
                                        <p:tgtEl>
                                          <p:spTgt spid="31"/>
                                        </p:tgtEl>
                                        <p:attrNameLst>
                                          <p:attrName>ppt_h</p:attrName>
                                        </p:attrNameLst>
                                      </p:cBhvr>
                                      <p:tavLst>
                                        <p:tav tm="0">
                                          <p:val>
                                            <p:strVal val="#ppt_h"/>
                                          </p:val>
                                        </p:tav>
                                        <p:tav tm="100000">
                                          <p:val>
                                            <p:strVal val="#ppt_h"/>
                                          </p:val>
                                        </p:tav>
                                      </p:tavLst>
                                    </p:anim>
                                  </p:childTnLst>
                                </p:cTn>
                              </p:par>
                            </p:childTnLst>
                          </p:cTn>
                        </p:par>
                        <p:par>
                          <p:cTn id="45" fill="hold">
                            <p:stCondLst>
                              <p:cond delay="10000"/>
                            </p:stCondLst>
                            <p:childTnLst>
                              <p:par>
                                <p:cTn id="46" presetID="12" presetClass="entr" presetSubtype="1" fill="hold" grpId="0"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slide(fromTop)">
                                      <p:cBhvr>
                                        <p:cTn id="48" dur="5000"/>
                                        <p:tgtEl>
                                          <p:spTgt spid="9"/>
                                        </p:tgtEl>
                                      </p:cBhvr>
                                    </p:animEffect>
                                  </p:childTnLst>
                                </p:cTn>
                              </p:par>
                              <p:par>
                                <p:cTn id="49" presetID="19" presetClass="entr" presetSubtype="10" fill="hold" grpId="0"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5000" fill="hold"/>
                                        <p:tgtEl>
                                          <p:spTgt spid="10"/>
                                        </p:tgtEl>
                                        <p:attrNameLst>
                                          <p:attrName>ppt_w</p:attrName>
                                        </p:attrNameLst>
                                      </p:cBhvr>
                                      <p:tavLst>
                                        <p:tav tm="0" fmla="#ppt_w*sin(2.5*pi*$)">
                                          <p:val>
                                            <p:fltVal val="0"/>
                                          </p:val>
                                        </p:tav>
                                        <p:tav tm="100000">
                                          <p:val>
                                            <p:fltVal val="1"/>
                                          </p:val>
                                        </p:tav>
                                      </p:tavLst>
                                    </p:anim>
                                    <p:anim calcmode="lin" valueType="num">
                                      <p:cBhvr>
                                        <p:cTn id="52" dur="5000" fill="hold"/>
                                        <p:tgtEl>
                                          <p:spTgt spid="10"/>
                                        </p:tgtEl>
                                        <p:attrNameLst>
                                          <p:attrName>ppt_h</p:attrName>
                                        </p:attrNameLst>
                                      </p:cBhvr>
                                      <p:tavLst>
                                        <p:tav tm="0">
                                          <p:val>
                                            <p:strVal val="#ppt_h"/>
                                          </p:val>
                                        </p:tav>
                                        <p:tav tm="100000">
                                          <p:val>
                                            <p:strVal val="#ppt_h"/>
                                          </p:val>
                                        </p:tav>
                                      </p:tavLst>
                                    </p:anim>
                                  </p:childTnLst>
                                </p:cTn>
                              </p:par>
                            </p:childTnLst>
                          </p:cTn>
                        </p:par>
                        <p:par>
                          <p:cTn id="53" fill="hold">
                            <p:stCondLst>
                              <p:cond delay="15000"/>
                            </p:stCondLst>
                            <p:childTnLst>
                              <p:par>
                                <p:cTn id="54" presetID="32" presetClass="emph" presetSubtype="0" fill="hold" nodeType="afterEffect">
                                  <p:stCondLst>
                                    <p:cond delay="0"/>
                                  </p:stCondLst>
                                  <p:childTnLst>
                                    <p:animClr clrSpc="rgb" dir="cw">
                                      <p:cBhvr override="childStyle">
                                        <p:cTn id="55" dur="50" fill="hold"/>
                                        <p:tgtEl>
                                          <p:spTgt spid="16"/>
                                        </p:tgtEl>
                                        <p:attrNameLst>
                                          <p:attrName>style.color</p:attrName>
                                        </p:attrNameLst>
                                      </p:cBhvr>
                                      <p:to>
                                        <a:schemeClr val="accent2"/>
                                      </p:to>
                                    </p:animClr>
                                    <p:animClr clrSpc="rgb" dir="cw">
                                      <p:cBhvr>
                                        <p:cTn id="56" dur="50" fill="hold"/>
                                        <p:tgtEl>
                                          <p:spTgt spid="16"/>
                                        </p:tgtEl>
                                        <p:attrNameLst>
                                          <p:attrName>fillcolor</p:attrName>
                                        </p:attrNameLst>
                                      </p:cBhvr>
                                      <p:to>
                                        <a:schemeClr val="accent2"/>
                                      </p:to>
                                    </p:animClr>
                                    <p:set>
                                      <p:cBhvr>
                                        <p:cTn id="57" dur="50" fill="hold"/>
                                        <p:tgtEl>
                                          <p:spTgt spid="16"/>
                                        </p:tgtEl>
                                        <p:attrNameLst>
                                          <p:attrName>fill.type</p:attrName>
                                        </p:attrNameLst>
                                      </p:cBhvr>
                                      <p:to>
                                        <p:strVal val="solid"/>
                                      </p:to>
                                    </p:set>
                                    <p:set>
                                      <p:cBhvr>
                                        <p:cTn id="58" dur="50" fill="hold"/>
                                        <p:tgtEl>
                                          <p:spTgt spid="16"/>
                                        </p:tgtEl>
                                        <p:attrNameLst>
                                          <p:attrName>fill.on</p:attrName>
                                        </p:attrNameLst>
                                      </p:cBhvr>
                                      <p:to>
                                        <p:strVal val="true"/>
                                      </p:to>
                                    </p:set>
                                    <p:animRot by="120000">
                                      <p:cBhvr>
                                        <p:cTn id="59" dur="50" fill="hold">
                                          <p:stCondLst>
                                            <p:cond delay="0"/>
                                          </p:stCondLst>
                                        </p:cTn>
                                        <p:tgtEl>
                                          <p:spTgt spid="16"/>
                                        </p:tgtEl>
                                        <p:attrNameLst>
                                          <p:attrName>r</p:attrName>
                                        </p:attrNameLst>
                                      </p:cBhvr>
                                    </p:animRot>
                                    <p:animRot by="-240000">
                                      <p:cBhvr>
                                        <p:cTn id="60" dur="100" fill="hold">
                                          <p:stCondLst>
                                            <p:cond delay="100"/>
                                          </p:stCondLst>
                                        </p:cTn>
                                        <p:tgtEl>
                                          <p:spTgt spid="16"/>
                                        </p:tgtEl>
                                        <p:attrNameLst>
                                          <p:attrName>r</p:attrName>
                                        </p:attrNameLst>
                                      </p:cBhvr>
                                    </p:animRot>
                                    <p:animRot by="240000">
                                      <p:cBhvr>
                                        <p:cTn id="61" dur="100" fill="hold">
                                          <p:stCondLst>
                                            <p:cond delay="200"/>
                                          </p:stCondLst>
                                        </p:cTn>
                                        <p:tgtEl>
                                          <p:spTgt spid="16"/>
                                        </p:tgtEl>
                                        <p:attrNameLst>
                                          <p:attrName>r</p:attrName>
                                        </p:attrNameLst>
                                      </p:cBhvr>
                                    </p:animRot>
                                    <p:animRot by="-240000">
                                      <p:cBhvr>
                                        <p:cTn id="62" dur="100" fill="hold">
                                          <p:stCondLst>
                                            <p:cond delay="300"/>
                                          </p:stCondLst>
                                        </p:cTn>
                                        <p:tgtEl>
                                          <p:spTgt spid="16"/>
                                        </p:tgtEl>
                                        <p:attrNameLst>
                                          <p:attrName>r</p:attrName>
                                        </p:attrNameLst>
                                      </p:cBhvr>
                                    </p:animRot>
                                    <p:animRot by="120000">
                                      <p:cBhvr>
                                        <p:cTn id="63" dur="100" fill="hold">
                                          <p:stCondLst>
                                            <p:cond delay="400"/>
                                          </p:stCondLst>
                                        </p:cTn>
                                        <p:tgtEl>
                                          <p:spTgt spid="16"/>
                                        </p:tgtEl>
                                        <p:attrNameLst>
                                          <p:attrName>r</p:attrName>
                                        </p:attrNameLst>
                                      </p:cBhvr>
                                    </p:animRot>
                                  </p:childTnLst>
                                </p:cTn>
                              </p:par>
                            </p:childTnLst>
                          </p:cTn>
                        </p:par>
                        <p:par>
                          <p:cTn id="64" fill="hold">
                            <p:stCondLst>
                              <p:cond delay="15500"/>
                            </p:stCondLst>
                            <p:childTnLst>
                              <p:par>
                                <p:cTn id="65" presetID="17" presetClass="entr" presetSubtype="1" fill="hold" grpId="0" nodeType="after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p:cTn id="67" dur="5000" fill="hold"/>
                                        <p:tgtEl>
                                          <p:spTgt spid="8"/>
                                        </p:tgtEl>
                                        <p:attrNameLst>
                                          <p:attrName>ppt_x</p:attrName>
                                        </p:attrNameLst>
                                      </p:cBhvr>
                                      <p:tavLst>
                                        <p:tav tm="0">
                                          <p:val>
                                            <p:strVal val="#ppt_x"/>
                                          </p:val>
                                        </p:tav>
                                        <p:tav tm="100000">
                                          <p:val>
                                            <p:strVal val="#ppt_x"/>
                                          </p:val>
                                        </p:tav>
                                      </p:tavLst>
                                    </p:anim>
                                    <p:anim calcmode="lin" valueType="num">
                                      <p:cBhvr>
                                        <p:cTn id="68" dur="5000" fill="hold"/>
                                        <p:tgtEl>
                                          <p:spTgt spid="8"/>
                                        </p:tgtEl>
                                        <p:attrNameLst>
                                          <p:attrName>ppt_y</p:attrName>
                                        </p:attrNameLst>
                                      </p:cBhvr>
                                      <p:tavLst>
                                        <p:tav tm="0">
                                          <p:val>
                                            <p:strVal val="#ppt_y-#ppt_h/2"/>
                                          </p:val>
                                        </p:tav>
                                        <p:tav tm="100000">
                                          <p:val>
                                            <p:strVal val="#ppt_y"/>
                                          </p:val>
                                        </p:tav>
                                      </p:tavLst>
                                    </p:anim>
                                    <p:anim calcmode="lin" valueType="num">
                                      <p:cBhvr>
                                        <p:cTn id="69" dur="5000" fill="hold"/>
                                        <p:tgtEl>
                                          <p:spTgt spid="8"/>
                                        </p:tgtEl>
                                        <p:attrNameLst>
                                          <p:attrName>ppt_w</p:attrName>
                                        </p:attrNameLst>
                                      </p:cBhvr>
                                      <p:tavLst>
                                        <p:tav tm="0">
                                          <p:val>
                                            <p:strVal val="#ppt_w"/>
                                          </p:val>
                                        </p:tav>
                                        <p:tav tm="100000">
                                          <p:val>
                                            <p:strVal val="#ppt_w"/>
                                          </p:val>
                                        </p:tav>
                                      </p:tavLst>
                                    </p:anim>
                                    <p:anim calcmode="lin" valueType="num">
                                      <p:cBhvr>
                                        <p:cTn id="70" dur="5000" fill="hold"/>
                                        <p:tgtEl>
                                          <p:spTgt spid="8"/>
                                        </p:tgtEl>
                                        <p:attrNameLst>
                                          <p:attrName>ppt_h</p:attrName>
                                        </p:attrNameLst>
                                      </p:cBhvr>
                                      <p:tavLst>
                                        <p:tav tm="0">
                                          <p:val>
                                            <p:fltVal val="0"/>
                                          </p:val>
                                        </p:tav>
                                        <p:tav tm="100000">
                                          <p:val>
                                            <p:strVal val="#ppt_h"/>
                                          </p:val>
                                        </p:tav>
                                      </p:tavLst>
                                    </p:anim>
                                  </p:childTnLst>
                                </p:cTn>
                              </p:par>
                              <p:par>
                                <p:cTn id="71" presetID="8" presetClass="emph" presetSubtype="0" fill="hold" grpId="1" nodeType="withEffect">
                                  <p:stCondLst>
                                    <p:cond delay="0"/>
                                  </p:stCondLst>
                                  <p:childTnLst>
                                    <p:animRot by="1320000">
                                      <p:cBhvr>
                                        <p:cTn id="72" dur="5000" fill="hold"/>
                                        <p:tgtEl>
                                          <p:spTgt spid="24"/>
                                        </p:tgtEl>
                                        <p:attrNameLst>
                                          <p:attrName>r</p:attrName>
                                        </p:attrNameLst>
                                      </p:cBhvr>
                                    </p:animRot>
                                  </p:childTnLst>
                                </p:cTn>
                              </p:par>
                              <p:par>
                                <p:cTn id="73" presetID="1" presetClass="entr" presetSubtype="0" fill="hold" grpId="0" nodeType="withEffect">
                                  <p:stCondLst>
                                    <p:cond delay="0"/>
                                  </p:stCondLst>
                                  <p:childTnLst>
                                    <p:set>
                                      <p:cBhvr>
                                        <p:cTn id="74" dur="1" fill="hold">
                                          <p:stCondLst>
                                            <p:cond delay="0"/>
                                          </p:stCondLst>
                                        </p:cTn>
                                        <p:tgtEl>
                                          <p:spTgt spid="2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childTnLst>
                                </p:cTn>
                              </p:par>
                              <p:par>
                                <p:cTn id="77" presetID="0" presetClass="path" presetSubtype="0" accel="50000" decel="50000" fill="hold" grpId="1" nodeType="withEffect">
                                  <p:stCondLst>
                                    <p:cond delay="0"/>
                                  </p:stCondLst>
                                  <p:childTnLst>
                                    <p:animMotion origin="layout" path="M 3.95833E-6 -2.22222E-6 L -0.00157 -0.08356 " pathEditMode="relative" rAng="0" ptsTypes="AA">
                                      <p:cBhvr>
                                        <p:cTn id="78" dur="5000" spd="-100000" fill="hold"/>
                                        <p:tgtEl>
                                          <p:spTgt spid="22"/>
                                        </p:tgtEl>
                                        <p:attrNameLst>
                                          <p:attrName>ppt_x</p:attrName>
                                          <p:attrName>ppt_y</p:attrName>
                                        </p:attrNameLst>
                                      </p:cBhvr>
                                      <p:rCtr x="-78" y="-4190"/>
                                    </p:animMotion>
                                  </p:childTnLst>
                                </p:cTn>
                              </p:par>
                              <p:par>
                                <p:cTn id="79" presetID="0" presetClass="path" presetSubtype="0" accel="50000" decel="50000" fill="hold" grpId="1" nodeType="withEffect">
                                  <p:stCondLst>
                                    <p:cond delay="0"/>
                                  </p:stCondLst>
                                  <p:childTnLst>
                                    <p:animMotion origin="layout" path="M 2.08333E-6 -4.81481E-6 L -0.00156 -0.08356 " pathEditMode="relative" rAng="0" ptsTypes="AA">
                                      <p:cBhvr>
                                        <p:cTn id="80" dur="5000" spd="-100000" fill="hold"/>
                                        <p:tgtEl>
                                          <p:spTgt spid="23"/>
                                        </p:tgtEl>
                                        <p:attrNameLst>
                                          <p:attrName>ppt_x</p:attrName>
                                          <p:attrName>ppt_y</p:attrName>
                                        </p:attrNameLst>
                                      </p:cBhvr>
                                      <p:rCtr x="-78" y="-4190"/>
                                    </p:animMotion>
                                  </p:childTnLst>
                                </p:cTn>
                              </p:par>
                              <p:par>
                                <p:cTn id="81" presetID="9" presetClass="emph" presetSubtype="0" grpId="1" nodeType="withEffect">
                                  <p:stCondLst>
                                    <p:cond delay="0"/>
                                  </p:stCondLst>
                                  <p:childTnLst>
                                    <p:set>
                                      <p:cBhvr rctx="PPT">
                                        <p:cTn id="82" dur="indefinite"/>
                                        <p:tgtEl>
                                          <p:spTgt spid="9"/>
                                        </p:tgtEl>
                                        <p:attrNameLst>
                                          <p:attrName>style.opacity</p:attrName>
                                        </p:attrNameLst>
                                      </p:cBhvr>
                                      <p:to>
                                        <p:strVal val="0.5"/>
                                      </p:to>
                                    </p:set>
                                    <p:animEffect filter="image" prLst="opacity: 0.5">
                                      <p:cBhvr rctx="IE">
                                        <p:cTn id="83" dur="indefinite"/>
                                        <p:tgtEl>
                                          <p:spTgt spid="9"/>
                                        </p:tgtEl>
                                      </p:cBhvr>
                                    </p:animEffect>
                                  </p:childTnLst>
                                </p:cTn>
                              </p:par>
                              <p:par>
                                <p:cTn id="84" presetID="9" presetClass="emph" presetSubtype="0" grpId="1" nodeType="withEffect">
                                  <p:stCondLst>
                                    <p:cond delay="0"/>
                                  </p:stCondLst>
                                  <p:childTnLst>
                                    <p:set>
                                      <p:cBhvr rctx="PPT">
                                        <p:cTn id="85" dur="indefinite"/>
                                        <p:tgtEl>
                                          <p:spTgt spid="10"/>
                                        </p:tgtEl>
                                        <p:attrNameLst>
                                          <p:attrName>style.opacity</p:attrName>
                                        </p:attrNameLst>
                                      </p:cBhvr>
                                      <p:to>
                                        <p:strVal val="0.5"/>
                                      </p:to>
                                    </p:set>
                                    <p:animEffect filter="image" prLst="opacity: 0.5">
                                      <p:cBhvr rctx="IE">
                                        <p:cTn id="86" dur="indefinite"/>
                                        <p:tgtEl>
                                          <p:spTgt spid="10"/>
                                        </p:tgtEl>
                                      </p:cBhvr>
                                    </p:animEffect>
                                  </p:childTnLst>
                                </p:cTn>
                              </p:par>
                              <p:par>
                                <p:cTn id="87" presetID="19" presetClass="entr" presetSubtype="10" fill="hold" grpId="0" nodeType="withEffect">
                                  <p:stCondLst>
                                    <p:cond delay="0"/>
                                  </p:stCondLst>
                                  <p:childTnLst>
                                    <p:set>
                                      <p:cBhvr>
                                        <p:cTn id="88" dur="1" fill="hold">
                                          <p:stCondLst>
                                            <p:cond delay="0"/>
                                          </p:stCondLst>
                                        </p:cTn>
                                        <p:tgtEl>
                                          <p:spTgt spid="15"/>
                                        </p:tgtEl>
                                        <p:attrNameLst>
                                          <p:attrName>style.visibility</p:attrName>
                                        </p:attrNameLst>
                                      </p:cBhvr>
                                      <p:to>
                                        <p:strVal val="visible"/>
                                      </p:to>
                                    </p:set>
                                    <p:anim calcmode="lin" valueType="num">
                                      <p:cBhvr>
                                        <p:cTn id="89" dur="5000" fill="hold"/>
                                        <p:tgtEl>
                                          <p:spTgt spid="15"/>
                                        </p:tgtEl>
                                        <p:attrNameLst>
                                          <p:attrName>ppt_w</p:attrName>
                                        </p:attrNameLst>
                                      </p:cBhvr>
                                      <p:tavLst>
                                        <p:tav tm="0" fmla="#ppt_w*sin(2.5*pi*$)">
                                          <p:val>
                                            <p:fltVal val="0"/>
                                          </p:val>
                                        </p:tav>
                                        <p:tav tm="100000">
                                          <p:val>
                                            <p:fltVal val="1"/>
                                          </p:val>
                                        </p:tav>
                                      </p:tavLst>
                                    </p:anim>
                                    <p:anim calcmode="lin" valueType="num">
                                      <p:cBhvr>
                                        <p:cTn id="90" dur="5000" fill="hold"/>
                                        <p:tgtEl>
                                          <p:spTgt spid="15"/>
                                        </p:tgtEl>
                                        <p:attrNameLst>
                                          <p:attrName>ppt_h</p:attrName>
                                        </p:attrNameLst>
                                      </p:cBhvr>
                                      <p:tavLst>
                                        <p:tav tm="0">
                                          <p:val>
                                            <p:strVal val="#ppt_h"/>
                                          </p:val>
                                        </p:tav>
                                        <p:tav tm="100000">
                                          <p:val>
                                            <p:strVal val="#ppt_h"/>
                                          </p:val>
                                        </p:tav>
                                      </p:tavLst>
                                    </p:anim>
                                  </p:childTnLst>
                                </p:cTn>
                              </p:par>
                              <p:par>
                                <p:cTn id="91" presetID="1" presetClass="entr" presetSubtype="0" fill="hold" grpId="0" nodeType="with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par>
                                <p:cTn id="93" presetID="19" presetClass="entr" presetSubtype="10" fill="hold" grpId="0" nodeType="withEffect">
                                  <p:stCondLst>
                                    <p:cond delay="0"/>
                                  </p:stCondLst>
                                  <p:childTnLst>
                                    <p:set>
                                      <p:cBhvr>
                                        <p:cTn id="94" dur="1" fill="hold">
                                          <p:stCondLst>
                                            <p:cond delay="0"/>
                                          </p:stCondLst>
                                        </p:cTn>
                                        <p:tgtEl>
                                          <p:spTgt spid="30"/>
                                        </p:tgtEl>
                                        <p:attrNameLst>
                                          <p:attrName>style.visibility</p:attrName>
                                        </p:attrNameLst>
                                      </p:cBhvr>
                                      <p:to>
                                        <p:strVal val="visible"/>
                                      </p:to>
                                    </p:set>
                                    <p:anim calcmode="lin" valueType="num">
                                      <p:cBhvr>
                                        <p:cTn id="95" dur="5000" fill="hold"/>
                                        <p:tgtEl>
                                          <p:spTgt spid="30"/>
                                        </p:tgtEl>
                                        <p:attrNameLst>
                                          <p:attrName>ppt_w</p:attrName>
                                        </p:attrNameLst>
                                      </p:cBhvr>
                                      <p:tavLst>
                                        <p:tav tm="0" fmla="#ppt_w*sin(2.5*pi*$)">
                                          <p:val>
                                            <p:fltVal val="0"/>
                                          </p:val>
                                        </p:tav>
                                        <p:tav tm="100000">
                                          <p:val>
                                            <p:fltVal val="1"/>
                                          </p:val>
                                        </p:tav>
                                      </p:tavLst>
                                    </p:anim>
                                    <p:anim calcmode="lin" valueType="num">
                                      <p:cBhvr>
                                        <p:cTn id="96" dur="5000" fill="hold"/>
                                        <p:tgtEl>
                                          <p:spTgt spid="30"/>
                                        </p:tgtEl>
                                        <p:attrNameLst>
                                          <p:attrName>ppt_h</p:attrName>
                                        </p:attrNameLst>
                                      </p:cBhvr>
                                      <p:tavLst>
                                        <p:tav tm="0">
                                          <p:val>
                                            <p:strVal val="#ppt_h"/>
                                          </p:val>
                                        </p:tav>
                                        <p:tav tm="100000">
                                          <p:val>
                                            <p:strVal val="#ppt_h"/>
                                          </p:val>
                                        </p:tav>
                                      </p:tavLst>
                                    </p:anim>
                                  </p:childTnLst>
                                </p:cTn>
                              </p:par>
                            </p:childTnLst>
                          </p:cTn>
                        </p:par>
                        <p:par>
                          <p:cTn id="97" fill="hold">
                            <p:stCondLst>
                              <p:cond delay="20500"/>
                            </p:stCondLst>
                            <p:childTnLst>
                              <p:par>
                                <p:cTn id="98" presetID="9" presetClass="emph" presetSubtype="0" grpId="1" nodeType="afterEffect">
                                  <p:stCondLst>
                                    <p:cond delay="0"/>
                                  </p:stCondLst>
                                  <p:childTnLst>
                                    <p:set>
                                      <p:cBhvr rctx="PPT">
                                        <p:cTn id="99" dur="indefinite"/>
                                        <p:tgtEl>
                                          <p:spTgt spid="29"/>
                                        </p:tgtEl>
                                        <p:attrNameLst>
                                          <p:attrName>style.opacity</p:attrName>
                                        </p:attrNameLst>
                                      </p:cBhvr>
                                      <p:to>
                                        <p:strVal val="0.5"/>
                                      </p:to>
                                    </p:set>
                                    <p:animEffect filter="image" prLst="opacity: 0.5">
                                      <p:cBhvr rctx="IE">
                                        <p:cTn id="100" dur="indefinite"/>
                                        <p:tgtEl>
                                          <p:spTgt spid="29"/>
                                        </p:tgtEl>
                                      </p:cBhvr>
                                    </p:animEffect>
                                  </p:childTnLst>
                                </p:cTn>
                              </p:par>
                            </p:childTnLst>
                          </p:cTn>
                        </p:par>
                        <p:par>
                          <p:cTn id="101" fill="hold">
                            <p:stCondLst>
                              <p:cond delay="20500"/>
                            </p:stCondLst>
                            <p:childTnLst>
                              <p:par>
                                <p:cTn id="102" presetID="18" presetClass="entr" presetSubtype="12" fill="hold" grpId="0" nodeType="after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strips(downLeft)">
                                      <p:cBhvr>
                                        <p:cTn id="104" dur="3000"/>
                                        <p:tgtEl>
                                          <p:spTgt spid="14"/>
                                        </p:tgtEl>
                                      </p:cBhvr>
                                    </p:animEffect>
                                  </p:childTnLst>
                                </p:cTn>
                              </p:par>
                              <p:par>
                                <p:cTn id="105" presetID="19" presetClass="entr" presetSubtype="10" fill="hold" grpId="0" nodeType="with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p:cTn id="107" dur="5000" fill="hold"/>
                                        <p:tgtEl>
                                          <p:spTgt spid="13"/>
                                        </p:tgtEl>
                                        <p:attrNameLst>
                                          <p:attrName>ppt_w</p:attrName>
                                        </p:attrNameLst>
                                      </p:cBhvr>
                                      <p:tavLst>
                                        <p:tav tm="0" fmla="#ppt_w*sin(2.5*pi*$)">
                                          <p:val>
                                            <p:fltVal val="0"/>
                                          </p:val>
                                        </p:tav>
                                        <p:tav tm="100000">
                                          <p:val>
                                            <p:fltVal val="1"/>
                                          </p:val>
                                        </p:tav>
                                      </p:tavLst>
                                    </p:anim>
                                    <p:anim calcmode="lin" valueType="num">
                                      <p:cBhvr>
                                        <p:cTn id="108" dur="5000" fill="hold"/>
                                        <p:tgtEl>
                                          <p:spTgt spid="13"/>
                                        </p:tgtEl>
                                        <p:attrNameLst>
                                          <p:attrName>ppt_h</p:attrName>
                                        </p:attrNameLst>
                                      </p:cBhvr>
                                      <p:tavLst>
                                        <p:tav tm="0">
                                          <p:val>
                                            <p:strVal val="#ppt_h"/>
                                          </p:val>
                                        </p:tav>
                                        <p:tav tm="100000">
                                          <p:val>
                                            <p:strVal val="#ppt_h"/>
                                          </p:val>
                                        </p:tav>
                                      </p:tavLst>
                                    </p:anim>
                                  </p:childTnLst>
                                </p:cTn>
                              </p:par>
                              <p:par>
                                <p:cTn id="109" presetID="19" presetClass="entr" presetSubtype="10" fill="hold" grpId="0" nodeType="withEffect">
                                  <p:stCondLst>
                                    <p:cond delay="0"/>
                                  </p:stCondLst>
                                  <p:childTnLst>
                                    <p:set>
                                      <p:cBhvr>
                                        <p:cTn id="110" dur="1" fill="hold">
                                          <p:stCondLst>
                                            <p:cond delay="0"/>
                                          </p:stCondLst>
                                        </p:cTn>
                                        <p:tgtEl>
                                          <p:spTgt spid="27"/>
                                        </p:tgtEl>
                                        <p:attrNameLst>
                                          <p:attrName>style.visibility</p:attrName>
                                        </p:attrNameLst>
                                      </p:cBhvr>
                                      <p:to>
                                        <p:strVal val="visible"/>
                                      </p:to>
                                    </p:set>
                                    <p:anim calcmode="lin" valueType="num">
                                      <p:cBhvr>
                                        <p:cTn id="111" dur="5000" fill="hold"/>
                                        <p:tgtEl>
                                          <p:spTgt spid="27"/>
                                        </p:tgtEl>
                                        <p:attrNameLst>
                                          <p:attrName>ppt_w</p:attrName>
                                        </p:attrNameLst>
                                      </p:cBhvr>
                                      <p:tavLst>
                                        <p:tav tm="0" fmla="#ppt_w*sin(2.5*pi*$)">
                                          <p:val>
                                            <p:fltVal val="0"/>
                                          </p:val>
                                        </p:tav>
                                        <p:tav tm="100000">
                                          <p:val>
                                            <p:fltVal val="1"/>
                                          </p:val>
                                        </p:tav>
                                      </p:tavLst>
                                    </p:anim>
                                    <p:anim calcmode="lin" valueType="num">
                                      <p:cBhvr>
                                        <p:cTn id="112" dur="5000" fill="hold"/>
                                        <p:tgtEl>
                                          <p:spTgt spid="27"/>
                                        </p:tgtEl>
                                        <p:attrNameLst>
                                          <p:attrName>ppt_h</p:attrName>
                                        </p:attrNameLst>
                                      </p:cBhvr>
                                      <p:tavLst>
                                        <p:tav tm="0">
                                          <p:val>
                                            <p:strVal val="#ppt_h"/>
                                          </p:val>
                                        </p:tav>
                                        <p:tav tm="100000">
                                          <p:val>
                                            <p:strVal val="#ppt_h"/>
                                          </p:val>
                                        </p:tav>
                                      </p:tavLst>
                                    </p:anim>
                                  </p:childTnLst>
                                </p:cTn>
                              </p:par>
                              <p:par>
                                <p:cTn id="113" presetID="19" presetClass="entr" presetSubtype="10" fill="hold" grpId="0" nodeType="withEffect">
                                  <p:stCondLst>
                                    <p:cond delay="0"/>
                                  </p:stCondLst>
                                  <p:childTnLst>
                                    <p:set>
                                      <p:cBhvr>
                                        <p:cTn id="114" dur="1" fill="hold">
                                          <p:stCondLst>
                                            <p:cond delay="0"/>
                                          </p:stCondLst>
                                        </p:cTn>
                                        <p:tgtEl>
                                          <p:spTgt spid="28"/>
                                        </p:tgtEl>
                                        <p:attrNameLst>
                                          <p:attrName>style.visibility</p:attrName>
                                        </p:attrNameLst>
                                      </p:cBhvr>
                                      <p:to>
                                        <p:strVal val="visible"/>
                                      </p:to>
                                    </p:set>
                                    <p:anim calcmode="lin" valueType="num">
                                      <p:cBhvr>
                                        <p:cTn id="115" dur="5000" fill="hold"/>
                                        <p:tgtEl>
                                          <p:spTgt spid="28"/>
                                        </p:tgtEl>
                                        <p:attrNameLst>
                                          <p:attrName>ppt_w</p:attrName>
                                        </p:attrNameLst>
                                      </p:cBhvr>
                                      <p:tavLst>
                                        <p:tav tm="0" fmla="#ppt_w*sin(2.5*pi*$)">
                                          <p:val>
                                            <p:fltVal val="0"/>
                                          </p:val>
                                        </p:tav>
                                        <p:tav tm="100000">
                                          <p:val>
                                            <p:fltVal val="1"/>
                                          </p:val>
                                        </p:tav>
                                      </p:tavLst>
                                    </p:anim>
                                    <p:anim calcmode="lin" valueType="num">
                                      <p:cBhvr>
                                        <p:cTn id="116" dur="5000" fill="hold"/>
                                        <p:tgtEl>
                                          <p:spTgt spid="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4" grpId="0" animBg="1"/>
      <p:bldP spid="5" grpId="0" animBg="1"/>
      <p:bldP spid="6" grpId="0" animBg="1"/>
      <p:bldP spid="8" grpId="0" animBg="1"/>
      <p:bldP spid="9" grpId="0" animBg="1"/>
      <p:bldP spid="9" grpId="1" animBg="1"/>
      <p:bldP spid="10" grpId="0"/>
      <p:bldP spid="10" grpId="1"/>
      <p:bldP spid="11" grpId="0"/>
      <p:bldP spid="12" grpId="0"/>
      <p:bldP spid="13" grpId="0"/>
      <p:bldP spid="14" grpId="0" animBg="1"/>
      <p:bldP spid="15" grpId="0"/>
      <p:bldP spid="22" grpId="0" animBg="1"/>
      <p:bldP spid="22" grpId="1" animBg="1"/>
      <p:bldP spid="23" grpId="0"/>
      <p:bldP spid="23" grpId="1"/>
      <p:bldP spid="24" grpId="0" animBg="1"/>
      <p:bldP spid="24" grpId="1" animBg="1"/>
      <p:bldP spid="25" grpId="0"/>
      <p:bldP spid="26" grpId="0"/>
      <p:bldP spid="27" grpId="0"/>
      <p:bldP spid="28" grpId="0"/>
      <p:bldP spid="29" grpId="0" animBg="1"/>
      <p:bldP spid="29" grpId="1" animBg="1"/>
      <p:bldP spid="30" grpId="0"/>
      <p:bldP spid="3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774234"/>
            <a:ext cx="7422010" cy="3711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j-lt"/>
                <a:ea typeface="微软雅黑" panose="020B0503020204020204" pitchFamily="34" charset="-122"/>
              </a:rPr>
              <a:t>轴线上各点在</a:t>
            </a:r>
            <a:r>
              <a:rPr kumimoji="1" lang="en-US" altLang="zh-CN" sz="2800" b="0" dirty="0">
                <a:latin typeface="+mj-lt"/>
                <a:ea typeface="微软雅黑" panose="020B0503020204020204" pitchFamily="34" charset="-122"/>
              </a:rPr>
              <a:t>y</a:t>
            </a:r>
            <a:r>
              <a:rPr kumimoji="1" lang="zh-CN" altLang="en-US" sz="2800" i="0" dirty="0">
                <a:latin typeface="+mj-lt"/>
                <a:ea typeface="微软雅黑" panose="020B0503020204020204" pitchFamily="34" charset="-122"/>
              </a:rPr>
              <a:t>方向上的位移称为</a:t>
            </a:r>
            <a:r>
              <a:rPr kumimoji="1" lang="zh-CN" altLang="en-US" sz="2800" i="0" dirty="0">
                <a:solidFill>
                  <a:srgbClr val="FF00FF"/>
                </a:solidFill>
                <a:latin typeface="+mj-lt"/>
                <a:ea typeface="微软雅黑" panose="020B0503020204020204" pitchFamily="34" charset="-122"/>
              </a:rPr>
              <a:t>挠度</a:t>
            </a:r>
            <a:r>
              <a:rPr kumimoji="1" lang="zh-CN" altLang="en-US" sz="280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x</a:t>
            </a:r>
            <a:r>
              <a:rPr kumimoji="1" lang="zh-CN" altLang="en-US" sz="2800" i="0" dirty="0">
                <a:latin typeface="+mj-lt"/>
                <a:ea typeface="微软雅黑" panose="020B0503020204020204" pitchFamily="34" charset="-122"/>
              </a:rPr>
              <a:t>方向上的位移，可忽略不计）。各横截面相对原来位置转过的角度称为</a:t>
            </a:r>
            <a:r>
              <a:rPr kumimoji="1" lang="zh-CN" altLang="en-US" sz="2800" i="0" dirty="0">
                <a:solidFill>
                  <a:srgbClr val="FF00FF"/>
                </a:solidFill>
                <a:latin typeface="+mj-lt"/>
                <a:ea typeface="微软雅黑" panose="020B0503020204020204" pitchFamily="34" charset="-122"/>
              </a:rPr>
              <a:t>转角</a:t>
            </a:r>
            <a:r>
              <a:rPr kumimoji="1" lang="zh-CN" altLang="en-US" sz="2800" i="0" dirty="0">
                <a:latin typeface="+mj-lt"/>
                <a:ea typeface="微软雅黑" panose="020B0503020204020204" pitchFamily="34" charset="-122"/>
              </a:rPr>
              <a:t>。图中的</a:t>
            </a:r>
            <a:r>
              <a:rPr kumimoji="1" lang="en-US" altLang="zh-CN" sz="2800" b="0" dirty="0">
                <a:latin typeface="+mj-lt"/>
                <a:ea typeface="微软雅黑" panose="020B0503020204020204" pitchFamily="34" charset="-122"/>
              </a:rPr>
              <a:t>CC</a:t>
            </a:r>
            <a:r>
              <a:rPr kumimoji="1" lang="en-US" altLang="zh-CN" sz="2800" b="0" i="0" baseline="-25000" dirty="0">
                <a:latin typeface="+mj-lt"/>
                <a:ea typeface="微软雅黑" panose="020B0503020204020204" pitchFamily="34" charset="-122"/>
              </a:rPr>
              <a:t>1</a:t>
            </a:r>
            <a:r>
              <a:rPr kumimoji="1" lang="zh-CN" altLang="en-US" sz="2800" i="0" dirty="0">
                <a:latin typeface="+mj-lt"/>
                <a:ea typeface="微软雅黑" panose="020B0503020204020204" pitchFamily="34" charset="-122"/>
              </a:rPr>
              <a:t>即为</a:t>
            </a:r>
            <a:r>
              <a:rPr kumimoji="1" lang="en-US" altLang="zh-CN" sz="2800" b="0" dirty="0">
                <a:latin typeface="+mj-lt"/>
                <a:ea typeface="微软雅黑" panose="020B0503020204020204" pitchFamily="34" charset="-122"/>
              </a:rPr>
              <a:t>C</a:t>
            </a:r>
            <a:r>
              <a:rPr kumimoji="1" lang="zh-CN" altLang="en-US" sz="2800" i="0" dirty="0">
                <a:latin typeface="+mj-lt"/>
                <a:ea typeface="微软雅黑" panose="020B0503020204020204" pitchFamily="34" charset="-122"/>
              </a:rPr>
              <a:t>点的挠度。规定</a:t>
            </a:r>
            <a:r>
              <a:rPr kumimoji="1" lang="zh-CN" altLang="en-US" sz="2800" i="0" dirty="0">
                <a:solidFill>
                  <a:srgbClr val="FF00FF"/>
                </a:solidFill>
                <a:latin typeface="+mj-lt"/>
                <a:ea typeface="微软雅黑" panose="020B0503020204020204" pitchFamily="34" charset="-122"/>
              </a:rPr>
              <a:t>向上的挠度为正值</a:t>
            </a:r>
            <a:r>
              <a:rPr kumimoji="1" lang="zh-CN" altLang="en-US" sz="2800" i="0" dirty="0">
                <a:latin typeface="+mj-lt"/>
                <a:ea typeface="微软雅黑" panose="020B0503020204020204" pitchFamily="34" charset="-122"/>
              </a:rPr>
              <a:t>，则</a:t>
            </a:r>
            <a:r>
              <a:rPr kumimoji="1" lang="en-US" altLang="zh-CN" sz="2800" b="0" dirty="0">
                <a:latin typeface="+mj-lt"/>
                <a:ea typeface="微软雅黑" panose="020B0503020204020204" pitchFamily="34" charset="-122"/>
              </a:rPr>
              <a:t>CC</a:t>
            </a:r>
            <a:r>
              <a:rPr kumimoji="1" lang="en-US" altLang="zh-CN" sz="2800" b="0" i="0" baseline="-25000" dirty="0">
                <a:latin typeface="+mj-lt"/>
                <a:ea typeface="微软雅黑" panose="020B0503020204020204" pitchFamily="34" charset="-122"/>
              </a:rPr>
              <a:t>1</a:t>
            </a:r>
            <a:r>
              <a:rPr kumimoji="1" lang="zh-CN" altLang="en-US" sz="2800" i="0" dirty="0">
                <a:latin typeface="+mj-lt"/>
                <a:ea typeface="微软雅黑" panose="020B0503020204020204" pitchFamily="34" charset="-122"/>
              </a:rPr>
              <a:t>为负值</a:t>
            </a:r>
            <a:r>
              <a:rPr kumimoji="1" lang="zh-CN" altLang="en-US" sz="2800" i="0" dirty="0">
                <a:latin typeface="+mn-lt"/>
                <a:ea typeface="微软雅黑" panose="020B0503020204020204" pitchFamily="34" charset="-122"/>
              </a:rPr>
              <a:t>。</a:t>
            </a:r>
            <a:r>
              <a:rPr lang="zh-CN" altLang="en-US" sz="2800" b="0" dirty="0">
                <a:latin typeface="+mn-lt"/>
                <a:ea typeface="微软雅黑" panose="020B0503020204020204" pitchFamily="34" charset="-122"/>
                <a:sym typeface="Symbol" panose="05050102010706020507" pitchFamily="18" charset="2"/>
              </a:rPr>
              <a:t> </a:t>
            </a:r>
            <a:r>
              <a:rPr lang="zh-CN" altLang="en-US" sz="2800" i="0" dirty="0">
                <a:latin typeface="+mn-lt"/>
                <a:ea typeface="微软雅黑" panose="020B0503020204020204" pitchFamily="34" charset="-122"/>
              </a:rPr>
              <a:t>为</a:t>
            </a:r>
            <a:r>
              <a:rPr lang="en-US" altLang="zh-CN" sz="2800" b="0" dirty="0" err="1">
                <a:latin typeface="+mn-lt"/>
                <a:ea typeface="微软雅黑" panose="020B0503020204020204" pitchFamily="34" charset="-122"/>
              </a:rPr>
              <a:t>mn</a:t>
            </a:r>
            <a:r>
              <a:rPr lang="zh-CN" altLang="en-US" sz="2800" i="0" dirty="0">
                <a:latin typeface="+mn-lt"/>
                <a:ea typeface="微软雅黑" panose="020B0503020204020204" pitchFamily="34" charset="-122"/>
              </a:rPr>
              <a:t>截面的转角，规定</a:t>
            </a:r>
            <a:r>
              <a:rPr lang="zh-CN" altLang="en-US" sz="2800" i="0" dirty="0">
                <a:solidFill>
                  <a:srgbClr val="FF00FF"/>
                </a:solidFill>
                <a:latin typeface="+mn-lt"/>
                <a:ea typeface="微软雅黑" panose="020B0503020204020204" pitchFamily="34" charset="-122"/>
              </a:rPr>
              <a:t>逆时针转向的转角为正</a:t>
            </a:r>
            <a:r>
              <a:rPr lang="zh-CN" altLang="en-US" sz="2800" i="0" dirty="0">
                <a:latin typeface="+mn-lt"/>
                <a:ea typeface="微软雅黑" panose="020B0503020204020204" pitchFamily="34" charset="-122"/>
              </a:rPr>
              <a:t>，反之为负。</a:t>
            </a:r>
            <a:r>
              <a:rPr kumimoji="1" lang="zh-CN" altLang="en-US" sz="2800" i="0" dirty="0">
                <a:latin typeface="+mn-lt"/>
                <a:ea typeface="微软雅黑" panose="020B0503020204020204" pitchFamily="34" charset="-122"/>
              </a:rPr>
              <a:t>转角的大小与挠曲线上的</a:t>
            </a:r>
            <a:r>
              <a:rPr kumimoji="1" lang="en-US" altLang="zh-CN" sz="2800" b="0" dirty="0">
                <a:latin typeface="+mn-lt"/>
                <a:ea typeface="微软雅黑" panose="020B0503020204020204" pitchFamily="34" charset="-122"/>
              </a:rPr>
              <a:t>C</a:t>
            </a:r>
            <a:r>
              <a:rPr kumimoji="1" lang="en-US" altLang="zh-CN" sz="2800" b="0" i="0" baseline="-25000" dirty="0">
                <a:latin typeface="+mn-lt"/>
                <a:ea typeface="微软雅黑" panose="020B0503020204020204" pitchFamily="34" charset="-122"/>
              </a:rPr>
              <a:t>1</a:t>
            </a:r>
            <a:r>
              <a:rPr kumimoji="1" lang="zh-CN" altLang="en-US" sz="2800" i="0" dirty="0">
                <a:latin typeface="+mn-lt"/>
                <a:ea typeface="微软雅黑" panose="020B0503020204020204" pitchFamily="34" charset="-122"/>
              </a:rPr>
              <a:t>点的切线与</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轴的夹角相等。 </a:t>
            </a:r>
          </a:p>
        </p:txBody>
      </p:sp>
      <p:sp>
        <p:nvSpPr>
          <p:cNvPr id="4"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932204" y="923238"/>
            <a:ext cx="4140459" cy="3117830"/>
          </a:xfrm>
          <a:prstGeom prst="rect">
            <a:avLst/>
          </a:prstGeom>
          <a:solidFill>
            <a:srgbClr val="B9CDE5"/>
          </a:solidFill>
          <a:ln>
            <a:noFill/>
          </a:ln>
          <a:effectLst/>
        </p:spPr>
        <p:txBody>
          <a:bodyPr wrap="none" anchor="ctr"/>
          <a:lstStyle/>
          <a:p>
            <a:endParaRPr lang="zh-CN" altLang="en-US"/>
          </a:p>
        </p:txBody>
      </p:sp>
      <p:sp>
        <p:nvSpPr>
          <p:cNvPr id="32" name="Text Box 3"/>
          <p:cNvSpPr txBox="1">
            <a:spLocks noChangeAspect="1" noChangeArrowheads="1"/>
          </p:cNvSpPr>
          <p:nvPr/>
        </p:nvSpPr>
        <p:spPr bwMode="auto">
          <a:xfrm>
            <a:off x="10727015" y="290794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33" name="Line 5"/>
          <p:cNvSpPr>
            <a:spLocks noChangeAspect="1" noChangeShapeType="1"/>
          </p:cNvSpPr>
          <p:nvPr/>
        </p:nvSpPr>
        <p:spPr bwMode="auto">
          <a:xfrm flipV="1">
            <a:off x="8244165" y="1180740"/>
            <a:ext cx="0" cy="9699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4" name="Line 6"/>
          <p:cNvSpPr>
            <a:spLocks noChangeAspect="1" noChangeShapeType="1"/>
          </p:cNvSpPr>
          <p:nvPr/>
        </p:nvSpPr>
        <p:spPr bwMode="auto">
          <a:xfrm rot="16200000">
            <a:off x="11446947" y="1622858"/>
            <a:ext cx="0" cy="1135063"/>
          </a:xfrm>
          <a:prstGeom prst="line">
            <a:avLst/>
          </a:prstGeom>
          <a:noFill/>
          <a:ln w="19050">
            <a:solidFill>
              <a:srgbClr val="CC00CC"/>
            </a:solidFill>
            <a:round/>
            <a:headEn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5" name="Arc 7"/>
          <p:cNvSpPr>
            <a:spLocks noChangeAspect="1"/>
          </p:cNvSpPr>
          <p:nvPr/>
        </p:nvSpPr>
        <p:spPr bwMode="auto">
          <a:xfrm>
            <a:off x="8247340" y="2174515"/>
            <a:ext cx="3122613" cy="911225"/>
          </a:xfrm>
          <a:custGeom>
            <a:avLst/>
            <a:gdLst>
              <a:gd name="T0" fmla="*/ 0 w 19735"/>
              <a:gd name="T1" fmla="*/ 0 h 21600"/>
              <a:gd name="T2" fmla="*/ 2147483647 w 19735"/>
              <a:gd name="T3" fmla="*/ 962506707 h 21600"/>
              <a:gd name="T4" fmla="*/ 0 w 19735"/>
              <a:gd name="T5" fmla="*/ 1621694396 h 21600"/>
              <a:gd name="T6" fmla="*/ 0 60000 65536"/>
              <a:gd name="T7" fmla="*/ 0 60000 65536"/>
              <a:gd name="T8" fmla="*/ 0 60000 65536"/>
              <a:gd name="T9" fmla="*/ 0 w 19735"/>
              <a:gd name="T10" fmla="*/ 0 h 21600"/>
              <a:gd name="T11" fmla="*/ 19735 w 19735"/>
              <a:gd name="T12" fmla="*/ 21600 h 21600"/>
            </a:gdLst>
            <a:ahLst/>
            <a:cxnLst>
              <a:cxn ang="T6">
                <a:pos x="T0" y="T1"/>
              </a:cxn>
              <a:cxn ang="T7">
                <a:pos x="T2" y="T3"/>
              </a:cxn>
              <a:cxn ang="T8">
                <a:pos x="T4" y="T5"/>
              </a:cxn>
            </a:cxnLst>
            <a:rect l="T9" t="T10" r="T11" b="T12"/>
            <a:pathLst>
              <a:path w="19735" h="21600" fill="none" extrusionOk="0">
                <a:moveTo>
                  <a:pt x="-1" y="0"/>
                </a:moveTo>
                <a:cubicBezTo>
                  <a:pt x="8533" y="0"/>
                  <a:pt x="16266" y="5023"/>
                  <a:pt x="19735" y="12819"/>
                </a:cubicBezTo>
              </a:path>
              <a:path w="19735" h="21600" stroke="0" extrusionOk="0">
                <a:moveTo>
                  <a:pt x="-1" y="0"/>
                </a:moveTo>
                <a:cubicBezTo>
                  <a:pt x="8533" y="0"/>
                  <a:pt x="16266" y="5023"/>
                  <a:pt x="19735" y="12819"/>
                </a:cubicBezTo>
                <a:lnTo>
                  <a:pt x="0" y="21600"/>
                </a:lnTo>
                <a:close/>
              </a:path>
            </a:pathLst>
          </a:custGeom>
          <a:noFill/>
          <a:ln w="38100">
            <a:solidFill>
              <a:srgbClr val="FF33CC"/>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36" name="Line 8"/>
          <p:cNvSpPr>
            <a:spLocks noChangeAspect="1" noChangeShapeType="1"/>
          </p:cNvSpPr>
          <p:nvPr/>
        </p:nvSpPr>
        <p:spPr bwMode="auto">
          <a:xfrm>
            <a:off x="11131828" y="2190390"/>
            <a:ext cx="0" cy="425450"/>
          </a:xfrm>
          <a:prstGeom prst="line">
            <a:avLst/>
          </a:prstGeom>
          <a:noFill/>
          <a:ln w="19050">
            <a:solidFill>
              <a:srgbClr val="FF0000"/>
            </a:solidFill>
            <a:round/>
            <a:headEnd type="stealth" w="sm" len="med"/>
            <a:tailEnd type="stealth" w="sm" len="me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7" name="Line 9"/>
          <p:cNvSpPr>
            <a:spLocks noChangeAspect="1" noChangeShapeType="1"/>
          </p:cNvSpPr>
          <p:nvPr/>
        </p:nvSpPr>
        <p:spPr bwMode="auto">
          <a:xfrm>
            <a:off x="11131828" y="2612665"/>
            <a:ext cx="0" cy="6159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38" name="Freeform 10"/>
          <p:cNvSpPr>
            <a:spLocks noChangeAspect="1"/>
          </p:cNvSpPr>
          <p:nvPr/>
        </p:nvSpPr>
        <p:spPr bwMode="auto">
          <a:xfrm>
            <a:off x="10981015" y="2974631"/>
            <a:ext cx="149225" cy="77788"/>
          </a:xfrm>
          <a:custGeom>
            <a:avLst/>
            <a:gdLst>
              <a:gd name="T0" fmla="*/ 0 w 94"/>
              <a:gd name="T1" fmla="*/ 0 h 49"/>
              <a:gd name="T2" fmla="*/ 115927199 w 94"/>
              <a:gd name="T3" fmla="*/ 85685861 h 49"/>
              <a:gd name="T4" fmla="*/ 236894710 w 94"/>
              <a:gd name="T5" fmla="*/ 123489255 h 49"/>
              <a:gd name="T6" fmla="*/ 0 60000 65536"/>
              <a:gd name="T7" fmla="*/ 0 60000 65536"/>
              <a:gd name="T8" fmla="*/ 0 60000 65536"/>
              <a:gd name="T9" fmla="*/ 0 w 94"/>
              <a:gd name="T10" fmla="*/ 0 h 49"/>
              <a:gd name="T11" fmla="*/ 94 w 94"/>
              <a:gd name="T12" fmla="*/ 49 h 49"/>
            </a:gdLst>
            <a:ahLst/>
            <a:cxnLst>
              <a:cxn ang="T6">
                <a:pos x="T0" y="T1"/>
              </a:cxn>
              <a:cxn ang="T7">
                <a:pos x="T2" y="T3"/>
              </a:cxn>
              <a:cxn ang="T8">
                <a:pos x="T4" y="T5"/>
              </a:cxn>
            </a:cxnLst>
            <a:rect l="T9" t="T10" r="T11" b="T12"/>
            <a:pathLst>
              <a:path w="94" h="49">
                <a:moveTo>
                  <a:pt x="0" y="0"/>
                </a:moveTo>
                <a:cubicBezTo>
                  <a:pt x="8" y="6"/>
                  <a:pt x="30" y="26"/>
                  <a:pt x="46" y="34"/>
                </a:cubicBezTo>
                <a:cubicBezTo>
                  <a:pt x="62" y="42"/>
                  <a:pt x="84" y="46"/>
                  <a:pt x="94" y="49"/>
                </a:cubicBezTo>
              </a:path>
            </a:pathLst>
          </a:custGeom>
          <a:noFill/>
          <a:ln w="19050"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39" name="Line 11"/>
          <p:cNvSpPr>
            <a:spLocks noChangeAspect="1" noChangeShapeType="1"/>
          </p:cNvSpPr>
          <p:nvPr/>
        </p:nvSpPr>
        <p:spPr bwMode="auto">
          <a:xfrm>
            <a:off x="9430028" y="1880828"/>
            <a:ext cx="2033587" cy="8493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0" name="Line 12"/>
          <p:cNvSpPr>
            <a:spLocks noChangeAspect="1" noChangeShapeType="1"/>
          </p:cNvSpPr>
          <p:nvPr/>
        </p:nvSpPr>
        <p:spPr bwMode="auto">
          <a:xfrm>
            <a:off x="11396940" y="1477603"/>
            <a:ext cx="0" cy="712787"/>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1" name="Text Box 13"/>
          <p:cNvSpPr txBox="1">
            <a:spLocks noChangeAspect="1" noChangeArrowheads="1"/>
          </p:cNvSpPr>
          <p:nvPr/>
        </p:nvSpPr>
        <p:spPr bwMode="auto">
          <a:xfrm>
            <a:off x="11357253" y="1336315"/>
            <a:ext cx="566737"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F</a:t>
            </a:r>
          </a:p>
        </p:txBody>
      </p:sp>
      <p:sp>
        <p:nvSpPr>
          <p:cNvPr id="42" name="Text Box 14"/>
          <p:cNvSpPr txBox="1">
            <a:spLocks noChangeAspect="1" noChangeArrowheads="1"/>
          </p:cNvSpPr>
          <p:nvPr/>
        </p:nvSpPr>
        <p:spPr bwMode="auto">
          <a:xfrm>
            <a:off x="10727117" y="2030053"/>
            <a:ext cx="425450"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FF0000"/>
                </a:solidFill>
                <a:latin typeface="+mj-lt"/>
                <a:ea typeface="宋体" panose="02010600030101010101" pitchFamily="2" charset="-122"/>
              </a:rPr>
              <a:t>y</a:t>
            </a:r>
          </a:p>
        </p:txBody>
      </p:sp>
      <p:sp>
        <p:nvSpPr>
          <p:cNvPr id="43" name="Arc 15"/>
          <p:cNvSpPr>
            <a:spLocks noChangeAspect="1"/>
          </p:cNvSpPr>
          <p:nvPr/>
        </p:nvSpPr>
        <p:spPr bwMode="auto">
          <a:xfrm flipH="1">
            <a:off x="9718582" y="1998303"/>
            <a:ext cx="23812" cy="206375"/>
          </a:xfrm>
          <a:custGeom>
            <a:avLst/>
            <a:gdLst>
              <a:gd name="T0" fmla="*/ 0 w 21600"/>
              <a:gd name="T1" fmla="*/ 0 h 30793"/>
              <a:gd name="T2" fmla="*/ 26188 w 21600"/>
              <a:gd name="T3" fmla="*/ 9269732 h 30793"/>
              <a:gd name="T4" fmla="*/ 0 w 21600"/>
              <a:gd name="T5" fmla="*/ 6502310 h 30793"/>
              <a:gd name="T6" fmla="*/ 0 60000 65536"/>
              <a:gd name="T7" fmla="*/ 0 60000 65536"/>
              <a:gd name="T8" fmla="*/ 0 60000 65536"/>
              <a:gd name="T9" fmla="*/ 0 w 21600"/>
              <a:gd name="T10" fmla="*/ 0 h 30793"/>
              <a:gd name="T11" fmla="*/ 21600 w 21600"/>
              <a:gd name="T12" fmla="*/ 30793 h 30793"/>
            </a:gdLst>
            <a:ahLst/>
            <a:cxnLst>
              <a:cxn ang="T6">
                <a:pos x="T0" y="T1"/>
              </a:cxn>
              <a:cxn ang="T7">
                <a:pos x="T2" y="T3"/>
              </a:cxn>
              <a:cxn ang="T8">
                <a:pos x="T4" y="T5"/>
              </a:cxn>
            </a:cxnLst>
            <a:rect l="T9" t="T10" r="T11" b="T12"/>
            <a:pathLst>
              <a:path w="21600" h="30793" fill="none" extrusionOk="0">
                <a:moveTo>
                  <a:pt x="-1" y="0"/>
                </a:moveTo>
                <a:cubicBezTo>
                  <a:pt x="11929" y="0"/>
                  <a:pt x="21600" y="9670"/>
                  <a:pt x="21600" y="21600"/>
                </a:cubicBezTo>
                <a:cubicBezTo>
                  <a:pt x="21600" y="24778"/>
                  <a:pt x="20898" y="27917"/>
                  <a:pt x="19546" y="30793"/>
                </a:cubicBezTo>
              </a:path>
              <a:path w="21600" h="30793" stroke="0" extrusionOk="0">
                <a:moveTo>
                  <a:pt x="-1" y="0"/>
                </a:moveTo>
                <a:cubicBezTo>
                  <a:pt x="11929" y="0"/>
                  <a:pt x="21600" y="9670"/>
                  <a:pt x="21600" y="21600"/>
                </a:cubicBezTo>
                <a:cubicBezTo>
                  <a:pt x="21600" y="24778"/>
                  <a:pt x="20898" y="27917"/>
                  <a:pt x="19546" y="30793"/>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44" name="Text Box 16"/>
          <p:cNvSpPr txBox="1">
            <a:spLocks noChangeAspect="1" noChangeArrowheads="1"/>
          </p:cNvSpPr>
          <p:nvPr/>
        </p:nvSpPr>
        <p:spPr bwMode="auto">
          <a:xfrm>
            <a:off x="9131579" y="1793515"/>
            <a:ext cx="566737"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 </a:t>
            </a: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a:t>
            </a:r>
          </a:p>
        </p:txBody>
      </p:sp>
      <p:sp>
        <p:nvSpPr>
          <p:cNvPr id="45" name="Text Box 17"/>
          <p:cNvSpPr txBox="1">
            <a:spLocks noChangeAspect="1" noChangeArrowheads="1"/>
          </p:cNvSpPr>
          <p:nvPr/>
        </p:nvSpPr>
        <p:spPr bwMode="auto">
          <a:xfrm>
            <a:off x="11733490" y="2060215"/>
            <a:ext cx="449263"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CC00CC"/>
                </a:solidFill>
                <a:latin typeface="+mn-lt"/>
                <a:ea typeface="宋体" panose="02010600030101010101" pitchFamily="2" charset="-122"/>
              </a:rPr>
              <a:t>x</a:t>
            </a:r>
          </a:p>
        </p:txBody>
      </p:sp>
      <p:sp>
        <p:nvSpPr>
          <p:cNvPr id="46" name="Text Box 18"/>
          <p:cNvSpPr txBox="1">
            <a:spLocks noChangeAspect="1" noChangeArrowheads="1"/>
          </p:cNvSpPr>
          <p:nvPr/>
        </p:nvSpPr>
        <p:spPr bwMode="auto">
          <a:xfrm>
            <a:off x="8293378" y="1117240"/>
            <a:ext cx="496887"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CC00CC"/>
                </a:solidFill>
                <a:latin typeface="+mj-lt"/>
                <a:ea typeface="宋体" panose="02010600030101010101" pitchFamily="2" charset="-122"/>
              </a:rPr>
              <a:t>y</a:t>
            </a:r>
          </a:p>
        </p:txBody>
      </p:sp>
      <p:sp>
        <p:nvSpPr>
          <p:cNvPr id="47" name="Text Box 19"/>
          <p:cNvSpPr txBox="1">
            <a:spLocks noChangeAspect="1" noChangeArrowheads="1"/>
          </p:cNvSpPr>
          <p:nvPr/>
        </p:nvSpPr>
        <p:spPr bwMode="auto">
          <a:xfrm>
            <a:off x="9666565" y="2604860"/>
            <a:ext cx="1135063"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zh-CN" altLang="en-US" i="0" dirty="0">
                <a:solidFill>
                  <a:srgbClr val="000000"/>
                </a:solidFill>
                <a:latin typeface="" pitchFamily="18" charset="-52"/>
              </a:rPr>
              <a:t>挠曲线</a:t>
            </a:r>
          </a:p>
        </p:txBody>
      </p:sp>
      <p:sp>
        <p:nvSpPr>
          <p:cNvPr id="48" name="Line 20"/>
          <p:cNvSpPr>
            <a:spLocks noChangeAspect="1" noChangeShapeType="1"/>
          </p:cNvSpPr>
          <p:nvPr/>
        </p:nvSpPr>
        <p:spPr bwMode="auto">
          <a:xfrm flipH="1">
            <a:off x="10209490" y="2422165"/>
            <a:ext cx="238125" cy="2603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9" name="Text Box 21"/>
          <p:cNvSpPr txBox="1">
            <a:spLocks noChangeAspect="1" noChangeArrowheads="1"/>
          </p:cNvSpPr>
          <p:nvPr/>
        </p:nvSpPr>
        <p:spPr bwMode="auto">
          <a:xfrm>
            <a:off x="11409640" y="2477728"/>
            <a:ext cx="52070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B</a:t>
            </a:r>
            <a:r>
              <a:rPr lang="en-US" altLang="zh-CN" b="0" i="0" baseline="-25000" dirty="0">
                <a:solidFill>
                  <a:srgbClr val="000000"/>
                </a:solidFill>
                <a:latin typeface="+mj-lt"/>
                <a:ea typeface="宋体" panose="02010600030101010101" pitchFamily="2" charset="-122"/>
              </a:rPr>
              <a:t>1</a:t>
            </a:r>
          </a:p>
        </p:txBody>
      </p:sp>
      <p:grpSp>
        <p:nvGrpSpPr>
          <p:cNvPr id="50" name="Group 22"/>
          <p:cNvGrpSpPr>
            <a:grpSpLocks/>
          </p:cNvGrpSpPr>
          <p:nvPr/>
        </p:nvGrpSpPr>
        <p:grpSpPr bwMode="auto">
          <a:xfrm>
            <a:off x="8037790" y="1880828"/>
            <a:ext cx="3778250" cy="661987"/>
            <a:chOff x="3149" y="1288"/>
            <a:chExt cx="2380" cy="417"/>
          </a:xfrm>
        </p:grpSpPr>
        <p:sp>
          <p:nvSpPr>
            <p:cNvPr id="51" name="Line 23"/>
            <p:cNvSpPr>
              <a:spLocks noChangeAspect="1" noChangeShapeType="1"/>
            </p:cNvSpPr>
            <p:nvPr/>
          </p:nvSpPr>
          <p:spPr bwMode="auto">
            <a:xfrm>
              <a:off x="3281" y="1481"/>
              <a:ext cx="199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2" name="Rectangle 24" descr="宽上对角线"/>
            <p:cNvSpPr>
              <a:spLocks noChangeAspect="1" noChangeArrowheads="1"/>
            </p:cNvSpPr>
            <p:nvPr/>
          </p:nvSpPr>
          <p:spPr bwMode="auto">
            <a:xfrm>
              <a:off x="3149" y="1296"/>
              <a:ext cx="126" cy="379"/>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53" name="Text Box 25"/>
            <p:cNvSpPr txBox="1">
              <a:spLocks noChangeAspect="1" noChangeArrowheads="1"/>
            </p:cNvSpPr>
            <p:nvPr/>
          </p:nvSpPr>
          <p:spPr bwMode="auto">
            <a:xfrm>
              <a:off x="3207" y="1421"/>
              <a:ext cx="328"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 pitchFamily="18" charset="-52"/>
                  <a:ea typeface="宋体" panose="02010600030101010101" pitchFamily="2" charset="-122"/>
                </a:rPr>
                <a:t>A</a:t>
              </a:r>
            </a:p>
          </p:txBody>
        </p:sp>
        <p:sp>
          <p:nvSpPr>
            <p:cNvPr id="54" name="Text Box 26"/>
            <p:cNvSpPr txBox="1">
              <a:spLocks noChangeAspect="1" noChangeArrowheads="1"/>
            </p:cNvSpPr>
            <p:nvPr/>
          </p:nvSpPr>
          <p:spPr bwMode="auto">
            <a:xfrm>
              <a:off x="5202" y="1392"/>
              <a:ext cx="32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B</a:t>
              </a:r>
            </a:p>
          </p:txBody>
        </p:sp>
        <p:sp>
          <p:nvSpPr>
            <p:cNvPr id="55" name="Line 27"/>
            <p:cNvSpPr>
              <a:spLocks noChangeAspect="1" noChangeShapeType="1"/>
            </p:cNvSpPr>
            <p:nvPr/>
          </p:nvSpPr>
          <p:spPr bwMode="auto">
            <a:xfrm>
              <a:off x="3281" y="1288"/>
              <a:ext cx="0" cy="387"/>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56" name="Text Box 28"/>
          <p:cNvSpPr txBox="1">
            <a:spLocks noChangeArrowheads="1"/>
          </p:cNvSpPr>
          <p:nvPr/>
        </p:nvSpPr>
        <p:spPr bwMode="auto">
          <a:xfrm>
            <a:off x="9952315" y="1325203"/>
            <a:ext cx="84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50000"/>
              </a:spcBef>
            </a:pPr>
            <a:r>
              <a:rPr lang="zh-CN" altLang="en-US" i="0">
                <a:solidFill>
                  <a:srgbClr val="CC0099"/>
                </a:solidFill>
                <a:latin typeface="" pitchFamily="18" charset="-52"/>
              </a:rPr>
              <a:t>挠度</a:t>
            </a:r>
          </a:p>
        </p:txBody>
      </p:sp>
      <p:sp>
        <p:nvSpPr>
          <p:cNvPr id="57" name="Line 29"/>
          <p:cNvSpPr>
            <a:spLocks noChangeShapeType="1"/>
          </p:cNvSpPr>
          <p:nvPr/>
        </p:nvSpPr>
        <p:spPr bwMode="auto">
          <a:xfrm>
            <a:off x="10607953" y="1679215"/>
            <a:ext cx="493712" cy="774700"/>
          </a:xfrm>
          <a:prstGeom prst="line">
            <a:avLst/>
          </a:prstGeom>
          <a:noFill/>
          <a:ln w="9525">
            <a:solidFill>
              <a:srgbClr val="CC0099"/>
            </a:solidFill>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58" name="Text Box 30"/>
          <p:cNvSpPr txBox="1">
            <a:spLocks noChangeArrowheads="1"/>
          </p:cNvSpPr>
          <p:nvPr/>
        </p:nvSpPr>
        <p:spPr bwMode="auto">
          <a:xfrm>
            <a:off x="10211078" y="3436578"/>
            <a:ext cx="98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spcBef>
                <a:spcPct val="50000"/>
              </a:spcBef>
            </a:pPr>
            <a:r>
              <a:rPr lang="zh-CN" altLang="en-US" i="0">
                <a:solidFill>
                  <a:srgbClr val="CC0099"/>
                </a:solidFill>
                <a:latin typeface="" pitchFamily="18" charset="-52"/>
              </a:rPr>
              <a:t>转角</a:t>
            </a:r>
          </a:p>
        </p:txBody>
      </p:sp>
      <p:sp>
        <p:nvSpPr>
          <p:cNvPr id="59" name="Line 31"/>
          <p:cNvSpPr>
            <a:spLocks noChangeShapeType="1"/>
          </p:cNvSpPr>
          <p:nvPr/>
        </p:nvSpPr>
        <p:spPr bwMode="auto">
          <a:xfrm flipH="1">
            <a:off x="10673040" y="3258778"/>
            <a:ext cx="300038" cy="242887"/>
          </a:xfrm>
          <a:prstGeom prst="line">
            <a:avLst/>
          </a:prstGeom>
          <a:noFill/>
          <a:ln w="9525">
            <a:solidFill>
              <a:srgbClr val="CC0099"/>
            </a:solidFill>
            <a:round/>
            <a:headEnd/>
            <a:tailEnd/>
          </a:ln>
          <a:extLst>
            <a:ext uri="{909E8E84-426E-40DD-AFC4-6F175D3DCCD1}">
              <a14:hiddenFill xmlns:a14="http://schemas.microsoft.com/office/drawing/2010/main">
                <a:noFill/>
              </a14:hiddenFill>
            </a:ext>
          </a:extLst>
        </p:spPr>
        <p:txBody>
          <a:bodyPr wrap="none" anchor="ctr"/>
          <a:lstStyle/>
          <a:p>
            <a:endParaRPr kumimoji="1" lang="zh-CN" altLang="en-US" b="0" i="0">
              <a:solidFill>
                <a:srgbClr val="FFFFFF"/>
              </a:solidFill>
              <a:ea typeface="黑体" panose="02010609060101010101" pitchFamily="49" charset="-122"/>
            </a:endParaRPr>
          </a:p>
        </p:txBody>
      </p:sp>
      <p:sp>
        <p:nvSpPr>
          <p:cNvPr id="60" name="Line 32"/>
          <p:cNvSpPr>
            <a:spLocks noChangeAspect="1" noChangeShapeType="1"/>
          </p:cNvSpPr>
          <p:nvPr/>
        </p:nvSpPr>
        <p:spPr bwMode="auto">
          <a:xfrm>
            <a:off x="11128653" y="1695090"/>
            <a:ext cx="0" cy="4810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1" name="Text Box 37"/>
          <p:cNvSpPr txBox="1">
            <a:spLocks noChangeAspect="1" noChangeArrowheads="1"/>
          </p:cNvSpPr>
          <p:nvPr/>
        </p:nvSpPr>
        <p:spPr bwMode="auto">
          <a:xfrm>
            <a:off x="11362015" y="151094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3" name="Text Box 38"/>
          <p:cNvSpPr txBox="1">
            <a:spLocks noChangeAspect="1" noChangeArrowheads="1"/>
          </p:cNvSpPr>
          <p:nvPr/>
        </p:nvSpPr>
        <p:spPr bwMode="auto">
          <a:xfrm>
            <a:off x="10784165" y="1402990"/>
            <a:ext cx="566738"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m</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4" name="Text Box 39"/>
          <p:cNvSpPr txBox="1">
            <a:spLocks noChangeAspect="1" noChangeArrowheads="1"/>
          </p:cNvSpPr>
          <p:nvPr/>
        </p:nvSpPr>
        <p:spPr bwMode="auto">
          <a:xfrm>
            <a:off x="11038165" y="3138128"/>
            <a:ext cx="482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endParaRPr kumimoji="1" lang="en-US" altLang="zh-CN" sz="2400" b="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5" name="Text Box 40"/>
          <p:cNvSpPr txBox="1">
            <a:spLocks noChangeAspect="1" noChangeArrowheads="1"/>
          </p:cNvSpPr>
          <p:nvPr/>
        </p:nvSpPr>
        <p:spPr bwMode="auto">
          <a:xfrm>
            <a:off x="10325378" y="2896828"/>
            <a:ext cx="495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n</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6" name="Line 41"/>
          <p:cNvSpPr>
            <a:spLocks noChangeAspect="1" noChangeShapeType="1"/>
          </p:cNvSpPr>
          <p:nvPr/>
        </p:nvSpPr>
        <p:spPr bwMode="auto">
          <a:xfrm rot="1320000">
            <a:off x="11135003" y="1730015"/>
            <a:ext cx="0" cy="1766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67" name="Text Box 42"/>
          <p:cNvSpPr txBox="1">
            <a:spLocks noChangeAspect="1" noChangeArrowheads="1"/>
          </p:cNvSpPr>
          <p:nvPr/>
        </p:nvSpPr>
        <p:spPr bwMode="auto">
          <a:xfrm>
            <a:off x="11082615" y="2612665"/>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r>
              <a:rPr kumimoji="1" lang="en-US" altLang="zh-CN" sz="2400" b="0" i="0" u="none" strike="noStrike" kern="0" cap="none" spc="0" normalizeH="0" baseline="-25000" noProof="0" dirty="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1</a:t>
            </a:r>
          </a:p>
        </p:txBody>
      </p:sp>
      <p:sp>
        <p:nvSpPr>
          <p:cNvPr id="68" name="Text Box 43"/>
          <p:cNvSpPr txBox="1">
            <a:spLocks noChangeAspect="1" noChangeArrowheads="1"/>
          </p:cNvSpPr>
          <p:nvPr/>
        </p:nvSpPr>
        <p:spPr bwMode="auto">
          <a:xfrm>
            <a:off x="10703203" y="1761765"/>
            <a:ext cx="495300" cy="39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rPr>
              <a:t>C</a:t>
            </a:r>
            <a:endParaRPr kumimoji="1" lang="en-US" altLang="zh-CN" sz="2400" b="0" i="0" u="none" strike="noStrike" kern="0" cap="none" spc="0" normalizeH="0" baseline="-25000" noProof="0">
              <a:ln>
                <a:noFill/>
              </a:ln>
              <a:solidFill>
                <a:srgbClr val="000000"/>
              </a:solidFill>
              <a:effectLst/>
              <a:uLnTx/>
              <a:uFillTx/>
              <a:latin typeface="Times New Roman" panose="02020603050405020304" pitchFamily="18" charset="0"/>
              <a:ea typeface="黑体" panose="02010609060101010101" pitchFamily="49" charset="-122"/>
              <a:sym typeface="Symbol" panose="05050102010706020507" pitchFamily="18" charset="2"/>
            </a:endParaRPr>
          </a:p>
        </p:txBody>
      </p:sp>
      <p:sp>
        <p:nvSpPr>
          <p:cNvPr id="69" name="Text Box 1032"/>
          <p:cNvSpPr txBox="1">
            <a:spLocks noChangeArrowheads="1"/>
          </p:cNvSpPr>
          <p:nvPr/>
        </p:nvSpPr>
        <p:spPr bwMode="auto">
          <a:xfrm>
            <a:off x="467675" y="4437112"/>
            <a:ext cx="11604987"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20000"/>
              </a:lnSpc>
            </a:pPr>
            <a:r>
              <a:rPr kumimoji="1" lang="zh-CN" altLang="en-US" sz="2800" i="0" dirty="0">
                <a:latin typeface="+mn-lt"/>
                <a:ea typeface="微软雅黑" panose="020B0503020204020204" pitchFamily="34" charset="-122"/>
              </a:rPr>
              <a:t>曲线</a:t>
            </a:r>
            <a:r>
              <a:rPr kumimoji="1" lang="en-US" altLang="zh-CN" sz="2800" b="0" dirty="0">
                <a:latin typeface="+mn-lt"/>
                <a:ea typeface="微软雅黑" panose="020B0503020204020204" pitchFamily="34" charset="-122"/>
              </a:rPr>
              <a:t>AB</a:t>
            </a:r>
            <a:r>
              <a:rPr kumimoji="1" lang="en-US" altLang="zh-CN" sz="2800" b="0" i="0" baseline="-25000" dirty="0">
                <a:latin typeface="+mn-lt"/>
                <a:ea typeface="微软雅黑" panose="020B0503020204020204" pitchFamily="34" charset="-122"/>
              </a:rPr>
              <a:t>1</a:t>
            </a:r>
            <a:r>
              <a:rPr kumimoji="1" lang="zh-CN" altLang="en-US" sz="2800" i="0" dirty="0">
                <a:latin typeface="+mn-lt"/>
                <a:ea typeface="微软雅黑" panose="020B0503020204020204" pitchFamily="34" charset="-122"/>
              </a:rPr>
              <a:t>表示了全梁各截面的挠度值，故称</a:t>
            </a:r>
            <a:r>
              <a:rPr kumimoji="1" lang="zh-CN" altLang="en-US" sz="2800" i="0" dirty="0">
                <a:solidFill>
                  <a:srgbClr val="FF00FF"/>
                </a:solidFill>
                <a:latin typeface="+mn-lt"/>
                <a:ea typeface="微软雅黑" panose="020B0503020204020204" pitchFamily="34" charset="-122"/>
              </a:rPr>
              <a:t>挠曲线</a:t>
            </a:r>
            <a:r>
              <a:rPr kumimoji="1" lang="zh-CN" altLang="en-US" sz="2800" i="0" dirty="0">
                <a:latin typeface="+mn-lt"/>
                <a:ea typeface="微软雅黑" panose="020B0503020204020204" pitchFamily="34" charset="-122"/>
              </a:rPr>
              <a:t>。悬臂梁的挠度和转角挠曲线显然是梁截面位置</a:t>
            </a:r>
            <a:r>
              <a:rPr kumimoji="1" lang="en-US" altLang="zh-CN" sz="2800" b="0" dirty="0">
                <a:latin typeface="+mn-lt"/>
                <a:ea typeface="微软雅黑" panose="020B0503020204020204" pitchFamily="34" charset="-122"/>
              </a:rPr>
              <a:t>x</a:t>
            </a:r>
            <a:r>
              <a:rPr kumimoji="1" lang="zh-CN" altLang="en-US" sz="2800" i="0" dirty="0">
                <a:latin typeface="+mn-lt"/>
                <a:ea typeface="微软雅黑" panose="020B0503020204020204" pitchFamily="34" charset="-122"/>
              </a:rPr>
              <a:t>的函数，记作       </a:t>
            </a:r>
            <a:r>
              <a:rPr lang="en-US" altLang="zh-CN" sz="2800" b="0" dirty="0">
                <a:latin typeface="+mn-lt"/>
              </a:rPr>
              <a:t>y</a:t>
            </a:r>
            <a:r>
              <a:rPr lang="zh-CN" altLang="en-US" sz="2800" b="0" i="0" dirty="0">
                <a:latin typeface="+mn-lt"/>
              </a:rPr>
              <a:t>＝</a:t>
            </a:r>
            <a:r>
              <a:rPr lang="en-US" altLang="zh-CN" sz="2800" b="0" dirty="0">
                <a:latin typeface="+mn-lt"/>
              </a:rPr>
              <a:t>f </a:t>
            </a:r>
            <a:r>
              <a:rPr lang="en-US" altLang="zh-CN" sz="2800" b="0" i="0" dirty="0">
                <a:latin typeface="+mn-lt"/>
              </a:rPr>
              <a:t>(</a:t>
            </a:r>
            <a:r>
              <a:rPr lang="en-US" altLang="zh-CN" sz="2800" b="0" dirty="0">
                <a:latin typeface="+mn-lt"/>
              </a:rPr>
              <a:t>x</a:t>
            </a:r>
            <a:r>
              <a:rPr lang="en-US" altLang="zh-CN" sz="2800" b="0" i="0" dirty="0">
                <a:latin typeface="+mn-lt"/>
              </a:rPr>
              <a:t>)</a:t>
            </a:r>
            <a:r>
              <a:rPr lang="en-US" altLang="zh-CN" sz="2800" b="0" dirty="0">
                <a:latin typeface="+mn-lt"/>
              </a:rPr>
              <a:t>      </a:t>
            </a:r>
            <a:r>
              <a:rPr lang="en-US" altLang="zh-CN" sz="2800" b="0" dirty="0">
                <a:solidFill>
                  <a:srgbClr val="FF00FF"/>
                </a:solidFill>
                <a:latin typeface="+mn-lt"/>
              </a:rPr>
              <a:t>—— </a:t>
            </a:r>
            <a:r>
              <a:rPr kumimoji="1" lang="zh-CN" altLang="en-US" sz="2800" i="0" dirty="0">
                <a:solidFill>
                  <a:srgbClr val="FF00FF"/>
                </a:solidFill>
                <a:latin typeface="+mn-lt"/>
                <a:ea typeface="微软雅黑" panose="020B0503020204020204" pitchFamily="34" charset="-122"/>
              </a:rPr>
              <a:t>挠曲线方程</a:t>
            </a:r>
          </a:p>
        </p:txBody>
      </p:sp>
      <p:sp>
        <p:nvSpPr>
          <p:cNvPr id="70" name="Text Box 1032"/>
          <p:cNvSpPr txBox="1">
            <a:spLocks noChangeArrowheads="1"/>
          </p:cNvSpPr>
          <p:nvPr/>
        </p:nvSpPr>
        <p:spPr bwMode="auto">
          <a:xfrm>
            <a:off x="467675" y="5591454"/>
            <a:ext cx="11604987"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lnSpc>
                <a:spcPct val="130000"/>
              </a:lnSpc>
            </a:pPr>
            <a:r>
              <a:rPr kumimoji="1" lang="zh-CN" altLang="en-US" sz="2800" i="0" dirty="0">
                <a:latin typeface="+mn-lt"/>
                <a:ea typeface="微软雅黑" panose="020B0503020204020204" pitchFamily="34" charset="-122"/>
              </a:rPr>
              <a:t>因为转角很小，所以           </a:t>
            </a:r>
            <a:r>
              <a:rPr kumimoji="1" lang="zh-CN" altLang="en-US" sz="2800" b="0" dirty="0">
                <a:ea typeface="黑体" panose="02010609060101010101" pitchFamily="49" charset="-122"/>
                <a:sym typeface="Symbol" panose="05050102010706020507" pitchFamily="18" charset="2"/>
              </a:rPr>
              <a:t></a:t>
            </a:r>
            <a:r>
              <a:rPr kumimoji="1" lang="zh-CN" altLang="en-US" sz="2800" b="0" i="0" dirty="0">
                <a:ea typeface="黑体" panose="02010609060101010101" pitchFamily="49" charset="-122"/>
              </a:rPr>
              <a:t> ≈</a:t>
            </a:r>
            <a:r>
              <a:rPr kumimoji="1" lang="en-US" altLang="zh-CN" sz="2800" b="0" i="0" dirty="0">
                <a:ea typeface="黑体" panose="02010609060101010101" pitchFamily="49" charset="-122"/>
              </a:rPr>
              <a:t>tan</a:t>
            </a:r>
            <a:r>
              <a:rPr kumimoji="1" lang="en-US" altLang="zh-CN" sz="2800" b="0" dirty="0">
                <a:ea typeface="黑体" panose="02010609060101010101" pitchFamily="49" charset="-122"/>
                <a:sym typeface="Symbol" panose="05050102010706020507" pitchFamily="18" charset="2"/>
              </a:rPr>
              <a:t></a:t>
            </a:r>
            <a:r>
              <a:rPr kumimoji="1" lang="en-US" altLang="zh-CN" sz="2800" b="0" i="0" dirty="0">
                <a:ea typeface="黑体" panose="02010609060101010101" pitchFamily="49" charset="-122"/>
              </a:rPr>
              <a:t> </a:t>
            </a:r>
            <a:r>
              <a:rPr kumimoji="1" lang="zh-CN" altLang="en-US" sz="2800" b="0" i="0" dirty="0">
                <a:ea typeface="黑体" panose="02010609060101010101" pitchFamily="49" charset="-122"/>
              </a:rPr>
              <a:t>＝</a:t>
            </a:r>
            <a:r>
              <a:rPr lang="en-US" altLang="zh-CN" sz="2800" b="0" dirty="0"/>
              <a:t>y</a:t>
            </a:r>
            <a:r>
              <a:rPr lang="en-US" altLang="zh-CN" sz="2800" b="0" dirty="0">
                <a:cs typeface="Times New Roman" panose="02020603050405020304" pitchFamily="18" charset="0"/>
              </a:rPr>
              <a:t>'</a:t>
            </a:r>
            <a:r>
              <a:rPr lang="en-US" altLang="zh-CN" sz="2800" b="0" dirty="0"/>
              <a:t> </a:t>
            </a:r>
            <a:r>
              <a:rPr kumimoji="1" lang="zh-CN" altLang="en-US" sz="2800" b="0" i="0" dirty="0">
                <a:ea typeface="黑体" panose="02010609060101010101" pitchFamily="49" charset="-122"/>
              </a:rPr>
              <a:t>＝</a:t>
            </a:r>
            <a:r>
              <a:rPr lang="en-US" altLang="zh-CN" sz="2800" b="0" dirty="0"/>
              <a:t>f </a:t>
            </a:r>
            <a:r>
              <a:rPr lang="en-US" altLang="zh-CN" sz="2800" b="0" dirty="0">
                <a:cs typeface="Times New Roman" panose="02020603050405020304" pitchFamily="18" charset="0"/>
              </a:rPr>
              <a:t>'</a:t>
            </a:r>
            <a:r>
              <a:rPr kumimoji="1" lang="en-US" altLang="zh-CN" sz="2800" b="0" i="0" dirty="0">
                <a:ea typeface="黑体" panose="02010609060101010101" pitchFamily="49" charset="-122"/>
              </a:rPr>
              <a:t>(</a:t>
            </a:r>
            <a:r>
              <a:rPr kumimoji="1" lang="en-US" altLang="zh-CN" sz="2800" b="0" dirty="0">
                <a:ea typeface="黑体" panose="02010609060101010101" pitchFamily="49" charset="-122"/>
              </a:rPr>
              <a:t>x</a:t>
            </a:r>
            <a:r>
              <a:rPr kumimoji="1" lang="en-US" altLang="zh-CN" sz="2800" b="0" i="0" dirty="0">
                <a:ea typeface="黑体" panose="02010609060101010101" pitchFamily="49" charset="-122"/>
              </a:rPr>
              <a:t>)</a:t>
            </a:r>
            <a:r>
              <a:rPr kumimoji="1" lang="zh-CN" altLang="en-US" sz="2800" i="0" dirty="0">
                <a:latin typeface="+mn-lt"/>
                <a:ea typeface="微软雅黑" panose="020B0503020204020204" pitchFamily="34" charset="-122"/>
              </a:rPr>
              <a:t> </a:t>
            </a:r>
            <a:r>
              <a:rPr lang="en-US" altLang="zh-CN" sz="2800" b="0" dirty="0">
                <a:latin typeface="+mn-lt"/>
              </a:rPr>
              <a:t> </a:t>
            </a:r>
            <a:r>
              <a:rPr lang="en-US" altLang="zh-CN" sz="2800" b="0" dirty="0">
                <a:solidFill>
                  <a:srgbClr val="FF00FF"/>
                </a:solidFill>
                <a:latin typeface="+mn-lt"/>
              </a:rPr>
              <a:t>—— </a:t>
            </a:r>
            <a:r>
              <a:rPr kumimoji="1" lang="zh-CN" altLang="en-US" sz="2800" i="0" dirty="0">
                <a:solidFill>
                  <a:srgbClr val="FF00FF"/>
                </a:solidFill>
                <a:latin typeface="+mn-lt"/>
                <a:ea typeface="微软雅黑" panose="020B0503020204020204" pitchFamily="34" charset="-122"/>
              </a:rPr>
              <a:t>转角方程 （单位：</a:t>
            </a:r>
            <a:r>
              <a:rPr kumimoji="1" lang="en-US" altLang="zh-CN" sz="2800" b="0" i="0" dirty="0">
                <a:solidFill>
                  <a:srgbClr val="FF00FF"/>
                </a:solidFill>
                <a:latin typeface="+mn-lt"/>
                <a:ea typeface="微软雅黑" panose="020B0503020204020204" pitchFamily="34" charset="-122"/>
              </a:rPr>
              <a:t>rad</a:t>
            </a:r>
            <a:r>
              <a:rPr kumimoji="1" lang="zh-CN" altLang="en-US" sz="2800" i="0" dirty="0">
                <a:solidFill>
                  <a:srgbClr val="FF00FF"/>
                </a:solidFill>
                <a:latin typeface="+mn-lt"/>
                <a:ea typeface="微软雅黑" panose="020B0503020204020204" pitchFamily="34" charset="-122"/>
              </a:rPr>
              <a:t>）</a:t>
            </a:r>
          </a:p>
        </p:txBody>
      </p:sp>
    </p:spTree>
    <p:extLst>
      <p:ext uri="{BB962C8B-B14F-4D97-AF65-F5344CB8AC3E}">
        <p14:creationId xmlns:p14="http://schemas.microsoft.com/office/powerpoint/2010/main" val="102758343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par>
                                <p:cTn id="7" presetID="9" presetClass="emph" presetSubtype="0" grpId="0" nodeType="withEffect">
                                  <p:stCondLst>
                                    <p:cond delay="0"/>
                                  </p:stCondLst>
                                  <p:childTnLst>
                                    <p:set>
                                      <p:cBhvr rctx="PPT">
                                        <p:cTn id="8" dur="indefinite"/>
                                        <p:tgtEl>
                                          <p:spTgt spid="40"/>
                                        </p:tgtEl>
                                        <p:attrNameLst>
                                          <p:attrName>style.opacity</p:attrName>
                                        </p:attrNameLst>
                                      </p:cBhvr>
                                      <p:to>
                                        <p:strVal val="0.5"/>
                                      </p:to>
                                    </p:set>
                                    <p:animEffect filter="image" prLst="opacity: 0.5">
                                      <p:cBhvr rctx="IE">
                                        <p:cTn id="9" dur="indefinite"/>
                                        <p:tgtEl>
                                          <p:spTgt spid="40"/>
                                        </p:tgtEl>
                                      </p:cBhvr>
                                    </p:animEffect>
                                  </p:childTnLst>
                                </p:cTn>
                              </p:par>
                              <p:par>
                                <p:cTn id="10" presetID="9" presetClass="emph" presetSubtype="0" grpId="0" nodeType="withEffect">
                                  <p:stCondLst>
                                    <p:cond delay="0"/>
                                  </p:stCondLst>
                                  <p:childTnLst>
                                    <p:set>
                                      <p:cBhvr rctx="PPT">
                                        <p:cTn id="11" dur="indefinite"/>
                                        <p:tgtEl>
                                          <p:spTgt spid="41"/>
                                        </p:tgtEl>
                                        <p:attrNameLst>
                                          <p:attrName>style.opacity</p:attrName>
                                        </p:attrNameLst>
                                      </p:cBhvr>
                                      <p:to>
                                        <p:strVal val="0.5"/>
                                      </p:to>
                                    </p:set>
                                    <p:animEffect filter="image" prLst="opacity: 0.5">
                                      <p:cBhvr rctx="IE">
                                        <p:cTn id="12" dur="indefinite"/>
                                        <p:tgtEl>
                                          <p:spTgt spid="41"/>
                                        </p:tgtEl>
                                      </p:cBhvr>
                                    </p:animEffect>
                                  </p:childTnLst>
                                </p:cTn>
                              </p:par>
                              <p:par>
                                <p:cTn id="13" presetID="35" presetClass="emph" presetSubtype="0" fill="hold" grpId="0" nodeType="withEffect">
                                  <p:stCondLst>
                                    <p:cond delay="0"/>
                                  </p:stCondLst>
                                  <p:childTnLst>
                                    <p:anim calcmode="discrete" valueType="str">
                                      <p:cBhvr>
                                        <p:cTn id="14" dur="1000" fill="hold"/>
                                        <p:tgtEl>
                                          <p:spTgt spid="60"/>
                                        </p:tgtEl>
                                        <p:attrNameLst>
                                          <p:attrName>style.visibility</p:attrName>
                                        </p:attrNameLst>
                                      </p:cBhvr>
                                      <p:tavLst>
                                        <p:tav tm="0">
                                          <p:val>
                                            <p:strVal val="hidden"/>
                                          </p:val>
                                        </p:tav>
                                        <p:tav tm="50000">
                                          <p:val>
                                            <p:strVal val="visible"/>
                                          </p:val>
                                        </p:tav>
                                      </p:tavLst>
                                    </p:anim>
                                  </p:childTnLst>
                                </p:cTn>
                              </p:par>
                              <p:par>
                                <p:cTn id="15" presetID="9" presetClass="emph" presetSubtype="0" grpId="0" nodeType="withEffect">
                                  <p:stCondLst>
                                    <p:cond delay="0"/>
                                  </p:stCondLst>
                                  <p:childTnLst>
                                    <p:set>
                                      <p:cBhvr rctx="PPT">
                                        <p:cTn id="16" dur="indefinite"/>
                                        <p:tgtEl>
                                          <p:spTgt spid="37"/>
                                        </p:tgtEl>
                                        <p:attrNameLst>
                                          <p:attrName>style.opacity</p:attrName>
                                        </p:attrNameLst>
                                      </p:cBhvr>
                                      <p:to>
                                        <p:strVal val="0.5"/>
                                      </p:to>
                                    </p:set>
                                    <p:animEffect filter="image" prLst="opacity: 0.5">
                                      <p:cBhvr rctx="IE">
                                        <p:cTn id="17" dur="indefinite"/>
                                        <p:tgtEl>
                                          <p:spTgt spid="3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42" fill="hold" grpId="0"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arn(outHorizontal)">
                                      <p:cBhvr>
                                        <p:cTn id="22" dur="3000"/>
                                        <p:tgtEl>
                                          <p:spTgt spid="36"/>
                                        </p:tgtEl>
                                      </p:cBhvr>
                                    </p:animEffect>
                                  </p:childTnLst>
                                </p:cTn>
                              </p:par>
                              <p:par>
                                <p:cTn id="23" presetID="19" presetClass="entr" presetSubtype="1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anim calcmode="lin" valueType="num">
                                      <p:cBhvr>
                                        <p:cTn id="25" dur="5000" fill="hold"/>
                                        <p:tgtEl>
                                          <p:spTgt spid="42"/>
                                        </p:tgtEl>
                                        <p:attrNameLst>
                                          <p:attrName>ppt_w</p:attrName>
                                        </p:attrNameLst>
                                      </p:cBhvr>
                                      <p:tavLst>
                                        <p:tav tm="0" fmla="#ppt_w*sin(2.5*pi*$)">
                                          <p:val>
                                            <p:fltVal val="0"/>
                                          </p:val>
                                        </p:tav>
                                        <p:tav tm="100000">
                                          <p:val>
                                            <p:fltVal val="1"/>
                                          </p:val>
                                        </p:tav>
                                      </p:tavLst>
                                    </p:anim>
                                    <p:anim calcmode="lin" valueType="num">
                                      <p:cBhvr>
                                        <p:cTn id="26" dur="5000" fill="hold"/>
                                        <p:tgtEl>
                                          <p:spTgt spid="42"/>
                                        </p:tgtEl>
                                        <p:attrNameLst>
                                          <p:attrName>ppt_h</p:attrName>
                                        </p:attrNameLst>
                                      </p:cBhvr>
                                      <p:tavLst>
                                        <p:tav tm="0">
                                          <p:val>
                                            <p:strVal val="#ppt_h"/>
                                          </p:val>
                                        </p:tav>
                                        <p:tav tm="100000">
                                          <p:val>
                                            <p:strVal val="#ppt_h"/>
                                          </p:val>
                                        </p:tav>
                                      </p:tavLst>
                                    </p:anim>
                                  </p:childTnLst>
                                </p:cTn>
                              </p:par>
                            </p:childTnLst>
                          </p:cTn>
                        </p:par>
                        <p:par>
                          <p:cTn id="27" fill="hold">
                            <p:stCondLst>
                              <p:cond delay="5000"/>
                            </p:stCondLst>
                            <p:childTnLst>
                              <p:par>
                                <p:cTn id="28" presetID="18" presetClass="entr" presetSubtype="9" fill="hold" grpId="0" nodeType="afterEffect">
                                  <p:stCondLst>
                                    <p:cond delay="0"/>
                                  </p:stCondLst>
                                  <p:childTnLst>
                                    <p:set>
                                      <p:cBhvr>
                                        <p:cTn id="29" dur="1" fill="hold">
                                          <p:stCondLst>
                                            <p:cond delay="0"/>
                                          </p:stCondLst>
                                        </p:cTn>
                                        <p:tgtEl>
                                          <p:spTgt spid="57"/>
                                        </p:tgtEl>
                                        <p:attrNameLst>
                                          <p:attrName>style.visibility</p:attrName>
                                        </p:attrNameLst>
                                      </p:cBhvr>
                                      <p:to>
                                        <p:strVal val="visible"/>
                                      </p:to>
                                    </p:set>
                                    <p:animEffect transition="in" filter="strips(upLeft)">
                                      <p:cBhvr>
                                        <p:cTn id="30" dur="5000"/>
                                        <p:tgtEl>
                                          <p:spTgt spid="57"/>
                                        </p:tgtEl>
                                      </p:cBhvr>
                                    </p:animEffect>
                                  </p:childTnLst>
                                  <p:subTnLst>
                                    <p:audio>
                                      <p:cMediaNode>
                                        <p:cTn display="0" masterRel="sameClick">
                                          <p:stCondLst>
                                            <p:cond evt="begin" delay="0">
                                              <p:tn val="28"/>
                                            </p:cond>
                                          </p:stCondLst>
                                          <p:endCondLst>
                                            <p:cond evt="onStopAudio" delay="0">
                                              <p:tgtEl>
                                                <p:sldTgt/>
                                              </p:tgtEl>
                                            </p:cond>
                                          </p:endCondLst>
                                        </p:cTn>
                                        <p:tgtEl>
                                          <p:sndTgt r:embed="rId3" name="CHIMES.WAV"/>
                                        </p:tgtEl>
                                      </p:cMediaNode>
                                    </p:audio>
                                  </p:subTnLst>
                                </p:cTn>
                              </p:par>
                              <p:par>
                                <p:cTn id="31" presetID="19" presetClass="entr" presetSubtype="1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anim calcmode="lin" valueType="num">
                                      <p:cBhvr>
                                        <p:cTn id="33" dur="5000" fill="hold"/>
                                        <p:tgtEl>
                                          <p:spTgt spid="56"/>
                                        </p:tgtEl>
                                        <p:attrNameLst>
                                          <p:attrName>ppt_w</p:attrName>
                                        </p:attrNameLst>
                                      </p:cBhvr>
                                      <p:tavLst>
                                        <p:tav tm="0" fmla="#ppt_w*sin(2.5*pi*$)">
                                          <p:val>
                                            <p:fltVal val="0"/>
                                          </p:val>
                                        </p:tav>
                                        <p:tav tm="100000">
                                          <p:val>
                                            <p:fltVal val="1"/>
                                          </p:val>
                                        </p:tav>
                                      </p:tavLst>
                                    </p:anim>
                                    <p:anim calcmode="lin" valueType="num">
                                      <p:cBhvr>
                                        <p:cTn id="34" dur="5000" fill="hold"/>
                                        <p:tgtEl>
                                          <p:spTgt spid="56"/>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1"/>
                                            </p:cond>
                                          </p:stCondLst>
                                          <p:endCondLst>
                                            <p:cond evt="onStopAudio" delay="0">
                                              <p:tgtEl>
                                                <p:sldTgt/>
                                              </p:tgtEl>
                                            </p:cond>
                                          </p:endCondLst>
                                        </p:cTn>
                                        <p:tgtEl>
                                          <p:sndTgt r:embed="rId3" name="CHIMES.WAV"/>
                                        </p:tgtEl>
                                      </p:cMediaNode>
                                    </p:audio>
                                  </p:subTnLst>
                                </p:cTn>
                              </p:par>
                              <p:par>
                                <p:cTn id="35" presetID="22" presetClass="entr" presetSubtype="2"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wipe(right)">
                                      <p:cBhvr>
                                        <p:cTn id="37" dur="3000"/>
                                        <p:tgtEl>
                                          <p:spTgt spid="38"/>
                                        </p:tgtEl>
                                      </p:cBhvr>
                                    </p:animEffect>
                                  </p:childTnLst>
                                </p:cTn>
                              </p:par>
                              <p:par>
                                <p:cTn id="38" presetID="19" presetClass="entr" presetSubtype="10" fill="hold" grpId="0" nodeType="withEffect">
                                  <p:stCondLst>
                                    <p:cond delay="0"/>
                                  </p:stCondLst>
                                  <p:childTnLst>
                                    <p:set>
                                      <p:cBhvr>
                                        <p:cTn id="39" dur="1" fill="hold">
                                          <p:stCondLst>
                                            <p:cond delay="0"/>
                                          </p:stCondLst>
                                        </p:cTn>
                                        <p:tgtEl>
                                          <p:spTgt spid="32"/>
                                        </p:tgtEl>
                                        <p:attrNameLst>
                                          <p:attrName>style.visibility</p:attrName>
                                        </p:attrNameLst>
                                      </p:cBhvr>
                                      <p:to>
                                        <p:strVal val="visible"/>
                                      </p:to>
                                    </p:set>
                                    <p:anim calcmode="lin" valueType="num">
                                      <p:cBhvr>
                                        <p:cTn id="40" dur="5000" fill="hold"/>
                                        <p:tgtEl>
                                          <p:spTgt spid="32"/>
                                        </p:tgtEl>
                                        <p:attrNameLst>
                                          <p:attrName>ppt_w</p:attrName>
                                        </p:attrNameLst>
                                      </p:cBhvr>
                                      <p:tavLst>
                                        <p:tav tm="0" fmla="#ppt_w*sin(2.5*pi*$)">
                                          <p:val>
                                            <p:fltVal val="0"/>
                                          </p:val>
                                        </p:tav>
                                        <p:tav tm="100000">
                                          <p:val>
                                            <p:fltVal val="1"/>
                                          </p:val>
                                        </p:tav>
                                      </p:tavLst>
                                    </p:anim>
                                    <p:anim calcmode="lin" valueType="num">
                                      <p:cBhvr>
                                        <p:cTn id="41" dur="5000" fill="hold"/>
                                        <p:tgtEl>
                                          <p:spTgt spid="32"/>
                                        </p:tgtEl>
                                        <p:attrNameLst>
                                          <p:attrName>ppt_h</p:attrName>
                                        </p:attrNameLst>
                                      </p:cBhvr>
                                      <p:tavLst>
                                        <p:tav tm="0">
                                          <p:val>
                                            <p:strVal val="#ppt_h"/>
                                          </p:val>
                                        </p:tav>
                                        <p:tav tm="100000">
                                          <p:val>
                                            <p:strVal val="#ppt_h"/>
                                          </p:val>
                                        </p:tav>
                                      </p:tavLst>
                                    </p:anim>
                                  </p:childTnLst>
                                </p:cTn>
                              </p:par>
                            </p:childTnLst>
                          </p:cTn>
                        </p:par>
                        <p:par>
                          <p:cTn id="42" fill="hold">
                            <p:stCondLst>
                              <p:cond delay="10000"/>
                            </p:stCondLst>
                            <p:childTnLst>
                              <p:par>
                                <p:cTn id="43" presetID="18" presetClass="entr" presetSubtype="6" fill="hold" grpId="0" nodeType="after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strips(downRight)">
                                      <p:cBhvr>
                                        <p:cTn id="45" dur="5000"/>
                                        <p:tgtEl>
                                          <p:spTgt spid="59"/>
                                        </p:tgtEl>
                                      </p:cBhvr>
                                    </p:animEffect>
                                  </p:childTnLst>
                                  <p:subTnLst>
                                    <p:audio>
                                      <p:cMediaNode>
                                        <p:cTn display="0" masterRel="sameClick">
                                          <p:stCondLst>
                                            <p:cond evt="begin" delay="0">
                                              <p:tn val="43"/>
                                            </p:cond>
                                          </p:stCondLst>
                                          <p:endCondLst>
                                            <p:cond evt="onStopAudio" delay="0">
                                              <p:tgtEl>
                                                <p:sldTgt/>
                                              </p:tgtEl>
                                            </p:cond>
                                          </p:endCondLst>
                                        </p:cTn>
                                        <p:tgtEl>
                                          <p:sndTgt r:embed="rId3" name="CHIMES.WAV"/>
                                        </p:tgtEl>
                                      </p:cMediaNode>
                                    </p:audio>
                                  </p:subTnLst>
                                </p:cTn>
                              </p:par>
                              <p:par>
                                <p:cTn id="46" presetID="19" presetClass="entr" presetSubtype="10" fill="hold" grpId="0" nodeType="withEffect">
                                  <p:stCondLst>
                                    <p:cond delay="0"/>
                                  </p:stCondLst>
                                  <p:childTnLst>
                                    <p:set>
                                      <p:cBhvr>
                                        <p:cTn id="47" dur="1" fill="hold">
                                          <p:stCondLst>
                                            <p:cond delay="0"/>
                                          </p:stCondLst>
                                        </p:cTn>
                                        <p:tgtEl>
                                          <p:spTgt spid="58"/>
                                        </p:tgtEl>
                                        <p:attrNameLst>
                                          <p:attrName>style.visibility</p:attrName>
                                        </p:attrNameLst>
                                      </p:cBhvr>
                                      <p:to>
                                        <p:strVal val="visible"/>
                                      </p:to>
                                    </p:set>
                                    <p:anim calcmode="lin" valueType="num">
                                      <p:cBhvr>
                                        <p:cTn id="48" dur="5000" fill="hold"/>
                                        <p:tgtEl>
                                          <p:spTgt spid="58"/>
                                        </p:tgtEl>
                                        <p:attrNameLst>
                                          <p:attrName>ppt_w</p:attrName>
                                        </p:attrNameLst>
                                      </p:cBhvr>
                                      <p:tavLst>
                                        <p:tav tm="0" fmla="#ppt_w*sin(2.5*pi*$)">
                                          <p:val>
                                            <p:fltVal val="0"/>
                                          </p:val>
                                        </p:tav>
                                        <p:tav tm="100000">
                                          <p:val>
                                            <p:fltVal val="1"/>
                                          </p:val>
                                        </p:tav>
                                      </p:tavLst>
                                    </p:anim>
                                    <p:anim calcmode="lin" valueType="num">
                                      <p:cBhvr>
                                        <p:cTn id="49" dur="5000" fill="hold"/>
                                        <p:tgtEl>
                                          <p:spTgt spid="58"/>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46"/>
                                            </p:cond>
                                          </p:stCondLst>
                                          <p:endCondLst>
                                            <p:cond evt="onStopAudio" delay="0">
                                              <p:tgtEl>
                                                <p:sldTgt/>
                                              </p:tgtEl>
                                            </p:cond>
                                          </p:endCondLst>
                                        </p:cTn>
                                        <p:tgtEl>
                                          <p:sndTgt r:embed="rId3" name="CHIMES.WAV"/>
                                        </p:tgtEl>
                                      </p:cMediaNode>
                                    </p:audio>
                                  </p:subTnLst>
                                </p:cTn>
                              </p:par>
                            </p:childTnLst>
                          </p:cTn>
                        </p:par>
                      </p:childTnLst>
                    </p:cTn>
                  </p:par>
                  <p:par>
                    <p:cTn id="50" fill="hold">
                      <p:stCondLst>
                        <p:cond delay="indefinite"/>
                      </p:stCondLst>
                      <p:childTnLst>
                        <p:par>
                          <p:cTn id="51" fill="hold">
                            <p:stCondLst>
                              <p:cond delay="0"/>
                            </p:stCondLst>
                            <p:childTnLst>
                              <p:par>
                                <p:cTn id="52" presetID="18" presetClass="entr" presetSubtype="9" fill="hold" grpId="0" nodeType="click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strips(upLeft)">
                                      <p:cBhvr>
                                        <p:cTn id="54" dur="3000"/>
                                        <p:tgtEl>
                                          <p:spTgt spid="39"/>
                                        </p:tgtEl>
                                      </p:cBhvr>
                                    </p:animEffect>
                                  </p:childTnLst>
                                </p:cTn>
                              </p:par>
                            </p:childTnLst>
                          </p:cTn>
                        </p:par>
                        <p:par>
                          <p:cTn id="55" fill="hold">
                            <p:stCondLst>
                              <p:cond delay="3000"/>
                            </p:stCondLst>
                            <p:childTnLst>
                              <p:par>
                                <p:cTn id="56" presetID="22" presetClass="entr" presetSubtype="4" fill="hold" grpId="0" nodeType="after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down)">
                                      <p:cBhvr>
                                        <p:cTn id="58" dur="3000"/>
                                        <p:tgtEl>
                                          <p:spTgt spid="43"/>
                                        </p:tgtEl>
                                      </p:cBhvr>
                                    </p:animEffect>
                                  </p:childTnLst>
                                </p:cTn>
                              </p:par>
                              <p:par>
                                <p:cTn id="59" presetID="19" presetClass="entr" presetSubtype="10" fill="hold" nodeType="withEffect">
                                  <p:stCondLst>
                                    <p:cond delay="0"/>
                                  </p:stCondLst>
                                  <p:childTnLst>
                                    <p:set>
                                      <p:cBhvr>
                                        <p:cTn id="60" dur="1" fill="hold">
                                          <p:stCondLst>
                                            <p:cond delay="0"/>
                                          </p:stCondLst>
                                        </p:cTn>
                                        <p:tgtEl>
                                          <p:spTgt spid="44"/>
                                        </p:tgtEl>
                                        <p:attrNameLst>
                                          <p:attrName>style.visibility</p:attrName>
                                        </p:attrNameLst>
                                      </p:cBhvr>
                                      <p:to>
                                        <p:strVal val="visible"/>
                                      </p:to>
                                    </p:set>
                                    <p:anim calcmode="lin" valueType="num">
                                      <p:cBhvr>
                                        <p:cTn id="61" dur="5000" fill="hold"/>
                                        <p:tgtEl>
                                          <p:spTgt spid="44"/>
                                        </p:tgtEl>
                                        <p:attrNameLst>
                                          <p:attrName>ppt_w</p:attrName>
                                        </p:attrNameLst>
                                      </p:cBhvr>
                                      <p:tavLst>
                                        <p:tav tm="0" fmla="#ppt_w*sin(2.5*pi*$)">
                                          <p:val>
                                            <p:fltVal val="0"/>
                                          </p:val>
                                        </p:tav>
                                        <p:tav tm="100000">
                                          <p:val>
                                            <p:fltVal val="1"/>
                                          </p:val>
                                        </p:tav>
                                      </p:tavLst>
                                    </p:anim>
                                    <p:anim calcmode="lin" valueType="num">
                                      <p:cBhvr>
                                        <p:cTn id="62" dur="5000" fill="hold"/>
                                        <p:tgtEl>
                                          <p:spTgt spid="44"/>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6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P spid="32" grpId="0"/>
      <p:bldP spid="36" grpId="0" animBg="1"/>
      <p:bldP spid="37" grpId="0" animBg="1"/>
      <p:bldP spid="38" grpId="0" animBg="1"/>
      <p:bldP spid="39" grpId="0" animBg="1"/>
      <p:bldP spid="40" grpId="0" animBg="1"/>
      <p:bldP spid="41" grpId="0"/>
      <p:bldP spid="42" grpId="0"/>
      <p:bldP spid="43" grpId="0" animBg="1"/>
      <p:bldP spid="56" grpId="0" autoUpdateAnimBg="0"/>
      <p:bldP spid="57" grpId="0" animBg="1"/>
      <p:bldP spid="58" grpId="0" autoUpdateAnimBg="0"/>
      <p:bldP spid="59" grpId="0" animBg="1"/>
      <p:bldP spid="60" grpId="0" animBg="1"/>
      <p:bldP spid="69" grpId="0" autoUpdateAnimBg="0"/>
      <p:bldP spid="70"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62" name="Text Box 1032"/>
          <p:cNvSpPr txBox="1">
            <a:spLocks noChangeArrowheads="1"/>
          </p:cNvSpPr>
          <p:nvPr/>
        </p:nvSpPr>
        <p:spPr bwMode="auto">
          <a:xfrm>
            <a:off x="467676" y="857411"/>
            <a:ext cx="11424968" cy="4013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．梁的刚度条件</a:t>
            </a:r>
          </a:p>
          <a:p>
            <a:pPr lvl="0">
              <a:lnSpc>
                <a:spcPct val="130000"/>
              </a:lnSpc>
            </a:pPr>
            <a:r>
              <a:rPr lang="zh-CN" altLang="en-US" sz="2800" i="0" dirty="0">
                <a:latin typeface="+mn-lt"/>
                <a:ea typeface="微软雅黑" panose="020B0503020204020204" pitchFamily="34" charset="-122"/>
              </a:rPr>
              <a:t>      梁的刚度条件为</a:t>
            </a:r>
          </a:p>
          <a:p>
            <a:pPr lvl="0">
              <a:lnSpc>
                <a:spcPct val="130000"/>
              </a:lnSpc>
            </a:pPr>
            <a:r>
              <a:rPr kumimoji="1" lang="zh-CN" altLang="en-US" sz="2800" b="0" i="0" dirty="0">
                <a:ea typeface="黑体" panose="02010609060101010101" pitchFamily="49" charset="-122"/>
              </a:rPr>
              <a:t>                    </a:t>
            </a:r>
            <a:r>
              <a:rPr kumimoji="1" lang="en-US" altLang="zh-CN" sz="2800" b="0" dirty="0" err="1">
                <a:ea typeface="黑体" panose="02010609060101010101" pitchFamily="49" charset="-122"/>
              </a:rPr>
              <a:t>y</a:t>
            </a:r>
            <a:r>
              <a:rPr kumimoji="1" lang="en-US" altLang="zh-CN" sz="2800" b="0" i="0" baseline="-25000" dirty="0" err="1">
                <a:ea typeface="黑体" panose="02010609060101010101" pitchFamily="49" charset="-122"/>
              </a:rPr>
              <a:t>max</a:t>
            </a:r>
            <a:r>
              <a:rPr kumimoji="1" lang="en-US" altLang="zh-CN" sz="2800" b="0" i="0" dirty="0">
                <a:ea typeface="黑体" panose="02010609060101010101" pitchFamily="49" charset="-122"/>
              </a:rPr>
              <a:t>≤[</a:t>
            </a:r>
            <a:r>
              <a:rPr kumimoji="1" lang="en-US" altLang="zh-CN" sz="2800" b="0" dirty="0">
                <a:ea typeface="黑体" panose="02010609060101010101" pitchFamily="49" charset="-122"/>
              </a:rPr>
              <a:t>y</a:t>
            </a:r>
            <a:r>
              <a:rPr kumimoji="1" lang="en-US" altLang="zh-CN" sz="2800" b="0" i="0" dirty="0">
                <a:ea typeface="黑体" panose="02010609060101010101" pitchFamily="49" charset="-122"/>
              </a:rPr>
              <a:t>]     </a:t>
            </a:r>
            <a:r>
              <a:rPr lang="zh-CN" altLang="en-US" sz="2800" i="0" dirty="0">
                <a:latin typeface="+mn-lt"/>
                <a:ea typeface="微软雅黑" panose="020B0503020204020204" pitchFamily="34" charset="-122"/>
              </a:rPr>
              <a:t>和</a:t>
            </a:r>
            <a:r>
              <a:rPr kumimoji="1" lang="zh-CN" altLang="en-US" sz="2800" b="0" i="0" dirty="0">
                <a:ea typeface="黑体" panose="02010609060101010101" pitchFamily="49" charset="-122"/>
              </a:rPr>
              <a:t>     </a:t>
            </a:r>
            <a:r>
              <a:rPr kumimoji="1" lang="zh-CN" altLang="en-US" sz="2800" b="0" dirty="0">
                <a:ea typeface="黑体" panose="02010609060101010101" pitchFamily="49" charset="-122"/>
                <a:sym typeface="Symbol" panose="05050102010706020507" pitchFamily="18" charset="2"/>
              </a:rPr>
              <a:t></a:t>
            </a:r>
            <a:r>
              <a:rPr kumimoji="1" lang="en-US" altLang="zh-CN" sz="2800" b="0" i="0" baseline="-25000" dirty="0">
                <a:ea typeface="黑体" panose="02010609060101010101" pitchFamily="49" charset="-122"/>
              </a:rPr>
              <a:t>max</a:t>
            </a:r>
            <a:r>
              <a:rPr kumimoji="1" lang="en-US" altLang="zh-CN" sz="2800" b="0" i="0" dirty="0">
                <a:ea typeface="黑体" panose="02010609060101010101" pitchFamily="49" charset="-122"/>
              </a:rPr>
              <a:t>≤[</a:t>
            </a:r>
            <a:r>
              <a:rPr kumimoji="1" lang="en-US" altLang="zh-CN" sz="2800" b="0" dirty="0">
                <a:ea typeface="黑体" panose="02010609060101010101" pitchFamily="49" charset="-122"/>
                <a:sym typeface="Symbol" panose="05050102010706020507" pitchFamily="18" charset="2"/>
              </a:rPr>
              <a:t> </a:t>
            </a:r>
            <a:r>
              <a:rPr kumimoji="1" lang="en-US" altLang="zh-CN" sz="2800" b="0" i="0" dirty="0">
                <a:ea typeface="黑体" panose="02010609060101010101" pitchFamily="49" charset="-122"/>
              </a:rPr>
              <a:t>]</a:t>
            </a:r>
          </a:p>
          <a:p>
            <a:pPr lvl="0">
              <a:lnSpc>
                <a:spcPct val="130000"/>
              </a:lnSpc>
            </a:pPr>
            <a:r>
              <a:rPr kumimoji="1" lang="zh-CN" altLang="en-US" sz="2800" i="0" dirty="0">
                <a:latin typeface="+mj-lt"/>
                <a:ea typeface="微软雅黑" panose="020B0503020204020204" pitchFamily="34" charset="-122"/>
              </a:rPr>
              <a:t>      式中，</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rPr>
              <a:t>y</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为许用挠度，</a:t>
            </a:r>
            <a:r>
              <a:rPr kumimoji="1" lang="en-US" altLang="zh-CN" sz="2800" b="0" i="0" dirty="0">
                <a:latin typeface="+mj-lt"/>
                <a:ea typeface="微软雅黑" panose="020B0503020204020204" pitchFamily="34" charset="-122"/>
              </a:rPr>
              <a:t>[</a:t>
            </a:r>
            <a:r>
              <a:rPr kumimoji="1" lang="en-US" altLang="zh-CN" sz="2800" b="0" dirty="0">
                <a:latin typeface="+mj-lt"/>
                <a:ea typeface="微软雅黑" panose="020B0503020204020204" pitchFamily="34" charset="-122"/>
                <a:sym typeface="Symbol" panose="05050102010706020507" pitchFamily="18" charset="2"/>
              </a:rPr>
              <a:t> </a:t>
            </a:r>
            <a:r>
              <a:rPr kumimoji="1" lang="en-US" altLang="zh-CN" sz="2800" b="0" i="0" dirty="0">
                <a:latin typeface="+mj-lt"/>
                <a:ea typeface="微软雅黑" panose="020B0503020204020204" pitchFamily="34" charset="-122"/>
              </a:rPr>
              <a:t>]</a:t>
            </a:r>
            <a:r>
              <a:rPr kumimoji="1" lang="zh-CN" altLang="en-US" sz="2800" i="0" dirty="0">
                <a:latin typeface="+mj-lt"/>
                <a:ea typeface="微软雅黑" panose="020B0503020204020204" pitchFamily="34" charset="-122"/>
              </a:rPr>
              <a:t>为许用转角，其值可根据工作要求或参照有关手册</a:t>
            </a:r>
            <a:r>
              <a:rPr lang="zh-CN" altLang="en-US" sz="2800" i="0" dirty="0">
                <a:latin typeface="+mn-lt"/>
                <a:ea typeface="微软雅黑" panose="020B0503020204020204" pitchFamily="34" charset="-122"/>
              </a:rPr>
              <a:t>确定。</a:t>
            </a:r>
            <a:endParaRPr lang="en-US" altLang="zh-CN" sz="2800" i="0" dirty="0">
              <a:latin typeface="+mn-lt"/>
              <a:ea typeface="微软雅黑" panose="020B0503020204020204" pitchFamily="34" charset="-122"/>
            </a:endParaRPr>
          </a:p>
          <a:p>
            <a:pPr lvl="0">
              <a:lnSpc>
                <a:spcPct val="130000"/>
              </a:lnSpc>
            </a:pPr>
            <a:r>
              <a:rPr kumimoji="1" lang="en-US" altLang="zh-CN" sz="2800" i="0" dirty="0">
                <a:latin typeface="+mn-lt"/>
                <a:ea typeface="微软雅黑" panose="020B0503020204020204" pitchFamily="34" charset="-122"/>
              </a:rPr>
              <a:t>      </a:t>
            </a:r>
            <a:r>
              <a:rPr kumimoji="1" lang="zh-CN" altLang="en-US" sz="2800" i="0" dirty="0">
                <a:latin typeface="+mj-lt"/>
                <a:ea typeface="微软雅黑" panose="020B0503020204020204" pitchFamily="34" charset="-122"/>
              </a:rPr>
              <a:t>在设计梁时，一般应先满足强度条件，再校核刚度条件。如所选截面不能满足刚度条件，再考虑重新选择。</a:t>
            </a:r>
            <a:endParaRPr kumimoji="1" lang="zh-CN" altLang="en-US" sz="2800" i="0" dirty="0">
              <a:latin typeface="+mn-lt"/>
              <a:ea typeface="微软雅黑" panose="020B0503020204020204" pitchFamily="34" charset="-122"/>
            </a:endParaRPr>
          </a:p>
        </p:txBody>
      </p:sp>
    </p:spTree>
    <p:extLst>
      <p:ext uri="{BB962C8B-B14F-4D97-AF65-F5344CB8AC3E}">
        <p14:creationId xmlns:p14="http://schemas.microsoft.com/office/powerpoint/2010/main" val="258004020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3647152" cy="646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用积分法求梁的变形</a:t>
            </a:r>
          </a:p>
        </p:txBody>
      </p:sp>
      <p:sp>
        <p:nvSpPr>
          <p:cNvPr id="8" name="Text Box 1032"/>
          <p:cNvSpPr txBox="1">
            <a:spLocks noChangeArrowheads="1"/>
          </p:cNvSpPr>
          <p:nvPr/>
        </p:nvSpPr>
        <p:spPr bwMode="auto">
          <a:xfrm>
            <a:off x="467676" y="1540187"/>
            <a:ext cx="11424968"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en-US" altLang="zh-CN" sz="2800" i="0" dirty="0">
                <a:solidFill>
                  <a:srgbClr val="FF00FF"/>
                </a:solidFill>
                <a:latin typeface="+mn-lt"/>
                <a:ea typeface="微软雅黑" panose="020B0503020204020204" pitchFamily="34" charset="-122"/>
              </a:rPr>
              <a:t>1</a:t>
            </a:r>
            <a:r>
              <a:rPr kumimoji="1" lang="zh-CN" altLang="en-US" sz="2800" i="0" dirty="0">
                <a:solidFill>
                  <a:srgbClr val="FF00FF"/>
                </a:solidFill>
                <a:latin typeface="+mn-lt"/>
                <a:ea typeface="微软雅黑" panose="020B0503020204020204" pitchFamily="34" charset="-122"/>
              </a:rPr>
              <a:t>．挠曲线近似微分方程</a:t>
            </a:r>
            <a:endParaRPr kumimoji="1" lang="en-US" altLang="zh-CN" sz="2800" i="0" dirty="0">
              <a:solidFill>
                <a:srgbClr val="FF00FF"/>
              </a:solidFill>
              <a:latin typeface="+mn-lt"/>
              <a:ea typeface="微软雅黑" panose="020B0503020204020204" pitchFamily="34" charset="-122"/>
            </a:endParaRPr>
          </a:p>
          <a:p>
            <a:pPr>
              <a:lnSpc>
                <a:spcPct val="130000"/>
              </a:lnSpc>
            </a:pPr>
            <a:r>
              <a:rPr kumimoji="1" lang="zh-CN" altLang="en-US" sz="2800" b="0" i="0" dirty="0">
                <a:solidFill>
                  <a:srgbClr val="FFFFFF"/>
                </a:solidFill>
                <a:ea typeface="黑体" panose="02010609060101010101" pitchFamily="49" charset="-122"/>
              </a:rPr>
              <a:t>由  </a:t>
            </a:r>
            <a:r>
              <a:rPr lang="zh-CN" altLang="en-US" sz="2800" i="0" dirty="0">
                <a:latin typeface="+mn-lt"/>
                <a:ea typeface="微软雅黑" panose="020B0503020204020204" pitchFamily="34" charset="-122"/>
              </a:rPr>
              <a:t>剪力对梁弯曲变形的影响忽略不计，故可由纯弯曲梁变形基本公式建立梁的挠曲线方程。由</a:t>
            </a:r>
            <a:endParaRPr lang="en-US" altLang="zh-CN" sz="2800" i="0" dirty="0">
              <a:latin typeface="+mn-lt"/>
              <a:ea typeface="微软雅黑" panose="020B0503020204020204" pitchFamily="34" charset="-122"/>
            </a:endParaRPr>
          </a:p>
          <a:p>
            <a:pPr lvl="0">
              <a:lnSpc>
                <a:spcPct val="130000"/>
              </a:lnSpc>
            </a:pPr>
            <a:r>
              <a:rPr kumimoji="1" lang="zh-CN" altLang="en-US" sz="2800" b="0" i="0" dirty="0">
                <a:ea typeface="黑体" panose="02010609060101010101" pitchFamily="49" charset="-122"/>
              </a:rPr>
              <a:t>                       </a:t>
            </a:r>
            <a:r>
              <a:rPr kumimoji="1" lang="zh-CN" altLang="en-US" sz="2800" b="0" dirty="0">
                <a:ea typeface="微软雅黑" panose="020B0503020204020204" pitchFamily="34" charset="-122"/>
                <a:sym typeface="Symbol" panose="05050102010706020507" pitchFamily="18" charset="2"/>
              </a:rPr>
              <a:t> </a:t>
            </a:r>
            <a:r>
              <a:rPr kumimoji="1" lang="en-US" altLang="zh-CN" sz="2800" b="0" dirty="0">
                <a:ea typeface="微软雅黑" panose="020B0503020204020204" pitchFamily="34" charset="-122"/>
              </a:rPr>
              <a:t>=</a:t>
            </a:r>
            <a:r>
              <a:rPr kumimoji="1" lang="en-US" altLang="zh-CN" sz="2800" b="0" dirty="0" err="1">
                <a:ea typeface="微软雅黑" panose="020B0503020204020204" pitchFamily="34" charset="-122"/>
              </a:rPr>
              <a:t>Ky</a:t>
            </a:r>
            <a:r>
              <a:rPr kumimoji="1" lang="en-US" altLang="zh-CN" sz="2800" b="0" dirty="0">
                <a:ea typeface="微软雅黑" panose="020B0503020204020204" pitchFamily="34" charset="-122"/>
              </a:rPr>
              <a:t> =</a:t>
            </a:r>
            <a:r>
              <a:rPr kumimoji="1" lang="en-US" altLang="zh-CN" sz="2800" b="0" dirty="0">
                <a:solidFill>
                  <a:srgbClr val="FF00FF"/>
                </a:solidFill>
                <a:ea typeface="微软雅黑" panose="020B0503020204020204" pitchFamily="34" charset="-122"/>
              </a:rPr>
              <a:t> </a:t>
            </a:r>
            <a:r>
              <a:rPr kumimoji="1" lang="en-US" altLang="zh-CN" sz="2800" b="0" dirty="0" err="1">
                <a:ea typeface="微软雅黑" panose="020B0503020204020204" pitchFamily="34" charset="-122"/>
              </a:rPr>
              <a:t>Ey</a:t>
            </a:r>
            <a:r>
              <a:rPr kumimoji="1" lang="en-US" altLang="zh-CN" sz="2800" b="0" dirty="0">
                <a:ea typeface="微软雅黑" panose="020B0503020204020204" pitchFamily="34" charset="-122"/>
              </a:rPr>
              <a:t>/</a:t>
            </a:r>
            <a:r>
              <a:rPr kumimoji="1" lang="el-GR" altLang="zh-CN" sz="2800" b="0" dirty="0">
                <a:ea typeface="微软雅黑" panose="020B0503020204020204" pitchFamily="34" charset="-122"/>
              </a:rPr>
              <a:t>ρ</a:t>
            </a:r>
            <a:r>
              <a:rPr kumimoji="1" lang="en-US" altLang="zh-CN" sz="2800" b="0" dirty="0">
                <a:ea typeface="微软雅黑" panose="020B0503020204020204" pitchFamily="34" charset="-122"/>
              </a:rPr>
              <a:t>      </a:t>
            </a:r>
            <a:r>
              <a:rPr lang="zh-CN" altLang="en-US" sz="2800" i="0" dirty="0">
                <a:latin typeface="+mn-lt"/>
                <a:ea typeface="微软雅黑" panose="020B0503020204020204" pitchFamily="34" charset="-122"/>
              </a:rPr>
              <a:t>和</a:t>
            </a:r>
            <a:r>
              <a:rPr kumimoji="1" lang="zh-CN" altLang="en-US" sz="2800" b="0" i="0" dirty="0">
                <a:ea typeface="黑体" panose="02010609060101010101" pitchFamily="49" charset="-122"/>
              </a:rPr>
              <a:t>      </a:t>
            </a:r>
            <a:r>
              <a:rPr kumimoji="1" lang="zh-CN" altLang="en-US" sz="2800" b="0" dirty="0">
                <a:ea typeface="微软雅黑" panose="020B0503020204020204" pitchFamily="34" charset="-122"/>
                <a:sym typeface="Symbol" panose="05050102010706020507" pitchFamily="18" charset="2"/>
              </a:rPr>
              <a:t></a:t>
            </a:r>
            <a:r>
              <a:rPr kumimoji="1" lang="zh-CN" altLang="en-US" sz="2800" b="0" dirty="0">
                <a:ea typeface="微软雅黑" panose="020B0503020204020204" pitchFamily="34" charset="-122"/>
              </a:rPr>
              <a:t> </a:t>
            </a:r>
            <a:r>
              <a:rPr kumimoji="1" lang="en-US" altLang="zh-CN" sz="2800" b="0" dirty="0">
                <a:ea typeface="微软雅黑" panose="020B0503020204020204" pitchFamily="34" charset="-122"/>
              </a:rPr>
              <a:t>=My/</a:t>
            </a:r>
            <a:r>
              <a:rPr kumimoji="1" lang="en-US" altLang="zh-CN" sz="2800" b="0" dirty="0" err="1">
                <a:ea typeface="微软雅黑" panose="020B0503020204020204" pitchFamily="34" charset="-122"/>
              </a:rPr>
              <a:t>I</a:t>
            </a:r>
            <a:r>
              <a:rPr kumimoji="1" lang="en-US" altLang="zh-CN" sz="2800" b="0" baseline="-25000" dirty="0" err="1">
                <a:ea typeface="微软雅黑" panose="020B0503020204020204" pitchFamily="34" charset="-122"/>
              </a:rPr>
              <a:t>z</a:t>
            </a:r>
            <a:r>
              <a:rPr kumimoji="1" lang="en-US" altLang="zh-CN" sz="2800" b="0" dirty="0">
                <a:solidFill>
                  <a:srgbClr val="FF00FF"/>
                </a:solidFill>
                <a:ea typeface="微软雅黑" panose="020B0503020204020204" pitchFamily="34" charset="-122"/>
              </a:rPr>
              <a:t> </a:t>
            </a:r>
          </a:p>
          <a:p>
            <a:pPr lvl="0">
              <a:lnSpc>
                <a:spcPct val="130000"/>
              </a:lnSpc>
            </a:pPr>
            <a:r>
              <a:rPr kumimoji="1" lang="zh-CN" altLang="en-US" sz="2800" i="0" dirty="0">
                <a:latin typeface="+mj-lt"/>
                <a:ea typeface="微软雅黑" panose="020B0503020204020204" pitchFamily="34" charset="-122"/>
              </a:rPr>
              <a:t>可得</a:t>
            </a:r>
            <a:endParaRPr kumimoji="1" lang="zh-CN" altLang="en-US" sz="2800" i="0" dirty="0">
              <a:latin typeface="+mn-lt"/>
              <a:ea typeface="微软雅黑" panose="020B0503020204020204" pitchFamily="34" charset="-122"/>
            </a:endParaRPr>
          </a:p>
        </p:txBody>
      </p:sp>
      <p:graphicFrame>
        <p:nvGraphicFramePr>
          <p:cNvPr id="9" name="Object 4"/>
          <p:cNvGraphicFramePr>
            <a:graphicFrameLocks noChangeAspect="1"/>
          </p:cNvGraphicFramePr>
          <p:nvPr/>
        </p:nvGraphicFramePr>
        <p:xfrm>
          <a:off x="2531604" y="3897052"/>
          <a:ext cx="1869613" cy="936104"/>
        </p:xfrm>
        <a:graphic>
          <a:graphicData uri="http://schemas.openxmlformats.org/presentationml/2006/ole">
            <mc:AlternateContent xmlns:mc="http://schemas.openxmlformats.org/markup-compatibility/2006">
              <mc:Choice xmlns:v="urn:schemas-microsoft-com:vml" Requires="v">
                <p:oleObj name="Equation" r:id="rId3" imgW="863280" imgH="431640" progId="Equation.DSMT4">
                  <p:embed/>
                </p:oleObj>
              </mc:Choice>
              <mc:Fallback>
                <p:oleObj name="Equation" r:id="rId3" imgW="863280" imgH="431640" progId="Equation.DSMT4">
                  <p:embed/>
                  <p:pic>
                    <p:nvPicPr>
                      <p:cNvPr id="9" name="Object 4"/>
                      <p:cNvPicPr>
                        <a:picLocks noChangeAspect="1" noChangeArrowheads="1"/>
                      </p:cNvPicPr>
                      <p:nvPr/>
                    </p:nvPicPr>
                    <p:blipFill>
                      <a:blip r:embed="rId4"/>
                      <a:srcRect/>
                      <a:stretch>
                        <a:fillRect/>
                      </a:stretch>
                    </p:blipFill>
                    <p:spPr bwMode="auto">
                      <a:xfrm>
                        <a:off x="2531604" y="3897052"/>
                        <a:ext cx="1869613" cy="936104"/>
                      </a:xfrm>
                      <a:prstGeom prst="rect">
                        <a:avLst/>
                      </a:prstGeom>
                      <a:noFill/>
                      <a:ln>
                        <a:noFill/>
                      </a:ln>
                      <a:effectLst/>
                    </p:spPr>
                  </p:pic>
                </p:oleObj>
              </mc:Fallback>
            </mc:AlternateContent>
          </a:graphicData>
        </a:graphic>
      </p:graphicFrame>
      <p:sp>
        <p:nvSpPr>
          <p:cNvPr id="12" name="Text Box 1032"/>
          <p:cNvSpPr txBox="1">
            <a:spLocks noChangeArrowheads="1"/>
          </p:cNvSpPr>
          <p:nvPr/>
        </p:nvSpPr>
        <p:spPr bwMode="auto">
          <a:xfrm>
            <a:off x="467676" y="4725144"/>
            <a:ext cx="11424968"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     由数学手册可得挠度</a:t>
            </a:r>
            <a:r>
              <a:rPr lang="en-US" altLang="zh-CN" sz="2800" b="0" dirty="0">
                <a:latin typeface="+mn-lt"/>
                <a:ea typeface="微软雅黑" panose="020B0503020204020204" pitchFamily="34" charset="-122"/>
              </a:rPr>
              <a:t>y</a:t>
            </a:r>
            <a:r>
              <a:rPr lang="zh-CN" altLang="en-US" sz="2800" i="0" dirty="0">
                <a:latin typeface="+mn-lt"/>
                <a:ea typeface="微软雅黑" panose="020B0503020204020204" pitchFamily="34" charset="-122"/>
              </a:rPr>
              <a:t>与曲率半径 </a:t>
            </a:r>
            <a:r>
              <a:rPr kumimoji="1" lang="el-GR" altLang="zh-CN" sz="2800" b="0" dirty="0">
                <a:ea typeface="微软雅黑" panose="020B0503020204020204" pitchFamily="34" charset="-122"/>
              </a:rPr>
              <a:t>ρ</a:t>
            </a:r>
            <a:r>
              <a:rPr lang="zh-CN" altLang="en-US" sz="2800" i="0" dirty="0">
                <a:latin typeface="+mn-lt"/>
                <a:ea typeface="微软雅黑" panose="020B0503020204020204" pitchFamily="34" charset="-122"/>
              </a:rPr>
              <a:t>之间的关系</a:t>
            </a:r>
          </a:p>
        </p:txBody>
      </p:sp>
      <p:graphicFrame>
        <p:nvGraphicFramePr>
          <p:cNvPr id="13" name="Object 3"/>
          <p:cNvGraphicFramePr>
            <a:graphicFrameLocks noChangeAspect="1"/>
          </p:cNvGraphicFramePr>
          <p:nvPr/>
        </p:nvGraphicFramePr>
        <p:xfrm>
          <a:off x="2531604" y="5311406"/>
          <a:ext cx="2502104" cy="984871"/>
        </p:xfrm>
        <a:graphic>
          <a:graphicData uri="http://schemas.openxmlformats.org/presentationml/2006/ole">
            <mc:AlternateContent xmlns:mc="http://schemas.openxmlformats.org/markup-compatibility/2006">
              <mc:Choice xmlns:v="urn:schemas-microsoft-com:vml" Requires="v">
                <p:oleObj name="Equation" r:id="rId5" imgW="1193760" imgH="469800" progId="Equation.DSMT4">
                  <p:embed/>
                </p:oleObj>
              </mc:Choice>
              <mc:Fallback>
                <p:oleObj name="Equation" r:id="rId5" imgW="1193760" imgH="469800" progId="Equation.DSMT4">
                  <p:embed/>
                  <p:pic>
                    <p:nvPicPr>
                      <p:cNvPr id="13" name="Object 3"/>
                      <p:cNvPicPr>
                        <a:picLocks noChangeAspect="1" noChangeArrowheads="1"/>
                      </p:cNvPicPr>
                      <p:nvPr/>
                    </p:nvPicPr>
                    <p:blipFill>
                      <a:blip r:embed="rId6"/>
                      <a:srcRect/>
                      <a:stretch>
                        <a:fillRect/>
                      </a:stretch>
                    </p:blipFill>
                    <p:spPr bwMode="auto">
                      <a:xfrm>
                        <a:off x="2531604" y="5311406"/>
                        <a:ext cx="2502104" cy="984871"/>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7084371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left)">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2"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Text Box 1032"/>
          <p:cNvSpPr txBox="1">
            <a:spLocks noChangeArrowheads="1"/>
          </p:cNvSpPr>
          <p:nvPr/>
        </p:nvSpPr>
        <p:spPr bwMode="auto">
          <a:xfrm>
            <a:off x="467676" y="3879783"/>
            <a:ext cx="11352960" cy="1157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lang="zh-CN" altLang="en-US" sz="2800" i="0" dirty="0">
                <a:latin typeface="+mn-lt"/>
                <a:ea typeface="微软雅黑" panose="020B0503020204020204" pitchFamily="34" charset="-122"/>
              </a:rPr>
              <a:t>选取图中的坐标系，</a:t>
            </a:r>
            <a:r>
              <a:rPr lang="en-US" altLang="zh-CN" sz="2800" b="0" dirty="0">
                <a:latin typeface="+mn-lt"/>
                <a:ea typeface="微软雅黑" panose="020B0503020204020204" pitchFamily="34" charset="-122"/>
              </a:rPr>
              <a:t>y″</a:t>
            </a:r>
            <a:r>
              <a:rPr lang="zh-CN" altLang="en-US" sz="2800" i="0" dirty="0">
                <a:latin typeface="+mn-lt"/>
                <a:ea typeface="微软雅黑" panose="020B0503020204020204" pitchFamily="34" charset="-122"/>
              </a:rPr>
              <a:t>与</a:t>
            </a:r>
            <a:r>
              <a:rPr lang="en-US" altLang="zh-CN" sz="2800" b="0" dirty="0">
                <a:latin typeface="+mn-lt"/>
                <a:ea typeface="微软雅黑" panose="020B0503020204020204" pitchFamily="34" charset="-122"/>
              </a:rPr>
              <a:t>M</a:t>
            </a:r>
            <a:r>
              <a:rPr lang="en-US" altLang="zh-CN" sz="2800" b="0" i="0" dirty="0">
                <a:latin typeface="+mn-lt"/>
                <a:ea typeface="微软雅黑" panose="020B0503020204020204" pitchFamily="34" charset="-122"/>
              </a:rPr>
              <a:t>(</a:t>
            </a:r>
            <a:r>
              <a:rPr lang="en-US" altLang="zh-CN" sz="2800" b="0" dirty="0">
                <a:latin typeface="+mn-lt"/>
                <a:ea typeface="微软雅黑" panose="020B0503020204020204" pitchFamily="34" charset="-122"/>
              </a:rPr>
              <a:t>x</a:t>
            </a:r>
            <a:r>
              <a:rPr lang="en-US" altLang="zh-CN" sz="2800" b="0" i="0" dirty="0">
                <a:latin typeface="+mn-lt"/>
                <a:ea typeface="微软雅黑" panose="020B0503020204020204" pitchFamily="34" charset="-122"/>
              </a:rPr>
              <a:t>)</a:t>
            </a:r>
            <a:r>
              <a:rPr lang="zh-CN" altLang="en-US" sz="2800" i="0" dirty="0">
                <a:latin typeface="+mn-lt"/>
                <a:ea typeface="微软雅黑" panose="020B0503020204020204" pitchFamily="34" charset="-122"/>
              </a:rPr>
              <a:t> 始终同号，故上式取正号 。同时略去高阶小量</a:t>
            </a:r>
            <a:r>
              <a:rPr lang="en-US" altLang="zh-CN" sz="2800" i="0" dirty="0">
                <a:latin typeface="+mn-lt"/>
                <a:ea typeface="微软雅黑" panose="020B0503020204020204" pitchFamily="34" charset="-122"/>
              </a:rPr>
              <a:t>(</a:t>
            </a:r>
            <a:r>
              <a:rPr lang="en-US" altLang="zh-CN" sz="2800" b="0" dirty="0">
                <a:latin typeface="+mn-lt"/>
                <a:ea typeface="微软雅黑" panose="020B0503020204020204" pitchFamily="34" charset="-122"/>
              </a:rPr>
              <a:t>y′ </a:t>
            </a:r>
            <a:r>
              <a:rPr lang="en-US" altLang="zh-CN" sz="2800" b="0" i="0" baseline="30000" dirty="0">
                <a:latin typeface="+mn-lt"/>
                <a:ea typeface="微软雅黑" panose="020B0503020204020204" pitchFamily="34" charset="-122"/>
              </a:rPr>
              <a:t>2</a:t>
            </a:r>
            <a:r>
              <a:rPr lang="en-US" altLang="zh-CN" sz="2800" i="0" dirty="0">
                <a:latin typeface="+mn-lt"/>
                <a:ea typeface="微软雅黑" panose="020B0503020204020204" pitchFamily="34" charset="-122"/>
              </a:rPr>
              <a:t>)</a:t>
            </a:r>
            <a:r>
              <a:rPr lang="zh-CN" altLang="en-US" sz="2800" i="0" dirty="0">
                <a:ea typeface="微软雅黑" panose="020B0503020204020204" pitchFamily="34" charset="-122"/>
              </a:rPr>
              <a:t> ，可以得到</a:t>
            </a:r>
            <a:r>
              <a:rPr lang="zh-CN" altLang="en-US" sz="2800" i="0" dirty="0">
                <a:solidFill>
                  <a:srgbClr val="FF00FF"/>
                </a:solidFill>
                <a:ea typeface="微软雅黑" panose="020B0503020204020204" pitchFamily="34" charset="-122"/>
              </a:rPr>
              <a:t>挠曲线近似微分方程</a:t>
            </a:r>
            <a:endParaRPr lang="zh-CN" altLang="en-US" sz="2800" b="0" dirty="0">
              <a:solidFill>
                <a:srgbClr val="FF00FF"/>
              </a:solidFill>
              <a:latin typeface="+mn-lt"/>
              <a:ea typeface="微软雅黑" panose="020B0503020204020204" pitchFamily="34" charset="-122"/>
            </a:endParaRPr>
          </a:p>
        </p:txBody>
      </p:sp>
      <p:graphicFrame>
        <p:nvGraphicFramePr>
          <p:cNvPr id="13" name="Object 3"/>
          <p:cNvGraphicFramePr>
            <a:graphicFrameLocks noChangeAspect="1"/>
          </p:cNvGraphicFramePr>
          <p:nvPr/>
        </p:nvGraphicFramePr>
        <p:xfrm>
          <a:off x="2387588" y="5270429"/>
          <a:ext cx="2233228" cy="574966"/>
        </p:xfrm>
        <a:graphic>
          <a:graphicData uri="http://schemas.openxmlformats.org/presentationml/2006/ole">
            <mc:AlternateContent xmlns:mc="http://schemas.openxmlformats.org/markup-compatibility/2006">
              <mc:Choice xmlns:v="urn:schemas-microsoft-com:vml" Requires="v">
                <p:oleObj name="Equation" r:id="rId3" imgW="888840" imgH="228600" progId="Equation.DSMT4">
                  <p:embed/>
                </p:oleObj>
              </mc:Choice>
              <mc:Fallback>
                <p:oleObj name="Equation" r:id="rId3" imgW="888840" imgH="228600" progId="Equation.DSMT4">
                  <p:embed/>
                  <p:pic>
                    <p:nvPicPr>
                      <p:cNvPr id="13" name="Object 3"/>
                      <p:cNvPicPr>
                        <a:picLocks noChangeAspect="1" noChangeArrowheads="1"/>
                      </p:cNvPicPr>
                      <p:nvPr/>
                    </p:nvPicPr>
                    <p:blipFill>
                      <a:blip r:embed="rId4"/>
                      <a:srcRect/>
                      <a:stretch>
                        <a:fillRect/>
                      </a:stretch>
                    </p:blipFill>
                    <p:spPr bwMode="auto">
                      <a:xfrm>
                        <a:off x="2387588" y="5270429"/>
                        <a:ext cx="2233228" cy="574966"/>
                      </a:xfrm>
                      <a:prstGeom prst="rect">
                        <a:avLst/>
                      </a:prstGeom>
                      <a:noFill/>
                      <a:ln>
                        <a:noFill/>
                      </a:ln>
                      <a:effectLst/>
                    </p:spPr>
                  </p:pic>
                </p:oleObj>
              </mc:Fallback>
            </mc:AlternateContent>
          </a:graphicData>
        </a:graphic>
      </p:graphicFrame>
      <p:sp>
        <p:nvSpPr>
          <p:cNvPr id="10" name="Rectangle 61">
            <a:extLst>
              <a:ext uri="{FF2B5EF4-FFF2-40B4-BE49-F238E27FC236}">
                <a16:creationId xmlns:a16="http://schemas.microsoft.com/office/drawing/2014/main" id="{55A2CE2A-C2E2-0590-752E-7456CAC75EA0}"/>
              </a:ext>
            </a:extLst>
          </p:cNvPr>
          <p:cNvSpPr>
            <a:spLocks noChangeArrowheads="1"/>
          </p:cNvSpPr>
          <p:nvPr/>
        </p:nvSpPr>
        <p:spPr bwMode="auto">
          <a:xfrm>
            <a:off x="2027548" y="1012631"/>
            <a:ext cx="8028892" cy="2634323"/>
          </a:xfrm>
          <a:prstGeom prst="rect">
            <a:avLst/>
          </a:prstGeom>
          <a:solidFill>
            <a:srgbClr val="B9CDE5"/>
          </a:solidFill>
          <a:ln>
            <a:noFill/>
          </a:ln>
          <a:effectLst/>
        </p:spPr>
        <p:txBody>
          <a:bodyPr wrap="none" anchor="ctr"/>
          <a:lstStyle/>
          <a:p>
            <a:endParaRPr lang="zh-CN" altLang="en-US"/>
          </a:p>
        </p:txBody>
      </p:sp>
      <p:pic>
        <p:nvPicPr>
          <p:cNvPr id="11" name="Picture 11" descr="m1"/>
          <p:cNvPicPr>
            <a:picLocks noChangeAspect="1" noChangeArrowheads="1"/>
          </p:cNvPicPr>
          <p:nvPr/>
        </p:nvPicPr>
        <p:blipFill>
          <a:blip r:embed="rId5" cstate="print">
            <a:extLst>
              <a:ext uri="{28A0092B-C50C-407E-A947-70E740481C1C}">
                <a14:useLocalDpi xmlns:a14="http://schemas.microsoft.com/office/drawing/2010/main" val="0"/>
              </a:ext>
            </a:extLst>
          </a:blip>
          <a:srcRect l="13383" t="36090" r="56120" b="24937"/>
          <a:stretch>
            <a:fillRect/>
          </a:stretch>
        </p:blipFill>
        <p:spPr bwMode="auto">
          <a:xfrm>
            <a:off x="2531604" y="1216956"/>
            <a:ext cx="3058766" cy="22256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2" descr="m2"/>
          <p:cNvPicPr>
            <a:picLocks noChangeAspect="1" noChangeArrowheads="1"/>
          </p:cNvPicPr>
          <p:nvPr/>
        </p:nvPicPr>
        <p:blipFill>
          <a:blip r:embed="rId6" cstate="print">
            <a:extLst>
              <a:ext uri="{28A0092B-C50C-407E-A947-70E740481C1C}">
                <a14:useLocalDpi xmlns:a14="http://schemas.microsoft.com/office/drawing/2010/main" val="0"/>
              </a:ext>
            </a:extLst>
          </a:blip>
          <a:srcRect l="48286" t="35808" r="19254" b="25502"/>
          <a:stretch>
            <a:fillRect/>
          </a:stretch>
        </p:blipFill>
        <p:spPr bwMode="auto">
          <a:xfrm>
            <a:off x="6312024" y="1216955"/>
            <a:ext cx="3277783" cy="2225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492406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8" name="Text Box 1032"/>
          <p:cNvSpPr txBox="1">
            <a:spLocks noChangeArrowheads="1"/>
          </p:cNvSpPr>
          <p:nvPr/>
        </p:nvSpPr>
        <p:spPr bwMode="auto">
          <a:xfrm>
            <a:off x="467676" y="865956"/>
            <a:ext cx="11424968" cy="1643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20000"/>
              </a:lnSpc>
            </a:pPr>
            <a:r>
              <a:rPr kumimoji="1" lang="en-US" altLang="zh-CN" sz="2800" i="0" dirty="0">
                <a:solidFill>
                  <a:srgbClr val="FF00FF"/>
                </a:solidFill>
                <a:latin typeface="+mn-lt"/>
                <a:ea typeface="微软雅黑" panose="020B0503020204020204" pitchFamily="34" charset="-122"/>
              </a:rPr>
              <a:t>2</a:t>
            </a:r>
            <a:r>
              <a:rPr kumimoji="1" lang="zh-CN" altLang="en-US" sz="2800" i="0" dirty="0">
                <a:solidFill>
                  <a:srgbClr val="FF00FF"/>
                </a:solidFill>
                <a:latin typeface="+mn-lt"/>
                <a:ea typeface="微软雅黑" panose="020B0503020204020204" pitchFamily="34" charset="-122"/>
              </a:rPr>
              <a:t>．用积分法求梁的变形</a:t>
            </a:r>
            <a:endParaRPr kumimoji="1" lang="en-US" altLang="zh-CN" sz="2800" i="0" dirty="0">
              <a:solidFill>
                <a:srgbClr val="FF00FF"/>
              </a:solidFill>
              <a:latin typeface="+mn-lt"/>
              <a:ea typeface="微软雅黑" panose="020B0503020204020204" pitchFamily="34" charset="-122"/>
            </a:endParaRPr>
          </a:p>
          <a:p>
            <a:pPr lvl="0">
              <a:lnSpc>
                <a:spcPct val="120000"/>
              </a:lnSpc>
            </a:pPr>
            <a:r>
              <a:rPr kumimoji="1" lang="zh-CN" altLang="en-US" sz="2800" b="0" i="0" dirty="0">
                <a:solidFill>
                  <a:srgbClr val="FFFFFF"/>
                </a:solidFill>
                <a:ea typeface="黑体" panose="02010609060101010101" pitchFamily="49" charset="-122"/>
              </a:rPr>
              <a:t>由  </a:t>
            </a:r>
            <a:r>
              <a:rPr lang="zh-CN" altLang="en-US" sz="2800" i="0" dirty="0">
                <a:latin typeface="+mn-lt"/>
                <a:ea typeface="微软雅黑" panose="020B0503020204020204" pitchFamily="34" charset="-122"/>
              </a:rPr>
              <a:t>要得到转角方程和挠曲线方程，可对挠曲线微分方程进行积分 。</a:t>
            </a:r>
            <a:endParaRPr lang="en-US" altLang="zh-CN" sz="2800" i="0" dirty="0">
              <a:latin typeface="+mn-lt"/>
              <a:ea typeface="微软雅黑" panose="020B0503020204020204" pitchFamily="34" charset="-122"/>
            </a:endParaRPr>
          </a:p>
          <a:p>
            <a:pPr>
              <a:lnSpc>
                <a:spcPct val="120000"/>
              </a:lnSpc>
            </a:pPr>
            <a:r>
              <a:rPr lang="zh-CN" altLang="en-US" sz="2800" i="0" dirty="0">
                <a:latin typeface="+mn-lt"/>
                <a:ea typeface="微软雅黑" panose="020B0503020204020204" pitchFamily="34" charset="-122"/>
              </a:rPr>
              <a:t>      积分一次得转角方程为：</a:t>
            </a:r>
          </a:p>
        </p:txBody>
      </p:sp>
      <p:sp>
        <p:nvSpPr>
          <p:cNvPr id="12" name="Text Box 1032"/>
          <p:cNvSpPr txBox="1">
            <a:spLocks noChangeArrowheads="1"/>
          </p:cNvSpPr>
          <p:nvPr/>
        </p:nvSpPr>
        <p:spPr bwMode="auto">
          <a:xfrm>
            <a:off x="424482" y="3356174"/>
            <a:ext cx="58155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lvl="0"/>
            <a:r>
              <a:rPr lang="zh-CN" altLang="en-US" sz="2800" i="0" dirty="0">
                <a:latin typeface="+mn-lt"/>
                <a:ea typeface="微软雅黑" panose="020B0503020204020204" pitchFamily="34" charset="-122"/>
              </a:rPr>
              <a:t>      再积分一次得挠曲线方程为：</a:t>
            </a:r>
          </a:p>
        </p:txBody>
      </p:sp>
      <p:graphicFrame>
        <p:nvGraphicFramePr>
          <p:cNvPr id="10" name="Object 104"/>
          <p:cNvGraphicFramePr>
            <a:graphicFrameLocks noChangeAspect="1"/>
          </p:cNvGraphicFramePr>
          <p:nvPr/>
        </p:nvGraphicFramePr>
        <p:xfrm>
          <a:off x="2006599" y="2468789"/>
          <a:ext cx="3203503" cy="863553"/>
        </p:xfrm>
        <a:graphic>
          <a:graphicData uri="http://schemas.openxmlformats.org/presentationml/2006/ole">
            <mc:AlternateContent xmlns:mc="http://schemas.openxmlformats.org/markup-compatibility/2006">
              <mc:Choice xmlns:v="urn:schemas-microsoft-com:vml" Requires="v">
                <p:oleObj name="Equation" r:id="rId3" imgW="1460160" imgH="393480" progId="Equation.DSMT4">
                  <p:embed/>
                </p:oleObj>
              </mc:Choice>
              <mc:Fallback>
                <p:oleObj name="Equation" r:id="rId3" imgW="1460160" imgH="393480" progId="Equation.DSMT4">
                  <p:embed/>
                  <p:pic>
                    <p:nvPicPr>
                      <p:cNvPr id="10" name="Object 104"/>
                      <p:cNvPicPr>
                        <a:picLocks noChangeAspect="1" noChangeArrowheads="1"/>
                      </p:cNvPicPr>
                      <p:nvPr/>
                    </p:nvPicPr>
                    <p:blipFill>
                      <a:blip r:embed="rId4"/>
                      <a:srcRect/>
                      <a:stretch>
                        <a:fillRect/>
                      </a:stretch>
                    </p:blipFill>
                    <p:spPr bwMode="auto">
                      <a:xfrm>
                        <a:off x="2006599" y="2468789"/>
                        <a:ext cx="3203503" cy="863553"/>
                      </a:xfrm>
                      <a:prstGeom prst="rect">
                        <a:avLst/>
                      </a:prstGeom>
                      <a:noFill/>
                      <a:ln>
                        <a:noFill/>
                      </a:ln>
                      <a:effectLst/>
                    </p:spPr>
                  </p:pic>
                </p:oleObj>
              </mc:Fallback>
            </mc:AlternateContent>
          </a:graphicData>
        </a:graphic>
      </p:graphicFrame>
      <p:graphicFrame>
        <p:nvGraphicFramePr>
          <p:cNvPr id="11" name="Object 104"/>
          <p:cNvGraphicFramePr>
            <a:graphicFrameLocks noChangeAspect="1"/>
          </p:cNvGraphicFramePr>
          <p:nvPr/>
        </p:nvGraphicFramePr>
        <p:xfrm>
          <a:off x="1847528" y="3936958"/>
          <a:ext cx="4233863" cy="947737"/>
        </p:xfrm>
        <a:graphic>
          <a:graphicData uri="http://schemas.openxmlformats.org/presentationml/2006/ole">
            <mc:AlternateContent xmlns:mc="http://schemas.openxmlformats.org/markup-compatibility/2006">
              <mc:Choice xmlns:v="urn:schemas-microsoft-com:vml" Requires="v">
                <p:oleObj name="Equation" r:id="rId5" imgW="1930320" imgH="431640" progId="Equation.DSMT4">
                  <p:embed/>
                </p:oleObj>
              </mc:Choice>
              <mc:Fallback>
                <p:oleObj name="Equation" r:id="rId5" imgW="1930320" imgH="431640" progId="Equation.DSMT4">
                  <p:embed/>
                  <p:pic>
                    <p:nvPicPr>
                      <p:cNvPr id="11" name="Object 104"/>
                      <p:cNvPicPr>
                        <a:picLocks noChangeAspect="1" noChangeArrowheads="1"/>
                      </p:cNvPicPr>
                      <p:nvPr/>
                    </p:nvPicPr>
                    <p:blipFill>
                      <a:blip r:embed="rId6"/>
                      <a:srcRect/>
                      <a:stretch>
                        <a:fillRect/>
                      </a:stretch>
                    </p:blipFill>
                    <p:spPr bwMode="auto">
                      <a:xfrm>
                        <a:off x="1847528" y="3936958"/>
                        <a:ext cx="4233863" cy="947737"/>
                      </a:xfrm>
                      <a:prstGeom prst="rect">
                        <a:avLst/>
                      </a:prstGeom>
                      <a:noFill/>
                      <a:ln>
                        <a:noFill/>
                      </a:ln>
                      <a:effectLst/>
                    </p:spPr>
                  </p:pic>
                </p:oleObj>
              </mc:Fallback>
            </mc:AlternateContent>
          </a:graphicData>
        </a:graphic>
      </p:graphicFrame>
      <p:sp>
        <p:nvSpPr>
          <p:cNvPr id="14" name="Text Box 1032"/>
          <p:cNvSpPr txBox="1">
            <a:spLocks noChangeArrowheads="1"/>
          </p:cNvSpPr>
          <p:nvPr/>
        </p:nvSpPr>
        <p:spPr bwMode="auto">
          <a:xfrm>
            <a:off x="947428" y="4901768"/>
            <a:ext cx="1101722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sz="2800" i="0" dirty="0">
                <a:latin typeface="+mn-lt"/>
                <a:ea typeface="微软雅黑" panose="020B0503020204020204" pitchFamily="34" charset="-122"/>
              </a:rPr>
              <a:t>积分常数</a:t>
            </a:r>
            <a:r>
              <a:rPr lang="en-US" altLang="zh-CN" sz="2800" b="0" dirty="0">
                <a:latin typeface="+mn-lt"/>
                <a:ea typeface="微软雅黑" panose="020B0503020204020204" pitchFamily="34" charset="-122"/>
              </a:rPr>
              <a:t>C</a:t>
            </a:r>
            <a:r>
              <a:rPr lang="en-US" altLang="zh-CN" sz="2800" b="0" i="0" baseline="-25000" dirty="0">
                <a:latin typeface="+mn-lt"/>
                <a:ea typeface="微软雅黑" panose="020B0503020204020204" pitchFamily="34" charset="-122"/>
              </a:rPr>
              <a:t>1</a:t>
            </a:r>
            <a:r>
              <a:rPr lang="zh-CN" altLang="en-US" sz="2800" i="0" dirty="0">
                <a:latin typeface="+mn-lt"/>
                <a:ea typeface="微软雅黑" panose="020B0503020204020204" pitchFamily="34" charset="-122"/>
              </a:rPr>
              <a:t>、</a:t>
            </a:r>
            <a:r>
              <a:rPr lang="en-US" altLang="zh-CN" sz="2800" b="0" dirty="0">
                <a:latin typeface="+mn-lt"/>
                <a:ea typeface="微软雅黑" panose="020B0503020204020204" pitchFamily="34" charset="-122"/>
              </a:rPr>
              <a:t>C</a:t>
            </a:r>
            <a:r>
              <a:rPr lang="en-US" altLang="zh-CN" sz="2800" b="0" i="0" baseline="-25000" dirty="0">
                <a:ea typeface="微软雅黑" panose="020B0503020204020204" pitchFamily="34" charset="-122"/>
              </a:rPr>
              <a:t>2</a:t>
            </a:r>
            <a:r>
              <a:rPr lang="en-US" altLang="zh-CN" sz="2800" i="0" dirty="0">
                <a:latin typeface="+mn-lt"/>
                <a:ea typeface="微软雅黑" panose="020B0503020204020204" pitchFamily="34" charset="-122"/>
              </a:rPr>
              <a:t> </a:t>
            </a:r>
            <a:r>
              <a:rPr lang="zh-CN" altLang="en-US" sz="2800" i="0" dirty="0">
                <a:latin typeface="+mn-lt"/>
                <a:ea typeface="微软雅黑" panose="020B0503020204020204" pitchFamily="34" charset="-122"/>
              </a:rPr>
              <a:t>由梁的位移边界条件和光滑连续条件确定。在</a:t>
            </a:r>
            <a:r>
              <a:rPr lang="zh-CN" altLang="en-US" sz="2800" i="0" dirty="0">
                <a:solidFill>
                  <a:srgbClr val="FF00FF"/>
                </a:solidFill>
                <a:latin typeface="+mn-lt"/>
                <a:ea typeface="微软雅黑" panose="020B0503020204020204" pitchFamily="34" charset="-122"/>
              </a:rPr>
              <a:t>固定端约束</a:t>
            </a:r>
            <a:r>
              <a:rPr lang="zh-CN" altLang="en-US" sz="2800" i="0" dirty="0">
                <a:latin typeface="+mn-lt"/>
                <a:ea typeface="微软雅黑" panose="020B0503020204020204" pitchFamily="34" charset="-122"/>
              </a:rPr>
              <a:t>处，</a:t>
            </a:r>
            <a:r>
              <a:rPr lang="zh-CN" altLang="en-US" sz="2800" i="0" dirty="0">
                <a:solidFill>
                  <a:srgbClr val="FF0000"/>
                </a:solidFill>
                <a:latin typeface="+mn-lt"/>
                <a:ea typeface="微软雅黑" panose="020B0503020204020204" pitchFamily="34" charset="-122"/>
              </a:rPr>
              <a:t>挠度和转角均为</a:t>
            </a:r>
            <a:r>
              <a:rPr lang="en-US" altLang="zh-CN" sz="2800" b="0" i="0" dirty="0">
                <a:solidFill>
                  <a:srgbClr val="FF0000"/>
                </a:solidFill>
                <a:latin typeface="+mn-lt"/>
                <a:ea typeface="微软雅黑" panose="020B0503020204020204" pitchFamily="34" charset="-122"/>
              </a:rPr>
              <a:t>0</a:t>
            </a:r>
            <a:r>
              <a:rPr lang="zh-CN" altLang="en-US" sz="2800" i="0" dirty="0">
                <a:latin typeface="+mn-lt"/>
                <a:ea typeface="微软雅黑" panose="020B0503020204020204" pitchFamily="34" charset="-122"/>
              </a:rPr>
              <a:t>，</a:t>
            </a:r>
            <a:r>
              <a:rPr lang="zh-CN" altLang="en-US" sz="2800" i="0" dirty="0">
                <a:solidFill>
                  <a:srgbClr val="FF00FF"/>
                </a:solidFill>
                <a:latin typeface="+mn-lt"/>
                <a:ea typeface="微软雅黑" panose="020B0503020204020204" pitchFamily="34" charset="-122"/>
              </a:rPr>
              <a:t>铰约束</a:t>
            </a:r>
            <a:r>
              <a:rPr lang="zh-CN" altLang="en-US" sz="2800" i="0" dirty="0">
                <a:latin typeface="+mn-lt"/>
                <a:ea typeface="微软雅黑" panose="020B0503020204020204" pitchFamily="34" charset="-122"/>
              </a:rPr>
              <a:t>处</a:t>
            </a:r>
            <a:r>
              <a:rPr lang="zh-CN" altLang="en-US" sz="2800" i="0" dirty="0">
                <a:solidFill>
                  <a:srgbClr val="FF0000"/>
                </a:solidFill>
                <a:latin typeface="+mn-lt"/>
                <a:ea typeface="微软雅黑" panose="020B0503020204020204" pitchFamily="34" charset="-122"/>
              </a:rPr>
              <a:t>挠度为</a:t>
            </a:r>
            <a:r>
              <a:rPr lang="en-US" altLang="zh-CN" sz="2800" b="0" i="0" dirty="0">
                <a:solidFill>
                  <a:srgbClr val="FF0000"/>
                </a:solidFill>
                <a:latin typeface="+mn-lt"/>
                <a:ea typeface="微软雅黑" panose="020B0503020204020204" pitchFamily="34" charset="-122"/>
              </a:rPr>
              <a:t>0</a:t>
            </a:r>
            <a:r>
              <a:rPr lang="zh-CN" altLang="en-US" sz="2800" i="0" dirty="0">
                <a:latin typeface="+mn-lt"/>
                <a:ea typeface="微软雅黑" panose="020B0503020204020204" pitchFamily="34" charset="-122"/>
              </a:rPr>
              <a:t>。梁变形时，截面</a:t>
            </a:r>
            <a:r>
              <a:rPr lang="zh-CN" altLang="en-US" sz="2800" i="0" dirty="0">
                <a:solidFill>
                  <a:srgbClr val="FF00FF"/>
                </a:solidFill>
                <a:latin typeface="+mn-lt"/>
                <a:ea typeface="微软雅黑" panose="020B0503020204020204" pitchFamily="34" charset="-122"/>
              </a:rPr>
              <a:t>左、右的挠度和转角</a:t>
            </a:r>
            <a:r>
              <a:rPr lang="zh-CN" altLang="en-US" sz="2800" i="0" dirty="0">
                <a:latin typeface="+mn-lt"/>
                <a:ea typeface="微软雅黑" panose="020B0503020204020204" pitchFamily="34" charset="-122"/>
              </a:rPr>
              <a:t>分别</a:t>
            </a:r>
            <a:r>
              <a:rPr lang="zh-CN" altLang="en-US" sz="2800" i="0" dirty="0">
                <a:solidFill>
                  <a:srgbClr val="FF0000"/>
                </a:solidFill>
                <a:latin typeface="+mn-lt"/>
                <a:ea typeface="微软雅黑" panose="020B0503020204020204" pitchFamily="34" charset="-122"/>
              </a:rPr>
              <a:t>相等</a:t>
            </a:r>
            <a:r>
              <a:rPr lang="zh-CN" altLang="en-US" sz="2800" i="0" dirty="0">
                <a:latin typeface="+mn-lt"/>
                <a:ea typeface="微软雅黑" panose="020B0503020204020204" pitchFamily="34" charset="-122"/>
              </a:rPr>
              <a:t>。</a:t>
            </a:r>
          </a:p>
          <a:p>
            <a:pPr lvl="0"/>
            <a:endParaRPr lang="zh-CN" altLang="en-US" sz="2800" i="0" dirty="0">
              <a:latin typeface="+mn-lt"/>
              <a:ea typeface="微软雅黑" panose="020B0503020204020204" pitchFamily="34" charset="-122"/>
            </a:endParaRPr>
          </a:p>
        </p:txBody>
      </p:sp>
      <p:sp>
        <p:nvSpPr>
          <p:cNvPr id="20" name="Rectangle 61">
            <a:extLst>
              <a:ext uri="{FF2B5EF4-FFF2-40B4-BE49-F238E27FC236}">
                <a16:creationId xmlns:a16="http://schemas.microsoft.com/office/drawing/2014/main" id="{55A2CE2A-C2E2-0590-752E-7456CAC75EA0}"/>
              </a:ext>
            </a:extLst>
          </p:cNvPr>
          <p:cNvSpPr>
            <a:spLocks noChangeArrowheads="1"/>
          </p:cNvSpPr>
          <p:nvPr/>
        </p:nvSpPr>
        <p:spPr bwMode="auto">
          <a:xfrm>
            <a:off x="6240016" y="2024844"/>
            <a:ext cx="5724636" cy="2859851"/>
          </a:xfrm>
          <a:prstGeom prst="rect">
            <a:avLst/>
          </a:prstGeom>
          <a:solidFill>
            <a:srgbClr val="B9CDE5"/>
          </a:solidFill>
          <a:ln>
            <a:noFill/>
          </a:ln>
          <a:effectLst/>
        </p:spPr>
        <p:txBody>
          <a:bodyPr wrap="none" anchor="ctr"/>
          <a:lstStyle/>
          <a:p>
            <a:endParaRPr lang="zh-CN" altLang="en-US"/>
          </a:p>
        </p:txBody>
      </p:sp>
      <p:pic>
        <p:nvPicPr>
          <p:cNvPr id="15" name="Picture 3" descr="bianjie"/>
          <p:cNvPicPr>
            <a:picLocks noChangeAspect="1" noChangeArrowheads="1"/>
          </p:cNvPicPr>
          <p:nvPr/>
        </p:nvPicPr>
        <p:blipFill>
          <a:blip r:embed="rId7" cstate="print">
            <a:extLst>
              <a:ext uri="{28A0092B-C50C-407E-A947-70E740481C1C}">
                <a14:useLocalDpi xmlns:a14="http://schemas.microsoft.com/office/drawing/2010/main" val="0"/>
              </a:ext>
            </a:extLst>
          </a:blip>
          <a:srcRect l="17126" t="38377" r="72287" b="40413"/>
          <a:stretch>
            <a:fillRect/>
          </a:stretch>
        </p:blipFill>
        <p:spPr bwMode="auto">
          <a:xfrm>
            <a:off x="6542130" y="2198671"/>
            <a:ext cx="1290638" cy="14732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 descr="bianjie"/>
          <p:cNvPicPr>
            <a:picLocks noChangeAspect="1" noChangeArrowheads="1"/>
          </p:cNvPicPr>
          <p:nvPr/>
        </p:nvPicPr>
        <p:blipFill>
          <a:blip r:embed="rId7" cstate="print">
            <a:extLst>
              <a:ext uri="{28A0092B-C50C-407E-A947-70E740481C1C}">
                <a14:useLocalDpi xmlns:a14="http://schemas.microsoft.com/office/drawing/2010/main" val="0"/>
              </a:ext>
            </a:extLst>
          </a:blip>
          <a:srcRect l="33397" t="41228" r="58562" b="43578"/>
          <a:stretch>
            <a:fillRect/>
          </a:stretch>
        </p:blipFill>
        <p:spPr bwMode="auto">
          <a:xfrm>
            <a:off x="8293563" y="2363771"/>
            <a:ext cx="1138237" cy="12239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7" name="Object 8"/>
          <p:cNvGraphicFramePr>
            <a:graphicFrameLocks noChangeAspect="1"/>
          </p:cNvGraphicFramePr>
          <p:nvPr/>
        </p:nvGraphicFramePr>
        <p:xfrm>
          <a:off x="6727825" y="3825875"/>
          <a:ext cx="863600" cy="457200"/>
        </p:xfrm>
        <a:graphic>
          <a:graphicData uri="http://schemas.openxmlformats.org/presentationml/2006/ole">
            <mc:AlternateContent xmlns:mc="http://schemas.openxmlformats.org/markup-compatibility/2006">
              <mc:Choice xmlns:v="urn:schemas-microsoft-com:vml" Requires="v">
                <p:oleObj name="Equation" r:id="rId8" imgW="431640" imgH="228600" progId="Equation.DSMT4">
                  <p:embed/>
                </p:oleObj>
              </mc:Choice>
              <mc:Fallback>
                <p:oleObj name="Equation" r:id="rId8" imgW="431640" imgH="228600" progId="Equation.DSMT4">
                  <p:embed/>
                  <p:pic>
                    <p:nvPicPr>
                      <p:cNvPr id="17" name="Object 8"/>
                      <p:cNvPicPr>
                        <a:picLocks noChangeAspect="1" noChangeArrowheads="1"/>
                      </p:cNvPicPr>
                      <p:nvPr/>
                    </p:nvPicPr>
                    <p:blipFill>
                      <a:blip r:embed="rId9"/>
                      <a:srcRect/>
                      <a:stretch>
                        <a:fillRect/>
                      </a:stretch>
                    </p:blipFill>
                    <p:spPr bwMode="auto">
                      <a:xfrm>
                        <a:off x="6727825" y="3825875"/>
                        <a:ext cx="86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9"/>
          <p:cNvGraphicFramePr>
            <a:graphicFrameLocks noChangeAspect="1"/>
          </p:cNvGraphicFramePr>
          <p:nvPr/>
        </p:nvGraphicFramePr>
        <p:xfrm>
          <a:off x="8399463" y="3819525"/>
          <a:ext cx="863600" cy="457200"/>
        </p:xfrm>
        <a:graphic>
          <a:graphicData uri="http://schemas.openxmlformats.org/presentationml/2006/ole">
            <mc:AlternateContent xmlns:mc="http://schemas.openxmlformats.org/markup-compatibility/2006">
              <mc:Choice xmlns:v="urn:schemas-microsoft-com:vml" Requires="v">
                <p:oleObj name="Equation" r:id="rId10" imgW="431640" imgH="228600" progId="Equation.DSMT4">
                  <p:embed/>
                </p:oleObj>
              </mc:Choice>
              <mc:Fallback>
                <p:oleObj name="Equation" r:id="rId10" imgW="431640" imgH="228600" progId="Equation.DSMT4">
                  <p:embed/>
                  <p:pic>
                    <p:nvPicPr>
                      <p:cNvPr id="18" name="Object 9"/>
                      <p:cNvPicPr>
                        <a:picLocks noChangeAspect="1" noChangeArrowheads="1"/>
                      </p:cNvPicPr>
                      <p:nvPr/>
                    </p:nvPicPr>
                    <p:blipFill>
                      <a:blip r:embed="rId11"/>
                      <a:srcRect/>
                      <a:stretch>
                        <a:fillRect/>
                      </a:stretch>
                    </p:blipFill>
                    <p:spPr bwMode="auto">
                      <a:xfrm>
                        <a:off x="8399463" y="3819525"/>
                        <a:ext cx="8636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0"/>
          <p:cNvGraphicFramePr>
            <a:graphicFrameLocks noChangeAspect="1"/>
          </p:cNvGraphicFramePr>
          <p:nvPr/>
        </p:nvGraphicFramePr>
        <p:xfrm>
          <a:off x="8407400" y="4369340"/>
          <a:ext cx="836613" cy="457200"/>
        </p:xfrm>
        <a:graphic>
          <a:graphicData uri="http://schemas.openxmlformats.org/presentationml/2006/ole">
            <mc:AlternateContent xmlns:mc="http://schemas.openxmlformats.org/markup-compatibility/2006">
              <mc:Choice xmlns:v="urn:schemas-microsoft-com:vml" Requires="v">
                <p:oleObj name="Equation" r:id="rId12" imgW="419040" imgH="228600" progId="Equation.DSMT4">
                  <p:embed/>
                </p:oleObj>
              </mc:Choice>
              <mc:Fallback>
                <p:oleObj name="Equation" r:id="rId12" imgW="419040" imgH="228600" progId="Equation.DSMT4">
                  <p:embed/>
                  <p:pic>
                    <p:nvPicPr>
                      <p:cNvPr id="19" name="Object 10"/>
                      <p:cNvPicPr>
                        <a:picLocks noChangeAspect="1" noChangeArrowheads="1"/>
                      </p:cNvPicPr>
                      <p:nvPr/>
                    </p:nvPicPr>
                    <p:blipFill>
                      <a:blip r:embed="rId13"/>
                      <a:srcRect/>
                      <a:stretch>
                        <a:fillRect/>
                      </a:stretch>
                    </p:blipFill>
                    <p:spPr bwMode="auto">
                      <a:xfrm>
                        <a:off x="8407400" y="4369340"/>
                        <a:ext cx="8366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 name="Picture 7" descr="bianjie"/>
          <p:cNvPicPr>
            <a:picLocks noChangeAspect="1" noChangeArrowheads="1"/>
          </p:cNvPicPr>
          <p:nvPr/>
        </p:nvPicPr>
        <p:blipFill>
          <a:blip r:embed="rId7" cstate="print">
            <a:extLst>
              <a:ext uri="{28A0092B-C50C-407E-A947-70E740481C1C}">
                <a14:useLocalDpi xmlns:a14="http://schemas.microsoft.com/office/drawing/2010/main" val="0"/>
              </a:ext>
            </a:extLst>
          </a:blip>
          <a:srcRect l="63625" t="40665" r="28197" b="43547"/>
          <a:stretch>
            <a:fillRect/>
          </a:stretch>
        </p:blipFill>
        <p:spPr bwMode="auto">
          <a:xfrm>
            <a:off x="10013704" y="2333666"/>
            <a:ext cx="1085646" cy="13187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3" name="Object 14"/>
          <p:cNvGraphicFramePr>
            <a:graphicFrameLocks noChangeAspect="1"/>
          </p:cNvGraphicFramePr>
          <p:nvPr/>
        </p:nvGraphicFramePr>
        <p:xfrm>
          <a:off x="10002838" y="3808413"/>
          <a:ext cx="1219200" cy="455612"/>
        </p:xfrm>
        <a:graphic>
          <a:graphicData uri="http://schemas.openxmlformats.org/presentationml/2006/ole">
            <mc:AlternateContent xmlns:mc="http://schemas.openxmlformats.org/markup-compatibility/2006">
              <mc:Choice xmlns:v="urn:schemas-microsoft-com:vml" Requires="v">
                <p:oleObj name="Equation" r:id="rId14" imgW="609480" imgH="228600" progId="Equation.DSMT4">
                  <p:embed/>
                </p:oleObj>
              </mc:Choice>
              <mc:Fallback>
                <p:oleObj name="Equation" r:id="rId14" imgW="609480" imgH="228600" progId="Equation.DSMT4">
                  <p:embed/>
                  <p:pic>
                    <p:nvPicPr>
                      <p:cNvPr id="23" name="Object 14"/>
                      <p:cNvPicPr>
                        <a:picLocks noChangeAspect="1" noChangeArrowheads="1"/>
                      </p:cNvPicPr>
                      <p:nvPr/>
                    </p:nvPicPr>
                    <p:blipFill>
                      <a:blip r:embed="rId15"/>
                      <a:srcRect/>
                      <a:stretch>
                        <a:fillRect/>
                      </a:stretch>
                    </p:blipFill>
                    <p:spPr bwMode="auto">
                      <a:xfrm>
                        <a:off x="10002838" y="3808413"/>
                        <a:ext cx="12192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 name="Object 15"/>
          <p:cNvGraphicFramePr>
            <a:graphicFrameLocks noChangeAspect="1"/>
          </p:cNvGraphicFramePr>
          <p:nvPr/>
        </p:nvGraphicFramePr>
        <p:xfrm>
          <a:off x="10002838" y="4348163"/>
          <a:ext cx="1168400" cy="455612"/>
        </p:xfrm>
        <a:graphic>
          <a:graphicData uri="http://schemas.openxmlformats.org/presentationml/2006/ole">
            <mc:AlternateContent xmlns:mc="http://schemas.openxmlformats.org/markup-compatibility/2006">
              <mc:Choice xmlns:v="urn:schemas-microsoft-com:vml" Requires="v">
                <p:oleObj name="Equation" r:id="rId16" imgW="583920" imgH="228600" progId="Equation.DSMT4">
                  <p:embed/>
                </p:oleObj>
              </mc:Choice>
              <mc:Fallback>
                <p:oleObj name="Equation" r:id="rId16" imgW="583920" imgH="228600" progId="Equation.DSMT4">
                  <p:embed/>
                  <p:pic>
                    <p:nvPicPr>
                      <p:cNvPr id="24" name="Object 15"/>
                      <p:cNvPicPr>
                        <a:picLocks noChangeAspect="1" noChangeArrowheads="1"/>
                      </p:cNvPicPr>
                      <p:nvPr/>
                    </p:nvPicPr>
                    <p:blipFill>
                      <a:blip r:embed="rId17"/>
                      <a:srcRect/>
                      <a:stretch>
                        <a:fillRect/>
                      </a:stretch>
                    </p:blipFill>
                    <p:spPr bwMode="auto">
                      <a:xfrm>
                        <a:off x="10002838" y="4348163"/>
                        <a:ext cx="1168400" cy="455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0023345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linds(horizontal)">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ipe(left)">
                                      <p:cBhvr>
                                        <p:cTn id="46" dur="500"/>
                                        <p:tgtEl>
                                          <p:spTgt spid="18"/>
                                        </p:tgtEl>
                                      </p:cBhvr>
                                    </p:animEffect>
                                  </p:childTnLst>
                                </p:cTn>
                              </p:par>
                            </p:childTnLst>
                          </p:cTn>
                        </p:par>
                        <p:par>
                          <p:cTn id="47" fill="hold">
                            <p:stCondLst>
                              <p:cond delay="500"/>
                            </p:stCondLst>
                            <p:childTnLst>
                              <p:par>
                                <p:cTn id="48" presetID="22" presetClass="entr" presetSubtype="8" fill="hold"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left)">
                                      <p:cBhvr>
                                        <p:cTn id="55" dur="500"/>
                                        <p:tgtEl>
                                          <p:spTgt spid="2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2" grpId="0" autoUpdateAnimBg="0"/>
      <p:bldP spid="14" grpId="0" autoUpdateAnimBg="0"/>
      <p:bldP spid="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369405" cy="1383264"/>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   </a:t>
            </a:r>
            <a:r>
              <a:rPr kumimoji="1" lang="zh-CN" altLang="en-US" i="0" dirty="0">
                <a:solidFill>
                  <a:schemeClr val="tx1"/>
                </a:solidFill>
                <a:ea typeface="黑体" panose="02010609060101010101" pitchFamily="49" charset="-122"/>
              </a:rPr>
              <a:t>图示悬臂梁，受集中载荷</a:t>
            </a:r>
            <a:r>
              <a:rPr kumimoji="1" lang="en-US" altLang="zh-CN" b="0" dirty="0">
                <a:solidFill>
                  <a:schemeClr val="tx1"/>
                </a:solidFill>
                <a:ea typeface="黑体" panose="02010609060101010101" pitchFamily="49" charset="-122"/>
              </a:rPr>
              <a:t>F</a:t>
            </a:r>
            <a:r>
              <a:rPr kumimoji="1" lang="zh-CN" altLang="en-US" i="0" dirty="0">
                <a:solidFill>
                  <a:schemeClr val="tx1"/>
                </a:solidFill>
                <a:ea typeface="黑体" panose="02010609060101010101" pitchFamily="49" charset="-122"/>
              </a:rPr>
              <a:t>作用，</a:t>
            </a:r>
            <a:r>
              <a:rPr kumimoji="1" lang="en-US" altLang="zh-CN" b="0" dirty="0" err="1">
                <a:solidFill>
                  <a:schemeClr val="tx1"/>
                </a:solidFill>
                <a:ea typeface="黑体" panose="02010609060101010101" pitchFamily="49" charset="-122"/>
              </a:rPr>
              <a:t>EI</a:t>
            </a:r>
            <a:r>
              <a:rPr kumimoji="1" lang="en-US" altLang="zh-CN" b="0" baseline="-25000" dirty="0" err="1">
                <a:solidFill>
                  <a:schemeClr val="tx1"/>
                </a:solidFill>
                <a:ea typeface="黑体" panose="02010609060101010101" pitchFamily="49" charset="-122"/>
              </a:rPr>
              <a:t>z</a:t>
            </a:r>
            <a:r>
              <a:rPr kumimoji="1" lang="zh-CN" altLang="en-US" i="0" dirty="0">
                <a:solidFill>
                  <a:schemeClr val="tx1"/>
                </a:solidFill>
                <a:ea typeface="黑体" panose="02010609060101010101" pitchFamily="49" charset="-122"/>
              </a:rPr>
              <a:t>为常数，求其转角方程和挠曲线方程。</a:t>
            </a:r>
          </a:p>
          <a:p>
            <a:pPr lvl="0" algn="just">
              <a:lnSpc>
                <a:spcPct val="120000"/>
              </a:lnSpc>
            </a:pP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1682808"/>
            <a:ext cx="6813453" cy="520848"/>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en-US" altLang="zh-CN" i="0" dirty="0">
                <a:solidFill>
                  <a:schemeClr val="tx1"/>
                </a:solidFill>
                <a:latin typeface="+mn-lt"/>
                <a:ea typeface="黑体" panose="02010609060101010101" pitchFamily="49" charset="-122"/>
              </a:rPr>
              <a:t>1)  </a:t>
            </a:r>
            <a:r>
              <a:rPr kumimoji="1" lang="zh-CN" altLang="en-US" i="0" dirty="0">
                <a:solidFill>
                  <a:schemeClr val="tx1"/>
                </a:solidFill>
                <a:ea typeface="黑体" panose="02010609060101010101" pitchFamily="49" charset="-122"/>
              </a:rPr>
              <a:t>由梁的整体平衡分析可得</a:t>
            </a: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45" name="矩形 44">
            <a:extLst>
              <a:ext uri="{FF2B5EF4-FFF2-40B4-BE49-F238E27FC236}">
                <a16:creationId xmlns:a16="http://schemas.microsoft.com/office/drawing/2014/main" id="{54CF797A-3212-00F4-D82B-18FEE729BE7A}"/>
              </a:ext>
            </a:extLst>
          </p:cNvPr>
          <p:cNvSpPr/>
          <p:nvPr/>
        </p:nvSpPr>
        <p:spPr>
          <a:xfrm>
            <a:off x="211184" y="3773748"/>
            <a:ext cx="10952790" cy="520848"/>
          </a:xfrm>
          <a:prstGeom prst="rect">
            <a:avLst/>
          </a:prstGeom>
        </p:spPr>
        <p:txBody>
          <a:bodyPr wrap="square">
            <a:spAutoFit/>
          </a:bodyPr>
          <a:lstStyle/>
          <a:p>
            <a:pPr lvl="0">
              <a:lnSpc>
                <a:spcPct val="130000"/>
              </a:lnSpc>
            </a:pPr>
            <a:r>
              <a:rPr lang="zh-CN" altLang="en-US" i="0" dirty="0">
                <a:solidFill>
                  <a:schemeClr val="tx1"/>
                </a:solidFill>
              </a:rPr>
              <a:t>      </a:t>
            </a:r>
            <a:endParaRPr lang="zh-CN" altLang="en-US" i="0" dirty="0">
              <a:solidFill>
                <a:schemeClr val="tx1"/>
              </a:solidFill>
              <a:latin typeface="黑体" panose="02010609060101010101" pitchFamily="49" charset="-122"/>
              <a:ea typeface="黑体" panose="02010609060101010101" pitchFamily="49" charset="-122"/>
            </a:endParaRPr>
          </a:p>
        </p:txBody>
      </p:sp>
      <p:sp>
        <p:nvSpPr>
          <p:cNvPr id="92" name="矩形 91">
            <a:extLst>
              <a:ext uri="{FF2B5EF4-FFF2-40B4-BE49-F238E27FC236}">
                <a16:creationId xmlns:a16="http://schemas.microsoft.com/office/drawing/2014/main" id="{E8DB0D0A-8BE9-6ADA-6C58-96049487BA32}"/>
              </a:ext>
            </a:extLst>
          </p:cNvPr>
          <p:cNvSpPr/>
          <p:nvPr/>
        </p:nvSpPr>
        <p:spPr>
          <a:xfrm>
            <a:off x="211183" y="2690331"/>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2)  </a:t>
            </a:r>
            <a:r>
              <a:rPr kumimoji="1" lang="zh-CN" altLang="en-US" i="0" dirty="0">
                <a:solidFill>
                  <a:srgbClr val="000000"/>
                </a:solidFill>
                <a:ea typeface="黑体" panose="02010609060101010101" pitchFamily="49" charset="-122"/>
              </a:rPr>
              <a:t>列距离为</a:t>
            </a:r>
            <a:r>
              <a:rPr kumimoji="1" lang="en-US" altLang="zh-CN" b="0" dirty="0">
                <a:solidFill>
                  <a:srgbClr val="000000"/>
                </a:solidFill>
                <a:ea typeface="黑体" panose="02010609060101010101" pitchFamily="49" charset="-122"/>
              </a:rPr>
              <a:t>x</a:t>
            </a:r>
            <a:r>
              <a:rPr kumimoji="1" lang="zh-CN" altLang="en-US" i="0" dirty="0">
                <a:solidFill>
                  <a:srgbClr val="000000"/>
                </a:solidFill>
                <a:ea typeface="黑体" panose="02010609060101010101" pitchFamily="49" charset="-122"/>
              </a:rPr>
              <a:t>截面处的弯矩方程</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4" name="Group 18">
            <a:extLst>
              <a:ext uri="{FF2B5EF4-FFF2-40B4-BE49-F238E27FC236}">
                <a16:creationId xmlns:a16="http://schemas.microsoft.com/office/drawing/2014/main" id="{1F1D6A8D-1750-45EF-552B-C3CB9F018AAF}"/>
              </a:ext>
            </a:extLst>
          </p:cNvPr>
          <p:cNvGrpSpPr>
            <a:grpSpLocks/>
          </p:cNvGrpSpPr>
          <p:nvPr/>
        </p:nvGrpSpPr>
        <p:grpSpPr bwMode="auto">
          <a:xfrm>
            <a:off x="7911093" y="1751771"/>
            <a:ext cx="3297905" cy="1788075"/>
            <a:chOff x="534" y="1352"/>
            <a:chExt cx="1695" cy="883"/>
          </a:xfrm>
        </p:grpSpPr>
        <p:sp>
          <p:nvSpPr>
            <p:cNvPr id="5" name="Arc 19">
              <a:extLst>
                <a:ext uri="{FF2B5EF4-FFF2-40B4-BE49-F238E27FC236}">
                  <a16:creationId xmlns:a16="http://schemas.microsoft.com/office/drawing/2014/main" id="{D5FF9335-74ED-1A46-CB5F-8D5A4EC1563F}"/>
                </a:ext>
              </a:extLst>
            </p:cNvPr>
            <p:cNvSpPr>
              <a:spLocks/>
            </p:cNvSpPr>
            <p:nvPr/>
          </p:nvSpPr>
          <p:spPr bwMode="auto">
            <a:xfrm>
              <a:off x="690" y="1793"/>
              <a:ext cx="1036" cy="262"/>
            </a:xfrm>
            <a:custGeom>
              <a:avLst/>
              <a:gdLst>
                <a:gd name="G0" fmla="+- 0 0 0"/>
                <a:gd name="G1" fmla="+- 21600 0 0"/>
                <a:gd name="G2" fmla="+- 21600 0 0"/>
                <a:gd name="T0" fmla="*/ 0 w 21267"/>
                <a:gd name="T1" fmla="*/ 0 h 21600"/>
                <a:gd name="T2" fmla="*/ 21267 w 21267"/>
                <a:gd name="T3" fmla="*/ 17822 h 21600"/>
                <a:gd name="T4" fmla="*/ 0 w 21267"/>
                <a:gd name="T5" fmla="*/ 21600 h 21600"/>
              </a:gdLst>
              <a:ahLst/>
              <a:cxnLst>
                <a:cxn ang="0">
                  <a:pos x="T0" y="T1"/>
                </a:cxn>
                <a:cxn ang="0">
                  <a:pos x="T2" y="T3"/>
                </a:cxn>
                <a:cxn ang="0">
                  <a:pos x="T4" y="T5"/>
                </a:cxn>
              </a:cxnLst>
              <a:rect l="0" t="0" r="r" b="b"/>
              <a:pathLst>
                <a:path w="21267" h="21600" fill="none" extrusionOk="0">
                  <a:moveTo>
                    <a:pt x="0" y="0"/>
                  </a:moveTo>
                  <a:cubicBezTo>
                    <a:pt x="10471" y="0"/>
                    <a:pt x="19435" y="7511"/>
                    <a:pt x="21267" y="17821"/>
                  </a:cubicBezTo>
                </a:path>
                <a:path w="21267" h="21600" stroke="0" extrusionOk="0">
                  <a:moveTo>
                    <a:pt x="0" y="0"/>
                  </a:moveTo>
                  <a:cubicBezTo>
                    <a:pt x="10471" y="0"/>
                    <a:pt x="19435" y="7511"/>
                    <a:pt x="21267" y="17821"/>
                  </a:cubicBezTo>
                  <a:lnTo>
                    <a:pt x="0" y="21600"/>
                  </a:lnTo>
                  <a:close/>
                </a:path>
              </a:pathLst>
            </a:custGeom>
            <a:noFill/>
            <a:ln w="31750">
              <a:solidFill>
                <a:srgbClr val="FF66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0">
              <a:extLst>
                <a:ext uri="{FF2B5EF4-FFF2-40B4-BE49-F238E27FC236}">
                  <a16:creationId xmlns:a16="http://schemas.microsoft.com/office/drawing/2014/main" id="{D439E993-6524-48A2-7BB4-8589C576B3E5}"/>
                </a:ext>
              </a:extLst>
            </p:cNvPr>
            <p:cNvGrpSpPr>
              <a:grpSpLocks/>
            </p:cNvGrpSpPr>
            <p:nvPr/>
          </p:nvGrpSpPr>
          <p:grpSpPr bwMode="auto">
            <a:xfrm>
              <a:off x="1704" y="1819"/>
              <a:ext cx="345" cy="305"/>
              <a:chOff x="1704" y="1819"/>
              <a:chExt cx="345" cy="305"/>
            </a:xfrm>
          </p:grpSpPr>
          <p:sp>
            <p:nvSpPr>
              <p:cNvPr id="35" name="Arc 21">
                <a:extLst>
                  <a:ext uri="{FF2B5EF4-FFF2-40B4-BE49-F238E27FC236}">
                    <a16:creationId xmlns:a16="http://schemas.microsoft.com/office/drawing/2014/main" id="{7EAD88FD-D241-D9C7-C6A7-8FD7DBACE42E}"/>
                  </a:ext>
                </a:extLst>
              </p:cNvPr>
              <p:cNvSpPr>
                <a:spLocks/>
              </p:cNvSpPr>
              <p:nvPr/>
            </p:nvSpPr>
            <p:spPr bwMode="auto">
              <a:xfrm rot="8947937" flipH="1">
                <a:off x="1747" y="1819"/>
                <a:ext cx="192" cy="209"/>
              </a:xfrm>
              <a:custGeom>
                <a:avLst/>
                <a:gdLst>
                  <a:gd name="G0" fmla="+- 0 0 0"/>
                  <a:gd name="G1" fmla="+- 21600 0 0"/>
                  <a:gd name="G2" fmla="+- 21600 0 0"/>
                  <a:gd name="T0" fmla="*/ 0 w 21600"/>
                  <a:gd name="T1" fmla="*/ 0 h 23551"/>
                  <a:gd name="T2" fmla="*/ 21512 w 21600"/>
                  <a:gd name="T3" fmla="*/ 23551 h 23551"/>
                  <a:gd name="T4" fmla="*/ 0 w 21600"/>
                  <a:gd name="T5" fmla="*/ 21600 h 23551"/>
                </a:gdLst>
                <a:ahLst/>
                <a:cxnLst>
                  <a:cxn ang="0">
                    <a:pos x="T0" y="T1"/>
                  </a:cxn>
                  <a:cxn ang="0">
                    <a:pos x="T2" y="T3"/>
                  </a:cxn>
                  <a:cxn ang="0">
                    <a:pos x="T4" y="T5"/>
                  </a:cxn>
                </a:cxnLst>
                <a:rect l="0" t="0" r="r" b="b"/>
                <a:pathLst>
                  <a:path w="21600" h="23551" fill="none" extrusionOk="0">
                    <a:moveTo>
                      <a:pt x="0" y="0"/>
                    </a:moveTo>
                    <a:cubicBezTo>
                      <a:pt x="11929" y="0"/>
                      <a:pt x="21600" y="9670"/>
                      <a:pt x="21600" y="21600"/>
                    </a:cubicBezTo>
                    <a:cubicBezTo>
                      <a:pt x="21600" y="22251"/>
                      <a:pt x="21570" y="22902"/>
                      <a:pt x="21511" y="23550"/>
                    </a:cubicBezTo>
                  </a:path>
                  <a:path w="21600" h="23551" stroke="0" extrusionOk="0">
                    <a:moveTo>
                      <a:pt x="0" y="0"/>
                    </a:moveTo>
                    <a:cubicBezTo>
                      <a:pt x="11929" y="0"/>
                      <a:pt x="21600" y="9670"/>
                      <a:pt x="21600" y="21600"/>
                    </a:cubicBezTo>
                    <a:cubicBezTo>
                      <a:pt x="21600" y="22251"/>
                      <a:pt x="21570" y="22902"/>
                      <a:pt x="21511" y="23550"/>
                    </a:cubicBezTo>
                    <a:lnTo>
                      <a:pt x="0" y="21600"/>
                    </a:lnTo>
                    <a:close/>
                  </a:path>
                </a:pathLst>
              </a:custGeom>
              <a:noFill/>
              <a:ln w="9525">
                <a:solidFill>
                  <a:srgbClr val="8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6" name="Object 22">
                <a:extLst>
                  <a:ext uri="{FF2B5EF4-FFF2-40B4-BE49-F238E27FC236}">
                    <a16:creationId xmlns:a16="http://schemas.microsoft.com/office/drawing/2014/main" id="{04D39117-89ED-53FD-ECDE-4E444907C014}"/>
                  </a:ext>
                </a:extLst>
              </p:cNvPr>
              <p:cNvGraphicFramePr>
                <a:graphicFrameLocks noChangeAspect="1"/>
              </p:cNvGraphicFramePr>
              <p:nvPr/>
            </p:nvGraphicFramePr>
            <p:xfrm>
              <a:off x="1901" y="1889"/>
              <a:ext cx="148" cy="181"/>
            </p:xfrm>
            <a:graphic>
              <a:graphicData uri="http://schemas.openxmlformats.org/presentationml/2006/ole">
                <mc:AlternateContent xmlns:mc="http://schemas.openxmlformats.org/markup-compatibility/2006">
                  <mc:Choice xmlns:v="urn:schemas-microsoft-com:vml" Requires="v">
                    <p:oleObj name="公式" r:id="rId3" imgW="164880" imgH="203040" progId="Equation.3">
                      <p:embed/>
                    </p:oleObj>
                  </mc:Choice>
                  <mc:Fallback>
                    <p:oleObj name="公式" r:id="rId3" imgW="164880" imgH="203040" progId="Equation.3">
                      <p:embed/>
                      <p:pic>
                        <p:nvPicPr>
                          <p:cNvPr id="36" name="Object 22">
                            <a:extLst>
                              <a:ext uri="{FF2B5EF4-FFF2-40B4-BE49-F238E27FC236}">
                                <a16:creationId xmlns:a16="http://schemas.microsoft.com/office/drawing/2014/main" id="{04D39117-89ED-53FD-ECDE-4E444907C014}"/>
                              </a:ext>
                            </a:extLst>
                          </p:cNvPr>
                          <p:cNvPicPr>
                            <a:picLocks noChangeAspect="1" noChangeArrowheads="1"/>
                          </p:cNvPicPr>
                          <p:nvPr/>
                        </p:nvPicPr>
                        <p:blipFill>
                          <a:blip r:embed="rId4"/>
                          <a:srcRect/>
                          <a:stretch>
                            <a:fillRect/>
                          </a:stretch>
                        </p:blipFill>
                        <p:spPr bwMode="auto">
                          <a:xfrm>
                            <a:off x="1901" y="1889"/>
                            <a:ext cx="14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a:extLst>
                  <a:ext uri="{FF2B5EF4-FFF2-40B4-BE49-F238E27FC236}">
                    <a16:creationId xmlns:a16="http://schemas.microsoft.com/office/drawing/2014/main" id="{C16AEEDE-A385-BC00-7E2F-656E5D3313ED}"/>
                  </a:ext>
                </a:extLst>
              </p:cNvPr>
              <p:cNvSpPr>
                <a:spLocks noChangeShapeType="1"/>
              </p:cNvSpPr>
              <p:nvPr/>
            </p:nvSpPr>
            <p:spPr bwMode="auto">
              <a:xfrm>
                <a:off x="1704" y="1980"/>
                <a:ext cx="192" cy="144"/>
              </a:xfrm>
              <a:prstGeom prst="line">
                <a:avLst/>
              </a:prstGeom>
              <a:noFill/>
              <a:ln w="127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 name="Group 24">
              <a:extLst>
                <a:ext uri="{FF2B5EF4-FFF2-40B4-BE49-F238E27FC236}">
                  <a16:creationId xmlns:a16="http://schemas.microsoft.com/office/drawing/2014/main" id="{5E7B786F-8695-1D76-0EB3-09FF0D5464D9}"/>
                </a:ext>
              </a:extLst>
            </p:cNvPr>
            <p:cNvGrpSpPr>
              <a:grpSpLocks/>
            </p:cNvGrpSpPr>
            <p:nvPr/>
          </p:nvGrpSpPr>
          <p:grpSpPr bwMode="auto">
            <a:xfrm>
              <a:off x="534" y="1352"/>
              <a:ext cx="1695" cy="883"/>
              <a:chOff x="534" y="1352"/>
              <a:chExt cx="1695" cy="883"/>
            </a:xfrm>
          </p:grpSpPr>
          <p:sp>
            <p:nvSpPr>
              <p:cNvPr id="14" name="Line 25">
                <a:extLst>
                  <a:ext uri="{FF2B5EF4-FFF2-40B4-BE49-F238E27FC236}">
                    <a16:creationId xmlns:a16="http://schemas.microsoft.com/office/drawing/2014/main" id="{6A8BFC58-DDDB-C8DD-CF3D-40B380551B8C}"/>
                  </a:ext>
                </a:extLst>
              </p:cNvPr>
              <p:cNvSpPr>
                <a:spLocks noChangeShapeType="1"/>
              </p:cNvSpPr>
              <p:nvPr/>
            </p:nvSpPr>
            <p:spPr bwMode="auto">
              <a:xfrm>
                <a:off x="682" y="1649"/>
                <a:ext cx="0" cy="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6">
                <a:extLst>
                  <a:ext uri="{FF2B5EF4-FFF2-40B4-BE49-F238E27FC236}">
                    <a16:creationId xmlns:a16="http://schemas.microsoft.com/office/drawing/2014/main" id="{021D6BB4-1CD9-83E2-8A60-5853E2EA030D}"/>
                  </a:ext>
                </a:extLst>
              </p:cNvPr>
              <p:cNvSpPr>
                <a:spLocks noChangeShapeType="1"/>
              </p:cNvSpPr>
              <p:nvPr/>
            </p:nvSpPr>
            <p:spPr bwMode="auto">
              <a:xfrm>
                <a:off x="682" y="1781"/>
                <a:ext cx="1045" cy="0"/>
              </a:xfrm>
              <a:prstGeom prst="line">
                <a:avLst/>
              </a:prstGeom>
              <a:noFill/>
              <a:ln w="635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7">
                <a:extLst>
                  <a:ext uri="{FF2B5EF4-FFF2-40B4-BE49-F238E27FC236}">
                    <a16:creationId xmlns:a16="http://schemas.microsoft.com/office/drawing/2014/main" id="{22164607-DD0E-9F20-B30B-F6A5C5CEA7E5}"/>
                  </a:ext>
                </a:extLst>
              </p:cNvPr>
              <p:cNvSpPr>
                <a:spLocks noChangeShapeType="1"/>
              </p:cNvSpPr>
              <p:nvPr/>
            </p:nvSpPr>
            <p:spPr bwMode="auto">
              <a:xfrm>
                <a:off x="1812" y="1781"/>
                <a:ext cx="242"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7" name="Line 28">
                <a:extLst>
                  <a:ext uri="{FF2B5EF4-FFF2-40B4-BE49-F238E27FC236}">
                    <a16:creationId xmlns:a16="http://schemas.microsoft.com/office/drawing/2014/main" id="{8CAA4202-E08F-EDD1-8F1E-9ACE4D69FE1E}"/>
                  </a:ext>
                </a:extLst>
              </p:cNvPr>
              <p:cNvSpPr>
                <a:spLocks noChangeShapeType="1"/>
              </p:cNvSpPr>
              <p:nvPr/>
            </p:nvSpPr>
            <p:spPr bwMode="auto">
              <a:xfrm flipH="1">
                <a:off x="636" y="1675"/>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1DFAEFEA-37C9-9431-C287-342DC9330811}"/>
                  </a:ext>
                </a:extLst>
              </p:cNvPr>
              <p:cNvSpPr>
                <a:spLocks noChangeShapeType="1"/>
              </p:cNvSpPr>
              <p:nvPr/>
            </p:nvSpPr>
            <p:spPr bwMode="auto">
              <a:xfrm flipH="1">
                <a:off x="636" y="1740"/>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a:extLst>
                  <a:ext uri="{FF2B5EF4-FFF2-40B4-BE49-F238E27FC236}">
                    <a16:creationId xmlns:a16="http://schemas.microsoft.com/office/drawing/2014/main" id="{58CBE591-4A54-DC0F-1B59-21BA521C251F}"/>
                  </a:ext>
                </a:extLst>
              </p:cNvPr>
              <p:cNvSpPr>
                <a:spLocks noChangeShapeType="1"/>
              </p:cNvSpPr>
              <p:nvPr/>
            </p:nvSpPr>
            <p:spPr bwMode="auto">
              <a:xfrm flipH="1">
                <a:off x="636" y="1802"/>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1">
                <a:extLst>
                  <a:ext uri="{FF2B5EF4-FFF2-40B4-BE49-F238E27FC236}">
                    <a16:creationId xmlns:a16="http://schemas.microsoft.com/office/drawing/2014/main" id="{B801AB66-158C-3B52-0129-B104C9F8432B}"/>
                  </a:ext>
                </a:extLst>
              </p:cNvPr>
              <p:cNvSpPr>
                <a:spLocks noChangeShapeType="1"/>
              </p:cNvSpPr>
              <p:nvPr/>
            </p:nvSpPr>
            <p:spPr bwMode="auto">
              <a:xfrm flipH="1">
                <a:off x="636" y="1866"/>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32">
                <a:extLst>
                  <a:ext uri="{FF2B5EF4-FFF2-40B4-BE49-F238E27FC236}">
                    <a16:creationId xmlns:a16="http://schemas.microsoft.com/office/drawing/2014/main" id="{2091CEE8-FCCA-88F3-8B23-78DC1F8C59A0}"/>
                  </a:ext>
                </a:extLst>
              </p:cNvPr>
              <p:cNvSpPr>
                <a:spLocks noChangeShapeType="1"/>
              </p:cNvSpPr>
              <p:nvPr/>
            </p:nvSpPr>
            <p:spPr bwMode="auto">
              <a:xfrm flipV="1">
                <a:off x="684" y="1395"/>
                <a:ext cx="0" cy="211"/>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 name="Text Box 33">
                <a:extLst>
                  <a:ext uri="{FF2B5EF4-FFF2-40B4-BE49-F238E27FC236}">
                    <a16:creationId xmlns:a16="http://schemas.microsoft.com/office/drawing/2014/main" id="{C9FD7866-CA8F-3E58-990A-15B3AA1970C8}"/>
                  </a:ext>
                </a:extLst>
              </p:cNvPr>
              <p:cNvSpPr txBox="1">
                <a:spLocks noChangeArrowheads="1"/>
              </p:cNvSpPr>
              <p:nvPr/>
            </p:nvSpPr>
            <p:spPr bwMode="auto">
              <a:xfrm>
                <a:off x="534" y="1671"/>
                <a:ext cx="1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A</a:t>
                </a:r>
              </a:p>
            </p:txBody>
          </p:sp>
          <p:sp>
            <p:nvSpPr>
              <p:cNvPr id="23" name="Line 34">
                <a:extLst>
                  <a:ext uri="{FF2B5EF4-FFF2-40B4-BE49-F238E27FC236}">
                    <a16:creationId xmlns:a16="http://schemas.microsoft.com/office/drawing/2014/main" id="{C8E7A4E0-DAD0-3EF1-B65C-5FD15DF2514C}"/>
                  </a:ext>
                </a:extLst>
              </p:cNvPr>
              <p:cNvSpPr>
                <a:spLocks noChangeShapeType="1"/>
              </p:cNvSpPr>
              <p:nvPr/>
            </p:nvSpPr>
            <p:spPr bwMode="auto">
              <a:xfrm>
                <a:off x="1066" y="1914"/>
                <a:ext cx="0" cy="1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CAFA6F00-4C74-AFF9-2EBE-4A6F4557587D}"/>
                  </a:ext>
                </a:extLst>
              </p:cNvPr>
              <p:cNvSpPr>
                <a:spLocks noChangeShapeType="1"/>
              </p:cNvSpPr>
              <p:nvPr/>
            </p:nvSpPr>
            <p:spPr bwMode="auto">
              <a:xfrm>
                <a:off x="682" y="1957"/>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7A483E3-475A-EC7B-8C15-73BA1D741AC9}"/>
                  </a:ext>
                </a:extLst>
              </p:cNvPr>
              <p:cNvSpPr>
                <a:spLocks noChangeShapeType="1"/>
              </p:cNvSpPr>
              <p:nvPr/>
            </p:nvSpPr>
            <p:spPr bwMode="auto">
              <a:xfrm>
                <a:off x="1722" y="1799"/>
                <a:ext cx="1" cy="4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7">
                <a:extLst>
                  <a:ext uri="{FF2B5EF4-FFF2-40B4-BE49-F238E27FC236}">
                    <a16:creationId xmlns:a16="http://schemas.microsoft.com/office/drawing/2014/main" id="{F45ED6B6-4E64-6633-821C-081757E18C22}"/>
                  </a:ext>
                </a:extLst>
              </p:cNvPr>
              <p:cNvSpPr>
                <a:spLocks noChangeShapeType="1"/>
              </p:cNvSpPr>
              <p:nvPr/>
            </p:nvSpPr>
            <p:spPr bwMode="auto">
              <a:xfrm>
                <a:off x="684" y="2000"/>
                <a:ext cx="384" cy="0"/>
              </a:xfrm>
              <a:prstGeom prst="line">
                <a:avLst/>
              </a:prstGeom>
              <a:noFill/>
              <a:ln w="127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38">
                <a:extLst>
                  <a:ext uri="{FF2B5EF4-FFF2-40B4-BE49-F238E27FC236}">
                    <a16:creationId xmlns:a16="http://schemas.microsoft.com/office/drawing/2014/main" id="{C6C2C658-D52D-0C90-FCF8-853906EEB350}"/>
                  </a:ext>
                </a:extLst>
              </p:cNvPr>
              <p:cNvSpPr txBox="1">
                <a:spLocks noChangeArrowheads="1"/>
              </p:cNvSpPr>
              <p:nvPr/>
            </p:nvSpPr>
            <p:spPr bwMode="auto">
              <a:xfrm>
                <a:off x="1775" y="1610"/>
                <a:ext cx="10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B</a:t>
                </a:r>
              </a:p>
            </p:txBody>
          </p:sp>
          <p:graphicFrame>
            <p:nvGraphicFramePr>
              <p:cNvPr id="28" name="Object 39">
                <a:extLst>
                  <a:ext uri="{FF2B5EF4-FFF2-40B4-BE49-F238E27FC236}">
                    <a16:creationId xmlns:a16="http://schemas.microsoft.com/office/drawing/2014/main" id="{D7486ADE-3C36-9561-8E0B-2BA676C368D7}"/>
                  </a:ext>
                </a:extLst>
              </p:cNvPr>
              <p:cNvGraphicFramePr>
                <a:graphicFrameLocks noChangeAspect="1"/>
              </p:cNvGraphicFramePr>
              <p:nvPr/>
            </p:nvGraphicFramePr>
            <p:xfrm>
              <a:off x="2096" y="1747"/>
              <a:ext cx="133" cy="150"/>
            </p:xfrm>
            <a:graphic>
              <a:graphicData uri="http://schemas.openxmlformats.org/presentationml/2006/ole">
                <mc:AlternateContent xmlns:mc="http://schemas.openxmlformats.org/markup-compatibility/2006">
                  <mc:Choice xmlns:v="urn:schemas-microsoft-com:vml" Requires="v">
                    <p:oleObj name="公式" r:id="rId5" imgW="114120" imgH="126720" progId="Equation.3">
                      <p:embed/>
                    </p:oleObj>
                  </mc:Choice>
                  <mc:Fallback>
                    <p:oleObj name="公式" r:id="rId5" imgW="114120" imgH="126720" progId="Equation.3">
                      <p:embed/>
                      <p:pic>
                        <p:nvPicPr>
                          <p:cNvPr id="28" name="Object 39">
                            <a:extLst>
                              <a:ext uri="{FF2B5EF4-FFF2-40B4-BE49-F238E27FC236}">
                                <a16:creationId xmlns:a16="http://schemas.microsoft.com/office/drawing/2014/main" id="{D7486ADE-3C36-9561-8E0B-2BA676C368D7}"/>
                              </a:ext>
                            </a:extLst>
                          </p:cNvPr>
                          <p:cNvPicPr>
                            <a:picLocks noChangeAspect="1" noChangeArrowheads="1"/>
                          </p:cNvPicPr>
                          <p:nvPr/>
                        </p:nvPicPr>
                        <p:blipFill>
                          <a:blip r:embed="rId6"/>
                          <a:srcRect/>
                          <a:stretch>
                            <a:fillRect/>
                          </a:stretch>
                        </p:blipFill>
                        <p:spPr bwMode="auto">
                          <a:xfrm>
                            <a:off x="2096" y="1747"/>
                            <a:ext cx="133"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40">
                <a:extLst>
                  <a:ext uri="{FF2B5EF4-FFF2-40B4-BE49-F238E27FC236}">
                    <a16:creationId xmlns:a16="http://schemas.microsoft.com/office/drawing/2014/main" id="{0A1F0090-3129-778A-2820-EDF30E4B979E}"/>
                  </a:ext>
                </a:extLst>
              </p:cNvPr>
              <p:cNvGraphicFramePr>
                <a:graphicFrameLocks noChangeAspect="1"/>
              </p:cNvGraphicFramePr>
              <p:nvPr/>
            </p:nvGraphicFramePr>
            <p:xfrm>
              <a:off x="727" y="1352"/>
              <a:ext cx="136" cy="161"/>
            </p:xfrm>
            <a:graphic>
              <a:graphicData uri="http://schemas.openxmlformats.org/presentationml/2006/ole">
                <mc:AlternateContent xmlns:mc="http://schemas.openxmlformats.org/markup-compatibility/2006">
                  <mc:Choice xmlns:v="urn:schemas-microsoft-com:vml" Requires="v">
                    <p:oleObj name="公式" r:id="rId7" imgW="126720" imgH="152280" progId="Equation.3">
                      <p:embed/>
                    </p:oleObj>
                  </mc:Choice>
                  <mc:Fallback>
                    <p:oleObj name="公式" r:id="rId7" imgW="126720" imgH="152280" progId="Equation.3">
                      <p:embed/>
                      <p:pic>
                        <p:nvPicPr>
                          <p:cNvPr id="29" name="Object 40">
                            <a:extLst>
                              <a:ext uri="{FF2B5EF4-FFF2-40B4-BE49-F238E27FC236}">
                                <a16:creationId xmlns:a16="http://schemas.microsoft.com/office/drawing/2014/main" id="{0A1F0090-3129-778A-2820-EDF30E4B979E}"/>
                              </a:ext>
                            </a:extLst>
                          </p:cNvPr>
                          <p:cNvPicPr>
                            <a:picLocks noChangeAspect="1" noChangeArrowheads="1"/>
                          </p:cNvPicPr>
                          <p:nvPr/>
                        </p:nvPicPr>
                        <p:blipFill>
                          <a:blip r:embed="rId8"/>
                          <a:srcRect/>
                          <a:stretch>
                            <a:fillRect/>
                          </a:stretch>
                        </p:blipFill>
                        <p:spPr bwMode="auto">
                          <a:xfrm>
                            <a:off x="727" y="1352"/>
                            <a:ext cx="136"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41">
                <a:extLst>
                  <a:ext uri="{FF2B5EF4-FFF2-40B4-BE49-F238E27FC236}">
                    <a16:creationId xmlns:a16="http://schemas.microsoft.com/office/drawing/2014/main" id="{15FFB42D-F500-917C-6AFD-022CBDF99F8D}"/>
                  </a:ext>
                </a:extLst>
              </p:cNvPr>
              <p:cNvGraphicFramePr>
                <a:graphicFrameLocks noChangeAspect="1"/>
              </p:cNvGraphicFramePr>
              <p:nvPr/>
            </p:nvGraphicFramePr>
            <p:xfrm>
              <a:off x="804" y="1860"/>
              <a:ext cx="114" cy="129"/>
            </p:xfrm>
            <a:graphic>
              <a:graphicData uri="http://schemas.openxmlformats.org/presentationml/2006/ole">
                <mc:AlternateContent xmlns:mc="http://schemas.openxmlformats.org/markup-compatibility/2006">
                  <mc:Choice xmlns:v="urn:schemas-microsoft-com:vml" Requires="v">
                    <p:oleObj name="公式" r:id="rId9" imgW="114120" imgH="126720" progId="Equation.3">
                      <p:embed/>
                    </p:oleObj>
                  </mc:Choice>
                  <mc:Fallback>
                    <p:oleObj name="公式" r:id="rId9" imgW="114120" imgH="126720" progId="Equation.3">
                      <p:embed/>
                      <p:pic>
                        <p:nvPicPr>
                          <p:cNvPr id="30" name="Object 41">
                            <a:extLst>
                              <a:ext uri="{FF2B5EF4-FFF2-40B4-BE49-F238E27FC236}">
                                <a16:creationId xmlns:a16="http://schemas.microsoft.com/office/drawing/2014/main" id="{15FFB42D-F500-917C-6AFD-022CBDF99F8D}"/>
                              </a:ext>
                            </a:extLst>
                          </p:cNvPr>
                          <p:cNvPicPr>
                            <a:picLocks noChangeAspect="1" noChangeArrowheads="1"/>
                          </p:cNvPicPr>
                          <p:nvPr/>
                        </p:nvPicPr>
                        <p:blipFill>
                          <a:blip r:embed="rId10"/>
                          <a:srcRect/>
                          <a:stretch>
                            <a:fillRect/>
                          </a:stretch>
                        </p:blipFill>
                        <p:spPr bwMode="auto">
                          <a:xfrm>
                            <a:off x="804" y="1860"/>
                            <a:ext cx="11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42">
                <a:extLst>
                  <a:ext uri="{FF2B5EF4-FFF2-40B4-BE49-F238E27FC236}">
                    <a16:creationId xmlns:a16="http://schemas.microsoft.com/office/drawing/2014/main" id="{F07521E1-E19D-F530-CB8C-9C3B8CA34811}"/>
                  </a:ext>
                </a:extLst>
              </p:cNvPr>
              <p:cNvGraphicFramePr>
                <a:graphicFrameLocks noChangeAspect="1"/>
              </p:cNvGraphicFramePr>
              <p:nvPr/>
            </p:nvGraphicFramePr>
            <p:xfrm>
              <a:off x="1170" y="2031"/>
              <a:ext cx="85" cy="158"/>
            </p:xfrm>
            <a:graphic>
              <a:graphicData uri="http://schemas.openxmlformats.org/presentationml/2006/ole">
                <mc:AlternateContent xmlns:mc="http://schemas.openxmlformats.org/markup-compatibility/2006">
                  <mc:Choice xmlns:v="urn:schemas-microsoft-com:vml" Requires="v">
                    <p:oleObj name="公式" r:id="rId11" imgW="88560" imgH="164880" progId="Equation.3">
                      <p:embed/>
                    </p:oleObj>
                  </mc:Choice>
                  <mc:Fallback>
                    <p:oleObj name="公式" r:id="rId11" imgW="88560" imgH="164880" progId="Equation.3">
                      <p:embed/>
                      <p:pic>
                        <p:nvPicPr>
                          <p:cNvPr id="31" name="Object 42">
                            <a:extLst>
                              <a:ext uri="{FF2B5EF4-FFF2-40B4-BE49-F238E27FC236}">
                                <a16:creationId xmlns:a16="http://schemas.microsoft.com/office/drawing/2014/main" id="{F07521E1-E19D-F530-CB8C-9C3B8CA34811}"/>
                              </a:ext>
                            </a:extLst>
                          </p:cNvPr>
                          <p:cNvPicPr>
                            <a:picLocks noChangeAspect="1" noChangeArrowheads="1"/>
                          </p:cNvPicPr>
                          <p:nvPr/>
                        </p:nvPicPr>
                        <p:blipFill>
                          <a:blip r:embed="rId12"/>
                          <a:srcRect/>
                          <a:stretch>
                            <a:fillRect/>
                          </a:stretch>
                        </p:blipFill>
                        <p:spPr bwMode="auto">
                          <a:xfrm>
                            <a:off x="1170" y="2031"/>
                            <a:ext cx="85"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43">
                <a:extLst>
                  <a:ext uri="{FF2B5EF4-FFF2-40B4-BE49-F238E27FC236}">
                    <a16:creationId xmlns:a16="http://schemas.microsoft.com/office/drawing/2014/main" id="{60A63031-D3DB-36C6-E2AE-95C9B95F6CE5}"/>
                  </a:ext>
                </a:extLst>
              </p:cNvPr>
              <p:cNvSpPr>
                <a:spLocks noChangeShapeType="1"/>
              </p:cNvSpPr>
              <p:nvPr/>
            </p:nvSpPr>
            <p:spPr bwMode="auto">
              <a:xfrm>
                <a:off x="682" y="2193"/>
                <a:ext cx="1034" cy="0"/>
              </a:xfrm>
              <a:prstGeom prst="line">
                <a:avLst/>
              </a:prstGeom>
              <a:noFill/>
              <a:ln w="12700">
                <a:solidFill>
                  <a:schemeClr val="bg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4">
                <a:extLst>
                  <a:ext uri="{FF2B5EF4-FFF2-40B4-BE49-F238E27FC236}">
                    <a16:creationId xmlns:a16="http://schemas.microsoft.com/office/drawing/2014/main" id="{3870D893-B4C4-F725-960F-28238773BC5E}"/>
                  </a:ext>
                </a:extLst>
              </p:cNvPr>
              <p:cNvSpPr>
                <a:spLocks noChangeShapeType="1"/>
              </p:cNvSpPr>
              <p:nvPr/>
            </p:nvSpPr>
            <p:spPr bwMode="auto">
              <a:xfrm>
                <a:off x="1720" y="1438"/>
                <a:ext cx="0" cy="336"/>
              </a:xfrm>
              <a:prstGeom prst="line">
                <a:avLst/>
              </a:prstGeom>
              <a:noFill/>
              <a:ln w="254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Text Box 45">
                <a:extLst>
                  <a:ext uri="{FF2B5EF4-FFF2-40B4-BE49-F238E27FC236}">
                    <a16:creationId xmlns:a16="http://schemas.microsoft.com/office/drawing/2014/main" id="{4021613E-628E-A9F9-8607-110451E72AC6}"/>
                  </a:ext>
                </a:extLst>
              </p:cNvPr>
              <p:cNvSpPr txBox="1">
                <a:spLocks noChangeArrowheads="1"/>
              </p:cNvSpPr>
              <p:nvPr/>
            </p:nvSpPr>
            <p:spPr bwMode="auto">
              <a:xfrm>
                <a:off x="1770" y="1369"/>
                <a:ext cx="117"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just">
                  <a:spcBef>
                    <a:spcPct val="50000"/>
                  </a:spcBef>
                  <a:buFontTx/>
                  <a:buNone/>
                </a:pPr>
                <a:r>
                  <a:rPr kumimoji="1" lang="en-US" altLang="zh-CN" sz="2000" b="0" i="1" dirty="0">
                    <a:latin typeface="+mn-lt"/>
                    <a:ea typeface="黑体" pitchFamily="2" charset="-122"/>
                  </a:rPr>
                  <a:t>F</a:t>
                </a:r>
              </a:p>
            </p:txBody>
          </p:sp>
        </p:grpSp>
        <p:grpSp>
          <p:nvGrpSpPr>
            <p:cNvPr id="9" name="Group 46">
              <a:extLst>
                <a:ext uri="{FF2B5EF4-FFF2-40B4-BE49-F238E27FC236}">
                  <a16:creationId xmlns:a16="http://schemas.microsoft.com/office/drawing/2014/main" id="{C06CE8B3-DFD9-6D79-268E-BFC6C1D2F555}"/>
                </a:ext>
              </a:extLst>
            </p:cNvPr>
            <p:cNvGrpSpPr>
              <a:grpSpLocks/>
            </p:cNvGrpSpPr>
            <p:nvPr/>
          </p:nvGrpSpPr>
          <p:grpSpPr bwMode="auto">
            <a:xfrm>
              <a:off x="1372" y="1784"/>
              <a:ext cx="348" cy="220"/>
              <a:chOff x="1372" y="1784"/>
              <a:chExt cx="348" cy="220"/>
            </a:xfrm>
          </p:grpSpPr>
          <p:sp>
            <p:nvSpPr>
              <p:cNvPr id="10" name="Line 47">
                <a:extLst>
                  <a:ext uri="{FF2B5EF4-FFF2-40B4-BE49-F238E27FC236}">
                    <a16:creationId xmlns:a16="http://schemas.microsoft.com/office/drawing/2014/main" id="{C5585703-915E-BD77-3D06-E5B8A87D5556}"/>
                  </a:ext>
                </a:extLst>
              </p:cNvPr>
              <p:cNvSpPr>
                <a:spLocks noChangeShapeType="1"/>
              </p:cNvSpPr>
              <p:nvPr/>
            </p:nvSpPr>
            <p:spPr bwMode="auto">
              <a:xfrm>
                <a:off x="1572" y="1784"/>
                <a:ext cx="0" cy="212"/>
              </a:xfrm>
              <a:prstGeom prst="line">
                <a:avLst/>
              </a:prstGeom>
              <a:noFill/>
              <a:ln w="12700" cap="sq">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48">
                <a:extLst>
                  <a:ext uri="{FF2B5EF4-FFF2-40B4-BE49-F238E27FC236}">
                    <a16:creationId xmlns:a16="http://schemas.microsoft.com/office/drawing/2014/main" id="{D7EB4879-F7CF-5064-0FDC-DC5E5991D669}"/>
                  </a:ext>
                </a:extLst>
              </p:cNvPr>
              <p:cNvSpPr>
                <a:spLocks noChangeShapeType="1"/>
              </p:cNvSpPr>
              <p:nvPr/>
            </p:nvSpPr>
            <p:spPr bwMode="auto">
              <a:xfrm flipH="1">
                <a:off x="1532" y="2000"/>
                <a:ext cx="188" cy="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Object 49">
                <a:extLst>
                  <a:ext uri="{FF2B5EF4-FFF2-40B4-BE49-F238E27FC236}">
                    <a16:creationId xmlns:a16="http://schemas.microsoft.com/office/drawing/2014/main" id="{BF86D61B-0B01-514E-1E7B-CE80894BE860}"/>
                  </a:ext>
                </a:extLst>
              </p:cNvPr>
              <p:cNvGraphicFramePr>
                <a:graphicFrameLocks noChangeAspect="1"/>
              </p:cNvGraphicFramePr>
              <p:nvPr/>
            </p:nvGraphicFramePr>
            <p:xfrm>
              <a:off x="1372" y="1805"/>
              <a:ext cx="157" cy="180"/>
            </p:xfrm>
            <a:graphic>
              <a:graphicData uri="http://schemas.openxmlformats.org/presentationml/2006/ole">
                <mc:AlternateContent xmlns:mc="http://schemas.openxmlformats.org/markup-compatibility/2006">
                  <mc:Choice xmlns:v="urn:schemas-microsoft-com:vml" Requires="v">
                    <p:oleObj name="公式" r:id="rId13" imgW="177480" imgH="203040" progId="Equation.3">
                      <p:embed/>
                    </p:oleObj>
                  </mc:Choice>
                  <mc:Fallback>
                    <p:oleObj name="公式" r:id="rId13" imgW="177480" imgH="203040" progId="Equation.3">
                      <p:embed/>
                      <p:pic>
                        <p:nvPicPr>
                          <p:cNvPr id="13" name="Object 49">
                            <a:extLst>
                              <a:ext uri="{FF2B5EF4-FFF2-40B4-BE49-F238E27FC236}">
                                <a16:creationId xmlns:a16="http://schemas.microsoft.com/office/drawing/2014/main" id="{BF86D61B-0B01-514E-1E7B-CE80894BE860}"/>
                              </a:ext>
                            </a:extLst>
                          </p:cNvPr>
                          <p:cNvPicPr>
                            <a:picLocks noChangeAspect="1" noChangeArrowheads="1"/>
                          </p:cNvPicPr>
                          <p:nvPr/>
                        </p:nvPicPr>
                        <p:blipFill>
                          <a:blip r:embed="rId14"/>
                          <a:srcRect/>
                          <a:stretch>
                            <a:fillRect/>
                          </a:stretch>
                        </p:blipFill>
                        <p:spPr bwMode="auto">
                          <a:xfrm>
                            <a:off x="1372" y="1805"/>
                            <a:ext cx="15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38" name="Group 55">
            <a:extLst>
              <a:ext uri="{FF2B5EF4-FFF2-40B4-BE49-F238E27FC236}">
                <a16:creationId xmlns:a16="http://schemas.microsoft.com/office/drawing/2014/main" id="{E7AA8D6B-991E-0BFB-F5A7-1F87BC417EDF}"/>
              </a:ext>
            </a:extLst>
          </p:cNvPr>
          <p:cNvGrpSpPr>
            <a:grpSpLocks/>
          </p:cNvGrpSpPr>
          <p:nvPr/>
        </p:nvGrpSpPr>
        <p:grpSpPr bwMode="auto">
          <a:xfrm>
            <a:off x="1193599" y="2184429"/>
            <a:ext cx="4301136" cy="647018"/>
            <a:chOff x="663" y="1445"/>
            <a:chExt cx="2678" cy="352"/>
          </a:xfrm>
        </p:grpSpPr>
        <p:graphicFrame>
          <p:nvGraphicFramePr>
            <p:cNvPr id="39" name="Object 7">
              <a:extLst>
                <a:ext uri="{FF2B5EF4-FFF2-40B4-BE49-F238E27FC236}">
                  <a16:creationId xmlns:a16="http://schemas.microsoft.com/office/drawing/2014/main" id="{329C299D-FC72-B2CA-A522-132DF61D0338}"/>
                </a:ext>
              </a:extLst>
            </p:cNvPr>
            <p:cNvGraphicFramePr>
              <a:graphicFrameLocks noChangeAspect="1"/>
            </p:cNvGraphicFramePr>
            <p:nvPr/>
          </p:nvGraphicFramePr>
          <p:xfrm>
            <a:off x="663" y="1488"/>
            <a:ext cx="576" cy="256"/>
          </p:xfrm>
          <a:graphic>
            <a:graphicData uri="http://schemas.openxmlformats.org/presentationml/2006/ole">
              <mc:AlternateContent xmlns:mc="http://schemas.openxmlformats.org/markup-compatibility/2006">
                <mc:Choice xmlns:v="urn:schemas-microsoft-com:vml" Requires="v">
                  <p:oleObj name="公式" r:id="rId15" imgW="457200" imgH="203040" progId="Equation.3">
                    <p:embed/>
                  </p:oleObj>
                </mc:Choice>
                <mc:Fallback>
                  <p:oleObj name="公式" r:id="rId15" imgW="457200" imgH="203040" progId="Equation.3">
                    <p:embed/>
                    <p:pic>
                      <p:nvPicPr>
                        <p:cNvPr id="39" name="Object 7">
                          <a:extLst>
                            <a:ext uri="{FF2B5EF4-FFF2-40B4-BE49-F238E27FC236}">
                              <a16:creationId xmlns:a16="http://schemas.microsoft.com/office/drawing/2014/main" id="{329C299D-FC72-B2CA-A522-132DF61D0338}"/>
                            </a:ext>
                          </a:extLst>
                        </p:cNvPr>
                        <p:cNvPicPr>
                          <a:picLocks noChangeAspect="1" noChangeArrowheads="1"/>
                        </p:cNvPicPr>
                        <p:nvPr/>
                      </p:nvPicPr>
                      <p:blipFill>
                        <a:blip r:embed="rId16"/>
                        <a:srcRect/>
                        <a:stretch>
                          <a:fillRect/>
                        </a:stretch>
                      </p:blipFill>
                      <p:spPr bwMode="auto">
                        <a:xfrm>
                          <a:off x="663" y="1488"/>
                          <a:ext cx="576"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8">
              <a:extLst>
                <a:ext uri="{FF2B5EF4-FFF2-40B4-BE49-F238E27FC236}">
                  <a16:creationId xmlns:a16="http://schemas.microsoft.com/office/drawing/2014/main" id="{7A783EC9-1062-D1C9-2A1C-03AB160377D6}"/>
                </a:ext>
              </a:extLst>
            </p:cNvPr>
            <p:cNvGraphicFramePr>
              <a:graphicFrameLocks noChangeAspect="1"/>
            </p:cNvGraphicFramePr>
            <p:nvPr/>
          </p:nvGraphicFramePr>
          <p:xfrm>
            <a:off x="1433" y="1464"/>
            <a:ext cx="848" cy="288"/>
          </p:xfrm>
          <a:graphic>
            <a:graphicData uri="http://schemas.openxmlformats.org/presentationml/2006/ole">
              <mc:AlternateContent xmlns:mc="http://schemas.openxmlformats.org/markup-compatibility/2006">
                <mc:Choice xmlns:v="urn:schemas-microsoft-com:vml" Requires="v">
                  <p:oleObj name="Equation" r:id="rId17" imgW="672840" imgH="228600" progId="Equation.DSMT4">
                    <p:embed/>
                  </p:oleObj>
                </mc:Choice>
                <mc:Fallback>
                  <p:oleObj name="Equation" r:id="rId17" imgW="672840" imgH="228600" progId="Equation.DSMT4">
                    <p:embed/>
                    <p:pic>
                      <p:nvPicPr>
                        <p:cNvPr id="40" name="Object 8">
                          <a:extLst>
                            <a:ext uri="{FF2B5EF4-FFF2-40B4-BE49-F238E27FC236}">
                              <a16:creationId xmlns:a16="http://schemas.microsoft.com/office/drawing/2014/main" id="{7A783EC9-1062-D1C9-2A1C-03AB160377D6}"/>
                            </a:ext>
                          </a:extLst>
                        </p:cNvPr>
                        <p:cNvPicPr>
                          <a:picLocks noChangeAspect="1" noChangeArrowheads="1"/>
                        </p:cNvPicPr>
                        <p:nvPr/>
                      </p:nvPicPr>
                      <p:blipFill>
                        <a:blip r:embed="rId18"/>
                        <a:srcRect/>
                        <a:stretch>
                          <a:fillRect/>
                        </a:stretch>
                      </p:blipFill>
                      <p:spPr bwMode="auto">
                        <a:xfrm>
                          <a:off x="1433" y="1464"/>
                          <a:ext cx="84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 name="Object 9">
              <a:extLst>
                <a:ext uri="{FF2B5EF4-FFF2-40B4-BE49-F238E27FC236}">
                  <a16:creationId xmlns:a16="http://schemas.microsoft.com/office/drawing/2014/main" id="{A039B885-EA1D-04B9-5BFD-3C4B00683C8F}"/>
                </a:ext>
              </a:extLst>
            </p:cNvPr>
            <p:cNvGraphicFramePr>
              <a:graphicFrameLocks noChangeAspect="1"/>
            </p:cNvGraphicFramePr>
            <p:nvPr/>
          </p:nvGraphicFramePr>
          <p:xfrm>
            <a:off x="2429" y="1445"/>
            <a:ext cx="912" cy="352"/>
          </p:xfrm>
          <a:graphic>
            <a:graphicData uri="http://schemas.openxmlformats.org/presentationml/2006/ole">
              <mc:AlternateContent xmlns:mc="http://schemas.openxmlformats.org/markup-compatibility/2006">
                <mc:Choice xmlns:v="urn:schemas-microsoft-com:vml" Requires="v">
                  <p:oleObj name="公式" r:id="rId19" imgW="723600" imgH="279360" progId="Equation.3">
                    <p:embed/>
                  </p:oleObj>
                </mc:Choice>
                <mc:Fallback>
                  <p:oleObj name="公式" r:id="rId19" imgW="723600" imgH="279360" progId="Equation.3">
                    <p:embed/>
                    <p:pic>
                      <p:nvPicPr>
                        <p:cNvPr id="41" name="Object 9">
                          <a:extLst>
                            <a:ext uri="{FF2B5EF4-FFF2-40B4-BE49-F238E27FC236}">
                              <a16:creationId xmlns:a16="http://schemas.microsoft.com/office/drawing/2014/main" id="{A039B885-EA1D-04B9-5BFD-3C4B00683C8F}"/>
                            </a:ext>
                          </a:extLst>
                        </p:cNvPr>
                        <p:cNvPicPr>
                          <a:picLocks noChangeAspect="1" noChangeArrowheads="1"/>
                        </p:cNvPicPr>
                        <p:nvPr/>
                      </p:nvPicPr>
                      <p:blipFill>
                        <a:blip r:embed="rId20"/>
                        <a:srcRect/>
                        <a:stretch>
                          <a:fillRect/>
                        </a:stretch>
                      </p:blipFill>
                      <p:spPr bwMode="auto">
                        <a:xfrm>
                          <a:off x="2429" y="1445"/>
                          <a:ext cx="912"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2" name="AutoShape 10">
              <a:extLst>
                <a:ext uri="{FF2B5EF4-FFF2-40B4-BE49-F238E27FC236}">
                  <a16:creationId xmlns:a16="http://schemas.microsoft.com/office/drawing/2014/main" id="{1707A89A-1516-0D62-8D7A-10D305BFD580}"/>
                </a:ext>
              </a:extLst>
            </p:cNvPr>
            <p:cNvSpPr>
              <a:spLocks noChangeArrowheads="1"/>
            </p:cNvSpPr>
            <p:nvPr/>
          </p:nvSpPr>
          <p:spPr bwMode="auto">
            <a:xfrm>
              <a:off x="3114" y="1530"/>
              <a:ext cx="94" cy="156"/>
            </a:xfrm>
            <a:prstGeom prst="curvedRightArrow">
              <a:avLst>
                <a:gd name="adj1" fmla="val 33191"/>
                <a:gd name="adj2" fmla="val 66383"/>
                <a:gd name="adj3" fmla="val 33333"/>
              </a:avLst>
            </a:prstGeom>
            <a:solidFill>
              <a:schemeClr val="tx2"/>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graphicFrame>
        <p:nvGraphicFramePr>
          <p:cNvPr id="43" name="Object 12">
            <a:extLst>
              <a:ext uri="{FF2B5EF4-FFF2-40B4-BE49-F238E27FC236}">
                <a16:creationId xmlns:a16="http://schemas.microsoft.com/office/drawing/2014/main" id="{944A9ACC-07B6-8C5F-5343-FF8A59527F66}"/>
              </a:ext>
            </a:extLst>
          </p:cNvPr>
          <p:cNvGraphicFramePr>
            <a:graphicFrameLocks noChangeAspect="1"/>
          </p:cNvGraphicFramePr>
          <p:nvPr/>
        </p:nvGraphicFramePr>
        <p:xfrm>
          <a:off x="1649413" y="3251200"/>
          <a:ext cx="2505075" cy="460375"/>
        </p:xfrm>
        <a:graphic>
          <a:graphicData uri="http://schemas.openxmlformats.org/presentationml/2006/ole">
            <mc:AlternateContent xmlns:mc="http://schemas.openxmlformats.org/markup-compatibility/2006">
              <mc:Choice xmlns:v="urn:schemas-microsoft-com:vml" Requires="v">
                <p:oleObj name="Equation" r:id="rId21" imgW="1104840" imgH="203040" progId="Equation.DSMT4">
                  <p:embed/>
                </p:oleObj>
              </mc:Choice>
              <mc:Fallback>
                <p:oleObj name="Equation" r:id="rId21" imgW="1104840" imgH="203040" progId="Equation.DSMT4">
                  <p:embed/>
                  <p:pic>
                    <p:nvPicPr>
                      <p:cNvPr id="43" name="Object 12">
                        <a:extLst>
                          <a:ext uri="{FF2B5EF4-FFF2-40B4-BE49-F238E27FC236}">
                            <a16:creationId xmlns:a16="http://schemas.microsoft.com/office/drawing/2014/main" id="{944A9ACC-07B6-8C5F-5343-FF8A59527F66}"/>
                          </a:ext>
                        </a:extLst>
                      </p:cNvPr>
                      <p:cNvPicPr>
                        <a:picLocks noChangeAspect="1" noChangeArrowheads="1"/>
                      </p:cNvPicPr>
                      <p:nvPr/>
                    </p:nvPicPr>
                    <p:blipFill>
                      <a:blip r:embed="rId22"/>
                      <a:srcRect/>
                      <a:stretch>
                        <a:fillRect/>
                      </a:stretch>
                    </p:blipFill>
                    <p:spPr bwMode="auto">
                      <a:xfrm>
                        <a:off x="1649413" y="3251200"/>
                        <a:ext cx="2505075" cy="460375"/>
                      </a:xfrm>
                      <a:prstGeom prst="rect">
                        <a:avLst/>
                      </a:prstGeom>
                      <a:noFill/>
                      <a:ln>
                        <a:noFill/>
                      </a:ln>
                      <a:effectLst/>
                    </p:spPr>
                  </p:pic>
                </p:oleObj>
              </mc:Fallback>
            </mc:AlternateContent>
          </a:graphicData>
        </a:graphic>
      </p:graphicFrame>
      <p:sp>
        <p:nvSpPr>
          <p:cNvPr id="44" name="矩形 43">
            <a:extLst>
              <a:ext uri="{FF2B5EF4-FFF2-40B4-BE49-F238E27FC236}">
                <a16:creationId xmlns:a16="http://schemas.microsoft.com/office/drawing/2014/main" id="{08211CFD-EFDE-57CB-1D38-EAC0B8497A77}"/>
              </a:ext>
            </a:extLst>
          </p:cNvPr>
          <p:cNvSpPr/>
          <p:nvPr/>
        </p:nvSpPr>
        <p:spPr>
          <a:xfrm>
            <a:off x="211183" y="3610784"/>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3)  </a:t>
            </a:r>
            <a:r>
              <a:rPr kumimoji="1" lang="zh-CN" altLang="en-US" i="0" dirty="0">
                <a:solidFill>
                  <a:srgbClr val="000000"/>
                </a:solidFill>
                <a:ea typeface="黑体" panose="02010609060101010101" pitchFamily="49" charset="-122"/>
              </a:rPr>
              <a:t>列挠曲线近似微分方程</a:t>
            </a:r>
            <a:endParaRPr kumimoji="1" lang="en-US" altLang="zh-CN" i="0" dirty="0">
              <a:solidFill>
                <a:srgbClr val="000000"/>
              </a:solidFill>
              <a:ea typeface="黑体" panose="02010609060101010101" pitchFamily="49" charset="-122"/>
            </a:endParaRPr>
          </a:p>
        </p:txBody>
      </p:sp>
      <p:graphicFrame>
        <p:nvGraphicFramePr>
          <p:cNvPr id="46" name="Object 13">
            <a:extLst>
              <a:ext uri="{FF2B5EF4-FFF2-40B4-BE49-F238E27FC236}">
                <a16:creationId xmlns:a16="http://schemas.microsoft.com/office/drawing/2014/main" id="{61642D48-FEBC-8A21-62AC-3CA411BBE28A}"/>
              </a:ext>
            </a:extLst>
          </p:cNvPr>
          <p:cNvGraphicFramePr>
            <a:graphicFrameLocks noChangeAspect="1"/>
          </p:cNvGraphicFramePr>
          <p:nvPr/>
        </p:nvGraphicFramePr>
        <p:xfrm>
          <a:off x="1498382" y="4224338"/>
          <a:ext cx="3225800" cy="457200"/>
        </p:xfrm>
        <a:graphic>
          <a:graphicData uri="http://schemas.openxmlformats.org/presentationml/2006/ole">
            <mc:AlternateContent xmlns:mc="http://schemas.openxmlformats.org/markup-compatibility/2006">
              <mc:Choice xmlns:v="urn:schemas-microsoft-com:vml" Requires="v">
                <p:oleObj name="Equation" r:id="rId23" imgW="1612800" imgH="228600" progId="Equation.DSMT4">
                  <p:embed/>
                </p:oleObj>
              </mc:Choice>
              <mc:Fallback>
                <p:oleObj name="Equation" r:id="rId23" imgW="1612800" imgH="228600" progId="Equation.DSMT4">
                  <p:embed/>
                  <p:pic>
                    <p:nvPicPr>
                      <p:cNvPr id="46" name="Object 13">
                        <a:extLst>
                          <a:ext uri="{FF2B5EF4-FFF2-40B4-BE49-F238E27FC236}">
                            <a16:creationId xmlns:a16="http://schemas.microsoft.com/office/drawing/2014/main" id="{61642D48-FEBC-8A21-62AC-3CA411BBE28A}"/>
                          </a:ext>
                        </a:extLst>
                      </p:cNvPr>
                      <p:cNvPicPr>
                        <a:picLocks noChangeAspect="1" noChangeArrowheads="1"/>
                      </p:cNvPicPr>
                      <p:nvPr/>
                    </p:nvPicPr>
                    <p:blipFill>
                      <a:blip r:embed="rId24"/>
                      <a:srcRect/>
                      <a:stretch>
                        <a:fillRect/>
                      </a:stretch>
                    </p:blipFill>
                    <p:spPr bwMode="auto">
                      <a:xfrm>
                        <a:off x="1498382" y="4224338"/>
                        <a:ext cx="3225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 name="矩形 46">
            <a:extLst>
              <a:ext uri="{FF2B5EF4-FFF2-40B4-BE49-F238E27FC236}">
                <a16:creationId xmlns:a16="http://schemas.microsoft.com/office/drawing/2014/main" id="{6A583BE8-E57F-B644-4A48-E5826F964DE6}"/>
              </a:ext>
            </a:extLst>
          </p:cNvPr>
          <p:cNvSpPr/>
          <p:nvPr/>
        </p:nvSpPr>
        <p:spPr>
          <a:xfrm>
            <a:off x="211183" y="4559315"/>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4)  </a:t>
            </a:r>
            <a:r>
              <a:rPr kumimoji="1" lang="zh-CN" altLang="en-US" i="0" dirty="0">
                <a:solidFill>
                  <a:srgbClr val="000000"/>
                </a:solidFill>
                <a:ea typeface="黑体" panose="02010609060101010101" pitchFamily="49" charset="-122"/>
              </a:rPr>
              <a:t>积分得转角方程和挠曲线方程</a:t>
            </a:r>
            <a:endParaRPr kumimoji="1" lang="en-US" altLang="zh-CN" i="0" dirty="0">
              <a:solidFill>
                <a:srgbClr val="000000"/>
              </a:solidFill>
              <a:ea typeface="黑体" panose="02010609060101010101" pitchFamily="49" charset="-122"/>
            </a:endParaRPr>
          </a:p>
        </p:txBody>
      </p:sp>
      <p:graphicFrame>
        <p:nvGraphicFramePr>
          <p:cNvPr id="49" name="Object 13">
            <a:extLst>
              <a:ext uri="{FF2B5EF4-FFF2-40B4-BE49-F238E27FC236}">
                <a16:creationId xmlns:a16="http://schemas.microsoft.com/office/drawing/2014/main" id="{46196D26-4724-D4BE-8717-7ECB13CD6E13}"/>
              </a:ext>
            </a:extLst>
          </p:cNvPr>
          <p:cNvGraphicFramePr>
            <a:graphicFrameLocks noChangeAspect="1"/>
          </p:cNvGraphicFramePr>
          <p:nvPr/>
        </p:nvGraphicFramePr>
        <p:xfrm>
          <a:off x="1349685" y="5162550"/>
          <a:ext cx="4216400" cy="482600"/>
        </p:xfrm>
        <a:graphic>
          <a:graphicData uri="http://schemas.openxmlformats.org/presentationml/2006/ole">
            <mc:AlternateContent xmlns:mc="http://schemas.openxmlformats.org/markup-compatibility/2006">
              <mc:Choice xmlns:v="urn:schemas-microsoft-com:vml" Requires="v">
                <p:oleObj name="Equation" r:id="rId25" imgW="2108160" imgH="241200" progId="Equation.DSMT4">
                  <p:embed/>
                </p:oleObj>
              </mc:Choice>
              <mc:Fallback>
                <p:oleObj name="Equation" r:id="rId25" imgW="2108160" imgH="241200" progId="Equation.DSMT4">
                  <p:embed/>
                  <p:pic>
                    <p:nvPicPr>
                      <p:cNvPr id="49" name="Object 13">
                        <a:extLst>
                          <a:ext uri="{FF2B5EF4-FFF2-40B4-BE49-F238E27FC236}">
                            <a16:creationId xmlns:a16="http://schemas.microsoft.com/office/drawing/2014/main" id="{46196D26-4724-D4BE-8717-7ECB13CD6E13}"/>
                          </a:ext>
                        </a:extLst>
                      </p:cNvPr>
                      <p:cNvPicPr>
                        <a:picLocks noChangeAspect="1" noChangeArrowheads="1"/>
                      </p:cNvPicPr>
                      <p:nvPr/>
                    </p:nvPicPr>
                    <p:blipFill>
                      <a:blip r:embed="rId26"/>
                      <a:srcRect/>
                      <a:stretch>
                        <a:fillRect/>
                      </a:stretch>
                    </p:blipFill>
                    <p:spPr bwMode="auto">
                      <a:xfrm>
                        <a:off x="1349685" y="5162550"/>
                        <a:ext cx="42164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 name="Object 13">
            <a:extLst>
              <a:ext uri="{FF2B5EF4-FFF2-40B4-BE49-F238E27FC236}">
                <a16:creationId xmlns:a16="http://schemas.microsoft.com/office/drawing/2014/main" id="{9FF185A8-6149-AA5B-C69E-16C17FF01918}"/>
              </a:ext>
            </a:extLst>
          </p:cNvPr>
          <p:cNvGraphicFramePr>
            <a:graphicFrameLocks noChangeAspect="1"/>
          </p:cNvGraphicFramePr>
          <p:nvPr/>
        </p:nvGraphicFramePr>
        <p:xfrm>
          <a:off x="6170613" y="5162550"/>
          <a:ext cx="4445000" cy="482600"/>
        </p:xfrm>
        <a:graphic>
          <a:graphicData uri="http://schemas.openxmlformats.org/presentationml/2006/ole">
            <mc:AlternateContent xmlns:mc="http://schemas.openxmlformats.org/markup-compatibility/2006">
              <mc:Choice xmlns:v="urn:schemas-microsoft-com:vml" Requires="v">
                <p:oleObj name="Equation" r:id="rId27" imgW="2222280" imgH="241200" progId="Equation.DSMT4">
                  <p:embed/>
                </p:oleObj>
              </mc:Choice>
              <mc:Fallback>
                <p:oleObj name="Equation" r:id="rId27" imgW="2222280" imgH="241200" progId="Equation.DSMT4">
                  <p:embed/>
                  <p:pic>
                    <p:nvPicPr>
                      <p:cNvPr id="51" name="Object 13">
                        <a:extLst>
                          <a:ext uri="{FF2B5EF4-FFF2-40B4-BE49-F238E27FC236}">
                            <a16:creationId xmlns:a16="http://schemas.microsoft.com/office/drawing/2014/main" id="{9FF185A8-6149-AA5B-C69E-16C17FF01918}"/>
                          </a:ext>
                        </a:extLst>
                      </p:cNvPr>
                      <p:cNvPicPr>
                        <a:picLocks noChangeAspect="1" noChangeArrowheads="1"/>
                      </p:cNvPicPr>
                      <p:nvPr/>
                    </p:nvPicPr>
                    <p:blipFill>
                      <a:blip r:embed="rId28"/>
                      <a:srcRect/>
                      <a:stretch>
                        <a:fillRect/>
                      </a:stretch>
                    </p:blipFill>
                    <p:spPr bwMode="auto">
                      <a:xfrm>
                        <a:off x="6170613" y="5162550"/>
                        <a:ext cx="44450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8004128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blinds(horizontal)">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3"/>
                                        </p:tgtEl>
                                        <p:attrNameLst>
                                          <p:attrName>style.visibility</p:attrName>
                                        </p:attrNameLst>
                                      </p:cBhvr>
                                      <p:to>
                                        <p:strVal val="visible"/>
                                      </p:to>
                                    </p:set>
                                    <p:animEffect transition="in" filter="wipe(left)">
                                      <p:cBhvr>
                                        <p:cTn id="24" dur="500"/>
                                        <p:tgtEl>
                                          <p:spTgt spid="43"/>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6"/>
                                        </p:tgtEl>
                                        <p:attrNameLst>
                                          <p:attrName>style.visibility</p:attrName>
                                        </p:attrNameLst>
                                      </p:cBhvr>
                                      <p:to>
                                        <p:strVal val="visible"/>
                                      </p:to>
                                    </p:set>
                                    <p:animEffect transition="in" filter="wipe(left)">
                                      <p:cBhvr>
                                        <p:cTn id="37" dur="500"/>
                                        <p:tgtEl>
                                          <p:spTgt spid="46"/>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4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9"/>
                                        </p:tgtEl>
                                        <p:attrNameLst>
                                          <p:attrName>style.visibility</p:attrName>
                                        </p:attrNameLst>
                                      </p:cBhvr>
                                      <p:to>
                                        <p:strVal val="visible"/>
                                      </p:to>
                                    </p:set>
                                    <p:animEffect transition="in" filter="wipe(left)">
                                      <p:cBhvr>
                                        <p:cTn id="46" dur="500"/>
                                        <p:tgtEl>
                                          <p:spTgt spid="4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wipe(left)">
                                      <p:cBhvr>
                                        <p:cTn id="5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45" grpId="0"/>
      <p:bldP spid="92" grpId="0"/>
      <p:bldP spid="44" grpId="0"/>
      <p:bldP spid="4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7541315" y="1465328"/>
            <a:ext cx="3862165" cy="2450005"/>
          </a:xfrm>
          <a:prstGeom prst="rect">
            <a:avLst/>
          </a:prstGeom>
          <a:solidFill>
            <a:srgbClr val="B9CDE5"/>
          </a:solidFill>
          <a:ln>
            <a:noFill/>
          </a:ln>
          <a:effectLst/>
        </p:spPr>
        <p:txBody>
          <a:bodyPr wrap="none" anchor="ctr"/>
          <a:lstStyle/>
          <a:p>
            <a:endParaRPr lang="zh-CN" altLang="en-US"/>
          </a:p>
        </p:txBody>
      </p:sp>
      <p:sp>
        <p:nvSpPr>
          <p:cNvPr id="92" name="矩形 91">
            <a:extLst>
              <a:ext uri="{FF2B5EF4-FFF2-40B4-BE49-F238E27FC236}">
                <a16:creationId xmlns:a16="http://schemas.microsoft.com/office/drawing/2014/main" id="{E8DB0D0A-8BE9-6ADA-6C58-96049487BA32}"/>
              </a:ext>
            </a:extLst>
          </p:cNvPr>
          <p:cNvSpPr/>
          <p:nvPr/>
        </p:nvSpPr>
        <p:spPr>
          <a:xfrm>
            <a:off x="211183" y="814374"/>
            <a:ext cx="8110443" cy="520848"/>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5)</a:t>
            </a:r>
            <a:r>
              <a:rPr kumimoji="1" lang="zh-CN" altLang="en-US" b="0" i="0" dirty="0">
                <a:solidFill>
                  <a:srgbClr val="FFFFFF"/>
                </a:solidFill>
                <a:ea typeface="黑体" panose="02010609060101010101" pitchFamily="49" charset="-122"/>
              </a:rPr>
              <a:t>由</a:t>
            </a:r>
            <a:r>
              <a:rPr kumimoji="1" lang="zh-CN" altLang="en-US" i="0" dirty="0">
                <a:solidFill>
                  <a:srgbClr val="000000"/>
                </a:solidFill>
                <a:ea typeface="黑体" panose="02010609060101010101" pitchFamily="49" charset="-122"/>
              </a:rPr>
              <a:t>边界条件定积分常数。</a:t>
            </a:r>
            <a:endParaRPr lang="en-US" altLang="zh-CN" i="0" dirty="0">
              <a:solidFill>
                <a:schemeClr val="tx1"/>
              </a:solidFill>
              <a:latin typeface="黑体" panose="02010609060101010101" pitchFamily="49" charset="-122"/>
              <a:ea typeface="黑体" panose="02010609060101010101" pitchFamily="49" charset="-122"/>
            </a:endParaRPr>
          </a:p>
        </p:txBody>
      </p:sp>
      <p:grpSp>
        <p:nvGrpSpPr>
          <p:cNvPr id="4" name="Group 18">
            <a:extLst>
              <a:ext uri="{FF2B5EF4-FFF2-40B4-BE49-F238E27FC236}">
                <a16:creationId xmlns:a16="http://schemas.microsoft.com/office/drawing/2014/main" id="{1F1D6A8D-1750-45EF-552B-C3CB9F018AAF}"/>
              </a:ext>
            </a:extLst>
          </p:cNvPr>
          <p:cNvGrpSpPr>
            <a:grpSpLocks/>
          </p:cNvGrpSpPr>
          <p:nvPr/>
        </p:nvGrpSpPr>
        <p:grpSpPr bwMode="auto">
          <a:xfrm>
            <a:off x="7911093" y="1751771"/>
            <a:ext cx="3297905" cy="1788075"/>
            <a:chOff x="534" y="1352"/>
            <a:chExt cx="1695" cy="883"/>
          </a:xfrm>
        </p:grpSpPr>
        <p:sp>
          <p:nvSpPr>
            <p:cNvPr id="5" name="Arc 19">
              <a:extLst>
                <a:ext uri="{FF2B5EF4-FFF2-40B4-BE49-F238E27FC236}">
                  <a16:creationId xmlns:a16="http://schemas.microsoft.com/office/drawing/2014/main" id="{D5FF9335-74ED-1A46-CB5F-8D5A4EC1563F}"/>
                </a:ext>
              </a:extLst>
            </p:cNvPr>
            <p:cNvSpPr>
              <a:spLocks/>
            </p:cNvSpPr>
            <p:nvPr/>
          </p:nvSpPr>
          <p:spPr bwMode="auto">
            <a:xfrm>
              <a:off x="690" y="1793"/>
              <a:ext cx="1036" cy="262"/>
            </a:xfrm>
            <a:custGeom>
              <a:avLst/>
              <a:gdLst>
                <a:gd name="G0" fmla="+- 0 0 0"/>
                <a:gd name="G1" fmla="+- 21600 0 0"/>
                <a:gd name="G2" fmla="+- 21600 0 0"/>
                <a:gd name="T0" fmla="*/ 0 w 21267"/>
                <a:gd name="T1" fmla="*/ 0 h 21600"/>
                <a:gd name="T2" fmla="*/ 21267 w 21267"/>
                <a:gd name="T3" fmla="*/ 17822 h 21600"/>
                <a:gd name="T4" fmla="*/ 0 w 21267"/>
                <a:gd name="T5" fmla="*/ 21600 h 21600"/>
              </a:gdLst>
              <a:ahLst/>
              <a:cxnLst>
                <a:cxn ang="0">
                  <a:pos x="T0" y="T1"/>
                </a:cxn>
                <a:cxn ang="0">
                  <a:pos x="T2" y="T3"/>
                </a:cxn>
                <a:cxn ang="0">
                  <a:pos x="T4" y="T5"/>
                </a:cxn>
              </a:cxnLst>
              <a:rect l="0" t="0" r="r" b="b"/>
              <a:pathLst>
                <a:path w="21267" h="21600" fill="none" extrusionOk="0">
                  <a:moveTo>
                    <a:pt x="0" y="0"/>
                  </a:moveTo>
                  <a:cubicBezTo>
                    <a:pt x="10471" y="0"/>
                    <a:pt x="19435" y="7511"/>
                    <a:pt x="21267" y="17821"/>
                  </a:cubicBezTo>
                </a:path>
                <a:path w="21267" h="21600" stroke="0" extrusionOk="0">
                  <a:moveTo>
                    <a:pt x="0" y="0"/>
                  </a:moveTo>
                  <a:cubicBezTo>
                    <a:pt x="10471" y="0"/>
                    <a:pt x="19435" y="7511"/>
                    <a:pt x="21267" y="17821"/>
                  </a:cubicBezTo>
                  <a:lnTo>
                    <a:pt x="0" y="21600"/>
                  </a:lnTo>
                  <a:close/>
                </a:path>
              </a:pathLst>
            </a:custGeom>
            <a:noFill/>
            <a:ln w="31750">
              <a:solidFill>
                <a:srgbClr val="FF6600"/>
              </a:solidFill>
              <a:prstDash val="lgDash"/>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6" name="Group 20">
              <a:extLst>
                <a:ext uri="{FF2B5EF4-FFF2-40B4-BE49-F238E27FC236}">
                  <a16:creationId xmlns:a16="http://schemas.microsoft.com/office/drawing/2014/main" id="{D439E993-6524-48A2-7BB4-8589C576B3E5}"/>
                </a:ext>
              </a:extLst>
            </p:cNvPr>
            <p:cNvGrpSpPr>
              <a:grpSpLocks/>
            </p:cNvGrpSpPr>
            <p:nvPr/>
          </p:nvGrpSpPr>
          <p:grpSpPr bwMode="auto">
            <a:xfrm>
              <a:off x="1704" y="1819"/>
              <a:ext cx="345" cy="305"/>
              <a:chOff x="1704" y="1819"/>
              <a:chExt cx="345" cy="305"/>
            </a:xfrm>
          </p:grpSpPr>
          <p:sp>
            <p:nvSpPr>
              <p:cNvPr id="35" name="Arc 21">
                <a:extLst>
                  <a:ext uri="{FF2B5EF4-FFF2-40B4-BE49-F238E27FC236}">
                    <a16:creationId xmlns:a16="http://schemas.microsoft.com/office/drawing/2014/main" id="{7EAD88FD-D241-D9C7-C6A7-8FD7DBACE42E}"/>
                  </a:ext>
                </a:extLst>
              </p:cNvPr>
              <p:cNvSpPr>
                <a:spLocks/>
              </p:cNvSpPr>
              <p:nvPr/>
            </p:nvSpPr>
            <p:spPr bwMode="auto">
              <a:xfrm rot="8947937" flipH="1">
                <a:off x="1747" y="1819"/>
                <a:ext cx="192" cy="209"/>
              </a:xfrm>
              <a:custGeom>
                <a:avLst/>
                <a:gdLst>
                  <a:gd name="G0" fmla="+- 0 0 0"/>
                  <a:gd name="G1" fmla="+- 21600 0 0"/>
                  <a:gd name="G2" fmla="+- 21600 0 0"/>
                  <a:gd name="T0" fmla="*/ 0 w 21600"/>
                  <a:gd name="T1" fmla="*/ 0 h 23551"/>
                  <a:gd name="T2" fmla="*/ 21512 w 21600"/>
                  <a:gd name="T3" fmla="*/ 23551 h 23551"/>
                  <a:gd name="T4" fmla="*/ 0 w 21600"/>
                  <a:gd name="T5" fmla="*/ 21600 h 23551"/>
                </a:gdLst>
                <a:ahLst/>
                <a:cxnLst>
                  <a:cxn ang="0">
                    <a:pos x="T0" y="T1"/>
                  </a:cxn>
                  <a:cxn ang="0">
                    <a:pos x="T2" y="T3"/>
                  </a:cxn>
                  <a:cxn ang="0">
                    <a:pos x="T4" y="T5"/>
                  </a:cxn>
                </a:cxnLst>
                <a:rect l="0" t="0" r="r" b="b"/>
                <a:pathLst>
                  <a:path w="21600" h="23551" fill="none" extrusionOk="0">
                    <a:moveTo>
                      <a:pt x="0" y="0"/>
                    </a:moveTo>
                    <a:cubicBezTo>
                      <a:pt x="11929" y="0"/>
                      <a:pt x="21600" y="9670"/>
                      <a:pt x="21600" y="21600"/>
                    </a:cubicBezTo>
                    <a:cubicBezTo>
                      <a:pt x="21600" y="22251"/>
                      <a:pt x="21570" y="22902"/>
                      <a:pt x="21511" y="23550"/>
                    </a:cubicBezTo>
                  </a:path>
                  <a:path w="21600" h="23551" stroke="0" extrusionOk="0">
                    <a:moveTo>
                      <a:pt x="0" y="0"/>
                    </a:moveTo>
                    <a:cubicBezTo>
                      <a:pt x="11929" y="0"/>
                      <a:pt x="21600" y="9670"/>
                      <a:pt x="21600" y="21600"/>
                    </a:cubicBezTo>
                    <a:cubicBezTo>
                      <a:pt x="21600" y="22251"/>
                      <a:pt x="21570" y="22902"/>
                      <a:pt x="21511" y="23550"/>
                    </a:cubicBezTo>
                    <a:lnTo>
                      <a:pt x="0" y="21600"/>
                    </a:lnTo>
                    <a:close/>
                  </a:path>
                </a:pathLst>
              </a:custGeom>
              <a:noFill/>
              <a:ln w="9525">
                <a:solidFill>
                  <a:srgbClr val="8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aphicFrame>
            <p:nvGraphicFramePr>
              <p:cNvPr id="36" name="Object 22">
                <a:extLst>
                  <a:ext uri="{FF2B5EF4-FFF2-40B4-BE49-F238E27FC236}">
                    <a16:creationId xmlns:a16="http://schemas.microsoft.com/office/drawing/2014/main" id="{04D39117-89ED-53FD-ECDE-4E444907C014}"/>
                  </a:ext>
                </a:extLst>
              </p:cNvPr>
              <p:cNvGraphicFramePr>
                <a:graphicFrameLocks noChangeAspect="1"/>
              </p:cNvGraphicFramePr>
              <p:nvPr/>
            </p:nvGraphicFramePr>
            <p:xfrm>
              <a:off x="1901" y="1889"/>
              <a:ext cx="148" cy="181"/>
            </p:xfrm>
            <a:graphic>
              <a:graphicData uri="http://schemas.openxmlformats.org/presentationml/2006/ole">
                <mc:AlternateContent xmlns:mc="http://schemas.openxmlformats.org/markup-compatibility/2006">
                  <mc:Choice xmlns:v="urn:schemas-microsoft-com:vml" Requires="v">
                    <p:oleObj name="公式" r:id="rId3" imgW="164880" imgH="203040" progId="Equation.3">
                      <p:embed/>
                    </p:oleObj>
                  </mc:Choice>
                  <mc:Fallback>
                    <p:oleObj name="公式" r:id="rId3" imgW="164880" imgH="203040" progId="Equation.3">
                      <p:embed/>
                      <p:pic>
                        <p:nvPicPr>
                          <p:cNvPr id="36" name="Object 22">
                            <a:extLst>
                              <a:ext uri="{FF2B5EF4-FFF2-40B4-BE49-F238E27FC236}">
                                <a16:creationId xmlns:a16="http://schemas.microsoft.com/office/drawing/2014/main" id="{04D39117-89ED-53FD-ECDE-4E444907C014}"/>
                              </a:ext>
                            </a:extLst>
                          </p:cNvPr>
                          <p:cNvPicPr>
                            <a:picLocks noChangeAspect="1" noChangeArrowheads="1"/>
                          </p:cNvPicPr>
                          <p:nvPr/>
                        </p:nvPicPr>
                        <p:blipFill>
                          <a:blip r:embed="rId4"/>
                          <a:srcRect/>
                          <a:stretch>
                            <a:fillRect/>
                          </a:stretch>
                        </p:blipFill>
                        <p:spPr bwMode="auto">
                          <a:xfrm>
                            <a:off x="1901" y="1889"/>
                            <a:ext cx="148" cy="1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 name="Line 23">
                <a:extLst>
                  <a:ext uri="{FF2B5EF4-FFF2-40B4-BE49-F238E27FC236}">
                    <a16:creationId xmlns:a16="http://schemas.microsoft.com/office/drawing/2014/main" id="{C16AEEDE-A385-BC00-7E2F-656E5D3313ED}"/>
                  </a:ext>
                </a:extLst>
              </p:cNvPr>
              <p:cNvSpPr>
                <a:spLocks noChangeShapeType="1"/>
              </p:cNvSpPr>
              <p:nvPr/>
            </p:nvSpPr>
            <p:spPr bwMode="auto">
              <a:xfrm>
                <a:off x="1704" y="1980"/>
                <a:ext cx="192" cy="144"/>
              </a:xfrm>
              <a:prstGeom prst="line">
                <a:avLst/>
              </a:prstGeom>
              <a:noFill/>
              <a:ln w="12700">
                <a:solidFill>
                  <a:srgbClr val="8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grpSp>
          <p:nvGrpSpPr>
            <p:cNvPr id="8" name="Group 24">
              <a:extLst>
                <a:ext uri="{FF2B5EF4-FFF2-40B4-BE49-F238E27FC236}">
                  <a16:creationId xmlns:a16="http://schemas.microsoft.com/office/drawing/2014/main" id="{5E7B786F-8695-1D76-0EB3-09FF0D5464D9}"/>
                </a:ext>
              </a:extLst>
            </p:cNvPr>
            <p:cNvGrpSpPr>
              <a:grpSpLocks/>
            </p:cNvGrpSpPr>
            <p:nvPr/>
          </p:nvGrpSpPr>
          <p:grpSpPr bwMode="auto">
            <a:xfrm>
              <a:off x="534" y="1352"/>
              <a:ext cx="1695" cy="883"/>
              <a:chOff x="534" y="1352"/>
              <a:chExt cx="1695" cy="883"/>
            </a:xfrm>
          </p:grpSpPr>
          <p:sp>
            <p:nvSpPr>
              <p:cNvPr id="14" name="Line 25">
                <a:extLst>
                  <a:ext uri="{FF2B5EF4-FFF2-40B4-BE49-F238E27FC236}">
                    <a16:creationId xmlns:a16="http://schemas.microsoft.com/office/drawing/2014/main" id="{6A8BFC58-DDDB-C8DD-CF3D-40B380551B8C}"/>
                  </a:ext>
                </a:extLst>
              </p:cNvPr>
              <p:cNvSpPr>
                <a:spLocks noChangeShapeType="1"/>
              </p:cNvSpPr>
              <p:nvPr/>
            </p:nvSpPr>
            <p:spPr bwMode="auto">
              <a:xfrm>
                <a:off x="682" y="1649"/>
                <a:ext cx="0" cy="2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26">
                <a:extLst>
                  <a:ext uri="{FF2B5EF4-FFF2-40B4-BE49-F238E27FC236}">
                    <a16:creationId xmlns:a16="http://schemas.microsoft.com/office/drawing/2014/main" id="{021D6BB4-1CD9-83E2-8A60-5853E2EA030D}"/>
                  </a:ext>
                </a:extLst>
              </p:cNvPr>
              <p:cNvSpPr>
                <a:spLocks noChangeShapeType="1"/>
              </p:cNvSpPr>
              <p:nvPr/>
            </p:nvSpPr>
            <p:spPr bwMode="auto">
              <a:xfrm>
                <a:off x="682" y="1781"/>
                <a:ext cx="1045" cy="0"/>
              </a:xfrm>
              <a:prstGeom prst="line">
                <a:avLst/>
              </a:prstGeom>
              <a:noFill/>
              <a:ln w="63500">
                <a:solidFill>
                  <a:srgbClr val="8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7">
                <a:extLst>
                  <a:ext uri="{FF2B5EF4-FFF2-40B4-BE49-F238E27FC236}">
                    <a16:creationId xmlns:a16="http://schemas.microsoft.com/office/drawing/2014/main" id="{22164607-DD0E-9F20-B30B-F6A5C5CEA7E5}"/>
                  </a:ext>
                </a:extLst>
              </p:cNvPr>
              <p:cNvSpPr>
                <a:spLocks noChangeShapeType="1"/>
              </p:cNvSpPr>
              <p:nvPr/>
            </p:nvSpPr>
            <p:spPr bwMode="auto">
              <a:xfrm>
                <a:off x="1812" y="1781"/>
                <a:ext cx="242"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17" name="Line 28">
                <a:extLst>
                  <a:ext uri="{FF2B5EF4-FFF2-40B4-BE49-F238E27FC236}">
                    <a16:creationId xmlns:a16="http://schemas.microsoft.com/office/drawing/2014/main" id="{8CAA4202-E08F-EDD1-8F1E-9ACE4D69FE1E}"/>
                  </a:ext>
                </a:extLst>
              </p:cNvPr>
              <p:cNvSpPr>
                <a:spLocks noChangeShapeType="1"/>
              </p:cNvSpPr>
              <p:nvPr/>
            </p:nvSpPr>
            <p:spPr bwMode="auto">
              <a:xfrm flipH="1">
                <a:off x="636" y="1675"/>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29">
                <a:extLst>
                  <a:ext uri="{FF2B5EF4-FFF2-40B4-BE49-F238E27FC236}">
                    <a16:creationId xmlns:a16="http://schemas.microsoft.com/office/drawing/2014/main" id="{1DFAEFEA-37C9-9431-C287-342DC9330811}"/>
                  </a:ext>
                </a:extLst>
              </p:cNvPr>
              <p:cNvSpPr>
                <a:spLocks noChangeShapeType="1"/>
              </p:cNvSpPr>
              <p:nvPr/>
            </p:nvSpPr>
            <p:spPr bwMode="auto">
              <a:xfrm flipH="1">
                <a:off x="636" y="1740"/>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Line 30">
                <a:extLst>
                  <a:ext uri="{FF2B5EF4-FFF2-40B4-BE49-F238E27FC236}">
                    <a16:creationId xmlns:a16="http://schemas.microsoft.com/office/drawing/2014/main" id="{58CBE591-4A54-DC0F-1B59-21BA521C251F}"/>
                  </a:ext>
                </a:extLst>
              </p:cNvPr>
              <p:cNvSpPr>
                <a:spLocks noChangeShapeType="1"/>
              </p:cNvSpPr>
              <p:nvPr/>
            </p:nvSpPr>
            <p:spPr bwMode="auto">
              <a:xfrm flipH="1">
                <a:off x="636" y="1802"/>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1">
                <a:extLst>
                  <a:ext uri="{FF2B5EF4-FFF2-40B4-BE49-F238E27FC236}">
                    <a16:creationId xmlns:a16="http://schemas.microsoft.com/office/drawing/2014/main" id="{B801AB66-158C-3B52-0129-B104C9F8432B}"/>
                  </a:ext>
                </a:extLst>
              </p:cNvPr>
              <p:cNvSpPr>
                <a:spLocks noChangeShapeType="1"/>
              </p:cNvSpPr>
              <p:nvPr/>
            </p:nvSpPr>
            <p:spPr bwMode="auto">
              <a:xfrm flipH="1">
                <a:off x="636" y="1866"/>
                <a:ext cx="45" cy="4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32">
                <a:extLst>
                  <a:ext uri="{FF2B5EF4-FFF2-40B4-BE49-F238E27FC236}">
                    <a16:creationId xmlns:a16="http://schemas.microsoft.com/office/drawing/2014/main" id="{2091CEE8-FCCA-88F3-8B23-78DC1F8C59A0}"/>
                  </a:ext>
                </a:extLst>
              </p:cNvPr>
              <p:cNvSpPr>
                <a:spLocks noChangeShapeType="1"/>
              </p:cNvSpPr>
              <p:nvPr/>
            </p:nvSpPr>
            <p:spPr bwMode="auto">
              <a:xfrm flipV="1">
                <a:off x="684" y="1395"/>
                <a:ext cx="0" cy="211"/>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22" name="Text Box 33">
                <a:extLst>
                  <a:ext uri="{FF2B5EF4-FFF2-40B4-BE49-F238E27FC236}">
                    <a16:creationId xmlns:a16="http://schemas.microsoft.com/office/drawing/2014/main" id="{C9FD7866-CA8F-3E58-990A-15B3AA1970C8}"/>
                  </a:ext>
                </a:extLst>
              </p:cNvPr>
              <p:cNvSpPr txBox="1">
                <a:spLocks noChangeArrowheads="1"/>
              </p:cNvSpPr>
              <p:nvPr/>
            </p:nvSpPr>
            <p:spPr bwMode="auto">
              <a:xfrm>
                <a:off x="534" y="1671"/>
                <a:ext cx="18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A</a:t>
                </a:r>
              </a:p>
            </p:txBody>
          </p:sp>
          <p:sp>
            <p:nvSpPr>
              <p:cNvPr id="23" name="Line 34">
                <a:extLst>
                  <a:ext uri="{FF2B5EF4-FFF2-40B4-BE49-F238E27FC236}">
                    <a16:creationId xmlns:a16="http://schemas.microsoft.com/office/drawing/2014/main" id="{C8E7A4E0-DAD0-3EF1-B65C-5FD15DF2514C}"/>
                  </a:ext>
                </a:extLst>
              </p:cNvPr>
              <p:cNvSpPr>
                <a:spLocks noChangeShapeType="1"/>
              </p:cNvSpPr>
              <p:nvPr/>
            </p:nvSpPr>
            <p:spPr bwMode="auto">
              <a:xfrm>
                <a:off x="1066" y="1914"/>
                <a:ext cx="0" cy="1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CAFA6F00-4C74-AFF9-2EBE-4A6F4557587D}"/>
                  </a:ext>
                </a:extLst>
              </p:cNvPr>
              <p:cNvSpPr>
                <a:spLocks noChangeShapeType="1"/>
              </p:cNvSpPr>
              <p:nvPr/>
            </p:nvSpPr>
            <p:spPr bwMode="auto">
              <a:xfrm>
                <a:off x="682" y="1957"/>
                <a:ext cx="0" cy="27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07A483E3-475A-EC7B-8C15-73BA1D741AC9}"/>
                  </a:ext>
                </a:extLst>
              </p:cNvPr>
              <p:cNvSpPr>
                <a:spLocks noChangeShapeType="1"/>
              </p:cNvSpPr>
              <p:nvPr/>
            </p:nvSpPr>
            <p:spPr bwMode="auto">
              <a:xfrm>
                <a:off x="1722" y="1799"/>
                <a:ext cx="1" cy="43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Line 37">
                <a:extLst>
                  <a:ext uri="{FF2B5EF4-FFF2-40B4-BE49-F238E27FC236}">
                    <a16:creationId xmlns:a16="http://schemas.microsoft.com/office/drawing/2014/main" id="{F45ED6B6-4E64-6633-821C-081757E18C22}"/>
                  </a:ext>
                </a:extLst>
              </p:cNvPr>
              <p:cNvSpPr>
                <a:spLocks noChangeShapeType="1"/>
              </p:cNvSpPr>
              <p:nvPr/>
            </p:nvSpPr>
            <p:spPr bwMode="auto">
              <a:xfrm>
                <a:off x="684" y="2000"/>
                <a:ext cx="384" cy="0"/>
              </a:xfrm>
              <a:prstGeom prst="line">
                <a:avLst/>
              </a:prstGeom>
              <a:noFill/>
              <a:ln w="12700">
                <a:solidFill>
                  <a:srgbClr val="000000"/>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p>
            </p:txBody>
          </p:sp>
          <p:sp>
            <p:nvSpPr>
              <p:cNvPr id="27" name="Text Box 38">
                <a:extLst>
                  <a:ext uri="{FF2B5EF4-FFF2-40B4-BE49-F238E27FC236}">
                    <a16:creationId xmlns:a16="http://schemas.microsoft.com/office/drawing/2014/main" id="{C6C2C658-D52D-0C90-FCF8-853906EEB350}"/>
                  </a:ext>
                </a:extLst>
              </p:cNvPr>
              <p:cNvSpPr txBox="1">
                <a:spLocks noChangeArrowheads="1"/>
              </p:cNvSpPr>
              <p:nvPr/>
            </p:nvSpPr>
            <p:spPr bwMode="auto">
              <a:xfrm>
                <a:off x="1775" y="1610"/>
                <a:ext cx="106"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FFFFFF"/>
                    </a:solidFill>
                    <a:miter lim="800000"/>
                    <a:headEnd/>
                    <a:tailEnd/>
                  </a14:hiddenLine>
                </a:ext>
              </a:extLst>
            </p:spPr>
            <p:txBody>
              <a:bodyPr lIns="0" tIns="0" rIns="0" bIns="0"/>
              <a:lstStyle/>
              <a:p>
                <a:pPr algn="just">
                  <a:buFontTx/>
                  <a:buNone/>
                </a:pPr>
                <a:r>
                  <a:rPr kumimoji="1" lang="en-US" altLang="zh-CN" sz="2000" b="0" i="1" dirty="0">
                    <a:latin typeface="+mn-lt"/>
                    <a:ea typeface="黑体" pitchFamily="2" charset="-122"/>
                  </a:rPr>
                  <a:t>B</a:t>
                </a:r>
              </a:p>
            </p:txBody>
          </p:sp>
          <p:graphicFrame>
            <p:nvGraphicFramePr>
              <p:cNvPr id="28" name="Object 39">
                <a:extLst>
                  <a:ext uri="{FF2B5EF4-FFF2-40B4-BE49-F238E27FC236}">
                    <a16:creationId xmlns:a16="http://schemas.microsoft.com/office/drawing/2014/main" id="{D7486ADE-3C36-9561-8E0B-2BA676C368D7}"/>
                  </a:ext>
                </a:extLst>
              </p:cNvPr>
              <p:cNvGraphicFramePr>
                <a:graphicFrameLocks noChangeAspect="1"/>
              </p:cNvGraphicFramePr>
              <p:nvPr/>
            </p:nvGraphicFramePr>
            <p:xfrm>
              <a:off x="2096" y="1747"/>
              <a:ext cx="133" cy="150"/>
            </p:xfrm>
            <a:graphic>
              <a:graphicData uri="http://schemas.openxmlformats.org/presentationml/2006/ole">
                <mc:AlternateContent xmlns:mc="http://schemas.openxmlformats.org/markup-compatibility/2006">
                  <mc:Choice xmlns:v="urn:schemas-microsoft-com:vml" Requires="v">
                    <p:oleObj name="公式" r:id="rId5" imgW="114120" imgH="126720" progId="Equation.3">
                      <p:embed/>
                    </p:oleObj>
                  </mc:Choice>
                  <mc:Fallback>
                    <p:oleObj name="公式" r:id="rId5" imgW="114120" imgH="126720" progId="Equation.3">
                      <p:embed/>
                      <p:pic>
                        <p:nvPicPr>
                          <p:cNvPr id="28" name="Object 39">
                            <a:extLst>
                              <a:ext uri="{FF2B5EF4-FFF2-40B4-BE49-F238E27FC236}">
                                <a16:creationId xmlns:a16="http://schemas.microsoft.com/office/drawing/2014/main" id="{D7486ADE-3C36-9561-8E0B-2BA676C368D7}"/>
                              </a:ext>
                            </a:extLst>
                          </p:cNvPr>
                          <p:cNvPicPr>
                            <a:picLocks noChangeAspect="1" noChangeArrowheads="1"/>
                          </p:cNvPicPr>
                          <p:nvPr/>
                        </p:nvPicPr>
                        <p:blipFill>
                          <a:blip r:embed="rId6"/>
                          <a:srcRect/>
                          <a:stretch>
                            <a:fillRect/>
                          </a:stretch>
                        </p:blipFill>
                        <p:spPr bwMode="auto">
                          <a:xfrm>
                            <a:off x="2096" y="1747"/>
                            <a:ext cx="133"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 name="Object 40">
                <a:extLst>
                  <a:ext uri="{FF2B5EF4-FFF2-40B4-BE49-F238E27FC236}">
                    <a16:creationId xmlns:a16="http://schemas.microsoft.com/office/drawing/2014/main" id="{0A1F0090-3129-778A-2820-EDF30E4B979E}"/>
                  </a:ext>
                </a:extLst>
              </p:cNvPr>
              <p:cNvGraphicFramePr>
                <a:graphicFrameLocks noChangeAspect="1"/>
              </p:cNvGraphicFramePr>
              <p:nvPr/>
            </p:nvGraphicFramePr>
            <p:xfrm>
              <a:off x="727" y="1352"/>
              <a:ext cx="136" cy="161"/>
            </p:xfrm>
            <a:graphic>
              <a:graphicData uri="http://schemas.openxmlformats.org/presentationml/2006/ole">
                <mc:AlternateContent xmlns:mc="http://schemas.openxmlformats.org/markup-compatibility/2006">
                  <mc:Choice xmlns:v="urn:schemas-microsoft-com:vml" Requires="v">
                    <p:oleObj name="公式" r:id="rId7" imgW="126720" imgH="152280" progId="Equation.3">
                      <p:embed/>
                    </p:oleObj>
                  </mc:Choice>
                  <mc:Fallback>
                    <p:oleObj name="公式" r:id="rId7" imgW="126720" imgH="152280" progId="Equation.3">
                      <p:embed/>
                      <p:pic>
                        <p:nvPicPr>
                          <p:cNvPr id="29" name="Object 40">
                            <a:extLst>
                              <a:ext uri="{FF2B5EF4-FFF2-40B4-BE49-F238E27FC236}">
                                <a16:creationId xmlns:a16="http://schemas.microsoft.com/office/drawing/2014/main" id="{0A1F0090-3129-778A-2820-EDF30E4B979E}"/>
                              </a:ext>
                            </a:extLst>
                          </p:cNvPr>
                          <p:cNvPicPr>
                            <a:picLocks noChangeAspect="1" noChangeArrowheads="1"/>
                          </p:cNvPicPr>
                          <p:nvPr/>
                        </p:nvPicPr>
                        <p:blipFill>
                          <a:blip r:embed="rId8"/>
                          <a:srcRect/>
                          <a:stretch>
                            <a:fillRect/>
                          </a:stretch>
                        </p:blipFill>
                        <p:spPr bwMode="auto">
                          <a:xfrm>
                            <a:off x="727" y="1352"/>
                            <a:ext cx="136"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 name="Object 41">
                <a:extLst>
                  <a:ext uri="{FF2B5EF4-FFF2-40B4-BE49-F238E27FC236}">
                    <a16:creationId xmlns:a16="http://schemas.microsoft.com/office/drawing/2014/main" id="{15FFB42D-F500-917C-6AFD-022CBDF99F8D}"/>
                  </a:ext>
                </a:extLst>
              </p:cNvPr>
              <p:cNvGraphicFramePr>
                <a:graphicFrameLocks noChangeAspect="1"/>
              </p:cNvGraphicFramePr>
              <p:nvPr/>
            </p:nvGraphicFramePr>
            <p:xfrm>
              <a:off x="804" y="1860"/>
              <a:ext cx="114" cy="129"/>
            </p:xfrm>
            <a:graphic>
              <a:graphicData uri="http://schemas.openxmlformats.org/presentationml/2006/ole">
                <mc:AlternateContent xmlns:mc="http://schemas.openxmlformats.org/markup-compatibility/2006">
                  <mc:Choice xmlns:v="urn:schemas-microsoft-com:vml" Requires="v">
                    <p:oleObj name="公式" r:id="rId9" imgW="114120" imgH="126720" progId="Equation.3">
                      <p:embed/>
                    </p:oleObj>
                  </mc:Choice>
                  <mc:Fallback>
                    <p:oleObj name="公式" r:id="rId9" imgW="114120" imgH="126720" progId="Equation.3">
                      <p:embed/>
                      <p:pic>
                        <p:nvPicPr>
                          <p:cNvPr id="30" name="Object 41">
                            <a:extLst>
                              <a:ext uri="{FF2B5EF4-FFF2-40B4-BE49-F238E27FC236}">
                                <a16:creationId xmlns:a16="http://schemas.microsoft.com/office/drawing/2014/main" id="{15FFB42D-F500-917C-6AFD-022CBDF99F8D}"/>
                              </a:ext>
                            </a:extLst>
                          </p:cNvPr>
                          <p:cNvPicPr>
                            <a:picLocks noChangeAspect="1" noChangeArrowheads="1"/>
                          </p:cNvPicPr>
                          <p:nvPr/>
                        </p:nvPicPr>
                        <p:blipFill>
                          <a:blip r:embed="rId10"/>
                          <a:srcRect/>
                          <a:stretch>
                            <a:fillRect/>
                          </a:stretch>
                        </p:blipFill>
                        <p:spPr bwMode="auto">
                          <a:xfrm>
                            <a:off x="804" y="1860"/>
                            <a:ext cx="114"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42">
                <a:extLst>
                  <a:ext uri="{FF2B5EF4-FFF2-40B4-BE49-F238E27FC236}">
                    <a16:creationId xmlns:a16="http://schemas.microsoft.com/office/drawing/2014/main" id="{F07521E1-E19D-F530-CB8C-9C3B8CA34811}"/>
                  </a:ext>
                </a:extLst>
              </p:cNvPr>
              <p:cNvGraphicFramePr>
                <a:graphicFrameLocks noChangeAspect="1"/>
              </p:cNvGraphicFramePr>
              <p:nvPr/>
            </p:nvGraphicFramePr>
            <p:xfrm>
              <a:off x="1170" y="2031"/>
              <a:ext cx="85" cy="158"/>
            </p:xfrm>
            <a:graphic>
              <a:graphicData uri="http://schemas.openxmlformats.org/presentationml/2006/ole">
                <mc:AlternateContent xmlns:mc="http://schemas.openxmlformats.org/markup-compatibility/2006">
                  <mc:Choice xmlns:v="urn:schemas-microsoft-com:vml" Requires="v">
                    <p:oleObj name="公式" r:id="rId11" imgW="88560" imgH="164880" progId="Equation.3">
                      <p:embed/>
                    </p:oleObj>
                  </mc:Choice>
                  <mc:Fallback>
                    <p:oleObj name="公式" r:id="rId11" imgW="88560" imgH="164880" progId="Equation.3">
                      <p:embed/>
                      <p:pic>
                        <p:nvPicPr>
                          <p:cNvPr id="31" name="Object 42">
                            <a:extLst>
                              <a:ext uri="{FF2B5EF4-FFF2-40B4-BE49-F238E27FC236}">
                                <a16:creationId xmlns:a16="http://schemas.microsoft.com/office/drawing/2014/main" id="{F07521E1-E19D-F530-CB8C-9C3B8CA34811}"/>
                              </a:ext>
                            </a:extLst>
                          </p:cNvPr>
                          <p:cNvPicPr>
                            <a:picLocks noChangeAspect="1" noChangeArrowheads="1"/>
                          </p:cNvPicPr>
                          <p:nvPr/>
                        </p:nvPicPr>
                        <p:blipFill>
                          <a:blip r:embed="rId12"/>
                          <a:srcRect/>
                          <a:stretch>
                            <a:fillRect/>
                          </a:stretch>
                        </p:blipFill>
                        <p:spPr bwMode="auto">
                          <a:xfrm>
                            <a:off x="1170" y="2031"/>
                            <a:ext cx="85" cy="1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43">
                <a:extLst>
                  <a:ext uri="{FF2B5EF4-FFF2-40B4-BE49-F238E27FC236}">
                    <a16:creationId xmlns:a16="http://schemas.microsoft.com/office/drawing/2014/main" id="{60A63031-D3DB-36C6-E2AE-95C9B95F6CE5}"/>
                  </a:ext>
                </a:extLst>
              </p:cNvPr>
              <p:cNvSpPr>
                <a:spLocks noChangeShapeType="1"/>
              </p:cNvSpPr>
              <p:nvPr/>
            </p:nvSpPr>
            <p:spPr bwMode="auto">
              <a:xfrm>
                <a:off x="682" y="2193"/>
                <a:ext cx="1034" cy="0"/>
              </a:xfrm>
              <a:prstGeom prst="line">
                <a:avLst/>
              </a:prstGeom>
              <a:noFill/>
              <a:ln w="12700">
                <a:solidFill>
                  <a:schemeClr val="bg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44">
                <a:extLst>
                  <a:ext uri="{FF2B5EF4-FFF2-40B4-BE49-F238E27FC236}">
                    <a16:creationId xmlns:a16="http://schemas.microsoft.com/office/drawing/2014/main" id="{3870D893-B4C4-F725-960F-28238773BC5E}"/>
                  </a:ext>
                </a:extLst>
              </p:cNvPr>
              <p:cNvSpPr>
                <a:spLocks noChangeShapeType="1"/>
              </p:cNvSpPr>
              <p:nvPr/>
            </p:nvSpPr>
            <p:spPr bwMode="auto">
              <a:xfrm>
                <a:off x="1720" y="1438"/>
                <a:ext cx="0" cy="336"/>
              </a:xfrm>
              <a:prstGeom prst="line">
                <a:avLst/>
              </a:prstGeom>
              <a:noFill/>
              <a:ln w="254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34" name="Text Box 45">
                <a:extLst>
                  <a:ext uri="{FF2B5EF4-FFF2-40B4-BE49-F238E27FC236}">
                    <a16:creationId xmlns:a16="http://schemas.microsoft.com/office/drawing/2014/main" id="{4021613E-628E-A9F9-8607-110451E72AC6}"/>
                  </a:ext>
                </a:extLst>
              </p:cNvPr>
              <p:cNvSpPr txBox="1">
                <a:spLocks noChangeArrowheads="1"/>
              </p:cNvSpPr>
              <p:nvPr/>
            </p:nvSpPr>
            <p:spPr bwMode="auto">
              <a:xfrm>
                <a:off x="1770" y="1369"/>
                <a:ext cx="117" cy="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p>
                <a:pPr algn="just">
                  <a:spcBef>
                    <a:spcPct val="50000"/>
                  </a:spcBef>
                  <a:buFontTx/>
                  <a:buNone/>
                </a:pPr>
                <a:r>
                  <a:rPr kumimoji="1" lang="en-US" altLang="zh-CN" sz="2000" b="0" i="1" dirty="0">
                    <a:latin typeface="+mn-lt"/>
                    <a:ea typeface="黑体" pitchFamily="2" charset="-122"/>
                  </a:rPr>
                  <a:t>F</a:t>
                </a:r>
              </a:p>
            </p:txBody>
          </p:sp>
        </p:grpSp>
        <p:grpSp>
          <p:nvGrpSpPr>
            <p:cNvPr id="9" name="Group 46">
              <a:extLst>
                <a:ext uri="{FF2B5EF4-FFF2-40B4-BE49-F238E27FC236}">
                  <a16:creationId xmlns:a16="http://schemas.microsoft.com/office/drawing/2014/main" id="{C06CE8B3-DFD9-6D79-268E-BFC6C1D2F555}"/>
                </a:ext>
              </a:extLst>
            </p:cNvPr>
            <p:cNvGrpSpPr>
              <a:grpSpLocks/>
            </p:cNvGrpSpPr>
            <p:nvPr/>
          </p:nvGrpSpPr>
          <p:grpSpPr bwMode="auto">
            <a:xfrm>
              <a:off x="1372" y="1784"/>
              <a:ext cx="348" cy="220"/>
              <a:chOff x="1372" y="1784"/>
              <a:chExt cx="348" cy="220"/>
            </a:xfrm>
          </p:grpSpPr>
          <p:sp>
            <p:nvSpPr>
              <p:cNvPr id="10" name="Line 47">
                <a:extLst>
                  <a:ext uri="{FF2B5EF4-FFF2-40B4-BE49-F238E27FC236}">
                    <a16:creationId xmlns:a16="http://schemas.microsoft.com/office/drawing/2014/main" id="{C5585703-915E-BD77-3D06-E5B8A87D5556}"/>
                  </a:ext>
                </a:extLst>
              </p:cNvPr>
              <p:cNvSpPr>
                <a:spLocks noChangeShapeType="1"/>
              </p:cNvSpPr>
              <p:nvPr/>
            </p:nvSpPr>
            <p:spPr bwMode="auto">
              <a:xfrm>
                <a:off x="1572" y="1784"/>
                <a:ext cx="0" cy="212"/>
              </a:xfrm>
              <a:prstGeom prst="line">
                <a:avLst/>
              </a:prstGeom>
              <a:noFill/>
              <a:ln w="12700" cap="sq">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 name="Line 48">
                <a:extLst>
                  <a:ext uri="{FF2B5EF4-FFF2-40B4-BE49-F238E27FC236}">
                    <a16:creationId xmlns:a16="http://schemas.microsoft.com/office/drawing/2014/main" id="{D7EB4879-F7CF-5064-0FDC-DC5E5991D669}"/>
                  </a:ext>
                </a:extLst>
              </p:cNvPr>
              <p:cNvSpPr>
                <a:spLocks noChangeShapeType="1"/>
              </p:cNvSpPr>
              <p:nvPr/>
            </p:nvSpPr>
            <p:spPr bwMode="auto">
              <a:xfrm flipH="1">
                <a:off x="1532" y="2000"/>
                <a:ext cx="188" cy="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13" name="Object 49">
                <a:extLst>
                  <a:ext uri="{FF2B5EF4-FFF2-40B4-BE49-F238E27FC236}">
                    <a16:creationId xmlns:a16="http://schemas.microsoft.com/office/drawing/2014/main" id="{BF86D61B-0B01-514E-1E7B-CE80894BE860}"/>
                  </a:ext>
                </a:extLst>
              </p:cNvPr>
              <p:cNvGraphicFramePr>
                <a:graphicFrameLocks noChangeAspect="1"/>
              </p:cNvGraphicFramePr>
              <p:nvPr/>
            </p:nvGraphicFramePr>
            <p:xfrm>
              <a:off x="1372" y="1805"/>
              <a:ext cx="157" cy="180"/>
            </p:xfrm>
            <a:graphic>
              <a:graphicData uri="http://schemas.openxmlformats.org/presentationml/2006/ole">
                <mc:AlternateContent xmlns:mc="http://schemas.openxmlformats.org/markup-compatibility/2006">
                  <mc:Choice xmlns:v="urn:schemas-microsoft-com:vml" Requires="v">
                    <p:oleObj name="公式" r:id="rId13" imgW="177480" imgH="203040" progId="Equation.3">
                      <p:embed/>
                    </p:oleObj>
                  </mc:Choice>
                  <mc:Fallback>
                    <p:oleObj name="公式" r:id="rId13" imgW="177480" imgH="203040" progId="Equation.3">
                      <p:embed/>
                      <p:pic>
                        <p:nvPicPr>
                          <p:cNvPr id="13" name="Object 49">
                            <a:extLst>
                              <a:ext uri="{FF2B5EF4-FFF2-40B4-BE49-F238E27FC236}">
                                <a16:creationId xmlns:a16="http://schemas.microsoft.com/office/drawing/2014/main" id="{BF86D61B-0B01-514E-1E7B-CE80894BE860}"/>
                              </a:ext>
                            </a:extLst>
                          </p:cNvPr>
                          <p:cNvPicPr>
                            <a:picLocks noChangeAspect="1" noChangeArrowheads="1"/>
                          </p:cNvPicPr>
                          <p:nvPr/>
                        </p:nvPicPr>
                        <p:blipFill>
                          <a:blip r:embed="rId14"/>
                          <a:srcRect/>
                          <a:stretch>
                            <a:fillRect/>
                          </a:stretch>
                        </p:blipFill>
                        <p:spPr bwMode="auto">
                          <a:xfrm>
                            <a:off x="1372" y="1805"/>
                            <a:ext cx="157" cy="1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44" name="矩形 43">
            <a:extLst>
              <a:ext uri="{FF2B5EF4-FFF2-40B4-BE49-F238E27FC236}">
                <a16:creationId xmlns:a16="http://schemas.microsoft.com/office/drawing/2014/main" id="{08211CFD-EFDE-57CB-1D38-EAC0B8497A77}"/>
              </a:ext>
            </a:extLst>
          </p:cNvPr>
          <p:cNvSpPr/>
          <p:nvPr/>
        </p:nvSpPr>
        <p:spPr>
          <a:xfrm>
            <a:off x="211183" y="2534581"/>
            <a:ext cx="8110443" cy="1004699"/>
          </a:xfrm>
          <a:prstGeom prst="rect">
            <a:avLst/>
          </a:prstGeom>
        </p:spPr>
        <p:txBody>
          <a:bodyPr wrap="square">
            <a:spAutoFit/>
          </a:bodyPr>
          <a:lstStyle/>
          <a:p>
            <a:pPr>
              <a:lnSpc>
                <a:spcPct val="130000"/>
              </a:lnSpc>
            </a:pPr>
            <a:r>
              <a:rPr kumimoji="1" lang="zh-CN" altLang="en-US" i="0" dirty="0">
                <a:solidFill>
                  <a:srgbClr val="000000"/>
                </a:solidFill>
                <a:ea typeface="黑体" panose="02010609060101010101" pitchFamily="49" charset="-122"/>
              </a:rPr>
              <a:t>             悬臂梁的转角方程和挠曲线方程为</a:t>
            </a:r>
          </a:p>
          <a:p>
            <a:pPr>
              <a:lnSpc>
                <a:spcPct val="130000"/>
              </a:lnSpc>
            </a:pPr>
            <a:endParaRPr kumimoji="1" lang="en-US" altLang="zh-CN" i="0" dirty="0">
              <a:solidFill>
                <a:srgbClr val="000000"/>
              </a:solidFill>
              <a:ea typeface="黑体" panose="02010609060101010101" pitchFamily="49" charset="-122"/>
            </a:endParaRPr>
          </a:p>
        </p:txBody>
      </p:sp>
      <p:sp>
        <p:nvSpPr>
          <p:cNvPr id="47" name="矩形 46">
            <a:extLst>
              <a:ext uri="{FF2B5EF4-FFF2-40B4-BE49-F238E27FC236}">
                <a16:creationId xmlns:a16="http://schemas.microsoft.com/office/drawing/2014/main" id="{6A583BE8-E57F-B644-4A48-E5826F964DE6}"/>
              </a:ext>
            </a:extLst>
          </p:cNvPr>
          <p:cNvSpPr/>
          <p:nvPr/>
        </p:nvSpPr>
        <p:spPr>
          <a:xfrm>
            <a:off x="211183" y="4227448"/>
            <a:ext cx="10515685" cy="1000980"/>
          </a:xfrm>
          <a:prstGeom prst="rect">
            <a:avLst/>
          </a:prstGeom>
        </p:spPr>
        <p:txBody>
          <a:bodyPr wrap="square">
            <a:spAutoFit/>
          </a:bodyPr>
          <a:lstStyle/>
          <a:p>
            <a:pPr>
              <a:lnSpc>
                <a:spcPct val="130000"/>
              </a:lnSpc>
            </a:pPr>
            <a:r>
              <a:rPr lang="zh-CN" altLang="en-US" i="0" dirty="0">
                <a:solidFill>
                  <a:srgbClr val="0033CC"/>
                </a:solidFill>
                <a:ea typeface="黑体" panose="02010609060101010101" pitchFamily="49" charset="-122"/>
              </a:rPr>
              <a:t>       </a:t>
            </a:r>
            <a:r>
              <a:rPr kumimoji="1" lang="en-US" altLang="zh-CN" i="0" dirty="0">
                <a:solidFill>
                  <a:schemeClr val="tx1"/>
                </a:solidFill>
                <a:latin typeface="+mn-lt"/>
                <a:ea typeface="黑体" panose="02010609060101010101" pitchFamily="49" charset="-122"/>
              </a:rPr>
              <a:t>6)  </a:t>
            </a:r>
            <a:r>
              <a:rPr kumimoji="1" lang="zh-CN" altLang="en-US" i="0" dirty="0">
                <a:solidFill>
                  <a:srgbClr val="000000"/>
                </a:solidFill>
                <a:ea typeface="黑体" panose="02010609060101010101" pitchFamily="49" charset="-122"/>
              </a:rPr>
              <a:t> </a:t>
            </a:r>
            <a:r>
              <a:rPr lang="zh-CN" altLang="en-US" i="0" dirty="0">
                <a:solidFill>
                  <a:schemeClr val="tx1"/>
                </a:solidFill>
                <a:latin typeface="黑体" panose="02010609060101010101" pitchFamily="49" charset="-122"/>
                <a:ea typeface="黑体" panose="02010609060101010101" pitchFamily="49" charset="-122"/>
              </a:rPr>
              <a:t>根据上面的两个方程，很容易求得各点的转角和挠度。上式悬臂梁的最大转角和最大挠度发生在</a:t>
            </a:r>
            <a:r>
              <a:rPr lang="en-US" altLang="zh-CN" b="0" dirty="0">
                <a:solidFill>
                  <a:schemeClr val="tx1"/>
                </a:solidFill>
                <a:latin typeface="+mn-lt"/>
                <a:ea typeface="黑体" panose="02010609060101010101" pitchFamily="49" charset="-122"/>
              </a:rPr>
              <a:t>x</a:t>
            </a:r>
            <a:r>
              <a:rPr lang="en-US" altLang="zh-CN" b="0" i="0" dirty="0">
                <a:solidFill>
                  <a:schemeClr val="tx1"/>
                </a:solidFill>
                <a:latin typeface="+mn-lt"/>
                <a:ea typeface="黑体" panose="02010609060101010101" pitchFamily="49" charset="-122"/>
              </a:rPr>
              <a:t>=</a:t>
            </a:r>
            <a:r>
              <a:rPr lang="en-US" altLang="zh-CN" b="0" dirty="0">
                <a:solidFill>
                  <a:schemeClr val="tx1"/>
                </a:solidFill>
                <a:latin typeface="+mn-lt"/>
                <a:ea typeface="黑体" panose="02010609060101010101" pitchFamily="49" charset="-122"/>
              </a:rPr>
              <a:t>l</a:t>
            </a:r>
            <a:r>
              <a:rPr lang="zh-CN" altLang="en-US" i="0" dirty="0">
                <a:solidFill>
                  <a:schemeClr val="tx1"/>
                </a:solidFill>
                <a:latin typeface="+mn-lt"/>
                <a:ea typeface="黑体" panose="02010609060101010101" pitchFamily="49" charset="-122"/>
              </a:rPr>
              <a:t>，即</a:t>
            </a:r>
            <a:r>
              <a:rPr lang="en-US" altLang="zh-CN" b="0" dirty="0">
                <a:solidFill>
                  <a:schemeClr val="tx1"/>
                </a:solidFill>
                <a:latin typeface="+mn-lt"/>
                <a:ea typeface="黑体" panose="02010609060101010101" pitchFamily="49" charset="-122"/>
              </a:rPr>
              <a:t>B</a:t>
            </a:r>
            <a:r>
              <a:rPr lang="zh-CN" altLang="en-US" i="0" dirty="0">
                <a:solidFill>
                  <a:schemeClr val="tx1"/>
                </a:solidFill>
                <a:latin typeface="+mn-lt"/>
                <a:ea typeface="黑体" panose="02010609060101010101" pitchFamily="49" charset="-122"/>
              </a:rPr>
              <a:t>点处，其值为</a:t>
            </a:r>
            <a:endParaRPr kumimoji="1" lang="en-US" altLang="zh-CN" i="0" dirty="0">
              <a:solidFill>
                <a:srgbClr val="000000"/>
              </a:solidFill>
              <a:ea typeface="黑体" panose="02010609060101010101" pitchFamily="49" charset="-122"/>
            </a:endParaRPr>
          </a:p>
        </p:txBody>
      </p:sp>
      <p:graphicFrame>
        <p:nvGraphicFramePr>
          <p:cNvPr id="49" name="Object 13">
            <a:extLst>
              <a:ext uri="{FF2B5EF4-FFF2-40B4-BE49-F238E27FC236}">
                <a16:creationId xmlns:a16="http://schemas.microsoft.com/office/drawing/2014/main" id="{46196D26-4724-D4BE-8717-7ECB13CD6E13}"/>
              </a:ext>
            </a:extLst>
          </p:cNvPr>
          <p:cNvGraphicFramePr>
            <a:graphicFrameLocks noChangeAspect="1"/>
          </p:cNvGraphicFramePr>
          <p:nvPr/>
        </p:nvGraphicFramePr>
        <p:xfrm>
          <a:off x="1340680" y="3244516"/>
          <a:ext cx="2683917" cy="800466"/>
        </p:xfrm>
        <a:graphic>
          <a:graphicData uri="http://schemas.openxmlformats.org/presentationml/2006/ole">
            <mc:AlternateContent xmlns:mc="http://schemas.openxmlformats.org/markup-compatibility/2006">
              <mc:Choice xmlns:v="urn:schemas-microsoft-com:vml" Requires="v">
                <p:oleObj name="Equation" r:id="rId15" imgW="1447560" imgH="431640" progId="Equation.DSMT4">
                  <p:embed/>
                </p:oleObj>
              </mc:Choice>
              <mc:Fallback>
                <p:oleObj name="Equation" r:id="rId15" imgW="1447560" imgH="431640" progId="Equation.DSMT4">
                  <p:embed/>
                  <p:pic>
                    <p:nvPicPr>
                      <p:cNvPr id="49" name="Object 13">
                        <a:extLst>
                          <a:ext uri="{FF2B5EF4-FFF2-40B4-BE49-F238E27FC236}">
                            <a16:creationId xmlns:a16="http://schemas.microsoft.com/office/drawing/2014/main" id="{46196D26-4724-D4BE-8717-7ECB13CD6E13}"/>
                          </a:ext>
                        </a:extLst>
                      </p:cNvPr>
                      <p:cNvPicPr>
                        <a:picLocks noChangeAspect="1" noChangeArrowheads="1"/>
                      </p:cNvPicPr>
                      <p:nvPr/>
                    </p:nvPicPr>
                    <p:blipFill>
                      <a:blip r:embed="rId16"/>
                      <a:srcRect/>
                      <a:stretch>
                        <a:fillRect/>
                      </a:stretch>
                    </p:blipFill>
                    <p:spPr bwMode="auto">
                      <a:xfrm>
                        <a:off x="1340680" y="3244516"/>
                        <a:ext cx="2683917" cy="800466"/>
                      </a:xfrm>
                      <a:prstGeom prst="rect">
                        <a:avLst/>
                      </a:prstGeom>
                      <a:noFill/>
                      <a:ln>
                        <a:noFill/>
                      </a:ln>
                      <a:effectLst/>
                    </p:spPr>
                  </p:pic>
                </p:oleObj>
              </mc:Fallback>
            </mc:AlternateContent>
          </a:graphicData>
        </a:graphic>
      </p:graphicFrame>
      <p:graphicFrame>
        <p:nvGraphicFramePr>
          <p:cNvPr id="51" name="Object 13">
            <a:extLst>
              <a:ext uri="{FF2B5EF4-FFF2-40B4-BE49-F238E27FC236}">
                <a16:creationId xmlns:a16="http://schemas.microsoft.com/office/drawing/2014/main" id="{9FF185A8-6149-AA5B-C69E-16C17FF01918}"/>
              </a:ext>
            </a:extLst>
          </p:cNvPr>
          <p:cNvGraphicFramePr>
            <a:graphicFrameLocks noChangeAspect="1"/>
          </p:cNvGraphicFramePr>
          <p:nvPr/>
        </p:nvGraphicFramePr>
        <p:xfrm>
          <a:off x="4540272" y="3176972"/>
          <a:ext cx="2241376" cy="886698"/>
        </p:xfrm>
        <a:graphic>
          <a:graphicData uri="http://schemas.openxmlformats.org/presentationml/2006/ole">
            <mc:AlternateContent xmlns:mc="http://schemas.openxmlformats.org/markup-compatibility/2006">
              <mc:Choice xmlns:v="urn:schemas-microsoft-com:vml" Requires="v">
                <p:oleObj name="Equation" r:id="rId17" imgW="1155600" imgH="457200" progId="Equation.DSMT4">
                  <p:embed/>
                </p:oleObj>
              </mc:Choice>
              <mc:Fallback>
                <p:oleObj name="Equation" r:id="rId17" imgW="1155600" imgH="457200" progId="Equation.DSMT4">
                  <p:embed/>
                  <p:pic>
                    <p:nvPicPr>
                      <p:cNvPr id="51" name="Object 13">
                        <a:extLst>
                          <a:ext uri="{FF2B5EF4-FFF2-40B4-BE49-F238E27FC236}">
                            <a16:creationId xmlns:a16="http://schemas.microsoft.com/office/drawing/2014/main" id="{9FF185A8-6149-AA5B-C69E-16C17FF01918}"/>
                          </a:ext>
                        </a:extLst>
                      </p:cNvPr>
                      <p:cNvPicPr>
                        <a:picLocks noChangeAspect="1" noChangeArrowheads="1"/>
                      </p:cNvPicPr>
                      <p:nvPr/>
                    </p:nvPicPr>
                    <p:blipFill>
                      <a:blip r:embed="rId18"/>
                      <a:srcRect/>
                      <a:stretch>
                        <a:fillRect/>
                      </a:stretch>
                    </p:blipFill>
                    <p:spPr bwMode="auto">
                      <a:xfrm>
                        <a:off x="4540272" y="3176972"/>
                        <a:ext cx="2241376" cy="886698"/>
                      </a:xfrm>
                      <a:prstGeom prst="rect">
                        <a:avLst/>
                      </a:prstGeom>
                      <a:noFill/>
                      <a:ln>
                        <a:noFill/>
                      </a:ln>
                      <a:effectLst/>
                    </p:spPr>
                  </p:pic>
                </p:oleObj>
              </mc:Fallback>
            </mc:AlternateContent>
          </a:graphicData>
        </a:graphic>
      </p:graphicFrame>
      <p:graphicFrame>
        <p:nvGraphicFramePr>
          <p:cNvPr id="48" name="对象 47">
            <a:extLst>
              <a:ext uri="{FF2B5EF4-FFF2-40B4-BE49-F238E27FC236}">
                <a16:creationId xmlns:a16="http://schemas.microsoft.com/office/drawing/2014/main" id="{70694EE1-0E84-2EFF-0ED1-E4BDA75DF770}"/>
              </a:ext>
            </a:extLst>
          </p:cNvPr>
          <p:cNvGraphicFramePr>
            <a:graphicFrameLocks noChangeAspect="1"/>
          </p:cNvGraphicFramePr>
          <p:nvPr/>
        </p:nvGraphicFramePr>
        <p:xfrm>
          <a:off x="1362996" y="1327597"/>
          <a:ext cx="1828800" cy="1167840"/>
        </p:xfrm>
        <a:graphic>
          <a:graphicData uri="http://schemas.openxmlformats.org/presentationml/2006/ole">
            <mc:AlternateContent xmlns:mc="http://schemas.openxmlformats.org/markup-compatibility/2006">
              <mc:Choice xmlns:v="urn:schemas-microsoft-com:vml" Requires="v">
                <p:oleObj name="公式" r:id="rId19" imgW="914400" imgH="583920" progId="Equation.3">
                  <p:embed/>
                </p:oleObj>
              </mc:Choice>
              <mc:Fallback>
                <p:oleObj name="公式" r:id="rId19" imgW="914400" imgH="583920" progId="Equation.3">
                  <p:embed/>
                  <p:pic>
                    <p:nvPicPr>
                      <p:cNvPr id="48" name="对象 47">
                        <a:extLst>
                          <a:ext uri="{FF2B5EF4-FFF2-40B4-BE49-F238E27FC236}">
                            <a16:creationId xmlns:a16="http://schemas.microsoft.com/office/drawing/2014/main" id="{70694EE1-0E84-2EFF-0ED1-E4BDA75DF770}"/>
                          </a:ext>
                        </a:extLst>
                      </p:cNvPr>
                      <p:cNvPicPr/>
                      <p:nvPr/>
                    </p:nvPicPr>
                    <p:blipFill>
                      <a:blip r:embed="rId20"/>
                      <a:stretch>
                        <a:fillRect/>
                      </a:stretch>
                    </p:blipFill>
                    <p:spPr>
                      <a:xfrm>
                        <a:off x="1362996" y="1327597"/>
                        <a:ext cx="1828800" cy="1167840"/>
                      </a:xfrm>
                      <a:prstGeom prst="rect">
                        <a:avLst/>
                      </a:prstGeom>
                    </p:spPr>
                  </p:pic>
                </p:oleObj>
              </mc:Fallback>
            </mc:AlternateContent>
          </a:graphicData>
        </a:graphic>
      </p:graphicFrame>
      <p:sp>
        <p:nvSpPr>
          <p:cNvPr id="50" name="矩形 49">
            <a:extLst>
              <a:ext uri="{FF2B5EF4-FFF2-40B4-BE49-F238E27FC236}">
                <a16:creationId xmlns:a16="http://schemas.microsoft.com/office/drawing/2014/main" id="{CF6B5C98-8F1C-71B5-D675-3B17A8F0014D}"/>
              </a:ext>
            </a:extLst>
          </p:cNvPr>
          <p:cNvSpPr/>
          <p:nvPr/>
        </p:nvSpPr>
        <p:spPr>
          <a:xfrm>
            <a:off x="2460376" y="1562238"/>
            <a:ext cx="4954657" cy="520848"/>
          </a:xfrm>
          <a:prstGeom prst="rect">
            <a:avLst/>
          </a:prstGeom>
        </p:spPr>
        <p:txBody>
          <a:bodyPr wrap="square">
            <a:spAutoFit/>
          </a:bodyPr>
          <a:lstStyle/>
          <a:p>
            <a:pPr>
              <a:lnSpc>
                <a:spcPct val="130000"/>
              </a:lnSpc>
            </a:pPr>
            <a:r>
              <a:rPr kumimoji="1" lang="zh-CN" altLang="en-US" i="0" dirty="0">
                <a:solidFill>
                  <a:srgbClr val="000000"/>
                </a:solidFill>
                <a:ea typeface="黑体" panose="02010609060101010101" pitchFamily="49" charset="-122"/>
              </a:rPr>
              <a:t>              代入求解得到</a:t>
            </a:r>
            <a:r>
              <a:rPr kumimoji="1" lang="en-US" altLang="zh-CN" b="0" dirty="0">
                <a:solidFill>
                  <a:srgbClr val="000000"/>
                </a:solidFill>
                <a:ea typeface="黑体" panose="02010609060101010101" pitchFamily="49" charset="-122"/>
              </a:rPr>
              <a:t>C</a:t>
            </a:r>
            <a:r>
              <a:rPr kumimoji="1" lang="en-US" altLang="zh-CN" b="0" i="0" baseline="-25000" dirty="0">
                <a:solidFill>
                  <a:srgbClr val="000000"/>
                </a:solidFill>
                <a:ea typeface="黑体" panose="02010609060101010101" pitchFamily="49" charset="-122"/>
              </a:rPr>
              <a:t>1</a:t>
            </a:r>
            <a:r>
              <a:rPr kumimoji="1" lang="en-US" altLang="zh-CN" b="0" i="0" dirty="0">
                <a:solidFill>
                  <a:srgbClr val="000000"/>
                </a:solidFill>
                <a:ea typeface="黑体" panose="02010609060101010101" pitchFamily="49" charset="-122"/>
              </a:rPr>
              <a:t>=0</a:t>
            </a:r>
            <a:r>
              <a:rPr kumimoji="1" lang="zh-CN" altLang="en-US" b="0" i="0" dirty="0">
                <a:solidFill>
                  <a:srgbClr val="000000"/>
                </a:solidFill>
                <a:ea typeface="黑体" panose="02010609060101010101" pitchFamily="49" charset="-122"/>
              </a:rPr>
              <a:t>，</a:t>
            </a:r>
            <a:r>
              <a:rPr kumimoji="1" lang="en-US" altLang="zh-CN" b="0" dirty="0">
                <a:solidFill>
                  <a:srgbClr val="000000"/>
                </a:solidFill>
                <a:ea typeface="黑体" panose="02010609060101010101" pitchFamily="49" charset="-122"/>
              </a:rPr>
              <a:t>C</a:t>
            </a:r>
            <a:r>
              <a:rPr kumimoji="1" lang="en-US" altLang="zh-CN" b="0" i="0" baseline="-25000" dirty="0">
                <a:solidFill>
                  <a:srgbClr val="000000"/>
                </a:solidFill>
                <a:ea typeface="黑体" panose="02010609060101010101" pitchFamily="49" charset="-122"/>
              </a:rPr>
              <a:t>2</a:t>
            </a:r>
            <a:r>
              <a:rPr kumimoji="1" lang="en-US" altLang="zh-CN" b="0" i="0" dirty="0">
                <a:solidFill>
                  <a:srgbClr val="000000"/>
                </a:solidFill>
                <a:ea typeface="黑体" panose="02010609060101010101" pitchFamily="49" charset="-122"/>
              </a:rPr>
              <a:t>=0</a:t>
            </a:r>
            <a:endParaRPr lang="en-US" altLang="zh-CN" b="0" i="0" baseline="-25000" dirty="0">
              <a:solidFill>
                <a:schemeClr val="tx1"/>
              </a:solidFill>
              <a:latin typeface="黑体" panose="02010609060101010101" pitchFamily="49" charset="-122"/>
              <a:ea typeface="黑体" panose="02010609060101010101" pitchFamily="49" charset="-122"/>
            </a:endParaRPr>
          </a:p>
        </p:txBody>
      </p:sp>
      <p:graphicFrame>
        <p:nvGraphicFramePr>
          <p:cNvPr id="53" name="Object 13">
            <a:extLst>
              <a:ext uri="{FF2B5EF4-FFF2-40B4-BE49-F238E27FC236}">
                <a16:creationId xmlns:a16="http://schemas.microsoft.com/office/drawing/2014/main" id="{05BBDCD2-C557-EDF5-25A0-ADF627D162B8}"/>
              </a:ext>
            </a:extLst>
          </p:cNvPr>
          <p:cNvGraphicFramePr>
            <a:graphicFrameLocks noChangeAspect="1"/>
          </p:cNvGraphicFramePr>
          <p:nvPr/>
        </p:nvGraphicFramePr>
        <p:xfrm>
          <a:off x="2124075" y="5264150"/>
          <a:ext cx="1727200" cy="914400"/>
        </p:xfrm>
        <a:graphic>
          <a:graphicData uri="http://schemas.openxmlformats.org/presentationml/2006/ole">
            <mc:AlternateContent xmlns:mc="http://schemas.openxmlformats.org/markup-compatibility/2006">
              <mc:Choice xmlns:v="urn:schemas-microsoft-com:vml" Requires="v">
                <p:oleObj name="Equation" r:id="rId21" imgW="863280" imgH="457200" progId="Equation.DSMT4">
                  <p:embed/>
                </p:oleObj>
              </mc:Choice>
              <mc:Fallback>
                <p:oleObj name="Equation" r:id="rId21" imgW="863280" imgH="457200" progId="Equation.DSMT4">
                  <p:embed/>
                  <p:pic>
                    <p:nvPicPr>
                      <p:cNvPr id="53" name="Object 13">
                        <a:extLst>
                          <a:ext uri="{FF2B5EF4-FFF2-40B4-BE49-F238E27FC236}">
                            <a16:creationId xmlns:a16="http://schemas.microsoft.com/office/drawing/2014/main" id="{05BBDCD2-C557-EDF5-25A0-ADF627D162B8}"/>
                          </a:ext>
                        </a:extLst>
                      </p:cNvPr>
                      <p:cNvPicPr>
                        <a:picLocks noChangeAspect="1" noChangeArrowheads="1"/>
                      </p:cNvPicPr>
                      <p:nvPr/>
                    </p:nvPicPr>
                    <p:blipFill>
                      <a:blip r:embed="rId22"/>
                      <a:srcRect/>
                      <a:stretch>
                        <a:fillRect/>
                      </a:stretch>
                    </p:blipFill>
                    <p:spPr bwMode="auto">
                      <a:xfrm>
                        <a:off x="2124075" y="5264150"/>
                        <a:ext cx="172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 name="Object 13">
            <a:extLst>
              <a:ext uri="{FF2B5EF4-FFF2-40B4-BE49-F238E27FC236}">
                <a16:creationId xmlns:a16="http://schemas.microsoft.com/office/drawing/2014/main" id="{B9D13917-08C3-7A89-6F56-1E705B0091D3}"/>
              </a:ext>
            </a:extLst>
          </p:cNvPr>
          <p:cNvGraphicFramePr>
            <a:graphicFrameLocks noChangeAspect="1"/>
          </p:cNvGraphicFramePr>
          <p:nvPr/>
        </p:nvGraphicFramePr>
        <p:xfrm>
          <a:off x="4605338" y="5264150"/>
          <a:ext cx="1727200" cy="914400"/>
        </p:xfrm>
        <a:graphic>
          <a:graphicData uri="http://schemas.openxmlformats.org/presentationml/2006/ole">
            <mc:AlternateContent xmlns:mc="http://schemas.openxmlformats.org/markup-compatibility/2006">
              <mc:Choice xmlns:v="urn:schemas-microsoft-com:vml" Requires="v">
                <p:oleObj name="Equation" r:id="rId23" imgW="863280" imgH="457200" progId="Equation.DSMT4">
                  <p:embed/>
                </p:oleObj>
              </mc:Choice>
              <mc:Fallback>
                <p:oleObj name="Equation" r:id="rId23" imgW="863280" imgH="457200" progId="Equation.DSMT4">
                  <p:embed/>
                  <p:pic>
                    <p:nvPicPr>
                      <p:cNvPr id="54" name="Object 13">
                        <a:extLst>
                          <a:ext uri="{FF2B5EF4-FFF2-40B4-BE49-F238E27FC236}">
                            <a16:creationId xmlns:a16="http://schemas.microsoft.com/office/drawing/2014/main" id="{B9D13917-08C3-7A89-6F56-1E705B0091D3}"/>
                          </a:ext>
                        </a:extLst>
                      </p:cNvPr>
                      <p:cNvPicPr>
                        <a:picLocks noChangeAspect="1" noChangeArrowheads="1"/>
                      </p:cNvPicPr>
                      <p:nvPr/>
                    </p:nvPicPr>
                    <p:blipFill>
                      <a:blip r:embed="rId24"/>
                      <a:srcRect/>
                      <a:stretch>
                        <a:fillRect/>
                      </a:stretch>
                    </p:blipFill>
                    <p:spPr bwMode="auto">
                      <a:xfrm>
                        <a:off x="4605338" y="5264150"/>
                        <a:ext cx="1727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0011950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wipe(left)">
                                      <p:cBhvr>
                                        <p:cTn id="27" dur="500"/>
                                        <p:tgtEl>
                                          <p:spTgt spid="4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wipe(left)">
                                      <p:cBhvr>
                                        <p:cTn id="32" dur="500"/>
                                        <p:tgtEl>
                                          <p:spTgt spid="51"/>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left)">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wipe(left)">
                                      <p:cBhvr>
                                        <p:cTn id="4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92" grpId="0"/>
      <p:bldP spid="44" grpId="0"/>
      <p:bldP spid="47" grpId="0"/>
      <p:bldP spid="5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467765" y="884653"/>
            <a:ext cx="3647152"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用叠加法求梁的变形</a:t>
            </a:r>
          </a:p>
        </p:txBody>
      </p:sp>
      <p:sp>
        <p:nvSpPr>
          <p:cNvPr id="8" name="Text Box 1032"/>
          <p:cNvSpPr txBox="1">
            <a:spLocks noChangeArrowheads="1"/>
          </p:cNvSpPr>
          <p:nvPr/>
        </p:nvSpPr>
        <p:spPr bwMode="auto">
          <a:xfrm>
            <a:off x="467676" y="1540187"/>
            <a:ext cx="11424968" cy="3398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nSpc>
                <a:spcPct val="130000"/>
              </a:lnSpc>
            </a:pPr>
            <a:r>
              <a:rPr kumimoji="1" lang="zh-CN" altLang="en-US" sz="2800" i="0" dirty="0">
                <a:latin typeface="+mn-lt"/>
                <a:ea typeface="微软雅黑" panose="020B0503020204020204" pitchFamily="34" charset="-122"/>
              </a:rPr>
              <a:t>实用上在有关工程手册中已将各种基本形式的梁在简单载荷的作用下的弯曲变形列成表格（表</a:t>
            </a:r>
            <a:r>
              <a:rPr kumimoji="1" lang="en-US" altLang="zh-CN" sz="2800" i="0" dirty="0">
                <a:latin typeface="+mn-lt"/>
                <a:ea typeface="微软雅黑" panose="020B0503020204020204" pitchFamily="34" charset="-122"/>
              </a:rPr>
              <a:t>10-2 </a:t>
            </a:r>
            <a:r>
              <a:rPr kumimoji="1" lang="zh-CN" altLang="en-US" sz="2800" i="0" dirty="0">
                <a:latin typeface="+mn-lt"/>
                <a:ea typeface="微软雅黑" panose="020B0503020204020204" pitchFamily="34" charset="-122"/>
              </a:rPr>
              <a:t>）因此简单情况可直接查表，获得结果。如果梁在几个载荷同时作用下，则由于每一载荷的影响是独立的（</a:t>
            </a:r>
            <a:r>
              <a:rPr kumimoji="1" lang="zh-CN" altLang="en-US" sz="2800" i="0" dirty="0">
                <a:solidFill>
                  <a:srgbClr val="FF00FF"/>
                </a:solidFill>
                <a:latin typeface="+mn-lt"/>
                <a:ea typeface="微软雅黑" panose="020B0503020204020204" pitchFamily="34" charset="-122"/>
              </a:rPr>
              <a:t>小变形并服从胡克定律</a:t>
            </a:r>
            <a:r>
              <a:rPr kumimoji="1" lang="zh-CN" altLang="en-US" sz="2800" i="0" dirty="0">
                <a:latin typeface="+mn-lt"/>
                <a:ea typeface="微软雅黑" panose="020B0503020204020204" pitchFamily="34" charset="-122"/>
              </a:rPr>
              <a:t>），梁在几个载荷共同作用下产生的变形等于各个载荷分别作用时产生的变形的代数和，利用表中的结果应用</a:t>
            </a:r>
            <a:r>
              <a:rPr kumimoji="1" lang="zh-CN" altLang="en-US" sz="2800" i="0" dirty="0">
                <a:solidFill>
                  <a:srgbClr val="FF00FF"/>
                </a:solidFill>
                <a:latin typeface="+mn-lt"/>
                <a:ea typeface="微软雅黑" panose="020B0503020204020204" pitchFamily="34" charset="-122"/>
              </a:rPr>
              <a:t>叠加原理</a:t>
            </a:r>
            <a:r>
              <a:rPr kumimoji="1" lang="zh-CN" altLang="en-US" sz="2800" i="0" dirty="0">
                <a:latin typeface="+mn-lt"/>
                <a:ea typeface="微软雅黑" panose="020B0503020204020204" pitchFamily="34" charset="-122"/>
              </a:rPr>
              <a:t>来取得综合结果 。</a:t>
            </a:r>
          </a:p>
        </p:txBody>
      </p:sp>
    </p:spTree>
    <p:extLst>
      <p:ext uri="{BB962C8B-B14F-4D97-AF65-F5344CB8AC3E}">
        <p14:creationId xmlns:p14="http://schemas.microsoft.com/office/powerpoint/2010/main" val="93892641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369405" cy="1379545"/>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抗弯刚度为</a:t>
            </a:r>
            <a:r>
              <a:rPr kumimoji="1" lang="en-US" altLang="zh-CN" sz="2400" b="0" i="1" u="none" strike="noStrike" kern="1200" cap="none" spc="0" normalizeH="0" baseline="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EI</a:t>
            </a:r>
            <a:r>
              <a:rPr kumimoji="1" lang="en-US" altLang="zh-CN" sz="2400" b="0" i="1" u="none" strike="noStrike" kern="1200" cap="none" spc="0" normalizeH="0" baseline="-25000" noProof="0" dirty="0" err="1">
                <a:ln>
                  <a:noFill/>
                </a:ln>
                <a:solidFill>
                  <a:schemeClr val="tx1"/>
                </a:solidFill>
                <a:effectLst/>
                <a:uLnTx/>
                <a:uFillTx/>
                <a:latin typeface="Times New Roman" panose="02020603050405020304" pitchFamily="18" charset="0"/>
                <a:ea typeface="黑体" panose="02010609060101010101" pitchFamily="49" charset="-122"/>
                <a:cs typeface="+mn-cs"/>
              </a:rPr>
              <a:t>z</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的简支梁，全梁受向下的分布载荷</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q</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，中点受向上的集中力</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F</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，试求梁中点的挠度和铰支座的转角</a:t>
            </a:r>
            <a:r>
              <a:rPr kumimoji="1" lang="zh-CN" altLang="en-US"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A</a:t>
            </a:r>
            <a:r>
              <a:rPr kumimoji="1" lang="zh-CN" altLang="en-US" sz="240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a:t>
            </a:r>
            <a:r>
              <a:rPr kumimoji="1" lang="zh-CN" altLang="en-US"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sym typeface="Symbol" panose="05050102010706020507" pitchFamily="18" charset="2"/>
              </a:rPr>
              <a:t></a:t>
            </a:r>
            <a:r>
              <a:rPr kumimoji="1" lang="en-US" altLang="zh-CN" sz="2400" b="0" i="1" u="none" strike="noStrike" kern="1200" cap="none" spc="0" normalizeH="0" baseline="-25000" noProof="0" dirty="0">
                <a:ln>
                  <a:noFill/>
                </a:ln>
                <a:solidFill>
                  <a:schemeClr val="tx1"/>
                </a:solidFill>
                <a:effectLst/>
                <a:uLnTx/>
                <a:uFillTx/>
                <a:latin typeface="Times New Roman" panose="02020603050405020304" pitchFamily="18" charset="0"/>
                <a:ea typeface="黑体" panose="02010609060101010101" pitchFamily="49" charset="-122"/>
                <a:cs typeface="+mn-cs"/>
              </a:rPr>
              <a:t>B</a:t>
            </a:r>
            <a:r>
              <a:rPr kumimoji="1" lang="en-US" altLang="zh-CN" sz="2400" b="0" i="1"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r>
              <a:rPr kumimoji="1"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黑体" panose="02010609060101010101" pitchFamily="49" charset="-122"/>
                <a:cs typeface="+mn-cs"/>
              </a:rPr>
              <a:t>。 </a:t>
            </a:r>
            <a:endParaRPr lang="zh-CN" altLang="en-US" i="0" dirty="0">
              <a:solidFill>
                <a:schemeClr val="tx1"/>
              </a:solidFill>
              <a:latin typeface="+mn-lt"/>
              <a:ea typeface="黑体" panose="02010609060101010101" pitchFamily="49"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211183" y="2131657"/>
            <a:ext cx="7258312" cy="1000980"/>
          </a:xfrm>
          <a:prstGeom prst="rect">
            <a:avLst/>
          </a:prstGeom>
        </p:spPr>
        <p:txBody>
          <a:bodyPr wrap="square">
            <a:spAutoFit/>
          </a:bodyPr>
          <a:lstStyle/>
          <a:p>
            <a:pPr lvl="0">
              <a:lnSpc>
                <a:spcPct val="130000"/>
              </a:lnSpc>
            </a:pPr>
            <a:r>
              <a:rPr lang="zh-CN" altLang="en-US" i="0" dirty="0">
                <a:solidFill>
                  <a:srgbClr val="0033CC"/>
                </a:solidFill>
                <a:ea typeface="黑体" panose="02010609060101010101" pitchFamily="49" charset="-122"/>
              </a:rPr>
              <a:t>解  </a:t>
            </a:r>
            <a:r>
              <a:rPr kumimoji="1" lang="zh-CN" altLang="en-US" i="0" dirty="0">
                <a:solidFill>
                  <a:schemeClr val="tx1"/>
                </a:solidFill>
                <a:latin typeface="+mj-lt"/>
                <a:ea typeface="黑体" panose="02010609060101010101" pitchFamily="49" charset="-122"/>
              </a:rPr>
              <a:t>将梁的受力分解为受集中力</a:t>
            </a:r>
            <a:r>
              <a:rPr kumimoji="1" lang="en-US" altLang="zh-CN" b="0" dirty="0">
                <a:solidFill>
                  <a:schemeClr val="tx1"/>
                </a:solidFill>
                <a:latin typeface="+mj-lt"/>
                <a:ea typeface="黑体" panose="02010609060101010101" pitchFamily="49" charset="-122"/>
              </a:rPr>
              <a:t>F</a:t>
            </a:r>
            <a:r>
              <a:rPr kumimoji="1" lang="zh-CN" altLang="en-US" i="0" dirty="0">
                <a:solidFill>
                  <a:schemeClr val="tx1"/>
                </a:solidFill>
                <a:latin typeface="+mj-lt"/>
                <a:ea typeface="黑体" panose="02010609060101010101" pitchFamily="49" charset="-122"/>
              </a:rPr>
              <a:t>和受分布力</a:t>
            </a:r>
            <a:r>
              <a:rPr kumimoji="1" lang="en-US" altLang="zh-CN" b="0" dirty="0">
                <a:solidFill>
                  <a:schemeClr val="tx1"/>
                </a:solidFill>
                <a:latin typeface="+mj-lt"/>
                <a:ea typeface="黑体" panose="02010609060101010101" pitchFamily="49" charset="-122"/>
              </a:rPr>
              <a:t>q</a:t>
            </a:r>
            <a:r>
              <a:rPr kumimoji="1" lang="zh-CN" altLang="en-US" i="0" dirty="0">
                <a:solidFill>
                  <a:schemeClr val="tx1"/>
                </a:solidFill>
                <a:latin typeface="+mj-lt"/>
                <a:ea typeface="黑体" panose="02010609060101010101" pitchFamily="49" charset="-122"/>
              </a:rPr>
              <a:t>两种情况查表</a:t>
            </a:r>
            <a:endParaRPr kumimoji="1" lang="zh-CN" altLang="en-US" i="0" dirty="0">
              <a:solidFill>
                <a:schemeClr val="tx1"/>
              </a:solidFill>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138492" y="908720"/>
            <a:ext cx="3862165" cy="5256584"/>
          </a:xfrm>
          <a:prstGeom prst="rect">
            <a:avLst/>
          </a:prstGeom>
          <a:solidFill>
            <a:srgbClr val="B9CDE5"/>
          </a:solidFill>
          <a:ln>
            <a:noFill/>
          </a:ln>
          <a:effectLst/>
        </p:spPr>
        <p:txBody>
          <a:bodyPr wrap="none" anchor="ctr"/>
          <a:lstStyle/>
          <a:p>
            <a:endParaRPr lang="zh-CN" altLang="en-US"/>
          </a:p>
        </p:txBody>
      </p:sp>
      <p:grpSp>
        <p:nvGrpSpPr>
          <p:cNvPr id="48" name="Group 13">
            <a:extLst>
              <a:ext uri="{FF2B5EF4-FFF2-40B4-BE49-F238E27FC236}">
                <a16:creationId xmlns:a16="http://schemas.microsoft.com/office/drawing/2014/main" id="{1BBB7678-1470-B097-722F-D51B4C98E80C}"/>
              </a:ext>
            </a:extLst>
          </p:cNvPr>
          <p:cNvGrpSpPr>
            <a:grpSpLocks/>
          </p:cNvGrpSpPr>
          <p:nvPr/>
        </p:nvGrpSpPr>
        <p:grpSpPr bwMode="auto">
          <a:xfrm>
            <a:off x="8209842" y="874712"/>
            <a:ext cx="3863975" cy="2233613"/>
            <a:chOff x="3326" y="128"/>
            <a:chExt cx="2434" cy="1407"/>
          </a:xfrm>
        </p:grpSpPr>
        <p:sp>
          <p:nvSpPr>
            <p:cNvPr id="50" name="Text Box 14">
              <a:extLst>
                <a:ext uri="{FF2B5EF4-FFF2-40B4-BE49-F238E27FC236}">
                  <a16:creationId xmlns:a16="http://schemas.microsoft.com/office/drawing/2014/main" id="{5FC4498F-8CDF-281E-7D37-B638C0B78744}"/>
                </a:ext>
              </a:extLst>
            </p:cNvPr>
            <p:cNvSpPr txBox="1">
              <a:spLocks noChangeAspect="1" noChangeArrowheads="1"/>
            </p:cNvSpPr>
            <p:nvPr/>
          </p:nvSpPr>
          <p:spPr bwMode="auto">
            <a:xfrm>
              <a:off x="5458" y="660"/>
              <a:ext cx="302"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B</a:t>
              </a:r>
            </a:p>
          </p:txBody>
        </p:sp>
        <p:sp>
          <p:nvSpPr>
            <p:cNvPr id="52" name="Text Box 15">
              <a:extLst>
                <a:ext uri="{FF2B5EF4-FFF2-40B4-BE49-F238E27FC236}">
                  <a16:creationId xmlns:a16="http://schemas.microsoft.com/office/drawing/2014/main" id="{61C16530-CDE9-14F3-5DE4-F1E6BA969EF7}"/>
                </a:ext>
              </a:extLst>
            </p:cNvPr>
            <p:cNvSpPr txBox="1">
              <a:spLocks noChangeAspect="1" noChangeArrowheads="1"/>
            </p:cNvSpPr>
            <p:nvPr/>
          </p:nvSpPr>
          <p:spPr bwMode="auto">
            <a:xfrm>
              <a:off x="4118" y="291"/>
              <a:ext cx="24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n-lt"/>
                  <a:ea typeface="宋体" panose="02010600030101010101" pitchFamily="2" charset="-122"/>
                </a:rPr>
                <a:t>q</a:t>
              </a:r>
              <a:endParaRPr kumimoji="1" lang="en-US" altLang="zh-CN" sz="2400" b="0" u="none" strike="noStrike" kern="0" cap="none" spc="0" normalizeH="0" baseline="0" noProof="0" dirty="0">
                <a:ln>
                  <a:noFill/>
                </a:ln>
                <a:solidFill>
                  <a:srgbClr val="FF5050"/>
                </a:solidFill>
                <a:effectLst/>
                <a:uLnTx/>
                <a:uFillTx/>
                <a:latin typeface="+mn-lt"/>
                <a:ea typeface="宋体" panose="02010600030101010101" pitchFamily="2" charset="-122"/>
              </a:endParaRPr>
            </a:p>
          </p:txBody>
        </p:sp>
        <p:sp>
          <p:nvSpPr>
            <p:cNvPr id="53" name="Line 16">
              <a:extLst>
                <a:ext uri="{FF2B5EF4-FFF2-40B4-BE49-F238E27FC236}">
                  <a16:creationId xmlns:a16="http://schemas.microsoft.com/office/drawing/2014/main" id="{DD8BD561-A660-BEF6-CD12-F530496351B2}"/>
                </a:ext>
              </a:extLst>
            </p:cNvPr>
            <p:cNvSpPr>
              <a:spLocks noChangeAspect="1" noChangeShapeType="1"/>
            </p:cNvSpPr>
            <p:nvPr/>
          </p:nvSpPr>
          <p:spPr bwMode="auto">
            <a:xfrm>
              <a:off x="3575" y="1167"/>
              <a:ext cx="0" cy="24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4" name="Line 17">
              <a:extLst>
                <a:ext uri="{FF2B5EF4-FFF2-40B4-BE49-F238E27FC236}">
                  <a16:creationId xmlns:a16="http://schemas.microsoft.com/office/drawing/2014/main" id="{979B0036-694F-0B98-04BE-4D32C5FD394D}"/>
                </a:ext>
              </a:extLst>
            </p:cNvPr>
            <p:cNvSpPr>
              <a:spLocks noChangeAspect="1" noChangeShapeType="1"/>
            </p:cNvSpPr>
            <p:nvPr/>
          </p:nvSpPr>
          <p:spPr bwMode="auto">
            <a:xfrm flipH="1">
              <a:off x="5448" y="1167"/>
              <a:ext cx="0" cy="26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5" name="Line 18">
              <a:extLst>
                <a:ext uri="{FF2B5EF4-FFF2-40B4-BE49-F238E27FC236}">
                  <a16:creationId xmlns:a16="http://schemas.microsoft.com/office/drawing/2014/main" id="{E9F04864-7018-B30F-E76A-3DC2418E519A}"/>
                </a:ext>
              </a:extLst>
            </p:cNvPr>
            <p:cNvSpPr>
              <a:spLocks noChangeAspect="1" noChangeShapeType="1"/>
            </p:cNvSpPr>
            <p:nvPr/>
          </p:nvSpPr>
          <p:spPr bwMode="auto">
            <a:xfrm>
              <a:off x="3573" y="1359"/>
              <a:ext cx="940" cy="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6" name="Text Box 19">
              <a:extLst>
                <a:ext uri="{FF2B5EF4-FFF2-40B4-BE49-F238E27FC236}">
                  <a16:creationId xmlns:a16="http://schemas.microsoft.com/office/drawing/2014/main" id="{052EB4E8-7035-5F9F-4A0F-F1415F0775BE}"/>
                </a:ext>
              </a:extLst>
            </p:cNvPr>
            <p:cNvSpPr txBox="1">
              <a:spLocks noChangeAspect="1" noChangeArrowheads="1"/>
            </p:cNvSpPr>
            <p:nvPr/>
          </p:nvSpPr>
          <p:spPr bwMode="auto">
            <a:xfrm>
              <a:off x="3751" y="1110"/>
              <a:ext cx="581"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 l</a:t>
              </a:r>
              <a:r>
                <a:rPr kumimoji="1" lang="en-US" altLang="zh-CN" sz="2400" b="0" i="0" u="none" strike="noStrike" kern="0" cap="none" spc="0" normalizeH="0" baseline="0" noProof="0" dirty="0">
                  <a:ln>
                    <a:noFill/>
                  </a:ln>
                  <a:solidFill>
                    <a:srgbClr val="000000"/>
                  </a:solidFill>
                  <a:effectLst/>
                  <a:uLnTx/>
                  <a:uFillTx/>
                  <a:latin typeface="+mn-lt"/>
                  <a:ea typeface="宋体" panose="02010600030101010101" pitchFamily="2" charset="-122"/>
                </a:rPr>
                <a:t>/2</a:t>
              </a:r>
            </a:p>
          </p:txBody>
        </p:sp>
        <p:sp>
          <p:nvSpPr>
            <p:cNvPr id="57" name="Text Box 20">
              <a:extLst>
                <a:ext uri="{FF2B5EF4-FFF2-40B4-BE49-F238E27FC236}">
                  <a16:creationId xmlns:a16="http://schemas.microsoft.com/office/drawing/2014/main" id="{9BCDA276-3492-8FD9-54B7-EE452DA79FC6}"/>
                </a:ext>
              </a:extLst>
            </p:cNvPr>
            <p:cNvSpPr txBox="1">
              <a:spLocks noChangeAspect="1" noChangeArrowheads="1"/>
            </p:cNvSpPr>
            <p:nvPr/>
          </p:nvSpPr>
          <p:spPr bwMode="auto">
            <a:xfrm>
              <a:off x="3326" y="655"/>
              <a:ext cx="50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58" name="Line 21">
              <a:extLst>
                <a:ext uri="{FF2B5EF4-FFF2-40B4-BE49-F238E27FC236}">
                  <a16:creationId xmlns:a16="http://schemas.microsoft.com/office/drawing/2014/main" id="{B1847499-05D7-C7D8-48AA-BB74475518B4}"/>
                </a:ext>
              </a:extLst>
            </p:cNvPr>
            <p:cNvSpPr>
              <a:spLocks noChangeAspect="1" noChangeShapeType="1"/>
            </p:cNvSpPr>
            <p:nvPr/>
          </p:nvSpPr>
          <p:spPr bwMode="auto">
            <a:xfrm flipV="1">
              <a:off x="4522" y="197"/>
              <a:ext cx="0" cy="599"/>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59" name="Line 22">
              <a:extLst>
                <a:ext uri="{FF2B5EF4-FFF2-40B4-BE49-F238E27FC236}">
                  <a16:creationId xmlns:a16="http://schemas.microsoft.com/office/drawing/2014/main" id="{B35C31C3-7E00-0918-E02A-CB9B4608D9FC}"/>
                </a:ext>
              </a:extLst>
            </p:cNvPr>
            <p:cNvSpPr>
              <a:spLocks noChangeAspect="1" noChangeShapeType="1"/>
            </p:cNvSpPr>
            <p:nvPr/>
          </p:nvSpPr>
          <p:spPr bwMode="auto">
            <a:xfrm>
              <a:off x="4519" y="1359"/>
              <a:ext cx="928" cy="0"/>
            </a:xfrm>
            <a:prstGeom prst="line">
              <a:avLst/>
            </a:prstGeom>
            <a:noFill/>
            <a:ln w="9525">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0" name="Text Box 23">
              <a:extLst>
                <a:ext uri="{FF2B5EF4-FFF2-40B4-BE49-F238E27FC236}">
                  <a16:creationId xmlns:a16="http://schemas.microsoft.com/office/drawing/2014/main" id="{C6ABC3AD-F8DA-E6A2-F784-1A91899C2EAF}"/>
                </a:ext>
              </a:extLst>
            </p:cNvPr>
            <p:cNvSpPr txBox="1">
              <a:spLocks noChangeAspect="1" noChangeArrowheads="1"/>
            </p:cNvSpPr>
            <p:nvPr/>
          </p:nvSpPr>
          <p:spPr bwMode="auto">
            <a:xfrm>
              <a:off x="4693" y="1123"/>
              <a:ext cx="580"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2400" b="0" i="0" u="none" strike="noStrike" kern="0" cap="none" spc="0" normalizeH="0" baseline="0" noProof="0" dirty="0">
                  <a:ln>
                    <a:noFill/>
                  </a:ln>
                  <a:solidFill>
                    <a:srgbClr val="FFFFFF"/>
                  </a:solidFill>
                  <a:effectLst/>
                  <a:uLnTx/>
                  <a:uFillTx/>
                  <a:latin typeface="Times New Roman" panose="02020603050405020304" pitchFamily="18" charset="0"/>
                  <a:ea typeface="黑体" panose="02010609060101010101" pitchFamily="49" charset="-122"/>
                </a:rPr>
                <a:t> </a:t>
              </a: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l</a:t>
              </a:r>
              <a:r>
                <a:rPr kumimoji="1" lang="en-US" altLang="zh-CN"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/2</a:t>
              </a:r>
            </a:p>
          </p:txBody>
        </p:sp>
        <p:sp>
          <p:nvSpPr>
            <p:cNvPr id="61" name="Text Box 24">
              <a:extLst>
                <a:ext uri="{FF2B5EF4-FFF2-40B4-BE49-F238E27FC236}">
                  <a16:creationId xmlns:a16="http://schemas.microsoft.com/office/drawing/2014/main" id="{51D8EA9C-4E5B-D5FB-C6E4-5EBED3F099C2}"/>
                </a:ext>
              </a:extLst>
            </p:cNvPr>
            <p:cNvSpPr txBox="1">
              <a:spLocks noChangeAspect="1" noChangeArrowheads="1"/>
            </p:cNvSpPr>
            <p:nvPr/>
          </p:nvSpPr>
          <p:spPr bwMode="auto">
            <a:xfrm>
              <a:off x="4524" y="128"/>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p>
          </p:txBody>
        </p:sp>
        <p:sp>
          <p:nvSpPr>
            <p:cNvPr id="62" name="Text Box 25">
              <a:extLst>
                <a:ext uri="{FF2B5EF4-FFF2-40B4-BE49-F238E27FC236}">
                  <a16:creationId xmlns:a16="http://schemas.microsoft.com/office/drawing/2014/main" id="{7D9FBBE3-2311-6D13-25D6-17766B2F0579}"/>
                </a:ext>
              </a:extLst>
            </p:cNvPr>
            <p:cNvSpPr txBox="1">
              <a:spLocks noChangeAspect="1" noChangeArrowheads="1"/>
            </p:cNvSpPr>
            <p:nvPr/>
          </p:nvSpPr>
          <p:spPr bwMode="auto">
            <a:xfrm>
              <a:off x="4315" y="787"/>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C</a:t>
              </a:r>
            </a:p>
          </p:txBody>
        </p:sp>
        <p:grpSp>
          <p:nvGrpSpPr>
            <p:cNvPr id="63" name="Group 26">
              <a:extLst>
                <a:ext uri="{FF2B5EF4-FFF2-40B4-BE49-F238E27FC236}">
                  <a16:creationId xmlns:a16="http://schemas.microsoft.com/office/drawing/2014/main" id="{AEE70EA4-DA9D-9FB7-0EEA-C5B1AD77F7E6}"/>
                </a:ext>
              </a:extLst>
            </p:cNvPr>
            <p:cNvGrpSpPr>
              <a:grpSpLocks/>
            </p:cNvGrpSpPr>
            <p:nvPr/>
          </p:nvGrpSpPr>
          <p:grpSpPr bwMode="auto">
            <a:xfrm>
              <a:off x="3398" y="560"/>
              <a:ext cx="2230" cy="576"/>
              <a:chOff x="2719" y="2550"/>
              <a:chExt cx="1976" cy="576"/>
            </a:xfrm>
          </p:grpSpPr>
          <p:sp>
            <p:nvSpPr>
              <p:cNvPr id="77" name="Freeform 27">
                <a:extLst>
                  <a:ext uri="{FF2B5EF4-FFF2-40B4-BE49-F238E27FC236}">
                    <a16:creationId xmlns:a16="http://schemas.microsoft.com/office/drawing/2014/main" id="{B9C11B61-9B70-AF72-7983-83AD5E4F433A}"/>
                  </a:ext>
                </a:extLst>
              </p:cNvPr>
              <p:cNvSpPr>
                <a:spLocks noChangeAspect="1"/>
              </p:cNvSpPr>
              <p:nvPr/>
            </p:nvSpPr>
            <p:spPr bwMode="auto">
              <a:xfrm>
                <a:off x="2898" y="2799"/>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78" name="Group 28">
                <a:extLst>
                  <a:ext uri="{FF2B5EF4-FFF2-40B4-BE49-F238E27FC236}">
                    <a16:creationId xmlns:a16="http://schemas.microsoft.com/office/drawing/2014/main" id="{EEF1944B-AA3C-09CC-BE2A-AB760AFD8A8E}"/>
                  </a:ext>
                </a:extLst>
              </p:cNvPr>
              <p:cNvGrpSpPr>
                <a:grpSpLocks/>
              </p:cNvGrpSpPr>
              <p:nvPr/>
            </p:nvGrpSpPr>
            <p:grpSpPr bwMode="auto">
              <a:xfrm>
                <a:off x="2719" y="2769"/>
                <a:ext cx="313" cy="330"/>
                <a:chOff x="1686" y="3521"/>
                <a:chExt cx="313" cy="330"/>
              </a:xfrm>
            </p:grpSpPr>
            <p:sp>
              <p:nvSpPr>
                <p:cNvPr id="103" name="AutoShape 29">
                  <a:extLst>
                    <a:ext uri="{FF2B5EF4-FFF2-40B4-BE49-F238E27FC236}">
                      <a16:creationId xmlns:a16="http://schemas.microsoft.com/office/drawing/2014/main" id="{29F4DCF6-C2E0-045D-2549-740097DB65DF}"/>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4" name="Rectangle 30" descr="宽上对角线">
                  <a:extLst>
                    <a:ext uri="{FF2B5EF4-FFF2-40B4-BE49-F238E27FC236}">
                      <a16:creationId xmlns:a16="http://schemas.microsoft.com/office/drawing/2014/main" id="{32940269-BA4B-BC01-EE90-F30762EFB816}"/>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5" name="Line 31">
                  <a:extLst>
                    <a:ext uri="{FF2B5EF4-FFF2-40B4-BE49-F238E27FC236}">
                      <a16:creationId xmlns:a16="http://schemas.microsoft.com/office/drawing/2014/main" id="{65EFEE50-FBD6-ED9A-291D-9602CA8CA616}"/>
                    </a:ext>
                  </a:extLst>
                </p:cNvPr>
                <p:cNvSpPr>
                  <a:spLocks noChangeAspect="1" noChangeShapeType="1"/>
                </p:cNvSpPr>
                <p:nvPr/>
              </p:nvSpPr>
              <p:spPr bwMode="auto">
                <a:xfrm>
                  <a:off x="1686" y="3749"/>
                  <a:ext cx="313"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6" name="Oval 32">
                  <a:extLst>
                    <a:ext uri="{FF2B5EF4-FFF2-40B4-BE49-F238E27FC236}">
                      <a16:creationId xmlns:a16="http://schemas.microsoft.com/office/drawing/2014/main" id="{8541AA9F-A623-EC16-A523-30EDEC401B03}"/>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79" name="Group 33">
                <a:extLst>
                  <a:ext uri="{FF2B5EF4-FFF2-40B4-BE49-F238E27FC236}">
                    <a16:creationId xmlns:a16="http://schemas.microsoft.com/office/drawing/2014/main" id="{9DD42523-8316-C292-3FB1-875F969B604B}"/>
                  </a:ext>
                </a:extLst>
              </p:cNvPr>
              <p:cNvGrpSpPr>
                <a:grpSpLocks/>
              </p:cNvGrpSpPr>
              <p:nvPr/>
            </p:nvGrpSpPr>
            <p:grpSpPr bwMode="auto">
              <a:xfrm>
                <a:off x="4384" y="2768"/>
                <a:ext cx="311" cy="358"/>
                <a:chOff x="3499" y="3511"/>
                <a:chExt cx="311" cy="358"/>
              </a:xfrm>
            </p:grpSpPr>
            <p:sp>
              <p:nvSpPr>
                <p:cNvPr id="98" name="Line 34">
                  <a:extLst>
                    <a:ext uri="{FF2B5EF4-FFF2-40B4-BE49-F238E27FC236}">
                      <a16:creationId xmlns:a16="http://schemas.microsoft.com/office/drawing/2014/main" id="{5B001EB5-3134-2158-1244-0248819EC8CE}"/>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9" name="Rectangle 35" descr="宽上对角线">
                  <a:extLst>
                    <a:ext uri="{FF2B5EF4-FFF2-40B4-BE49-F238E27FC236}">
                      <a16:creationId xmlns:a16="http://schemas.microsoft.com/office/drawing/2014/main" id="{4BCD2B7E-7A0B-9F82-CEF1-27ADE9D34E75}"/>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0" name="Line 36">
                  <a:extLst>
                    <a:ext uri="{FF2B5EF4-FFF2-40B4-BE49-F238E27FC236}">
                      <a16:creationId xmlns:a16="http://schemas.microsoft.com/office/drawing/2014/main" id="{BE5525A1-528D-0713-975E-138203B5CB69}"/>
                    </a:ext>
                  </a:extLst>
                </p:cNvPr>
                <p:cNvSpPr>
                  <a:spLocks noChangeAspect="1" noChangeShapeType="1"/>
                </p:cNvSpPr>
                <p:nvPr/>
              </p:nvSpPr>
              <p:spPr bwMode="auto">
                <a:xfrm>
                  <a:off x="3506" y="3766"/>
                  <a:ext cx="304"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1" name="Oval 37">
                  <a:extLst>
                    <a:ext uri="{FF2B5EF4-FFF2-40B4-BE49-F238E27FC236}">
                      <a16:creationId xmlns:a16="http://schemas.microsoft.com/office/drawing/2014/main" id="{8589D9A1-E0B3-44EB-82DF-E1A56C2B2D01}"/>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2" name="Oval 38">
                  <a:extLst>
                    <a:ext uri="{FF2B5EF4-FFF2-40B4-BE49-F238E27FC236}">
                      <a16:creationId xmlns:a16="http://schemas.microsoft.com/office/drawing/2014/main" id="{BA2E5DFE-F873-A5C9-E939-8E1BB4F31629}"/>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80" name="Group 39">
                <a:extLst>
                  <a:ext uri="{FF2B5EF4-FFF2-40B4-BE49-F238E27FC236}">
                    <a16:creationId xmlns:a16="http://schemas.microsoft.com/office/drawing/2014/main" id="{10F0AA41-06B6-712F-77AC-E7A163904244}"/>
                  </a:ext>
                </a:extLst>
              </p:cNvPr>
              <p:cNvGrpSpPr>
                <a:grpSpLocks/>
              </p:cNvGrpSpPr>
              <p:nvPr/>
            </p:nvGrpSpPr>
            <p:grpSpPr bwMode="auto">
              <a:xfrm>
                <a:off x="2874" y="2550"/>
                <a:ext cx="1670" cy="230"/>
                <a:chOff x="2926" y="1514"/>
                <a:chExt cx="2403" cy="230"/>
              </a:xfrm>
            </p:grpSpPr>
            <p:sp>
              <p:nvSpPr>
                <p:cNvPr id="81" name="Line 40">
                  <a:extLst>
                    <a:ext uri="{FF2B5EF4-FFF2-40B4-BE49-F238E27FC236}">
                      <a16:creationId xmlns:a16="http://schemas.microsoft.com/office/drawing/2014/main" id="{AB51A97D-9299-4AEB-3D40-E672F8BACB2F}"/>
                    </a:ext>
                  </a:extLst>
                </p:cNvPr>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2" name="Line 41">
                  <a:extLst>
                    <a:ext uri="{FF2B5EF4-FFF2-40B4-BE49-F238E27FC236}">
                      <a16:creationId xmlns:a16="http://schemas.microsoft.com/office/drawing/2014/main" id="{9A7960A6-1188-320F-727B-430813BB70A6}"/>
                    </a:ext>
                  </a:extLst>
                </p:cNvPr>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3" name="Line 42">
                  <a:extLst>
                    <a:ext uri="{FF2B5EF4-FFF2-40B4-BE49-F238E27FC236}">
                      <a16:creationId xmlns:a16="http://schemas.microsoft.com/office/drawing/2014/main" id="{86BF72A3-BB7F-239B-5EE5-EFCABFF59D92}"/>
                    </a:ext>
                  </a:extLst>
                </p:cNvPr>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4" name="Line 43">
                  <a:extLst>
                    <a:ext uri="{FF2B5EF4-FFF2-40B4-BE49-F238E27FC236}">
                      <a16:creationId xmlns:a16="http://schemas.microsoft.com/office/drawing/2014/main" id="{F9B820E7-F437-ECE0-9CF2-D3A1158ABEA7}"/>
                    </a:ext>
                  </a:extLst>
                </p:cNvPr>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44">
                  <a:extLst>
                    <a:ext uri="{FF2B5EF4-FFF2-40B4-BE49-F238E27FC236}">
                      <a16:creationId xmlns:a16="http://schemas.microsoft.com/office/drawing/2014/main" id="{B2C50791-BA66-8192-8CD4-E3CBA388028C}"/>
                    </a:ext>
                  </a:extLst>
                </p:cNvPr>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45">
                  <a:extLst>
                    <a:ext uri="{FF2B5EF4-FFF2-40B4-BE49-F238E27FC236}">
                      <a16:creationId xmlns:a16="http://schemas.microsoft.com/office/drawing/2014/main" id="{88A4694D-ADBF-B00C-EECC-FCD40ACE292C}"/>
                    </a:ext>
                  </a:extLst>
                </p:cNvPr>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Line 46">
                  <a:extLst>
                    <a:ext uri="{FF2B5EF4-FFF2-40B4-BE49-F238E27FC236}">
                      <a16:creationId xmlns:a16="http://schemas.microsoft.com/office/drawing/2014/main" id="{A1C4820E-B525-F251-791C-98E1BEB7F869}"/>
                    </a:ext>
                  </a:extLst>
                </p:cNvPr>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Line 47">
                  <a:extLst>
                    <a:ext uri="{FF2B5EF4-FFF2-40B4-BE49-F238E27FC236}">
                      <a16:creationId xmlns:a16="http://schemas.microsoft.com/office/drawing/2014/main" id="{5E471F3C-C5FC-EC89-8006-18B6EE271CAD}"/>
                    </a:ext>
                  </a:extLst>
                </p:cNvPr>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9" name="Line 48">
                  <a:extLst>
                    <a:ext uri="{FF2B5EF4-FFF2-40B4-BE49-F238E27FC236}">
                      <a16:creationId xmlns:a16="http://schemas.microsoft.com/office/drawing/2014/main" id="{F540A744-77B3-073B-E284-85B9E70E76A1}"/>
                    </a:ext>
                  </a:extLst>
                </p:cNvPr>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0" name="Line 49">
                  <a:extLst>
                    <a:ext uri="{FF2B5EF4-FFF2-40B4-BE49-F238E27FC236}">
                      <a16:creationId xmlns:a16="http://schemas.microsoft.com/office/drawing/2014/main" id="{DB55EAE6-AC45-568E-06F2-3FB33FC6D4B0}"/>
                    </a:ext>
                  </a:extLst>
                </p:cNvPr>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1" name="Line 50">
                  <a:extLst>
                    <a:ext uri="{FF2B5EF4-FFF2-40B4-BE49-F238E27FC236}">
                      <a16:creationId xmlns:a16="http://schemas.microsoft.com/office/drawing/2014/main" id="{DFE18C5D-91FA-163D-F98C-62765B4775F4}"/>
                    </a:ext>
                  </a:extLst>
                </p:cNvPr>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3" name="Line 51">
                  <a:extLst>
                    <a:ext uri="{FF2B5EF4-FFF2-40B4-BE49-F238E27FC236}">
                      <a16:creationId xmlns:a16="http://schemas.microsoft.com/office/drawing/2014/main" id="{716F66B3-B3B1-9B38-329B-33D4AA393CC7}"/>
                    </a:ext>
                  </a:extLst>
                </p:cNvPr>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4" name="Line 52">
                  <a:extLst>
                    <a:ext uri="{FF2B5EF4-FFF2-40B4-BE49-F238E27FC236}">
                      <a16:creationId xmlns:a16="http://schemas.microsoft.com/office/drawing/2014/main" id="{556FDEC1-158D-1272-4E71-4A64E577891E}"/>
                    </a:ext>
                  </a:extLst>
                </p:cNvPr>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5" name="Line 53">
                  <a:extLst>
                    <a:ext uri="{FF2B5EF4-FFF2-40B4-BE49-F238E27FC236}">
                      <a16:creationId xmlns:a16="http://schemas.microsoft.com/office/drawing/2014/main" id="{1E260A71-09D7-7250-2A10-26232A958B1B}"/>
                    </a:ext>
                  </a:extLst>
                </p:cNvPr>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6" name="Line 54">
                  <a:extLst>
                    <a:ext uri="{FF2B5EF4-FFF2-40B4-BE49-F238E27FC236}">
                      <a16:creationId xmlns:a16="http://schemas.microsoft.com/office/drawing/2014/main" id="{0CE048BF-F07C-EED5-0739-F40717BC4108}"/>
                    </a:ext>
                  </a:extLst>
                </p:cNvPr>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7" name="Line 55">
                  <a:extLst>
                    <a:ext uri="{FF2B5EF4-FFF2-40B4-BE49-F238E27FC236}">
                      <a16:creationId xmlns:a16="http://schemas.microsoft.com/office/drawing/2014/main" id="{9683BFF3-62FA-023F-BB45-952BC103B95E}"/>
                    </a:ext>
                  </a:extLst>
                </p:cNvPr>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sp>
          <p:nvSpPr>
            <p:cNvPr id="64" name="Line 56">
              <a:extLst>
                <a:ext uri="{FF2B5EF4-FFF2-40B4-BE49-F238E27FC236}">
                  <a16:creationId xmlns:a16="http://schemas.microsoft.com/office/drawing/2014/main" id="{62296026-1030-0793-6DCC-59EA9E26FF77}"/>
                </a:ext>
              </a:extLst>
            </p:cNvPr>
            <p:cNvSpPr>
              <a:spLocks noChangeAspect="1" noChangeShapeType="1"/>
            </p:cNvSpPr>
            <p:nvPr/>
          </p:nvSpPr>
          <p:spPr bwMode="auto">
            <a:xfrm flipH="1">
              <a:off x="4519" y="1172"/>
              <a:ext cx="0" cy="26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5" name="Arc 57">
              <a:extLst>
                <a:ext uri="{FF2B5EF4-FFF2-40B4-BE49-F238E27FC236}">
                  <a16:creationId xmlns:a16="http://schemas.microsoft.com/office/drawing/2014/main" id="{13A37267-A4C7-4242-48BD-A194EF17A682}"/>
                </a:ext>
              </a:extLst>
            </p:cNvPr>
            <p:cNvSpPr>
              <a:spLocks/>
            </p:cNvSpPr>
            <p:nvPr/>
          </p:nvSpPr>
          <p:spPr bwMode="auto">
            <a:xfrm flipV="1">
              <a:off x="3580" y="688"/>
              <a:ext cx="1862" cy="323"/>
            </a:xfrm>
            <a:custGeom>
              <a:avLst/>
              <a:gdLst>
                <a:gd name="T0" fmla="*/ 0 w 38951"/>
                <a:gd name="T1" fmla="*/ 0 h 21600"/>
                <a:gd name="T2" fmla="*/ 4 w 38951"/>
                <a:gd name="T3" fmla="*/ 0 h 21600"/>
                <a:gd name="T4" fmla="*/ 2 w 38951"/>
                <a:gd name="T5" fmla="*/ 0 h 21600"/>
                <a:gd name="T6" fmla="*/ 0 60000 65536"/>
                <a:gd name="T7" fmla="*/ 0 60000 65536"/>
                <a:gd name="T8" fmla="*/ 0 60000 65536"/>
                <a:gd name="T9" fmla="*/ 0 w 38951"/>
                <a:gd name="T10" fmla="*/ 0 h 21600"/>
                <a:gd name="T11" fmla="*/ 38951 w 38951"/>
                <a:gd name="T12" fmla="*/ 21600 h 21600"/>
              </a:gdLst>
              <a:ahLst/>
              <a:cxnLst>
                <a:cxn ang="T6">
                  <a:pos x="T0" y="T1"/>
                </a:cxn>
                <a:cxn ang="T7">
                  <a:pos x="T2" y="T3"/>
                </a:cxn>
                <a:cxn ang="T8">
                  <a:pos x="T4" y="T5"/>
                </a:cxn>
              </a:cxnLst>
              <a:rect l="T9" t="T10" r="T11" b="T12"/>
              <a:pathLst>
                <a:path w="38951" h="21600" fill="none" extrusionOk="0">
                  <a:moveTo>
                    <a:pt x="0" y="12029"/>
                  </a:moveTo>
                  <a:cubicBezTo>
                    <a:pt x="3641" y="4662"/>
                    <a:pt x="11146" y="-1"/>
                    <a:pt x="19364" y="0"/>
                  </a:cubicBezTo>
                  <a:cubicBezTo>
                    <a:pt x="27767" y="0"/>
                    <a:pt x="35408" y="4873"/>
                    <a:pt x="38950" y="12494"/>
                  </a:cubicBezTo>
                </a:path>
                <a:path w="38951" h="21600" stroke="0" extrusionOk="0">
                  <a:moveTo>
                    <a:pt x="0" y="12029"/>
                  </a:moveTo>
                  <a:cubicBezTo>
                    <a:pt x="3641" y="4662"/>
                    <a:pt x="11146" y="-1"/>
                    <a:pt x="19364" y="0"/>
                  </a:cubicBezTo>
                  <a:cubicBezTo>
                    <a:pt x="27767" y="0"/>
                    <a:pt x="35408" y="4873"/>
                    <a:pt x="38950" y="12494"/>
                  </a:cubicBezTo>
                  <a:lnTo>
                    <a:pt x="19364" y="21600"/>
                  </a:lnTo>
                  <a:close/>
                </a:path>
              </a:pathLst>
            </a:custGeom>
            <a:noFill/>
            <a:ln w="28575">
              <a:solidFill>
                <a:srgbClr val="000000"/>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6" name="Line 58">
              <a:extLst>
                <a:ext uri="{FF2B5EF4-FFF2-40B4-BE49-F238E27FC236}">
                  <a16:creationId xmlns:a16="http://schemas.microsoft.com/office/drawing/2014/main" id="{C48F7DB9-C895-D0B6-A0EC-B251FBF6A0BD}"/>
                </a:ext>
              </a:extLst>
            </p:cNvPr>
            <p:cNvSpPr>
              <a:spLocks noChangeShapeType="1"/>
            </p:cNvSpPr>
            <p:nvPr/>
          </p:nvSpPr>
          <p:spPr bwMode="auto">
            <a:xfrm>
              <a:off x="4511" y="811"/>
              <a:ext cx="0" cy="192"/>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7" name="Text Box 59">
              <a:extLst>
                <a:ext uri="{FF2B5EF4-FFF2-40B4-BE49-F238E27FC236}">
                  <a16:creationId xmlns:a16="http://schemas.microsoft.com/office/drawing/2014/main" id="{FE90EF55-E373-32B2-7B82-0175ECB9F968}"/>
                </a:ext>
              </a:extLst>
            </p:cNvPr>
            <p:cNvSpPr txBox="1">
              <a:spLocks noChangeAspect="1" noChangeArrowheads="1"/>
            </p:cNvSpPr>
            <p:nvPr/>
          </p:nvSpPr>
          <p:spPr bwMode="auto">
            <a:xfrm>
              <a:off x="4565" y="918"/>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j-lt"/>
                  <a:ea typeface="宋体" panose="02010600030101010101" pitchFamily="2" charset="-122"/>
                </a:rPr>
                <a:t>y</a:t>
              </a:r>
              <a:r>
                <a:rPr kumimoji="1" lang="en-US" altLang="zh-CN" sz="2400" b="0" u="none" strike="noStrike" kern="0" cap="none" spc="0" normalizeH="0" baseline="-25000" noProof="0" dirty="0" err="1">
                  <a:ln>
                    <a:noFill/>
                  </a:ln>
                  <a:solidFill>
                    <a:srgbClr val="000000"/>
                  </a:solidFill>
                  <a:effectLst/>
                  <a:uLnTx/>
                  <a:uFillTx/>
                  <a:latin typeface="+mj-lt"/>
                  <a:ea typeface="宋体" panose="02010600030101010101" pitchFamily="2" charset="-122"/>
                </a:rPr>
                <a:t>C</a:t>
              </a:r>
              <a:endPar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sp>
          <p:nvSpPr>
            <p:cNvPr id="68" name="Line 60">
              <a:extLst>
                <a:ext uri="{FF2B5EF4-FFF2-40B4-BE49-F238E27FC236}">
                  <a16:creationId xmlns:a16="http://schemas.microsoft.com/office/drawing/2014/main" id="{61437C52-5636-E38A-4D2B-E4968EBC20BD}"/>
                </a:ext>
              </a:extLst>
            </p:cNvPr>
            <p:cNvSpPr>
              <a:spLocks noChangeShapeType="1"/>
            </p:cNvSpPr>
            <p:nvPr/>
          </p:nvSpPr>
          <p:spPr bwMode="auto">
            <a:xfrm>
              <a:off x="4511" y="924"/>
              <a:ext cx="105"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69" name="Line 61">
              <a:extLst>
                <a:ext uri="{FF2B5EF4-FFF2-40B4-BE49-F238E27FC236}">
                  <a16:creationId xmlns:a16="http://schemas.microsoft.com/office/drawing/2014/main" id="{0C6EDDCC-8FE5-044B-80DD-A9CF557D6082}"/>
                </a:ext>
              </a:extLst>
            </p:cNvPr>
            <p:cNvSpPr>
              <a:spLocks noChangeShapeType="1"/>
            </p:cNvSpPr>
            <p:nvPr/>
          </p:nvSpPr>
          <p:spPr bwMode="auto">
            <a:xfrm>
              <a:off x="3581" y="829"/>
              <a:ext cx="402" cy="2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0" name="Arc 62">
              <a:extLst>
                <a:ext uri="{FF2B5EF4-FFF2-40B4-BE49-F238E27FC236}">
                  <a16:creationId xmlns:a16="http://schemas.microsoft.com/office/drawing/2014/main" id="{CAC70BF1-C2E3-0B24-D9B7-FAA5C602E7C6}"/>
                </a:ext>
              </a:extLst>
            </p:cNvPr>
            <p:cNvSpPr>
              <a:spLocks/>
            </p:cNvSpPr>
            <p:nvPr/>
          </p:nvSpPr>
          <p:spPr bwMode="auto">
            <a:xfrm rot="1051459">
              <a:off x="3840" y="834"/>
              <a:ext cx="87" cy="142"/>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1" name="Text Box 63">
              <a:extLst>
                <a:ext uri="{FF2B5EF4-FFF2-40B4-BE49-F238E27FC236}">
                  <a16:creationId xmlns:a16="http://schemas.microsoft.com/office/drawing/2014/main" id="{76022EB1-B004-B389-C42A-1B1EC1B5DA5D}"/>
                </a:ext>
              </a:extLst>
            </p:cNvPr>
            <p:cNvSpPr txBox="1">
              <a:spLocks noChangeAspect="1" noChangeArrowheads="1"/>
            </p:cNvSpPr>
            <p:nvPr/>
          </p:nvSpPr>
          <p:spPr bwMode="auto">
            <a:xfrm>
              <a:off x="3945" y="934"/>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rPr>
                <a:t>A</a:t>
              </a:r>
            </a:p>
          </p:txBody>
        </p:sp>
        <p:sp>
          <p:nvSpPr>
            <p:cNvPr id="72" name="Line 64">
              <a:extLst>
                <a:ext uri="{FF2B5EF4-FFF2-40B4-BE49-F238E27FC236}">
                  <a16:creationId xmlns:a16="http://schemas.microsoft.com/office/drawing/2014/main" id="{6F1950C6-2195-CE37-B033-53F464D27ADF}"/>
                </a:ext>
              </a:extLst>
            </p:cNvPr>
            <p:cNvSpPr>
              <a:spLocks noChangeShapeType="1"/>
            </p:cNvSpPr>
            <p:nvPr/>
          </p:nvSpPr>
          <p:spPr bwMode="auto">
            <a:xfrm flipH="1" flipV="1">
              <a:off x="3942" y="912"/>
              <a:ext cx="90" cy="1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3" name="Line 65">
              <a:extLst>
                <a:ext uri="{FF2B5EF4-FFF2-40B4-BE49-F238E27FC236}">
                  <a16:creationId xmlns:a16="http://schemas.microsoft.com/office/drawing/2014/main" id="{2CB90B03-1BB9-728A-3573-620B16784B28}"/>
                </a:ext>
              </a:extLst>
            </p:cNvPr>
            <p:cNvSpPr>
              <a:spLocks noChangeShapeType="1"/>
            </p:cNvSpPr>
            <p:nvPr/>
          </p:nvSpPr>
          <p:spPr bwMode="auto">
            <a:xfrm flipH="1">
              <a:off x="5043" y="830"/>
              <a:ext cx="402" cy="21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4" name="Arc 66">
              <a:extLst>
                <a:ext uri="{FF2B5EF4-FFF2-40B4-BE49-F238E27FC236}">
                  <a16:creationId xmlns:a16="http://schemas.microsoft.com/office/drawing/2014/main" id="{D1DDD032-75A5-002D-5DEC-601F10CB1528}"/>
                </a:ext>
              </a:extLst>
            </p:cNvPr>
            <p:cNvSpPr>
              <a:spLocks/>
            </p:cNvSpPr>
            <p:nvPr/>
          </p:nvSpPr>
          <p:spPr bwMode="auto">
            <a:xfrm rot="20548541" flipH="1">
              <a:off x="5161" y="820"/>
              <a:ext cx="87" cy="142"/>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5" name="Text Box 67">
              <a:extLst>
                <a:ext uri="{FF2B5EF4-FFF2-40B4-BE49-F238E27FC236}">
                  <a16:creationId xmlns:a16="http://schemas.microsoft.com/office/drawing/2014/main" id="{7A74B7FB-6483-5801-C35F-6518FD845F63}"/>
                </a:ext>
              </a:extLst>
            </p:cNvPr>
            <p:cNvSpPr txBox="1">
              <a:spLocks noChangeAspect="1" noChangeArrowheads="1"/>
            </p:cNvSpPr>
            <p:nvPr/>
          </p:nvSpPr>
          <p:spPr bwMode="auto">
            <a:xfrm>
              <a:off x="4822" y="938"/>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rPr>
                <a:t>B</a:t>
              </a:r>
            </a:p>
          </p:txBody>
        </p:sp>
        <p:sp>
          <p:nvSpPr>
            <p:cNvPr id="76" name="Line 68">
              <a:extLst>
                <a:ext uri="{FF2B5EF4-FFF2-40B4-BE49-F238E27FC236}">
                  <a16:creationId xmlns:a16="http://schemas.microsoft.com/office/drawing/2014/main" id="{303E9957-0E69-C38F-DB88-656DDED03404}"/>
                </a:ext>
              </a:extLst>
            </p:cNvPr>
            <p:cNvSpPr>
              <a:spLocks noChangeShapeType="1"/>
            </p:cNvSpPr>
            <p:nvPr/>
          </p:nvSpPr>
          <p:spPr bwMode="auto">
            <a:xfrm flipV="1">
              <a:off x="5014" y="907"/>
              <a:ext cx="135" cy="1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07" name="Group 69">
            <a:extLst>
              <a:ext uri="{FF2B5EF4-FFF2-40B4-BE49-F238E27FC236}">
                <a16:creationId xmlns:a16="http://schemas.microsoft.com/office/drawing/2014/main" id="{E2AFCF5F-76CD-28DF-892E-B132A6FC64D8}"/>
              </a:ext>
            </a:extLst>
          </p:cNvPr>
          <p:cNvGrpSpPr>
            <a:grpSpLocks/>
          </p:cNvGrpSpPr>
          <p:nvPr/>
        </p:nvGrpSpPr>
        <p:grpSpPr bwMode="auto">
          <a:xfrm>
            <a:off x="8209842" y="2967037"/>
            <a:ext cx="3863975" cy="1489075"/>
            <a:chOff x="3326" y="1318"/>
            <a:chExt cx="2434" cy="938"/>
          </a:xfrm>
        </p:grpSpPr>
        <p:sp>
          <p:nvSpPr>
            <p:cNvPr id="108" name="Text Box 70">
              <a:extLst>
                <a:ext uri="{FF2B5EF4-FFF2-40B4-BE49-F238E27FC236}">
                  <a16:creationId xmlns:a16="http://schemas.microsoft.com/office/drawing/2014/main" id="{D0BE373F-6797-C690-114F-D65CBA18A717}"/>
                </a:ext>
              </a:extLst>
            </p:cNvPr>
            <p:cNvSpPr txBox="1">
              <a:spLocks noChangeAspect="1" noChangeArrowheads="1"/>
            </p:cNvSpPr>
            <p:nvPr/>
          </p:nvSpPr>
          <p:spPr bwMode="auto">
            <a:xfrm>
              <a:off x="5458" y="1687"/>
              <a:ext cx="302"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B</a:t>
              </a:r>
            </a:p>
          </p:txBody>
        </p:sp>
        <p:sp>
          <p:nvSpPr>
            <p:cNvPr id="109" name="Text Box 71">
              <a:extLst>
                <a:ext uri="{FF2B5EF4-FFF2-40B4-BE49-F238E27FC236}">
                  <a16:creationId xmlns:a16="http://schemas.microsoft.com/office/drawing/2014/main" id="{1BFE66B9-F2E1-F653-CE2E-2918BA481D2C}"/>
                </a:ext>
              </a:extLst>
            </p:cNvPr>
            <p:cNvSpPr txBox="1">
              <a:spLocks noChangeAspect="1" noChangeArrowheads="1"/>
            </p:cNvSpPr>
            <p:nvPr/>
          </p:nvSpPr>
          <p:spPr bwMode="auto">
            <a:xfrm>
              <a:off x="4118" y="1318"/>
              <a:ext cx="246"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q</a:t>
              </a:r>
              <a:endParaRPr kumimoji="1" lang="en-US" altLang="zh-CN" sz="2400" b="0" u="none" strike="noStrike" kern="0" cap="none" spc="0" normalizeH="0" baseline="0" noProof="0" dirty="0">
                <a:ln>
                  <a:noFill/>
                </a:ln>
                <a:solidFill>
                  <a:srgbClr val="FF5050"/>
                </a:solidFill>
                <a:effectLst/>
                <a:uLnTx/>
                <a:uFillTx/>
                <a:latin typeface="+mj-lt"/>
                <a:ea typeface="宋体" panose="02010600030101010101" pitchFamily="2" charset="-122"/>
              </a:endParaRPr>
            </a:p>
          </p:txBody>
        </p:sp>
        <p:sp>
          <p:nvSpPr>
            <p:cNvPr id="110" name="Text Box 72">
              <a:extLst>
                <a:ext uri="{FF2B5EF4-FFF2-40B4-BE49-F238E27FC236}">
                  <a16:creationId xmlns:a16="http://schemas.microsoft.com/office/drawing/2014/main" id="{48D184BB-76EA-22EE-E266-6F392F145C36}"/>
                </a:ext>
              </a:extLst>
            </p:cNvPr>
            <p:cNvSpPr txBox="1">
              <a:spLocks noChangeAspect="1" noChangeArrowheads="1"/>
            </p:cNvSpPr>
            <p:nvPr/>
          </p:nvSpPr>
          <p:spPr bwMode="auto">
            <a:xfrm>
              <a:off x="3326" y="1682"/>
              <a:ext cx="50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A</a:t>
              </a:r>
            </a:p>
          </p:txBody>
        </p:sp>
        <p:sp>
          <p:nvSpPr>
            <p:cNvPr id="111" name="Text Box 73">
              <a:extLst>
                <a:ext uri="{FF2B5EF4-FFF2-40B4-BE49-F238E27FC236}">
                  <a16:creationId xmlns:a16="http://schemas.microsoft.com/office/drawing/2014/main" id="{54C762D9-9D79-6390-9E81-51925BAC232E}"/>
                </a:ext>
              </a:extLst>
            </p:cNvPr>
            <p:cNvSpPr txBox="1">
              <a:spLocks noChangeAspect="1" noChangeArrowheads="1"/>
            </p:cNvSpPr>
            <p:nvPr/>
          </p:nvSpPr>
          <p:spPr bwMode="auto">
            <a:xfrm>
              <a:off x="4315" y="1791"/>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C</a:t>
              </a:r>
            </a:p>
          </p:txBody>
        </p:sp>
        <p:grpSp>
          <p:nvGrpSpPr>
            <p:cNvPr id="112" name="Group 74">
              <a:extLst>
                <a:ext uri="{FF2B5EF4-FFF2-40B4-BE49-F238E27FC236}">
                  <a16:creationId xmlns:a16="http://schemas.microsoft.com/office/drawing/2014/main" id="{B7936CB6-6E6E-8BA9-ECE0-053EB827C20D}"/>
                </a:ext>
              </a:extLst>
            </p:cNvPr>
            <p:cNvGrpSpPr>
              <a:grpSpLocks/>
            </p:cNvGrpSpPr>
            <p:nvPr/>
          </p:nvGrpSpPr>
          <p:grpSpPr bwMode="auto">
            <a:xfrm>
              <a:off x="3398" y="1587"/>
              <a:ext cx="2230" cy="576"/>
              <a:chOff x="2719" y="2550"/>
              <a:chExt cx="1976" cy="576"/>
            </a:xfrm>
          </p:grpSpPr>
          <p:sp>
            <p:nvSpPr>
              <p:cNvPr id="125" name="Freeform 75">
                <a:extLst>
                  <a:ext uri="{FF2B5EF4-FFF2-40B4-BE49-F238E27FC236}">
                    <a16:creationId xmlns:a16="http://schemas.microsoft.com/office/drawing/2014/main" id="{78BE9F75-3DB7-B6C3-E365-CE18244C5878}"/>
                  </a:ext>
                </a:extLst>
              </p:cNvPr>
              <p:cNvSpPr>
                <a:spLocks noChangeAspect="1"/>
              </p:cNvSpPr>
              <p:nvPr/>
            </p:nvSpPr>
            <p:spPr bwMode="auto">
              <a:xfrm>
                <a:off x="2898" y="2799"/>
                <a:ext cx="1646" cy="1"/>
              </a:xfrm>
              <a:custGeom>
                <a:avLst/>
                <a:gdLst>
                  <a:gd name="T0" fmla="*/ 1646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26" name="Group 76">
                <a:extLst>
                  <a:ext uri="{FF2B5EF4-FFF2-40B4-BE49-F238E27FC236}">
                    <a16:creationId xmlns:a16="http://schemas.microsoft.com/office/drawing/2014/main" id="{04DFCFB4-DB2B-F2AB-1531-C4831C9AA0E9}"/>
                  </a:ext>
                </a:extLst>
              </p:cNvPr>
              <p:cNvGrpSpPr>
                <a:grpSpLocks/>
              </p:cNvGrpSpPr>
              <p:nvPr/>
            </p:nvGrpSpPr>
            <p:grpSpPr bwMode="auto">
              <a:xfrm>
                <a:off x="2719" y="2769"/>
                <a:ext cx="313" cy="330"/>
                <a:chOff x="1686" y="3521"/>
                <a:chExt cx="313" cy="330"/>
              </a:xfrm>
            </p:grpSpPr>
            <p:sp>
              <p:nvSpPr>
                <p:cNvPr id="150" name="AutoShape 77">
                  <a:extLst>
                    <a:ext uri="{FF2B5EF4-FFF2-40B4-BE49-F238E27FC236}">
                      <a16:creationId xmlns:a16="http://schemas.microsoft.com/office/drawing/2014/main" id="{B9616F80-7EA4-7CAC-6F45-881137916666}"/>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1" name="Rectangle 78" descr="宽上对角线">
                  <a:extLst>
                    <a:ext uri="{FF2B5EF4-FFF2-40B4-BE49-F238E27FC236}">
                      <a16:creationId xmlns:a16="http://schemas.microsoft.com/office/drawing/2014/main" id="{9B1DBA97-D990-DB8A-1B9A-766C128510D4}"/>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2" name="Line 79">
                  <a:extLst>
                    <a:ext uri="{FF2B5EF4-FFF2-40B4-BE49-F238E27FC236}">
                      <a16:creationId xmlns:a16="http://schemas.microsoft.com/office/drawing/2014/main" id="{7A810B1D-6B8E-02DD-64F9-A59F44B62C87}"/>
                    </a:ext>
                  </a:extLst>
                </p:cNvPr>
                <p:cNvSpPr>
                  <a:spLocks noChangeAspect="1" noChangeShapeType="1"/>
                </p:cNvSpPr>
                <p:nvPr/>
              </p:nvSpPr>
              <p:spPr bwMode="auto">
                <a:xfrm>
                  <a:off x="1686" y="3749"/>
                  <a:ext cx="313"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Oval 80">
                  <a:extLst>
                    <a:ext uri="{FF2B5EF4-FFF2-40B4-BE49-F238E27FC236}">
                      <a16:creationId xmlns:a16="http://schemas.microsoft.com/office/drawing/2014/main" id="{CD02448E-6B8A-1FB1-5643-B2E8ED213E9A}"/>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27" name="Group 81">
                <a:extLst>
                  <a:ext uri="{FF2B5EF4-FFF2-40B4-BE49-F238E27FC236}">
                    <a16:creationId xmlns:a16="http://schemas.microsoft.com/office/drawing/2014/main" id="{A458B89A-D357-CDD6-9BE3-A97C18E89AD8}"/>
                  </a:ext>
                </a:extLst>
              </p:cNvPr>
              <p:cNvGrpSpPr>
                <a:grpSpLocks/>
              </p:cNvGrpSpPr>
              <p:nvPr/>
            </p:nvGrpSpPr>
            <p:grpSpPr bwMode="auto">
              <a:xfrm>
                <a:off x="4384" y="2768"/>
                <a:ext cx="311" cy="358"/>
                <a:chOff x="3499" y="3511"/>
                <a:chExt cx="311" cy="358"/>
              </a:xfrm>
            </p:grpSpPr>
            <p:sp>
              <p:nvSpPr>
                <p:cNvPr id="145" name="Line 82">
                  <a:extLst>
                    <a:ext uri="{FF2B5EF4-FFF2-40B4-BE49-F238E27FC236}">
                      <a16:creationId xmlns:a16="http://schemas.microsoft.com/office/drawing/2014/main" id="{197229E7-3D91-41ED-DACA-6621DED00BC0}"/>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6" name="Rectangle 83" descr="宽上对角线">
                  <a:extLst>
                    <a:ext uri="{FF2B5EF4-FFF2-40B4-BE49-F238E27FC236}">
                      <a16:creationId xmlns:a16="http://schemas.microsoft.com/office/drawing/2014/main" id="{151EFF65-F8F0-44E6-58DB-F2F04275DAD6}"/>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7" name="Line 84">
                  <a:extLst>
                    <a:ext uri="{FF2B5EF4-FFF2-40B4-BE49-F238E27FC236}">
                      <a16:creationId xmlns:a16="http://schemas.microsoft.com/office/drawing/2014/main" id="{FF75A605-4764-E6F7-46D3-0077598FE96E}"/>
                    </a:ext>
                  </a:extLst>
                </p:cNvPr>
                <p:cNvSpPr>
                  <a:spLocks noChangeAspect="1" noChangeShapeType="1"/>
                </p:cNvSpPr>
                <p:nvPr/>
              </p:nvSpPr>
              <p:spPr bwMode="auto">
                <a:xfrm>
                  <a:off x="3506" y="3766"/>
                  <a:ext cx="304"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8" name="Oval 85">
                  <a:extLst>
                    <a:ext uri="{FF2B5EF4-FFF2-40B4-BE49-F238E27FC236}">
                      <a16:creationId xmlns:a16="http://schemas.microsoft.com/office/drawing/2014/main" id="{1EACC7F6-B599-768B-02A4-81D6CBB1D78F}"/>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9" name="Oval 86">
                  <a:extLst>
                    <a:ext uri="{FF2B5EF4-FFF2-40B4-BE49-F238E27FC236}">
                      <a16:creationId xmlns:a16="http://schemas.microsoft.com/office/drawing/2014/main" id="{42BAC4AC-5DEF-9DC9-48BC-B24353CBCFB5}"/>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28" name="Group 87">
                <a:extLst>
                  <a:ext uri="{FF2B5EF4-FFF2-40B4-BE49-F238E27FC236}">
                    <a16:creationId xmlns:a16="http://schemas.microsoft.com/office/drawing/2014/main" id="{424E24F9-B838-1C7F-F1BA-829444C1F7EB}"/>
                  </a:ext>
                </a:extLst>
              </p:cNvPr>
              <p:cNvGrpSpPr>
                <a:grpSpLocks/>
              </p:cNvGrpSpPr>
              <p:nvPr/>
            </p:nvGrpSpPr>
            <p:grpSpPr bwMode="auto">
              <a:xfrm>
                <a:off x="2874" y="2550"/>
                <a:ext cx="1670" cy="230"/>
                <a:chOff x="2926" y="1514"/>
                <a:chExt cx="2403" cy="230"/>
              </a:xfrm>
            </p:grpSpPr>
            <p:sp>
              <p:nvSpPr>
                <p:cNvPr id="129" name="Line 88">
                  <a:extLst>
                    <a:ext uri="{FF2B5EF4-FFF2-40B4-BE49-F238E27FC236}">
                      <a16:creationId xmlns:a16="http://schemas.microsoft.com/office/drawing/2014/main" id="{274C2449-7598-C1A3-D255-FA5B93394C13}"/>
                    </a:ext>
                  </a:extLst>
                </p:cNvPr>
                <p:cNvSpPr>
                  <a:spLocks noChangeAspect="1" noChangeShapeType="1"/>
                </p:cNvSpPr>
                <p:nvPr/>
              </p:nvSpPr>
              <p:spPr bwMode="auto">
                <a:xfrm>
                  <a:off x="4642" y="1534"/>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0" name="Line 89">
                  <a:extLst>
                    <a:ext uri="{FF2B5EF4-FFF2-40B4-BE49-F238E27FC236}">
                      <a16:creationId xmlns:a16="http://schemas.microsoft.com/office/drawing/2014/main" id="{EBC20595-6A3A-9BC1-80C7-633AA45C7A7B}"/>
                    </a:ext>
                  </a:extLst>
                </p:cNvPr>
                <p:cNvSpPr>
                  <a:spLocks noChangeAspect="1" noChangeShapeType="1"/>
                </p:cNvSpPr>
                <p:nvPr/>
              </p:nvSpPr>
              <p:spPr bwMode="auto">
                <a:xfrm>
                  <a:off x="4815" y="1527"/>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1" name="Line 90">
                  <a:extLst>
                    <a:ext uri="{FF2B5EF4-FFF2-40B4-BE49-F238E27FC236}">
                      <a16:creationId xmlns:a16="http://schemas.microsoft.com/office/drawing/2014/main" id="{7A858FA3-8D2A-B20A-9E46-042FF47807D2}"/>
                    </a:ext>
                  </a:extLst>
                </p:cNvPr>
                <p:cNvSpPr>
                  <a:spLocks noChangeAspect="1" noChangeShapeType="1"/>
                </p:cNvSpPr>
                <p:nvPr/>
              </p:nvSpPr>
              <p:spPr bwMode="auto">
                <a:xfrm>
                  <a:off x="4987" y="1517"/>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2" name="Line 91">
                  <a:extLst>
                    <a:ext uri="{FF2B5EF4-FFF2-40B4-BE49-F238E27FC236}">
                      <a16:creationId xmlns:a16="http://schemas.microsoft.com/office/drawing/2014/main" id="{B8936E04-6326-6C00-505F-D2A49E691846}"/>
                    </a:ext>
                  </a:extLst>
                </p:cNvPr>
                <p:cNvSpPr>
                  <a:spLocks noChangeAspect="1" noChangeShapeType="1"/>
                </p:cNvSpPr>
                <p:nvPr/>
              </p:nvSpPr>
              <p:spPr bwMode="auto">
                <a:xfrm>
                  <a:off x="5161" y="1518"/>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Line 92">
                  <a:extLst>
                    <a:ext uri="{FF2B5EF4-FFF2-40B4-BE49-F238E27FC236}">
                      <a16:creationId xmlns:a16="http://schemas.microsoft.com/office/drawing/2014/main" id="{48CBCEAA-7740-EE1E-D284-04B484FE364A}"/>
                    </a:ext>
                  </a:extLst>
                </p:cNvPr>
                <p:cNvSpPr>
                  <a:spLocks noChangeAspect="1" noChangeShapeType="1"/>
                </p:cNvSpPr>
                <p:nvPr/>
              </p:nvSpPr>
              <p:spPr bwMode="auto">
                <a:xfrm>
                  <a:off x="5326" y="1525"/>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4" name="Line 93">
                  <a:extLst>
                    <a:ext uri="{FF2B5EF4-FFF2-40B4-BE49-F238E27FC236}">
                      <a16:creationId xmlns:a16="http://schemas.microsoft.com/office/drawing/2014/main" id="{18BEC595-3027-7371-C61A-1412805B0D65}"/>
                    </a:ext>
                  </a:extLst>
                </p:cNvPr>
                <p:cNvSpPr>
                  <a:spLocks noChangeAspect="1" noChangeShapeType="1"/>
                </p:cNvSpPr>
                <p:nvPr/>
              </p:nvSpPr>
              <p:spPr bwMode="auto">
                <a:xfrm>
                  <a:off x="3783" y="1532"/>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5" name="Line 94">
                  <a:extLst>
                    <a:ext uri="{FF2B5EF4-FFF2-40B4-BE49-F238E27FC236}">
                      <a16:creationId xmlns:a16="http://schemas.microsoft.com/office/drawing/2014/main" id="{0E668355-4330-3CF7-149E-0861B51A952D}"/>
                    </a:ext>
                  </a:extLst>
                </p:cNvPr>
                <p:cNvSpPr>
                  <a:spLocks noChangeAspect="1" noChangeShapeType="1"/>
                </p:cNvSpPr>
                <p:nvPr/>
              </p:nvSpPr>
              <p:spPr bwMode="auto">
                <a:xfrm>
                  <a:off x="3956" y="1525"/>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6" name="Line 95">
                  <a:extLst>
                    <a:ext uri="{FF2B5EF4-FFF2-40B4-BE49-F238E27FC236}">
                      <a16:creationId xmlns:a16="http://schemas.microsoft.com/office/drawing/2014/main" id="{0956AC6A-02A1-7294-2FBC-361CFD460053}"/>
                    </a:ext>
                  </a:extLst>
                </p:cNvPr>
                <p:cNvSpPr>
                  <a:spLocks noChangeAspect="1" noChangeShapeType="1"/>
                </p:cNvSpPr>
                <p:nvPr/>
              </p:nvSpPr>
              <p:spPr bwMode="auto">
                <a:xfrm>
                  <a:off x="4128" y="1515"/>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7" name="Line 96">
                  <a:extLst>
                    <a:ext uri="{FF2B5EF4-FFF2-40B4-BE49-F238E27FC236}">
                      <a16:creationId xmlns:a16="http://schemas.microsoft.com/office/drawing/2014/main" id="{3D124141-7F75-DDB2-83D3-E8460FFC8DFD}"/>
                    </a:ext>
                  </a:extLst>
                </p:cNvPr>
                <p:cNvSpPr>
                  <a:spLocks noChangeAspect="1" noChangeShapeType="1"/>
                </p:cNvSpPr>
                <p:nvPr/>
              </p:nvSpPr>
              <p:spPr bwMode="auto">
                <a:xfrm>
                  <a:off x="4302" y="1516"/>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8" name="Line 97">
                  <a:extLst>
                    <a:ext uri="{FF2B5EF4-FFF2-40B4-BE49-F238E27FC236}">
                      <a16:creationId xmlns:a16="http://schemas.microsoft.com/office/drawing/2014/main" id="{A47F377C-CED7-37C4-C764-5E3F5251B244}"/>
                    </a:ext>
                  </a:extLst>
                </p:cNvPr>
                <p:cNvSpPr>
                  <a:spLocks noChangeAspect="1" noChangeShapeType="1"/>
                </p:cNvSpPr>
                <p:nvPr/>
              </p:nvSpPr>
              <p:spPr bwMode="auto">
                <a:xfrm>
                  <a:off x="4475" y="1523"/>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98">
                  <a:extLst>
                    <a:ext uri="{FF2B5EF4-FFF2-40B4-BE49-F238E27FC236}">
                      <a16:creationId xmlns:a16="http://schemas.microsoft.com/office/drawing/2014/main" id="{14F5988E-6EEA-AC04-1D73-E008EEF9E047}"/>
                    </a:ext>
                  </a:extLst>
                </p:cNvPr>
                <p:cNvSpPr>
                  <a:spLocks noChangeAspect="1" noChangeShapeType="1"/>
                </p:cNvSpPr>
                <p:nvPr/>
              </p:nvSpPr>
              <p:spPr bwMode="auto">
                <a:xfrm>
                  <a:off x="2926" y="1531"/>
                  <a:ext cx="0" cy="20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Line 99">
                  <a:extLst>
                    <a:ext uri="{FF2B5EF4-FFF2-40B4-BE49-F238E27FC236}">
                      <a16:creationId xmlns:a16="http://schemas.microsoft.com/office/drawing/2014/main" id="{8E044603-59A2-A76C-78D5-5FC805EDA2B4}"/>
                    </a:ext>
                  </a:extLst>
                </p:cNvPr>
                <p:cNvSpPr>
                  <a:spLocks noChangeAspect="1" noChangeShapeType="1"/>
                </p:cNvSpPr>
                <p:nvPr/>
              </p:nvSpPr>
              <p:spPr bwMode="auto">
                <a:xfrm>
                  <a:off x="3099" y="1524"/>
                  <a:ext cx="0" cy="21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1" name="Line 100">
                  <a:extLst>
                    <a:ext uri="{FF2B5EF4-FFF2-40B4-BE49-F238E27FC236}">
                      <a16:creationId xmlns:a16="http://schemas.microsoft.com/office/drawing/2014/main" id="{68874D4E-5F7A-0A70-D1B2-063690C50CDB}"/>
                    </a:ext>
                  </a:extLst>
                </p:cNvPr>
                <p:cNvSpPr>
                  <a:spLocks noChangeAspect="1" noChangeShapeType="1"/>
                </p:cNvSpPr>
                <p:nvPr/>
              </p:nvSpPr>
              <p:spPr bwMode="auto">
                <a:xfrm>
                  <a:off x="3271" y="1514"/>
                  <a:ext cx="0" cy="227"/>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2" name="Line 101">
                  <a:extLst>
                    <a:ext uri="{FF2B5EF4-FFF2-40B4-BE49-F238E27FC236}">
                      <a16:creationId xmlns:a16="http://schemas.microsoft.com/office/drawing/2014/main" id="{A6270434-25C7-67D1-DED3-5B8B9075B084}"/>
                    </a:ext>
                  </a:extLst>
                </p:cNvPr>
                <p:cNvSpPr>
                  <a:spLocks noChangeAspect="1" noChangeShapeType="1"/>
                </p:cNvSpPr>
                <p:nvPr/>
              </p:nvSpPr>
              <p:spPr bwMode="auto">
                <a:xfrm>
                  <a:off x="3445" y="1515"/>
                  <a:ext cx="0" cy="226"/>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3" name="Line 102">
                  <a:extLst>
                    <a:ext uri="{FF2B5EF4-FFF2-40B4-BE49-F238E27FC236}">
                      <a16:creationId xmlns:a16="http://schemas.microsoft.com/office/drawing/2014/main" id="{CFC781D4-9EFE-CED1-3E67-9378D0350B11}"/>
                    </a:ext>
                  </a:extLst>
                </p:cNvPr>
                <p:cNvSpPr>
                  <a:spLocks noChangeAspect="1" noChangeShapeType="1"/>
                </p:cNvSpPr>
                <p:nvPr/>
              </p:nvSpPr>
              <p:spPr bwMode="auto">
                <a:xfrm>
                  <a:off x="3618" y="1522"/>
                  <a:ext cx="1" cy="219"/>
                </a:xfrm>
                <a:prstGeom prst="line">
                  <a:avLst/>
                </a:prstGeom>
                <a:noFill/>
                <a:ln w="2222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4" name="Line 103">
                  <a:extLst>
                    <a:ext uri="{FF2B5EF4-FFF2-40B4-BE49-F238E27FC236}">
                      <a16:creationId xmlns:a16="http://schemas.microsoft.com/office/drawing/2014/main" id="{CC0656DF-DF13-22A3-548E-02F6652ACBB6}"/>
                    </a:ext>
                  </a:extLst>
                </p:cNvPr>
                <p:cNvSpPr>
                  <a:spLocks noChangeAspect="1" noChangeShapeType="1"/>
                </p:cNvSpPr>
                <p:nvPr/>
              </p:nvSpPr>
              <p:spPr bwMode="auto">
                <a:xfrm flipV="1">
                  <a:off x="2926" y="1523"/>
                  <a:ext cx="2403" cy="0"/>
                </a:xfrm>
                <a:prstGeom prst="line">
                  <a:avLst/>
                </a:prstGeom>
                <a:noFill/>
                <a:ln w="22225">
                  <a:solidFill>
                    <a:srgbClr val="FF0000"/>
                  </a:solidFill>
                  <a:round/>
                  <a:headEnd/>
                  <a:tailEnd type="none"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sp>
          <p:nvSpPr>
            <p:cNvPr id="113" name="Arc 104">
              <a:extLst>
                <a:ext uri="{FF2B5EF4-FFF2-40B4-BE49-F238E27FC236}">
                  <a16:creationId xmlns:a16="http://schemas.microsoft.com/office/drawing/2014/main" id="{693F9A14-73A0-5EF0-ECA4-61FED5AF6542}"/>
                </a:ext>
              </a:extLst>
            </p:cNvPr>
            <p:cNvSpPr>
              <a:spLocks/>
            </p:cNvSpPr>
            <p:nvPr/>
          </p:nvSpPr>
          <p:spPr bwMode="auto">
            <a:xfrm flipV="1">
              <a:off x="3595" y="1716"/>
              <a:ext cx="1847" cy="341"/>
            </a:xfrm>
            <a:custGeom>
              <a:avLst/>
              <a:gdLst>
                <a:gd name="T0" fmla="*/ 0 w 39185"/>
                <a:gd name="T1" fmla="*/ 0 h 21600"/>
                <a:gd name="T2" fmla="*/ 4 w 39185"/>
                <a:gd name="T3" fmla="*/ 0 h 21600"/>
                <a:gd name="T4" fmla="*/ 2 w 39185"/>
                <a:gd name="T5" fmla="*/ 0 h 21600"/>
                <a:gd name="T6" fmla="*/ 0 60000 65536"/>
                <a:gd name="T7" fmla="*/ 0 60000 65536"/>
                <a:gd name="T8" fmla="*/ 0 60000 65536"/>
                <a:gd name="T9" fmla="*/ 0 w 39185"/>
                <a:gd name="T10" fmla="*/ 0 h 21600"/>
                <a:gd name="T11" fmla="*/ 39185 w 39185"/>
                <a:gd name="T12" fmla="*/ 21600 h 21600"/>
              </a:gdLst>
              <a:ahLst/>
              <a:cxnLst>
                <a:cxn ang="T6">
                  <a:pos x="T0" y="T1"/>
                </a:cxn>
                <a:cxn ang="T7">
                  <a:pos x="T2" y="T3"/>
                </a:cxn>
                <a:cxn ang="T8">
                  <a:pos x="T4" y="T5"/>
                </a:cxn>
              </a:cxnLst>
              <a:rect l="T9" t="T10" r="T11" b="T12"/>
              <a:pathLst>
                <a:path w="39185" h="21600" fill="none" extrusionOk="0">
                  <a:moveTo>
                    <a:pt x="0" y="12518"/>
                  </a:moveTo>
                  <a:cubicBezTo>
                    <a:pt x="3537" y="4884"/>
                    <a:pt x="11184" y="-1"/>
                    <a:pt x="19598" y="0"/>
                  </a:cubicBezTo>
                  <a:cubicBezTo>
                    <a:pt x="28001" y="0"/>
                    <a:pt x="35642" y="4873"/>
                    <a:pt x="39184" y="12494"/>
                  </a:cubicBezTo>
                </a:path>
                <a:path w="39185" h="21600" stroke="0" extrusionOk="0">
                  <a:moveTo>
                    <a:pt x="0" y="12518"/>
                  </a:moveTo>
                  <a:cubicBezTo>
                    <a:pt x="3537" y="4884"/>
                    <a:pt x="11184" y="-1"/>
                    <a:pt x="19598" y="0"/>
                  </a:cubicBezTo>
                  <a:cubicBezTo>
                    <a:pt x="28001" y="0"/>
                    <a:pt x="35642" y="4873"/>
                    <a:pt x="39184" y="12494"/>
                  </a:cubicBezTo>
                  <a:lnTo>
                    <a:pt x="19598" y="21600"/>
                  </a:lnTo>
                  <a:close/>
                </a:path>
              </a:pathLst>
            </a:custGeom>
            <a:noFill/>
            <a:ln w="28575">
              <a:solidFill>
                <a:srgbClr val="000000"/>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4" name="Line 105">
              <a:extLst>
                <a:ext uri="{FF2B5EF4-FFF2-40B4-BE49-F238E27FC236}">
                  <a16:creationId xmlns:a16="http://schemas.microsoft.com/office/drawing/2014/main" id="{751610E7-60DB-0110-8BF5-11CA18D0E5C4}"/>
                </a:ext>
              </a:extLst>
            </p:cNvPr>
            <p:cNvSpPr>
              <a:spLocks noChangeShapeType="1"/>
            </p:cNvSpPr>
            <p:nvPr/>
          </p:nvSpPr>
          <p:spPr bwMode="auto">
            <a:xfrm>
              <a:off x="4511" y="1838"/>
              <a:ext cx="0" cy="218"/>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5" name="Text Box 106">
              <a:extLst>
                <a:ext uri="{FF2B5EF4-FFF2-40B4-BE49-F238E27FC236}">
                  <a16:creationId xmlns:a16="http://schemas.microsoft.com/office/drawing/2014/main" id="{5993F9AC-D643-9305-89EC-35AF8C137733}"/>
                </a:ext>
              </a:extLst>
            </p:cNvPr>
            <p:cNvSpPr txBox="1">
              <a:spLocks noChangeAspect="1" noChangeArrowheads="1"/>
            </p:cNvSpPr>
            <p:nvPr/>
          </p:nvSpPr>
          <p:spPr bwMode="auto">
            <a:xfrm>
              <a:off x="4557" y="1961"/>
              <a:ext cx="37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j-lt"/>
                  <a:ea typeface="宋体" panose="02010600030101010101" pitchFamily="2" charset="-122"/>
                </a:rPr>
                <a:t>y</a:t>
              </a:r>
              <a:r>
                <a:rPr kumimoji="1" lang="en-US" altLang="zh-CN" sz="2400" b="0" u="none" strike="noStrike" kern="0" cap="none" spc="0" normalizeH="0" baseline="-25000" noProof="0" dirty="0" err="1">
                  <a:ln>
                    <a:noFill/>
                  </a:ln>
                  <a:solidFill>
                    <a:srgbClr val="000000"/>
                  </a:solidFill>
                  <a:effectLst/>
                  <a:uLnTx/>
                  <a:uFillTx/>
                  <a:latin typeface="+mj-lt"/>
                  <a:ea typeface="宋体" panose="02010600030101010101" pitchFamily="2" charset="-122"/>
                </a:rPr>
                <a:t>C</a:t>
              </a:r>
              <a:r>
                <a:rPr kumimoji="1" lang="en-US" altLang="zh-CN" sz="2400" b="0" i="0" u="none" strike="noStrike" kern="0" cap="none" spc="0" normalizeH="0" baseline="-25000" noProof="0" dirty="0" err="1">
                  <a:ln>
                    <a:noFill/>
                  </a:ln>
                  <a:solidFill>
                    <a:srgbClr val="000000"/>
                  </a:solidFill>
                  <a:effectLst/>
                  <a:uLnTx/>
                  <a:uFillTx/>
                  <a:latin typeface="+mj-lt"/>
                  <a:ea typeface="宋体" panose="02010600030101010101" pitchFamily="2" charset="-122"/>
                </a:rPr>
                <a:t>q</a:t>
              </a:r>
              <a:endParaRPr kumimoji="1" lang="en-US" altLang="zh-CN" sz="2400" b="0" i="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sp>
          <p:nvSpPr>
            <p:cNvPr id="116" name="Line 107">
              <a:extLst>
                <a:ext uri="{FF2B5EF4-FFF2-40B4-BE49-F238E27FC236}">
                  <a16:creationId xmlns:a16="http://schemas.microsoft.com/office/drawing/2014/main" id="{7E041F09-7AFD-E991-D7F4-02DBF7B7F557}"/>
                </a:ext>
              </a:extLst>
            </p:cNvPr>
            <p:cNvSpPr>
              <a:spLocks noChangeShapeType="1"/>
            </p:cNvSpPr>
            <p:nvPr/>
          </p:nvSpPr>
          <p:spPr bwMode="auto">
            <a:xfrm>
              <a:off x="4511" y="1951"/>
              <a:ext cx="105"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7" name="Line 108">
              <a:extLst>
                <a:ext uri="{FF2B5EF4-FFF2-40B4-BE49-F238E27FC236}">
                  <a16:creationId xmlns:a16="http://schemas.microsoft.com/office/drawing/2014/main" id="{4FB5A24E-0322-3CB3-0AD7-15F10418BC4A}"/>
                </a:ext>
              </a:extLst>
            </p:cNvPr>
            <p:cNvSpPr>
              <a:spLocks noChangeShapeType="1"/>
            </p:cNvSpPr>
            <p:nvPr/>
          </p:nvSpPr>
          <p:spPr bwMode="auto">
            <a:xfrm>
              <a:off x="3581" y="1856"/>
              <a:ext cx="394" cy="2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8" name="Arc 109">
              <a:extLst>
                <a:ext uri="{FF2B5EF4-FFF2-40B4-BE49-F238E27FC236}">
                  <a16:creationId xmlns:a16="http://schemas.microsoft.com/office/drawing/2014/main" id="{C0145EE4-ED2C-EE99-CB51-61498B7268BD}"/>
                </a:ext>
              </a:extLst>
            </p:cNvPr>
            <p:cNvSpPr>
              <a:spLocks/>
            </p:cNvSpPr>
            <p:nvPr/>
          </p:nvSpPr>
          <p:spPr bwMode="auto">
            <a:xfrm rot="1051459">
              <a:off x="3840" y="1861"/>
              <a:ext cx="87" cy="142"/>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19" name="Text Box 110">
              <a:extLst>
                <a:ext uri="{FF2B5EF4-FFF2-40B4-BE49-F238E27FC236}">
                  <a16:creationId xmlns:a16="http://schemas.microsoft.com/office/drawing/2014/main" id="{5AD21664-2348-6EB3-4FA1-E466D125033B}"/>
                </a:ext>
              </a:extLst>
            </p:cNvPr>
            <p:cNvSpPr txBox="1">
              <a:spLocks noChangeAspect="1" noChangeArrowheads="1"/>
            </p:cNvSpPr>
            <p:nvPr/>
          </p:nvSpPr>
          <p:spPr bwMode="auto">
            <a:xfrm>
              <a:off x="3945" y="1961"/>
              <a:ext cx="38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err="1">
                  <a:ln>
                    <a:noFill/>
                  </a:ln>
                  <a:solidFill>
                    <a:srgbClr val="000000"/>
                  </a:solidFill>
                  <a:effectLst/>
                  <a:uLnTx/>
                  <a:uFillTx/>
                  <a:latin typeface="+mn-lt"/>
                  <a:ea typeface="宋体" panose="02010600030101010101" pitchFamily="2" charset="-122"/>
                </a:rPr>
                <a:t>A</a:t>
              </a:r>
              <a:r>
                <a:rPr kumimoji="1" lang="en-US" altLang="zh-CN" sz="2400" b="0" i="0" u="none" strike="noStrike" kern="0" cap="none" spc="0" normalizeH="0" baseline="-25000" noProof="0" dirty="0" err="1">
                  <a:ln>
                    <a:noFill/>
                  </a:ln>
                  <a:solidFill>
                    <a:srgbClr val="000000"/>
                  </a:solidFill>
                  <a:effectLst/>
                  <a:uLnTx/>
                  <a:uFillTx/>
                  <a:latin typeface="+mn-lt"/>
                  <a:ea typeface="宋体" panose="02010600030101010101" pitchFamily="2" charset="-122"/>
                </a:rPr>
                <a:t>q</a:t>
              </a:r>
              <a:endParaRPr kumimoji="1" lang="en-US" altLang="zh-CN" sz="2400" b="0" i="0" u="none" strike="noStrike" kern="0" cap="none" spc="0" normalizeH="0" baseline="-25000" noProof="0" dirty="0">
                <a:ln>
                  <a:noFill/>
                </a:ln>
                <a:solidFill>
                  <a:srgbClr val="000000"/>
                </a:solidFill>
                <a:effectLst/>
                <a:uLnTx/>
                <a:uFillTx/>
                <a:latin typeface="+mn-lt"/>
                <a:ea typeface="宋体" panose="02010600030101010101" pitchFamily="2" charset="-122"/>
              </a:endParaRPr>
            </a:p>
          </p:txBody>
        </p:sp>
        <p:sp>
          <p:nvSpPr>
            <p:cNvPr id="120" name="Line 111">
              <a:extLst>
                <a:ext uri="{FF2B5EF4-FFF2-40B4-BE49-F238E27FC236}">
                  <a16:creationId xmlns:a16="http://schemas.microsoft.com/office/drawing/2014/main" id="{A412A46E-9BDA-11A1-1470-2BF06CB4842A}"/>
                </a:ext>
              </a:extLst>
            </p:cNvPr>
            <p:cNvSpPr>
              <a:spLocks noChangeShapeType="1"/>
            </p:cNvSpPr>
            <p:nvPr/>
          </p:nvSpPr>
          <p:spPr bwMode="auto">
            <a:xfrm flipH="1" flipV="1">
              <a:off x="3942" y="1939"/>
              <a:ext cx="90" cy="1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1" name="Line 112">
              <a:extLst>
                <a:ext uri="{FF2B5EF4-FFF2-40B4-BE49-F238E27FC236}">
                  <a16:creationId xmlns:a16="http://schemas.microsoft.com/office/drawing/2014/main" id="{2B15515D-C220-E0BC-FA99-62F6BEAC4937}"/>
                </a:ext>
              </a:extLst>
            </p:cNvPr>
            <p:cNvSpPr>
              <a:spLocks noChangeShapeType="1"/>
            </p:cNvSpPr>
            <p:nvPr/>
          </p:nvSpPr>
          <p:spPr bwMode="auto">
            <a:xfrm flipH="1">
              <a:off x="5052" y="1857"/>
              <a:ext cx="393" cy="22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2" name="Arc 113">
              <a:extLst>
                <a:ext uri="{FF2B5EF4-FFF2-40B4-BE49-F238E27FC236}">
                  <a16:creationId xmlns:a16="http://schemas.microsoft.com/office/drawing/2014/main" id="{873A815E-B5A8-7FD2-ED87-3B8C971CFE53}"/>
                </a:ext>
              </a:extLst>
            </p:cNvPr>
            <p:cNvSpPr>
              <a:spLocks/>
            </p:cNvSpPr>
            <p:nvPr/>
          </p:nvSpPr>
          <p:spPr bwMode="auto">
            <a:xfrm rot="20548541" flipH="1">
              <a:off x="5161" y="1847"/>
              <a:ext cx="87" cy="142"/>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3" name="Text Box 114">
              <a:extLst>
                <a:ext uri="{FF2B5EF4-FFF2-40B4-BE49-F238E27FC236}">
                  <a16:creationId xmlns:a16="http://schemas.microsoft.com/office/drawing/2014/main" id="{4BDE686F-D9A6-E645-302A-70F94D8CA52F}"/>
                </a:ext>
              </a:extLst>
            </p:cNvPr>
            <p:cNvSpPr txBox="1">
              <a:spLocks noChangeAspect="1" noChangeArrowheads="1"/>
            </p:cNvSpPr>
            <p:nvPr/>
          </p:nvSpPr>
          <p:spPr bwMode="auto">
            <a:xfrm>
              <a:off x="4831" y="1982"/>
              <a:ext cx="37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err="1">
                  <a:ln>
                    <a:noFill/>
                  </a:ln>
                  <a:solidFill>
                    <a:srgbClr val="000000"/>
                  </a:solidFill>
                  <a:effectLst/>
                  <a:uLnTx/>
                  <a:uFillTx/>
                  <a:latin typeface="+mj-lt"/>
                  <a:ea typeface="宋体" panose="02010600030101010101" pitchFamily="2" charset="-122"/>
                </a:rPr>
                <a:t>B</a:t>
              </a:r>
              <a:r>
                <a:rPr kumimoji="1" lang="en-US" altLang="zh-CN" sz="2400" b="0" i="0" u="none" strike="noStrike" kern="0" cap="none" spc="0" normalizeH="0" baseline="-25000" noProof="0" dirty="0" err="1">
                  <a:ln>
                    <a:noFill/>
                  </a:ln>
                  <a:solidFill>
                    <a:srgbClr val="000000"/>
                  </a:solidFill>
                  <a:effectLst/>
                  <a:uLnTx/>
                  <a:uFillTx/>
                  <a:latin typeface="+mj-lt"/>
                  <a:ea typeface="宋体" panose="02010600030101010101" pitchFamily="2" charset="-122"/>
                </a:rPr>
                <a:t>q</a:t>
              </a:r>
              <a:endParaRPr kumimoji="1" lang="en-US" altLang="zh-CN" sz="2400" b="0" i="0" u="none" strike="noStrike" kern="0" cap="none" spc="0" normalizeH="0" baseline="-25000" noProof="0" dirty="0">
                <a:ln>
                  <a:noFill/>
                </a:ln>
                <a:solidFill>
                  <a:srgbClr val="000000"/>
                </a:solidFill>
                <a:effectLst/>
                <a:uLnTx/>
                <a:uFillTx/>
                <a:latin typeface="+mj-lt"/>
                <a:ea typeface="宋体" panose="02010600030101010101" pitchFamily="2" charset="-122"/>
              </a:endParaRPr>
            </a:p>
          </p:txBody>
        </p:sp>
        <p:sp>
          <p:nvSpPr>
            <p:cNvPr id="124" name="Line 115">
              <a:extLst>
                <a:ext uri="{FF2B5EF4-FFF2-40B4-BE49-F238E27FC236}">
                  <a16:creationId xmlns:a16="http://schemas.microsoft.com/office/drawing/2014/main" id="{A676B0B6-7658-131A-3397-8F21852E9488}"/>
                </a:ext>
              </a:extLst>
            </p:cNvPr>
            <p:cNvSpPr>
              <a:spLocks noChangeShapeType="1"/>
            </p:cNvSpPr>
            <p:nvPr/>
          </p:nvSpPr>
          <p:spPr bwMode="auto">
            <a:xfrm flipV="1">
              <a:off x="5014" y="1934"/>
              <a:ext cx="135" cy="12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54" name="Group 116">
            <a:extLst>
              <a:ext uri="{FF2B5EF4-FFF2-40B4-BE49-F238E27FC236}">
                <a16:creationId xmlns:a16="http://schemas.microsoft.com/office/drawing/2014/main" id="{D378C071-583C-7974-10E3-0B57EBACC695}"/>
              </a:ext>
            </a:extLst>
          </p:cNvPr>
          <p:cNvGrpSpPr>
            <a:grpSpLocks/>
          </p:cNvGrpSpPr>
          <p:nvPr/>
        </p:nvGrpSpPr>
        <p:grpSpPr bwMode="auto">
          <a:xfrm>
            <a:off x="8209842" y="4645025"/>
            <a:ext cx="3863975" cy="1408112"/>
            <a:chOff x="3326" y="2375"/>
            <a:chExt cx="2434" cy="887"/>
          </a:xfrm>
        </p:grpSpPr>
        <p:sp>
          <p:nvSpPr>
            <p:cNvPr id="155" name="Text Box 117">
              <a:extLst>
                <a:ext uri="{FF2B5EF4-FFF2-40B4-BE49-F238E27FC236}">
                  <a16:creationId xmlns:a16="http://schemas.microsoft.com/office/drawing/2014/main" id="{2AE56CDF-B672-FF1A-DED9-7E00B6B0F438}"/>
                </a:ext>
              </a:extLst>
            </p:cNvPr>
            <p:cNvSpPr txBox="1">
              <a:spLocks noChangeAspect="1" noChangeArrowheads="1"/>
            </p:cNvSpPr>
            <p:nvPr/>
          </p:nvSpPr>
          <p:spPr bwMode="auto">
            <a:xfrm>
              <a:off x="5458" y="2689"/>
              <a:ext cx="302"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B</a:t>
              </a:r>
            </a:p>
          </p:txBody>
        </p:sp>
        <p:sp>
          <p:nvSpPr>
            <p:cNvPr id="156" name="Text Box 118">
              <a:extLst>
                <a:ext uri="{FF2B5EF4-FFF2-40B4-BE49-F238E27FC236}">
                  <a16:creationId xmlns:a16="http://schemas.microsoft.com/office/drawing/2014/main" id="{3221374C-F63E-B367-C901-8204985777CC}"/>
                </a:ext>
              </a:extLst>
            </p:cNvPr>
            <p:cNvSpPr txBox="1">
              <a:spLocks noChangeAspect="1" noChangeArrowheads="1"/>
            </p:cNvSpPr>
            <p:nvPr/>
          </p:nvSpPr>
          <p:spPr bwMode="auto">
            <a:xfrm>
              <a:off x="3326" y="2684"/>
              <a:ext cx="505"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A</a:t>
              </a:r>
            </a:p>
          </p:txBody>
        </p:sp>
        <p:sp>
          <p:nvSpPr>
            <p:cNvPr id="157" name="Line 119">
              <a:extLst>
                <a:ext uri="{FF2B5EF4-FFF2-40B4-BE49-F238E27FC236}">
                  <a16:creationId xmlns:a16="http://schemas.microsoft.com/office/drawing/2014/main" id="{D2F37309-F276-1E1D-DA37-CE629BD0BE6E}"/>
                </a:ext>
              </a:extLst>
            </p:cNvPr>
            <p:cNvSpPr>
              <a:spLocks noChangeAspect="1" noChangeShapeType="1"/>
            </p:cNvSpPr>
            <p:nvPr/>
          </p:nvSpPr>
          <p:spPr bwMode="auto">
            <a:xfrm flipV="1">
              <a:off x="4531" y="2848"/>
              <a:ext cx="0" cy="376"/>
            </a:xfrm>
            <a:prstGeom prst="line">
              <a:avLst/>
            </a:prstGeom>
            <a:noFill/>
            <a:ln w="381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Text Box 120">
              <a:extLst>
                <a:ext uri="{FF2B5EF4-FFF2-40B4-BE49-F238E27FC236}">
                  <a16:creationId xmlns:a16="http://schemas.microsoft.com/office/drawing/2014/main" id="{B260A649-E0F3-378A-56BB-08609B00BA5D}"/>
                </a:ext>
              </a:extLst>
            </p:cNvPr>
            <p:cNvSpPr txBox="1">
              <a:spLocks noChangeAspect="1" noChangeArrowheads="1"/>
            </p:cNvSpPr>
            <p:nvPr/>
          </p:nvSpPr>
          <p:spPr bwMode="auto">
            <a:xfrm>
              <a:off x="4516" y="3042"/>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lgDashDot"/>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p>
          </p:txBody>
        </p:sp>
        <p:sp>
          <p:nvSpPr>
            <p:cNvPr id="159" name="Text Box 121">
              <a:extLst>
                <a:ext uri="{FF2B5EF4-FFF2-40B4-BE49-F238E27FC236}">
                  <a16:creationId xmlns:a16="http://schemas.microsoft.com/office/drawing/2014/main" id="{64E6EFDD-5308-0ED4-050F-6CACB7C9A480}"/>
                </a:ext>
              </a:extLst>
            </p:cNvPr>
            <p:cNvSpPr txBox="1">
              <a:spLocks noChangeAspect="1" noChangeArrowheads="1"/>
            </p:cNvSpPr>
            <p:nvPr/>
          </p:nvSpPr>
          <p:spPr bwMode="auto">
            <a:xfrm>
              <a:off x="4315" y="2793"/>
              <a:ext cx="33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C</a:t>
              </a:r>
            </a:p>
          </p:txBody>
        </p:sp>
        <p:sp>
          <p:nvSpPr>
            <p:cNvPr id="160" name="Freeform 122">
              <a:extLst>
                <a:ext uri="{FF2B5EF4-FFF2-40B4-BE49-F238E27FC236}">
                  <a16:creationId xmlns:a16="http://schemas.microsoft.com/office/drawing/2014/main" id="{0131C595-6C2C-8B2B-C8CF-FD900BF9C9B1}"/>
                </a:ext>
              </a:extLst>
            </p:cNvPr>
            <p:cNvSpPr>
              <a:spLocks noChangeAspect="1"/>
            </p:cNvSpPr>
            <p:nvPr/>
          </p:nvSpPr>
          <p:spPr bwMode="auto">
            <a:xfrm>
              <a:off x="3600" y="2838"/>
              <a:ext cx="1858" cy="1"/>
            </a:xfrm>
            <a:custGeom>
              <a:avLst/>
              <a:gdLst>
                <a:gd name="T0" fmla="*/ 2097 w 1646"/>
                <a:gd name="T1" fmla="*/ 1 h 1"/>
                <a:gd name="T2" fmla="*/ 0 w 1646"/>
                <a:gd name="T3" fmla="*/ 0 h 1"/>
                <a:gd name="T4" fmla="*/ 0 60000 65536"/>
                <a:gd name="T5" fmla="*/ 0 60000 65536"/>
                <a:gd name="T6" fmla="*/ 0 w 1646"/>
                <a:gd name="T7" fmla="*/ 0 h 1"/>
                <a:gd name="T8" fmla="*/ 1646 w 1646"/>
                <a:gd name="T9" fmla="*/ 1 h 1"/>
              </a:gdLst>
              <a:ahLst/>
              <a:cxnLst>
                <a:cxn ang="T4">
                  <a:pos x="T0" y="T1"/>
                </a:cxn>
                <a:cxn ang="T5">
                  <a:pos x="T2" y="T3"/>
                </a:cxn>
              </a:cxnLst>
              <a:rect l="T6" t="T7" r="T8" b="T9"/>
              <a:pathLst>
                <a:path w="1646" h="1">
                  <a:moveTo>
                    <a:pt x="1646" y="1"/>
                  </a:moveTo>
                  <a:lnTo>
                    <a:pt x="0" y="0"/>
                  </a:lnTo>
                </a:path>
              </a:pathLst>
            </a:custGeom>
            <a:noFill/>
            <a:ln w="762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61" name="Group 123">
              <a:extLst>
                <a:ext uri="{FF2B5EF4-FFF2-40B4-BE49-F238E27FC236}">
                  <a16:creationId xmlns:a16="http://schemas.microsoft.com/office/drawing/2014/main" id="{083CFEB2-47DC-CD1E-D160-A6892043A855}"/>
                </a:ext>
              </a:extLst>
            </p:cNvPr>
            <p:cNvGrpSpPr>
              <a:grpSpLocks/>
            </p:cNvGrpSpPr>
            <p:nvPr/>
          </p:nvGrpSpPr>
          <p:grpSpPr bwMode="auto">
            <a:xfrm>
              <a:off x="3398" y="2808"/>
              <a:ext cx="353" cy="330"/>
              <a:chOff x="1686" y="3521"/>
              <a:chExt cx="313" cy="330"/>
            </a:xfrm>
          </p:grpSpPr>
          <p:sp>
            <p:nvSpPr>
              <p:cNvPr id="180" name="AutoShape 124">
                <a:extLst>
                  <a:ext uri="{FF2B5EF4-FFF2-40B4-BE49-F238E27FC236}">
                    <a16:creationId xmlns:a16="http://schemas.microsoft.com/office/drawing/2014/main" id="{A13013AE-A106-84A7-2018-449226539877}"/>
                  </a:ext>
                </a:extLst>
              </p:cNvPr>
              <p:cNvSpPr>
                <a:spLocks noChangeAspect="1" noChangeArrowheads="1"/>
              </p:cNvSpPr>
              <p:nvPr/>
            </p:nvSpPr>
            <p:spPr bwMode="auto">
              <a:xfrm>
                <a:off x="1766" y="3558"/>
                <a:ext cx="159" cy="200"/>
              </a:xfrm>
              <a:prstGeom prst="triangle">
                <a:avLst>
                  <a:gd name="adj" fmla="val 50000"/>
                </a:avLst>
              </a:prstGeom>
              <a:gradFill rotWithShape="1">
                <a:gsLst>
                  <a:gs pos="0">
                    <a:srgbClr val="007600"/>
                  </a:gs>
                  <a:gs pos="50000">
                    <a:srgbClr val="00FF00"/>
                  </a:gs>
                  <a:gs pos="100000">
                    <a:srgbClr val="007600"/>
                  </a:gs>
                </a:gsLst>
                <a:lin ang="0" scaled="1"/>
              </a:gradFill>
              <a:ln w="38100">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1" name="Rectangle 125" descr="宽上对角线">
                <a:extLst>
                  <a:ext uri="{FF2B5EF4-FFF2-40B4-BE49-F238E27FC236}">
                    <a16:creationId xmlns:a16="http://schemas.microsoft.com/office/drawing/2014/main" id="{CB46C495-343E-CC62-E12C-C6A487E974CC}"/>
                  </a:ext>
                </a:extLst>
              </p:cNvPr>
              <p:cNvSpPr>
                <a:spLocks noChangeAspect="1" noChangeArrowheads="1"/>
              </p:cNvSpPr>
              <p:nvPr/>
            </p:nvSpPr>
            <p:spPr bwMode="auto">
              <a:xfrm>
                <a:off x="1693" y="3749"/>
                <a:ext cx="297" cy="102"/>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2" name="Line 126">
                <a:extLst>
                  <a:ext uri="{FF2B5EF4-FFF2-40B4-BE49-F238E27FC236}">
                    <a16:creationId xmlns:a16="http://schemas.microsoft.com/office/drawing/2014/main" id="{0D4341D7-72FE-5922-9F3D-A74D607FD0B7}"/>
                  </a:ext>
                </a:extLst>
              </p:cNvPr>
              <p:cNvSpPr>
                <a:spLocks noChangeAspect="1" noChangeShapeType="1"/>
              </p:cNvSpPr>
              <p:nvPr/>
            </p:nvSpPr>
            <p:spPr bwMode="auto">
              <a:xfrm>
                <a:off x="1686" y="3749"/>
                <a:ext cx="313"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3" name="Oval 127">
                <a:extLst>
                  <a:ext uri="{FF2B5EF4-FFF2-40B4-BE49-F238E27FC236}">
                    <a16:creationId xmlns:a16="http://schemas.microsoft.com/office/drawing/2014/main" id="{03C7D35C-CAD9-9045-0E9D-2B101BD9007B}"/>
                  </a:ext>
                </a:extLst>
              </p:cNvPr>
              <p:cNvSpPr>
                <a:spLocks noChangeArrowheads="1"/>
              </p:cNvSpPr>
              <p:nvPr/>
            </p:nvSpPr>
            <p:spPr bwMode="auto">
              <a:xfrm>
                <a:off x="1803" y="352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62" name="Group 128">
              <a:extLst>
                <a:ext uri="{FF2B5EF4-FFF2-40B4-BE49-F238E27FC236}">
                  <a16:creationId xmlns:a16="http://schemas.microsoft.com/office/drawing/2014/main" id="{7582A893-2633-9129-3D49-969D70BD3D2A}"/>
                </a:ext>
              </a:extLst>
            </p:cNvPr>
            <p:cNvGrpSpPr>
              <a:grpSpLocks/>
            </p:cNvGrpSpPr>
            <p:nvPr/>
          </p:nvGrpSpPr>
          <p:grpSpPr bwMode="auto">
            <a:xfrm>
              <a:off x="5277" y="2807"/>
              <a:ext cx="351" cy="358"/>
              <a:chOff x="3499" y="3511"/>
              <a:chExt cx="311" cy="358"/>
            </a:xfrm>
          </p:grpSpPr>
          <p:sp>
            <p:nvSpPr>
              <p:cNvPr id="175" name="Line 129">
                <a:extLst>
                  <a:ext uri="{FF2B5EF4-FFF2-40B4-BE49-F238E27FC236}">
                    <a16:creationId xmlns:a16="http://schemas.microsoft.com/office/drawing/2014/main" id="{8D77C625-BFA8-97B9-932F-541A48A603F1}"/>
                  </a:ext>
                </a:extLst>
              </p:cNvPr>
              <p:cNvSpPr>
                <a:spLocks noChangeAspect="1" noChangeShapeType="1"/>
              </p:cNvSpPr>
              <p:nvPr/>
            </p:nvSpPr>
            <p:spPr bwMode="auto">
              <a:xfrm flipH="1" flipV="1">
                <a:off x="3651" y="3577"/>
                <a:ext cx="4" cy="152"/>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6" name="Rectangle 130" descr="宽上对角线">
                <a:extLst>
                  <a:ext uri="{FF2B5EF4-FFF2-40B4-BE49-F238E27FC236}">
                    <a16:creationId xmlns:a16="http://schemas.microsoft.com/office/drawing/2014/main" id="{A64DB990-1DF5-7D00-0948-479D2A5A7E2E}"/>
                  </a:ext>
                </a:extLst>
              </p:cNvPr>
              <p:cNvSpPr>
                <a:spLocks noChangeAspect="1" noChangeArrowheads="1"/>
              </p:cNvSpPr>
              <p:nvPr/>
            </p:nvSpPr>
            <p:spPr bwMode="auto">
              <a:xfrm>
                <a:off x="3499" y="3766"/>
                <a:ext cx="303" cy="103"/>
              </a:xfrm>
              <a:prstGeom prst="rect">
                <a:avLst/>
              </a:prstGeom>
              <a:pattFill prst="wdUpDiag">
                <a:fgClr>
                  <a:srgbClr val="000000"/>
                </a:fgClr>
                <a:bgClr>
                  <a:srgbClr val="FFFF99"/>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7" name="Line 131">
                <a:extLst>
                  <a:ext uri="{FF2B5EF4-FFF2-40B4-BE49-F238E27FC236}">
                    <a16:creationId xmlns:a16="http://schemas.microsoft.com/office/drawing/2014/main" id="{8EB66CD5-54F7-DF3A-40F9-057C1EA09053}"/>
                  </a:ext>
                </a:extLst>
              </p:cNvPr>
              <p:cNvSpPr>
                <a:spLocks noChangeAspect="1" noChangeShapeType="1"/>
              </p:cNvSpPr>
              <p:nvPr/>
            </p:nvSpPr>
            <p:spPr bwMode="auto">
              <a:xfrm>
                <a:off x="3506" y="3766"/>
                <a:ext cx="304"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8" name="Oval 132">
                <a:extLst>
                  <a:ext uri="{FF2B5EF4-FFF2-40B4-BE49-F238E27FC236}">
                    <a16:creationId xmlns:a16="http://schemas.microsoft.com/office/drawing/2014/main" id="{C0CD71B6-BF43-8A32-861C-C17C7FDFDD14}"/>
                  </a:ext>
                </a:extLst>
              </p:cNvPr>
              <p:cNvSpPr>
                <a:spLocks noChangeArrowheads="1"/>
              </p:cNvSpPr>
              <p:nvPr/>
            </p:nvSpPr>
            <p:spPr bwMode="auto">
              <a:xfrm>
                <a:off x="3612" y="3511"/>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9" name="Oval 133">
                <a:extLst>
                  <a:ext uri="{FF2B5EF4-FFF2-40B4-BE49-F238E27FC236}">
                    <a16:creationId xmlns:a16="http://schemas.microsoft.com/office/drawing/2014/main" id="{A86B0EBB-2309-6384-315C-FD13D7912387}"/>
                  </a:ext>
                </a:extLst>
              </p:cNvPr>
              <p:cNvSpPr>
                <a:spLocks noChangeArrowheads="1"/>
              </p:cNvSpPr>
              <p:nvPr/>
            </p:nvSpPr>
            <p:spPr bwMode="auto">
              <a:xfrm>
                <a:off x="3612" y="3684"/>
                <a:ext cx="82" cy="82"/>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3" name="Arc 134">
              <a:extLst>
                <a:ext uri="{FF2B5EF4-FFF2-40B4-BE49-F238E27FC236}">
                  <a16:creationId xmlns:a16="http://schemas.microsoft.com/office/drawing/2014/main" id="{8ABB5199-9513-A871-B026-003F535BC1F1}"/>
                </a:ext>
              </a:extLst>
            </p:cNvPr>
            <p:cNvSpPr>
              <a:spLocks/>
            </p:cNvSpPr>
            <p:nvPr/>
          </p:nvSpPr>
          <p:spPr bwMode="auto">
            <a:xfrm>
              <a:off x="3580" y="2717"/>
              <a:ext cx="1862" cy="203"/>
            </a:xfrm>
            <a:custGeom>
              <a:avLst/>
              <a:gdLst>
                <a:gd name="T0" fmla="*/ 0 w 38951"/>
                <a:gd name="T1" fmla="*/ 0 h 21600"/>
                <a:gd name="T2" fmla="*/ 4 w 38951"/>
                <a:gd name="T3" fmla="*/ 0 h 21600"/>
                <a:gd name="T4" fmla="*/ 2 w 38951"/>
                <a:gd name="T5" fmla="*/ 0 h 21600"/>
                <a:gd name="T6" fmla="*/ 0 60000 65536"/>
                <a:gd name="T7" fmla="*/ 0 60000 65536"/>
                <a:gd name="T8" fmla="*/ 0 60000 65536"/>
                <a:gd name="T9" fmla="*/ 0 w 38951"/>
                <a:gd name="T10" fmla="*/ 0 h 21600"/>
                <a:gd name="T11" fmla="*/ 38951 w 38951"/>
                <a:gd name="T12" fmla="*/ 21600 h 21600"/>
              </a:gdLst>
              <a:ahLst/>
              <a:cxnLst>
                <a:cxn ang="T6">
                  <a:pos x="T0" y="T1"/>
                </a:cxn>
                <a:cxn ang="T7">
                  <a:pos x="T2" y="T3"/>
                </a:cxn>
                <a:cxn ang="T8">
                  <a:pos x="T4" y="T5"/>
                </a:cxn>
              </a:cxnLst>
              <a:rect l="T9" t="T10" r="T11" b="T12"/>
              <a:pathLst>
                <a:path w="38951" h="21600" fill="none" extrusionOk="0">
                  <a:moveTo>
                    <a:pt x="0" y="12029"/>
                  </a:moveTo>
                  <a:cubicBezTo>
                    <a:pt x="3641" y="4662"/>
                    <a:pt x="11146" y="-1"/>
                    <a:pt x="19364" y="0"/>
                  </a:cubicBezTo>
                  <a:cubicBezTo>
                    <a:pt x="27767" y="0"/>
                    <a:pt x="35408" y="4873"/>
                    <a:pt x="38950" y="12494"/>
                  </a:cubicBezTo>
                </a:path>
                <a:path w="38951" h="21600" stroke="0" extrusionOk="0">
                  <a:moveTo>
                    <a:pt x="0" y="12029"/>
                  </a:moveTo>
                  <a:cubicBezTo>
                    <a:pt x="3641" y="4662"/>
                    <a:pt x="11146" y="-1"/>
                    <a:pt x="19364" y="0"/>
                  </a:cubicBezTo>
                  <a:cubicBezTo>
                    <a:pt x="27767" y="0"/>
                    <a:pt x="35408" y="4873"/>
                    <a:pt x="38950" y="12494"/>
                  </a:cubicBezTo>
                  <a:lnTo>
                    <a:pt x="19364" y="21600"/>
                  </a:lnTo>
                  <a:close/>
                </a:path>
              </a:pathLst>
            </a:custGeom>
            <a:noFill/>
            <a:ln w="28575">
              <a:solidFill>
                <a:srgbClr val="000000"/>
              </a:solidFill>
              <a:prstDash val="lgDashDot"/>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4" name="Line 135">
              <a:extLst>
                <a:ext uri="{FF2B5EF4-FFF2-40B4-BE49-F238E27FC236}">
                  <a16:creationId xmlns:a16="http://schemas.microsoft.com/office/drawing/2014/main" id="{E2A9E0B6-D487-C2D0-9C1E-64EA5C02E4C7}"/>
                </a:ext>
              </a:extLst>
            </p:cNvPr>
            <p:cNvSpPr>
              <a:spLocks noChangeShapeType="1"/>
            </p:cNvSpPr>
            <p:nvPr/>
          </p:nvSpPr>
          <p:spPr bwMode="auto">
            <a:xfrm>
              <a:off x="4529" y="2720"/>
              <a:ext cx="0" cy="91"/>
            </a:xfrm>
            <a:prstGeom prst="line">
              <a:avLst/>
            </a:prstGeom>
            <a:noFill/>
            <a:ln w="9525">
              <a:solidFill>
                <a:srgbClr val="000000"/>
              </a:solidFill>
              <a:round/>
              <a:headEnd type="stealth" w="sm" len="med"/>
              <a:tailEnd type="stealth"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5" name="Text Box 136">
              <a:extLst>
                <a:ext uri="{FF2B5EF4-FFF2-40B4-BE49-F238E27FC236}">
                  <a16:creationId xmlns:a16="http://schemas.microsoft.com/office/drawing/2014/main" id="{E5CC7825-9450-10F5-68C2-10A83E3B63DA}"/>
                </a:ext>
              </a:extLst>
            </p:cNvPr>
            <p:cNvSpPr txBox="1">
              <a:spLocks noChangeAspect="1" noChangeArrowheads="1"/>
            </p:cNvSpPr>
            <p:nvPr/>
          </p:nvSpPr>
          <p:spPr bwMode="auto">
            <a:xfrm>
              <a:off x="4313" y="2375"/>
              <a:ext cx="39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err="1">
                  <a:ln>
                    <a:noFill/>
                  </a:ln>
                  <a:solidFill>
                    <a:srgbClr val="000000"/>
                  </a:solidFill>
                  <a:effectLst/>
                  <a:uLnTx/>
                  <a:uFillTx/>
                  <a:latin typeface="+mn-lt"/>
                  <a:ea typeface="宋体" panose="02010600030101010101" pitchFamily="2" charset="-122"/>
                </a:rPr>
                <a:t>y</a:t>
              </a:r>
              <a:r>
                <a:rPr kumimoji="1" lang="en-US" altLang="zh-CN" sz="2400" b="0" u="none" strike="noStrike" kern="0" cap="none" spc="0" normalizeH="0" baseline="-25000" noProof="0" dirty="0" err="1">
                  <a:ln>
                    <a:noFill/>
                  </a:ln>
                  <a:solidFill>
                    <a:srgbClr val="000000"/>
                  </a:solidFill>
                  <a:effectLst/>
                  <a:uLnTx/>
                  <a:uFillTx/>
                  <a:latin typeface="+mn-lt"/>
                  <a:ea typeface="宋体" panose="02010600030101010101" pitchFamily="2" charset="-122"/>
                </a:rPr>
                <a:t>C</a:t>
              </a:r>
              <a:r>
                <a:rPr kumimoji="1" lang="en-US" altLang="zh-CN" sz="2400" b="0" i="0" u="none" strike="noStrike" kern="0" cap="none" spc="0" normalizeH="0" baseline="-25000" noProof="0" dirty="0" err="1">
                  <a:ln>
                    <a:noFill/>
                  </a:ln>
                  <a:solidFill>
                    <a:srgbClr val="000000"/>
                  </a:solidFill>
                  <a:effectLst/>
                  <a:uLnTx/>
                  <a:uFillTx/>
                  <a:latin typeface="+mn-lt"/>
                  <a:ea typeface="宋体" panose="02010600030101010101" pitchFamily="2" charset="-122"/>
                </a:rPr>
                <a:t>F</a:t>
              </a:r>
              <a:endParaRPr kumimoji="1" lang="en-US" altLang="zh-CN" sz="2400" b="0" i="0" u="none" strike="noStrike" kern="0" cap="none" spc="0" normalizeH="0" baseline="-25000" noProof="0" dirty="0">
                <a:ln>
                  <a:noFill/>
                </a:ln>
                <a:solidFill>
                  <a:srgbClr val="000000"/>
                </a:solidFill>
                <a:effectLst/>
                <a:uLnTx/>
                <a:uFillTx/>
                <a:latin typeface="+mn-lt"/>
                <a:ea typeface="宋体" panose="02010600030101010101" pitchFamily="2" charset="-122"/>
              </a:endParaRPr>
            </a:p>
          </p:txBody>
        </p:sp>
        <p:sp>
          <p:nvSpPr>
            <p:cNvPr id="166" name="Line 137">
              <a:extLst>
                <a:ext uri="{FF2B5EF4-FFF2-40B4-BE49-F238E27FC236}">
                  <a16:creationId xmlns:a16="http://schemas.microsoft.com/office/drawing/2014/main" id="{9AF39DD8-CE5E-5211-BC6F-EC860FCE6FEA}"/>
                </a:ext>
              </a:extLst>
            </p:cNvPr>
            <p:cNvSpPr>
              <a:spLocks noChangeShapeType="1"/>
            </p:cNvSpPr>
            <p:nvPr/>
          </p:nvSpPr>
          <p:spPr bwMode="auto">
            <a:xfrm>
              <a:off x="4382" y="2592"/>
              <a:ext cx="105" cy="1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7" name="Line 138">
              <a:extLst>
                <a:ext uri="{FF2B5EF4-FFF2-40B4-BE49-F238E27FC236}">
                  <a16:creationId xmlns:a16="http://schemas.microsoft.com/office/drawing/2014/main" id="{4AFF7628-30BF-6211-FF31-6408D3C6DE44}"/>
                </a:ext>
              </a:extLst>
            </p:cNvPr>
            <p:cNvSpPr>
              <a:spLocks noChangeShapeType="1"/>
            </p:cNvSpPr>
            <p:nvPr/>
          </p:nvSpPr>
          <p:spPr bwMode="auto">
            <a:xfrm flipV="1">
              <a:off x="3581" y="2671"/>
              <a:ext cx="348"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8" name="Arc 139">
              <a:extLst>
                <a:ext uri="{FF2B5EF4-FFF2-40B4-BE49-F238E27FC236}">
                  <a16:creationId xmlns:a16="http://schemas.microsoft.com/office/drawing/2014/main" id="{4F6E54AB-4F0C-081D-FA80-0F9DD5B66A3A}"/>
                </a:ext>
              </a:extLst>
            </p:cNvPr>
            <p:cNvSpPr>
              <a:spLocks/>
            </p:cNvSpPr>
            <p:nvPr/>
          </p:nvSpPr>
          <p:spPr bwMode="auto">
            <a:xfrm rot="-420805">
              <a:off x="3771" y="2726"/>
              <a:ext cx="70" cy="99"/>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9" name="Text Box 140">
              <a:extLst>
                <a:ext uri="{FF2B5EF4-FFF2-40B4-BE49-F238E27FC236}">
                  <a16:creationId xmlns:a16="http://schemas.microsoft.com/office/drawing/2014/main" id="{E6801285-79B3-A5F8-E104-7A0BE6722F52}"/>
                </a:ext>
              </a:extLst>
            </p:cNvPr>
            <p:cNvSpPr txBox="1">
              <a:spLocks noChangeAspect="1" noChangeArrowheads="1"/>
            </p:cNvSpPr>
            <p:nvPr/>
          </p:nvSpPr>
          <p:spPr bwMode="auto">
            <a:xfrm>
              <a:off x="3879" y="2411"/>
              <a:ext cx="40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rPr>
                <a:t>A</a:t>
              </a:r>
              <a:r>
                <a:rPr kumimoji="1" lang="en-US" altLang="zh-CN" sz="2400" b="0" i="0" u="none" strike="noStrike" kern="0" cap="none" spc="0" normalizeH="0" baseline="-25000" noProof="0" dirty="0">
                  <a:ln>
                    <a:noFill/>
                  </a:ln>
                  <a:solidFill>
                    <a:srgbClr val="000000"/>
                  </a:solidFill>
                  <a:effectLst/>
                  <a:uLnTx/>
                  <a:uFillTx/>
                  <a:latin typeface="+mj-lt"/>
                  <a:ea typeface="宋体" panose="02010600030101010101" pitchFamily="2" charset="-122"/>
                </a:rPr>
                <a:t>F</a:t>
              </a:r>
            </a:p>
          </p:txBody>
        </p:sp>
        <p:sp>
          <p:nvSpPr>
            <p:cNvPr id="170" name="Line 141">
              <a:extLst>
                <a:ext uri="{FF2B5EF4-FFF2-40B4-BE49-F238E27FC236}">
                  <a16:creationId xmlns:a16="http://schemas.microsoft.com/office/drawing/2014/main" id="{618BA0FC-BAA5-C493-6B9C-9BF71CD67EB8}"/>
                </a:ext>
              </a:extLst>
            </p:cNvPr>
            <p:cNvSpPr>
              <a:spLocks noChangeShapeType="1"/>
            </p:cNvSpPr>
            <p:nvPr/>
          </p:nvSpPr>
          <p:spPr bwMode="auto">
            <a:xfrm flipH="1">
              <a:off x="3846" y="2620"/>
              <a:ext cx="120" cy="14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1" name="Line 142">
              <a:extLst>
                <a:ext uri="{FF2B5EF4-FFF2-40B4-BE49-F238E27FC236}">
                  <a16:creationId xmlns:a16="http://schemas.microsoft.com/office/drawing/2014/main" id="{C487D48A-F1DE-5910-C8CB-5B293855B92E}"/>
                </a:ext>
              </a:extLst>
            </p:cNvPr>
            <p:cNvSpPr>
              <a:spLocks noChangeShapeType="1"/>
            </p:cNvSpPr>
            <p:nvPr/>
          </p:nvSpPr>
          <p:spPr bwMode="auto">
            <a:xfrm flipH="1" flipV="1">
              <a:off x="5060" y="2691"/>
              <a:ext cx="393" cy="14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2" name="Arc 143">
              <a:extLst>
                <a:ext uri="{FF2B5EF4-FFF2-40B4-BE49-F238E27FC236}">
                  <a16:creationId xmlns:a16="http://schemas.microsoft.com/office/drawing/2014/main" id="{DC7917CC-183B-F347-D625-C0F1F8D4BCD4}"/>
                </a:ext>
              </a:extLst>
            </p:cNvPr>
            <p:cNvSpPr>
              <a:spLocks/>
            </p:cNvSpPr>
            <p:nvPr/>
          </p:nvSpPr>
          <p:spPr bwMode="auto">
            <a:xfrm rot="20548541" flipH="1">
              <a:off x="5137" y="2730"/>
              <a:ext cx="61" cy="94"/>
            </a:xfrm>
            <a:custGeom>
              <a:avLst/>
              <a:gdLst>
                <a:gd name="T0" fmla="*/ 0 w 21600"/>
                <a:gd name="T1" fmla="*/ 0 h 36874"/>
                <a:gd name="T2" fmla="*/ 0 w 21600"/>
                <a:gd name="T3" fmla="*/ 0 h 36874"/>
                <a:gd name="T4" fmla="*/ 0 w 21600"/>
                <a:gd name="T5" fmla="*/ 0 h 36874"/>
                <a:gd name="T6" fmla="*/ 0 60000 65536"/>
                <a:gd name="T7" fmla="*/ 0 60000 65536"/>
                <a:gd name="T8" fmla="*/ 0 60000 65536"/>
                <a:gd name="T9" fmla="*/ 0 w 21600"/>
                <a:gd name="T10" fmla="*/ 0 h 36874"/>
                <a:gd name="T11" fmla="*/ 21600 w 21600"/>
                <a:gd name="T12" fmla="*/ 36874 h 36874"/>
              </a:gdLst>
              <a:ahLst/>
              <a:cxnLst>
                <a:cxn ang="T6">
                  <a:pos x="T0" y="T1"/>
                </a:cxn>
                <a:cxn ang="T7">
                  <a:pos x="T2" y="T3"/>
                </a:cxn>
                <a:cxn ang="T8">
                  <a:pos x="T4" y="T5"/>
                </a:cxn>
              </a:cxnLst>
              <a:rect l="T9" t="T10" r="T11" b="T12"/>
              <a:pathLst>
                <a:path w="21600" h="36874" fill="none" extrusionOk="0">
                  <a:moveTo>
                    <a:pt x="9789" y="0"/>
                  </a:moveTo>
                  <a:cubicBezTo>
                    <a:pt x="17036" y="3684"/>
                    <a:pt x="21600" y="11125"/>
                    <a:pt x="21600" y="19254"/>
                  </a:cubicBezTo>
                  <a:cubicBezTo>
                    <a:pt x="21600" y="26256"/>
                    <a:pt x="18205" y="32823"/>
                    <a:pt x="12493" y="36873"/>
                  </a:cubicBezTo>
                </a:path>
                <a:path w="21600" h="36874" stroke="0" extrusionOk="0">
                  <a:moveTo>
                    <a:pt x="9789" y="0"/>
                  </a:moveTo>
                  <a:cubicBezTo>
                    <a:pt x="17036" y="3684"/>
                    <a:pt x="21600" y="11125"/>
                    <a:pt x="21600" y="19254"/>
                  </a:cubicBezTo>
                  <a:cubicBezTo>
                    <a:pt x="21600" y="26256"/>
                    <a:pt x="18205" y="32823"/>
                    <a:pt x="12493" y="36873"/>
                  </a:cubicBezTo>
                  <a:lnTo>
                    <a:pt x="0" y="1925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3" name="Text Box 144">
              <a:extLst>
                <a:ext uri="{FF2B5EF4-FFF2-40B4-BE49-F238E27FC236}">
                  <a16:creationId xmlns:a16="http://schemas.microsoft.com/office/drawing/2014/main" id="{8C0DF148-1606-687A-9FF1-2BE99EA467AE}"/>
                </a:ext>
              </a:extLst>
            </p:cNvPr>
            <p:cNvSpPr txBox="1">
              <a:spLocks noChangeAspect="1" noChangeArrowheads="1"/>
            </p:cNvSpPr>
            <p:nvPr/>
          </p:nvSpPr>
          <p:spPr bwMode="auto">
            <a:xfrm>
              <a:off x="4888" y="2400"/>
              <a:ext cx="378"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sym typeface="Symbol" panose="05050102010706020507" pitchFamily="18" charset="2"/>
                </a:rPr>
                <a:t></a:t>
              </a:r>
              <a:r>
                <a:rPr kumimoji="1" lang="en-US" altLang="zh-CN" sz="2400" b="0" u="none" strike="noStrike" kern="0" cap="none" spc="0" normalizeH="0" baseline="-25000" noProof="0" dirty="0">
                  <a:ln>
                    <a:noFill/>
                  </a:ln>
                  <a:solidFill>
                    <a:srgbClr val="000000"/>
                  </a:solidFill>
                  <a:effectLst/>
                  <a:uLnTx/>
                  <a:uFillTx/>
                  <a:latin typeface="+mj-lt"/>
                  <a:ea typeface="宋体" panose="02010600030101010101" pitchFamily="2" charset="-122"/>
                </a:rPr>
                <a:t>B</a:t>
              </a:r>
              <a:r>
                <a:rPr kumimoji="1" lang="en-US" altLang="zh-CN" sz="2400" b="0" i="0" u="none" strike="noStrike" kern="0" cap="none" spc="0" normalizeH="0" baseline="-25000" noProof="0" dirty="0">
                  <a:ln>
                    <a:noFill/>
                  </a:ln>
                  <a:solidFill>
                    <a:srgbClr val="000000"/>
                  </a:solidFill>
                  <a:effectLst/>
                  <a:uLnTx/>
                  <a:uFillTx/>
                  <a:latin typeface="+mj-lt"/>
                  <a:ea typeface="宋体" panose="02010600030101010101" pitchFamily="2" charset="-122"/>
                </a:rPr>
                <a:t>F</a:t>
              </a:r>
            </a:p>
          </p:txBody>
        </p:sp>
        <p:sp>
          <p:nvSpPr>
            <p:cNvPr id="174" name="Line 145">
              <a:extLst>
                <a:ext uri="{FF2B5EF4-FFF2-40B4-BE49-F238E27FC236}">
                  <a16:creationId xmlns:a16="http://schemas.microsoft.com/office/drawing/2014/main" id="{AC863B32-1350-0A22-1638-84C9C362904D}"/>
                </a:ext>
              </a:extLst>
            </p:cNvPr>
            <p:cNvSpPr>
              <a:spLocks noChangeShapeType="1"/>
            </p:cNvSpPr>
            <p:nvPr/>
          </p:nvSpPr>
          <p:spPr bwMode="auto">
            <a:xfrm>
              <a:off x="5020" y="2672"/>
              <a:ext cx="108" cy="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84" name="Group 146">
            <a:extLst>
              <a:ext uri="{FF2B5EF4-FFF2-40B4-BE49-F238E27FC236}">
                <a16:creationId xmlns:a16="http://schemas.microsoft.com/office/drawing/2014/main" id="{1D3B08D2-1E90-A948-F6F6-997A05751739}"/>
              </a:ext>
            </a:extLst>
          </p:cNvPr>
          <p:cNvGrpSpPr>
            <a:grpSpLocks/>
          </p:cNvGrpSpPr>
          <p:nvPr/>
        </p:nvGrpSpPr>
        <p:grpSpPr bwMode="auto">
          <a:xfrm>
            <a:off x="9876717" y="4359275"/>
            <a:ext cx="422275" cy="422275"/>
            <a:chOff x="3568" y="3193"/>
            <a:chExt cx="266" cy="266"/>
          </a:xfrm>
        </p:grpSpPr>
        <p:sp>
          <p:nvSpPr>
            <p:cNvPr id="185" name="Line 147">
              <a:extLst>
                <a:ext uri="{FF2B5EF4-FFF2-40B4-BE49-F238E27FC236}">
                  <a16:creationId xmlns:a16="http://schemas.microsoft.com/office/drawing/2014/main" id="{DCD5FAD5-763A-525C-9565-ADBB1F2E4CA0}"/>
                </a:ext>
              </a:extLst>
            </p:cNvPr>
            <p:cNvSpPr>
              <a:spLocks noChangeShapeType="1"/>
            </p:cNvSpPr>
            <p:nvPr/>
          </p:nvSpPr>
          <p:spPr bwMode="auto">
            <a:xfrm>
              <a:off x="3568" y="3327"/>
              <a:ext cx="26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6" name="Line 148">
              <a:extLst>
                <a:ext uri="{FF2B5EF4-FFF2-40B4-BE49-F238E27FC236}">
                  <a16:creationId xmlns:a16="http://schemas.microsoft.com/office/drawing/2014/main" id="{EE33C177-93F1-B5C9-ACA6-9716036DC134}"/>
                </a:ext>
              </a:extLst>
            </p:cNvPr>
            <p:cNvSpPr>
              <a:spLocks noChangeShapeType="1"/>
            </p:cNvSpPr>
            <p:nvPr/>
          </p:nvSpPr>
          <p:spPr bwMode="auto">
            <a:xfrm rot="-5400000">
              <a:off x="3566" y="3326"/>
              <a:ext cx="26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87" name="Group 149">
            <a:extLst>
              <a:ext uri="{FF2B5EF4-FFF2-40B4-BE49-F238E27FC236}">
                <a16:creationId xmlns:a16="http://schemas.microsoft.com/office/drawing/2014/main" id="{691C7C80-1F31-0FBF-0C68-68C68BA9CE1B}"/>
              </a:ext>
            </a:extLst>
          </p:cNvPr>
          <p:cNvGrpSpPr>
            <a:grpSpLocks/>
          </p:cNvGrpSpPr>
          <p:nvPr/>
        </p:nvGrpSpPr>
        <p:grpSpPr bwMode="auto">
          <a:xfrm>
            <a:off x="10014830" y="2908300"/>
            <a:ext cx="174625" cy="425450"/>
            <a:chOff x="3973" y="3464"/>
            <a:chExt cx="110" cy="268"/>
          </a:xfrm>
        </p:grpSpPr>
        <p:sp>
          <p:nvSpPr>
            <p:cNvPr id="188" name="Line 150">
              <a:extLst>
                <a:ext uri="{FF2B5EF4-FFF2-40B4-BE49-F238E27FC236}">
                  <a16:creationId xmlns:a16="http://schemas.microsoft.com/office/drawing/2014/main" id="{78B15EE1-A307-1B73-26FB-5C98368CC04A}"/>
                </a:ext>
              </a:extLst>
            </p:cNvPr>
            <p:cNvSpPr>
              <a:spLocks noChangeShapeType="1"/>
            </p:cNvSpPr>
            <p:nvPr/>
          </p:nvSpPr>
          <p:spPr bwMode="auto">
            <a:xfrm rot="-5400000">
              <a:off x="3840" y="3599"/>
              <a:ext cx="26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9" name="Line 151">
              <a:extLst>
                <a:ext uri="{FF2B5EF4-FFF2-40B4-BE49-F238E27FC236}">
                  <a16:creationId xmlns:a16="http://schemas.microsoft.com/office/drawing/2014/main" id="{15C82E91-83DD-61F3-6A00-6A35B8D1C4D2}"/>
                </a:ext>
              </a:extLst>
            </p:cNvPr>
            <p:cNvSpPr>
              <a:spLocks noChangeShapeType="1"/>
            </p:cNvSpPr>
            <p:nvPr/>
          </p:nvSpPr>
          <p:spPr bwMode="auto">
            <a:xfrm rot="-5400000">
              <a:off x="3950" y="3597"/>
              <a:ext cx="266"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aphicFrame>
        <p:nvGraphicFramePr>
          <p:cNvPr id="4" name="Object 5">
            <a:extLst>
              <a:ext uri="{FF2B5EF4-FFF2-40B4-BE49-F238E27FC236}">
                <a16:creationId xmlns:a16="http://schemas.microsoft.com/office/drawing/2014/main" id="{F037D28A-5485-3A12-0CF6-C0F1EB42E843}"/>
              </a:ext>
            </a:extLst>
          </p:cNvPr>
          <p:cNvGraphicFramePr>
            <a:graphicFrameLocks noChangeAspect="1"/>
          </p:cNvGraphicFramePr>
          <p:nvPr/>
        </p:nvGraphicFramePr>
        <p:xfrm>
          <a:off x="2233476" y="2933204"/>
          <a:ext cx="1486753" cy="871942"/>
        </p:xfrm>
        <a:graphic>
          <a:graphicData uri="http://schemas.openxmlformats.org/presentationml/2006/ole">
            <mc:AlternateContent xmlns:mc="http://schemas.openxmlformats.org/markup-compatibility/2006">
              <mc:Choice xmlns:v="urn:schemas-microsoft-com:vml" Requires="v">
                <p:oleObj name="Equation" r:id="rId4" imgW="761760" imgH="457200" progId="Equation.DSMT4">
                  <p:embed/>
                </p:oleObj>
              </mc:Choice>
              <mc:Fallback>
                <p:oleObj name="Equation" r:id="rId4" imgW="761760" imgH="457200" progId="Equation.DSMT4">
                  <p:embed/>
                  <p:pic>
                    <p:nvPicPr>
                      <p:cNvPr id="4" name="Object 5">
                        <a:extLst>
                          <a:ext uri="{FF2B5EF4-FFF2-40B4-BE49-F238E27FC236}">
                            <a16:creationId xmlns:a16="http://schemas.microsoft.com/office/drawing/2014/main" id="{F037D28A-5485-3A12-0CF6-C0F1EB42E843}"/>
                          </a:ext>
                        </a:extLst>
                      </p:cNvPr>
                      <p:cNvPicPr>
                        <a:picLocks noChangeAspect="1" noChangeArrowheads="1"/>
                      </p:cNvPicPr>
                      <p:nvPr/>
                    </p:nvPicPr>
                    <p:blipFill>
                      <a:blip r:embed="rId5"/>
                      <a:srcRect/>
                      <a:stretch>
                        <a:fillRect/>
                      </a:stretch>
                    </p:blipFill>
                    <p:spPr bwMode="auto">
                      <a:xfrm>
                        <a:off x="2233476" y="2933204"/>
                        <a:ext cx="1486753" cy="871942"/>
                      </a:xfrm>
                      <a:prstGeom prst="rect">
                        <a:avLst/>
                      </a:prstGeom>
                      <a:noFill/>
                      <a:ln>
                        <a:noFill/>
                      </a:ln>
                      <a:effectLst/>
                    </p:spPr>
                  </p:pic>
                </p:oleObj>
              </mc:Fallback>
            </mc:AlternateContent>
          </a:graphicData>
        </a:graphic>
      </p:graphicFrame>
      <p:graphicFrame>
        <p:nvGraphicFramePr>
          <p:cNvPr id="5" name="Object 12">
            <a:extLst>
              <a:ext uri="{FF2B5EF4-FFF2-40B4-BE49-F238E27FC236}">
                <a16:creationId xmlns:a16="http://schemas.microsoft.com/office/drawing/2014/main" id="{A02AB064-104C-D52D-F124-4C5EB4B3FEE3}"/>
              </a:ext>
            </a:extLst>
          </p:cNvPr>
          <p:cNvGraphicFramePr>
            <a:graphicFrameLocks noChangeAspect="1"/>
          </p:cNvGraphicFramePr>
          <p:nvPr/>
        </p:nvGraphicFramePr>
        <p:xfrm>
          <a:off x="4200209" y="2940135"/>
          <a:ext cx="1410238" cy="874723"/>
        </p:xfrm>
        <a:graphic>
          <a:graphicData uri="http://schemas.openxmlformats.org/presentationml/2006/ole">
            <mc:AlternateContent xmlns:mc="http://schemas.openxmlformats.org/markup-compatibility/2006">
              <mc:Choice xmlns:v="urn:schemas-microsoft-com:vml" Requires="v">
                <p:oleObj name="Equation" r:id="rId6" imgW="736560" imgH="457200" progId="Equation.DSMT4">
                  <p:embed/>
                </p:oleObj>
              </mc:Choice>
              <mc:Fallback>
                <p:oleObj name="Equation" r:id="rId6" imgW="736560" imgH="457200" progId="Equation.DSMT4">
                  <p:embed/>
                  <p:pic>
                    <p:nvPicPr>
                      <p:cNvPr id="5" name="Object 12">
                        <a:extLst>
                          <a:ext uri="{FF2B5EF4-FFF2-40B4-BE49-F238E27FC236}">
                            <a16:creationId xmlns:a16="http://schemas.microsoft.com/office/drawing/2014/main" id="{A02AB064-104C-D52D-F124-4C5EB4B3FEE3}"/>
                          </a:ext>
                        </a:extLst>
                      </p:cNvPr>
                      <p:cNvPicPr>
                        <a:picLocks noChangeAspect="1" noChangeArrowheads="1"/>
                      </p:cNvPicPr>
                      <p:nvPr/>
                    </p:nvPicPr>
                    <p:blipFill>
                      <a:blip r:embed="rId7"/>
                      <a:srcRect/>
                      <a:stretch>
                        <a:fillRect/>
                      </a:stretch>
                    </p:blipFill>
                    <p:spPr bwMode="auto">
                      <a:xfrm>
                        <a:off x="4200209" y="2940135"/>
                        <a:ext cx="1410238" cy="874723"/>
                      </a:xfrm>
                      <a:prstGeom prst="rect">
                        <a:avLst/>
                      </a:prstGeom>
                      <a:noFill/>
                      <a:ln>
                        <a:noFill/>
                      </a:ln>
                      <a:effectLst/>
                    </p:spPr>
                  </p:pic>
                </p:oleObj>
              </mc:Fallback>
            </mc:AlternateContent>
          </a:graphicData>
        </a:graphic>
      </p:graphicFrame>
      <p:graphicFrame>
        <p:nvGraphicFramePr>
          <p:cNvPr id="6" name="Object 152">
            <a:extLst>
              <a:ext uri="{FF2B5EF4-FFF2-40B4-BE49-F238E27FC236}">
                <a16:creationId xmlns:a16="http://schemas.microsoft.com/office/drawing/2014/main" id="{E2AF101F-4934-4958-BA5D-BB543E49483A}"/>
              </a:ext>
            </a:extLst>
          </p:cNvPr>
          <p:cNvGraphicFramePr>
            <a:graphicFrameLocks noChangeAspect="1"/>
          </p:cNvGraphicFramePr>
          <p:nvPr/>
        </p:nvGraphicFramePr>
        <p:xfrm>
          <a:off x="6018373" y="2946202"/>
          <a:ext cx="1410238" cy="874723"/>
        </p:xfrm>
        <a:graphic>
          <a:graphicData uri="http://schemas.openxmlformats.org/presentationml/2006/ole">
            <mc:AlternateContent xmlns:mc="http://schemas.openxmlformats.org/markup-compatibility/2006">
              <mc:Choice xmlns:v="urn:schemas-microsoft-com:vml" Requires="v">
                <p:oleObj name="Equation" r:id="rId8" imgW="736560" imgH="457200" progId="Equation.DSMT4">
                  <p:embed/>
                </p:oleObj>
              </mc:Choice>
              <mc:Fallback>
                <p:oleObj name="Equation" r:id="rId8" imgW="736560" imgH="457200" progId="Equation.DSMT4">
                  <p:embed/>
                  <p:pic>
                    <p:nvPicPr>
                      <p:cNvPr id="6" name="Object 152">
                        <a:extLst>
                          <a:ext uri="{FF2B5EF4-FFF2-40B4-BE49-F238E27FC236}">
                            <a16:creationId xmlns:a16="http://schemas.microsoft.com/office/drawing/2014/main" id="{E2AF101F-4934-4958-BA5D-BB543E49483A}"/>
                          </a:ext>
                        </a:extLst>
                      </p:cNvPr>
                      <p:cNvPicPr>
                        <a:picLocks noChangeAspect="1" noChangeArrowheads="1"/>
                      </p:cNvPicPr>
                      <p:nvPr/>
                    </p:nvPicPr>
                    <p:blipFill>
                      <a:blip r:embed="rId9"/>
                      <a:srcRect/>
                      <a:stretch>
                        <a:fillRect/>
                      </a:stretch>
                    </p:blipFill>
                    <p:spPr bwMode="auto">
                      <a:xfrm>
                        <a:off x="6018373" y="2946202"/>
                        <a:ext cx="1410238" cy="874723"/>
                      </a:xfrm>
                      <a:prstGeom prst="rect">
                        <a:avLst/>
                      </a:prstGeom>
                      <a:noFill/>
                      <a:ln>
                        <a:noFill/>
                      </a:ln>
                      <a:effectLst/>
                    </p:spPr>
                  </p:pic>
                </p:oleObj>
              </mc:Fallback>
            </mc:AlternateContent>
          </a:graphicData>
        </a:graphic>
      </p:graphicFrame>
      <p:sp>
        <p:nvSpPr>
          <p:cNvPr id="8" name="矩形 7">
            <a:extLst>
              <a:ext uri="{FF2B5EF4-FFF2-40B4-BE49-F238E27FC236}">
                <a16:creationId xmlns:a16="http://schemas.microsoft.com/office/drawing/2014/main" id="{7A51A5D9-625F-9D37-B349-2B16F52D59C6}"/>
              </a:ext>
            </a:extLst>
          </p:cNvPr>
          <p:cNvSpPr/>
          <p:nvPr/>
        </p:nvSpPr>
        <p:spPr>
          <a:xfrm>
            <a:off x="211183" y="3935264"/>
            <a:ext cx="2284417" cy="520848"/>
          </a:xfrm>
          <a:prstGeom prst="rect">
            <a:avLst/>
          </a:prstGeom>
        </p:spPr>
        <p:txBody>
          <a:bodyPr wrap="square">
            <a:spAutoFit/>
          </a:bodyPr>
          <a:lstStyle/>
          <a:p>
            <a:pPr lvl="0">
              <a:lnSpc>
                <a:spcPct val="130000"/>
              </a:lnSpc>
            </a:pPr>
            <a:r>
              <a:rPr kumimoji="1" lang="zh-CN" altLang="en-US" i="0" dirty="0">
                <a:solidFill>
                  <a:schemeClr val="tx1"/>
                </a:solidFill>
                <a:latin typeface="+mj-lt"/>
                <a:ea typeface="黑体" panose="02010609060101010101" pitchFamily="49" charset="-122"/>
              </a:rPr>
              <a:t>受分布力时：</a:t>
            </a:r>
            <a:endParaRPr kumimoji="1" lang="zh-CN" altLang="en-US" i="0" dirty="0">
              <a:solidFill>
                <a:schemeClr val="tx1"/>
              </a:solidFill>
              <a:ea typeface="黑体" panose="02010609060101010101" pitchFamily="49" charset="-122"/>
            </a:endParaRPr>
          </a:p>
        </p:txBody>
      </p:sp>
      <p:graphicFrame>
        <p:nvGraphicFramePr>
          <p:cNvPr id="9" name="Object 6">
            <a:extLst>
              <a:ext uri="{FF2B5EF4-FFF2-40B4-BE49-F238E27FC236}">
                <a16:creationId xmlns:a16="http://schemas.microsoft.com/office/drawing/2014/main" id="{D914B359-1BB4-B8AC-7D70-C495B97020D0}"/>
              </a:ext>
            </a:extLst>
          </p:cNvPr>
          <p:cNvGraphicFramePr>
            <a:graphicFrameLocks noChangeAspect="1"/>
          </p:cNvGraphicFramePr>
          <p:nvPr/>
        </p:nvGraphicFramePr>
        <p:xfrm>
          <a:off x="2231592" y="3770312"/>
          <a:ext cx="1746606" cy="829386"/>
        </p:xfrm>
        <a:graphic>
          <a:graphicData uri="http://schemas.openxmlformats.org/presentationml/2006/ole">
            <mc:AlternateContent xmlns:mc="http://schemas.openxmlformats.org/markup-compatibility/2006">
              <mc:Choice xmlns:v="urn:schemas-microsoft-com:vml" Requires="v">
                <p:oleObj name="Equation" r:id="rId10" imgW="939600" imgH="457200" progId="Equation.DSMT4">
                  <p:embed/>
                </p:oleObj>
              </mc:Choice>
              <mc:Fallback>
                <p:oleObj name="Equation" r:id="rId10" imgW="939600" imgH="457200" progId="Equation.DSMT4">
                  <p:embed/>
                  <p:pic>
                    <p:nvPicPr>
                      <p:cNvPr id="9" name="Object 6">
                        <a:extLst>
                          <a:ext uri="{FF2B5EF4-FFF2-40B4-BE49-F238E27FC236}">
                            <a16:creationId xmlns:a16="http://schemas.microsoft.com/office/drawing/2014/main" id="{D914B359-1BB4-B8AC-7D70-C495B97020D0}"/>
                          </a:ext>
                        </a:extLst>
                      </p:cNvPr>
                      <p:cNvPicPr>
                        <a:picLocks noChangeAspect="1" noChangeArrowheads="1"/>
                      </p:cNvPicPr>
                      <p:nvPr/>
                    </p:nvPicPr>
                    <p:blipFill>
                      <a:blip r:embed="rId11"/>
                      <a:srcRect/>
                      <a:stretch>
                        <a:fillRect/>
                      </a:stretch>
                    </p:blipFill>
                    <p:spPr bwMode="auto">
                      <a:xfrm>
                        <a:off x="2231592" y="3770312"/>
                        <a:ext cx="1746606" cy="829386"/>
                      </a:xfrm>
                      <a:prstGeom prst="rect">
                        <a:avLst/>
                      </a:prstGeom>
                      <a:noFill/>
                      <a:ln>
                        <a:noFill/>
                      </a:ln>
                      <a:effectLst/>
                    </p:spPr>
                  </p:pic>
                </p:oleObj>
              </mc:Fallback>
            </mc:AlternateContent>
          </a:graphicData>
        </a:graphic>
      </p:graphicFrame>
      <p:graphicFrame>
        <p:nvGraphicFramePr>
          <p:cNvPr id="10" name="Object 153">
            <a:extLst>
              <a:ext uri="{FF2B5EF4-FFF2-40B4-BE49-F238E27FC236}">
                <a16:creationId xmlns:a16="http://schemas.microsoft.com/office/drawing/2014/main" id="{90B1B7B2-5B82-39AA-1ED3-206B47E30C76}"/>
              </a:ext>
            </a:extLst>
          </p:cNvPr>
          <p:cNvGraphicFramePr>
            <a:graphicFrameLocks noChangeAspect="1"/>
          </p:cNvGraphicFramePr>
          <p:nvPr/>
        </p:nvGraphicFramePr>
        <p:xfrm>
          <a:off x="4160776" y="3811432"/>
          <a:ext cx="1598392" cy="845961"/>
        </p:xfrm>
        <a:graphic>
          <a:graphicData uri="http://schemas.openxmlformats.org/presentationml/2006/ole">
            <mc:AlternateContent xmlns:mc="http://schemas.openxmlformats.org/markup-compatibility/2006">
              <mc:Choice xmlns:v="urn:schemas-microsoft-com:vml" Requires="v">
                <p:oleObj name="Equation" r:id="rId12" imgW="863280" imgH="457200" progId="Equation.DSMT4">
                  <p:embed/>
                </p:oleObj>
              </mc:Choice>
              <mc:Fallback>
                <p:oleObj name="Equation" r:id="rId12" imgW="863280" imgH="457200" progId="Equation.DSMT4">
                  <p:embed/>
                  <p:pic>
                    <p:nvPicPr>
                      <p:cNvPr id="10" name="Object 153">
                        <a:extLst>
                          <a:ext uri="{FF2B5EF4-FFF2-40B4-BE49-F238E27FC236}">
                            <a16:creationId xmlns:a16="http://schemas.microsoft.com/office/drawing/2014/main" id="{90B1B7B2-5B82-39AA-1ED3-206B47E30C76}"/>
                          </a:ext>
                        </a:extLst>
                      </p:cNvPr>
                      <p:cNvPicPr>
                        <a:picLocks noChangeAspect="1" noChangeArrowheads="1"/>
                      </p:cNvPicPr>
                      <p:nvPr/>
                    </p:nvPicPr>
                    <p:blipFill>
                      <a:blip r:embed="rId13"/>
                      <a:srcRect/>
                      <a:stretch>
                        <a:fillRect/>
                      </a:stretch>
                    </p:blipFill>
                    <p:spPr bwMode="auto">
                      <a:xfrm>
                        <a:off x="4160776" y="3811432"/>
                        <a:ext cx="1598392" cy="845961"/>
                      </a:xfrm>
                      <a:prstGeom prst="rect">
                        <a:avLst/>
                      </a:prstGeom>
                      <a:noFill/>
                      <a:ln>
                        <a:noFill/>
                      </a:ln>
                      <a:effectLst/>
                    </p:spPr>
                  </p:pic>
                </p:oleObj>
              </mc:Fallback>
            </mc:AlternateContent>
          </a:graphicData>
        </a:graphic>
      </p:graphicFrame>
      <p:graphicFrame>
        <p:nvGraphicFramePr>
          <p:cNvPr id="11" name="Object 154">
            <a:extLst>
              <a:ext uri="{FF2B5EF4-FFF2-40B4-BE49-F238E27FC236}">
                <a16:creationId xmlns:a16="http://schemas.microsoft.com/office/drawing/2014/main" id="{3745CD00-8C75-7D14-8231-F8091B300149}"/>
              </a:ext>
            </a:extLst>
          </p:cNvPr>
          <p:cNvGraphicFramePr>
            <a:graphicFrameLocks noChangeAspect="1"/>
          </p:cNvGraphicFramePr>
          <p:nvPr/>
        </p:nvGraphicFramePr>
        <p:xfrm>
          <a:off x="6009217" y="3825044"/>
          <a:ext cx="1400661" cy="854784"/>
        </p:xfrm>
        <a:graphic>
          <a:graphicData uri="http://schemas.openxmlformats.org/presentationml/2006/ole">
            <mc:AlternateContent xmlns:mc="http://schemas.openxmlformats.org/markup-compatibility/2006">
              <mc:Choice xmlns:v="urn:schemas-microsoft-com:vml" Requires="v">
                <p:oleObj name="Equation" r:id="rId14" imgW="749160" imgH="457200" progId="Equation.DSMT4">
                  <p:embed/>
                </p:oleObj>
              </mc:Choice>
              <mc:Fallback>
                <p:oleObj name="Equation" r:id="rId14" imgW="749160" imgH="457200" progId="Equation.DSMT4">
                  <p:embed/>
                  <p:pic>
                    <p:nvPicPr>
                      <p:cNvPr id="11" name="Object 154">
                        <a:extLst>
                          <a:ext uri="{FF2B5EF4-FFF2-40B4-BE49-F238E27FC236}">
                            <a16:creationId xmlns:a16="http://schemas.microsoft.com/office/drawing/2014/main" id="{3745CD00-8C75-7D14-8231-F8091B300149}"/>
                          </a:ext>
                        </a:extLst>
                      </p:cNvPr>
                      <p:cNvPicPr>
                        <a:picLocks noChangeAspect="1" noChangeArrowheads="1"/>
                      </p:cNvPicPr>
                      <p:nvPr/>
                    </p:nvPicPr>
                    <p:blipFill>
                      <a:blip r:embed="rId15"/>
                      <a:srcRect/>
                      <a:stretch>
                        <a:fillRect/>
                      </a:stretch>
                    </p:blipFill>
                    <p:spPr bwMode="auto">
                      <a:xfrm>
                        <a:off x="6009217" y="3825044"/>
                        <a:ext cx="1400661" cy="854784"/>
                      </a:xfrm>
                      <a:prstGeom prst="rect">
                        <a:avLst/>
                      </a:prstGeom>
                      <a:noFill/>
                      <a:ln>
                        <a:noFill/>
                      </a:ln>
                      <a:effectLst/>
                    </p:spPr>
                  </p:pic>
                </p:oleObj>
              </mc:Fallback>
            </mc:AlternateContent>
          </a:graphicData>
        </a:graphic>
      </p:graphicFrame>
      <p:sp>
        <p:nvSpPr>
          <p:cNvPr id="13" name="矩形 12">
            <a:extLst>
              <a:ext uri="{FF2B5EF4-FFF2-40B4-BE49-F238E27FC236}">
                <a16:creationId xmlns:a16="http://schemas.microsoft.com/office/drawing/2014/main" id="{2863BBE4-DFBD-69FE-F142-DDE663635F2C}"/>
              </a:ext>
            </a:extLst>
          </p:cNvPr>
          <p:cNvSpPr/>
          <p:nvPr/>
        </p:nvSpPr>
        <p:spPr>
          <a:xfrm>
            <a:off x="211183" y="4844975"/>
            <a:ext cx="2284417" cy="520848"/>
          </a:xfrm>
          <a:prstGeom prst="rect">
            <a:avLst/>
          </a:prstGeom>
        </p:spPr>
        <p:txBody>
          <a:bodyPr wrap="square">
            <a:spAutoFit/>
          </a:bodyPr>
          <a:lstStyle/>
          <a:p>
            <a:pPr lvl="0">
              <a:lnSpc>
                <a:spcPct val="130000"/>
              </a:lnSpc>
            </a:pPr>
            <a:r>
              <a:rPr kumimoji="1" lang="zh-CN" altLang="en-US" i="0" dirty="0">
                <a:solidFill>
                  <a:schemeClr val="tx1"/>
                </a:solidFill>
                <a:latin typeface="+mj-lt"/>
                <a:ea typeface="黑体" panose="02010609060101010101" pitchFamily="49" charset="-122"/>
              </a:rPr>
              <a:t>叠加：</a:t>
            </a:r>
          </a:p>
        </p:txBody>
      </p:sp>
      <p:graphicFrame>
        <p:nvGraphicFramePr>
          <p:cNvPr id="15" name="Object 153">
            <a:extLst>
              <a:ext uri="{FF2B5EF4-FFF2-40B4-BE49-F238E27FC236}">
                <a16:creationId xmlns:a16="http://schemas.microsoft.com/office/drawing/2014/main" id="{F8269295-D559-91DC-0536-8CFF6753C76E}"/>
              </a:ext>
            </a:extLst>
          </p:cNvPr>
          <p:cNvGraphicFramePr>
            <a:graphicFrameLocks noChangeAspect="1"/>
          </p:cNvGraphicFramePr>
          <p:nvPr/>
        </p:nvGraphicFramePr>
        <p:xfrm>
          <a:off x="1163486" y="5513295"/>
          <a:ext cx="3409950" cy="839974"/>
        </p:xfrm>
        <a:graphic>
          <a:graphicData uri="http://schemas.openxmlformats.org/presentationml/2006/ole">
            <mc:AlternateContent xmlns:mc="http://schemas.openxmlformats.org/markup-compatibility/2006">
              <mc:Choice xmlns:v="urn:schemas-microsoft-com:vml" Requires="v">
                <p:oleObj name="Equation" r:id="rId16" imgW="1841400" imgH="457200" progId="Equation.DSMT4">
                  <p:embed/>
                </p:oleObj>
              </mc:Choice>
              <mc:Fallback>
                <p:oleObj name="Equation" r:id="rId16" imgW="1841400" imgH="457200" progId="Equation.DSMT4">
                  <p:embed/>
                  <p:pic>
                    <p:nvPicPr>
                      <p:cNvPr id="15" name="Object 153">
                        <a:extLst>
                          <a:ext uri="{FF2B5EF4-FFF2-40B4-BE49-F238E27FC236}">
                            <a16:creationId xmlns:a16="http://schemas.microsoft.com/office/drawing/2014/main" id="{F8269295-D559-91DC-0536-8CFF6753C76E}"/>
                          </a:ext>
                        </a:extLst>
                      </p:cNvPr>
                      <p:cNvPicPr>
                        <a:picLocks noChangeAspect="1" noChangeArrowheads="1"/>
                      </p:cNvPicPr>
                      <p:nvPr/>
                    </p:nvPicPr>
                    <p:blipFill>
                      <a:blip r:embed="rId17"/>
                      <a:srcRect/>
                      <a:stretch>
                        <a:fillRect/>
                      </a:stretch>
                    </p:blipFill>
                    <p:spPr bwMode="auto">
                      <a:xfrm>
                        <a:off x="1163486" y="5513295"/>
                        <a:ext cx="3409950" cy="839974"/>
                      </a:xfrm>
                      <a:prstGeom prst="rect">
                        <a:avLst/>
                      </a:prstGeom>
                      <a:noFill/>
                      <a:ln>
                        <a:noFill/>
                      </a:ln>
                      <a:effectLst/>
                    </p:spPr>
                  </p:pic>
                </p:oleObj>
              </mc:Fallback>
            </mc:AlternateContent>
          </a:graphicData>
        </a:graphic>
      </p:graphicFrame>
      <p:graphicFrame>
        <p:nvGraphicFramePr>
          <p:cNvPr id="17" name="Object 6">
            <a:extLst>
              <a:ext uri="{FF2B5EF4-FFF2-40B4-BE49-F238E27FC236}">
                <a16:creationId xmlns:a16="http://schemas.microsoft.com/office/drawing/2014/main" id="{8788DE58-7CA5-DAB1-033E-013B74DA7742}"/>
              </a:ext>
            </a:extLst>
          </p:cNvPr>
          <p:cNvGraphicFramePr>
            <a:graphicFrameLocks noChangeAspect="1"/>
          </p:cNvGraphicFramePr>
          <p:nvPr/>
        </p:nvGraphicFramePr>
        <p:xfrm>
          <a:off x="1188886" y="4699794"/>
          <a:ext cx="3681412" cy="830262"/>
        </p:xfrm>
        <a:graphic>
          <a:graphicData uri="http://schemas.openxmlformats.org/presentationml/2006/ole">
            <mc:AlternateContent xmlns:mc="http://schemas.openxmlformats.org/markup-compatibility/2006">
              <mc:Choice xmlns:v="urn:schemas-microsoft-com:vml" Requires="v">
                <p:oleObj name="Equation" r:id="rId18" imgW="1981080" imgH="457200" progId="Equation.DSMT4">
                  <p:embed/>
                </p:oleObj>
              </mc:Choice>
              <mc:Fallback>
                <p:oleObj name="Equation" r:id="rId18" imgW="1981080" imgH="457200" progId="Equation.DSMT4">
                  <p:embed/>
                  <p:pic>
                    <p:nvPicPr>
                      <p:cNvPr id="17" name="Object 6">
                        <a:extLst>
                          <a:ext uri="{FF2B5EF4-FFF2-40B4-BE49-F238E27FC236}">
                            <a16:creationId xmlns:a16="http://schemas.microsoft.com/office/drawing/2014/main" id="{8788DE58-7CA5-DAB1-033E-013B74DA7742}"/>
                          </a:ext>
                        </a:extLst>
                      </p:cNvPr>
                      <p:cNvPicPr>
                        <a:picLocks noChangeAspect="1" noChangeArrowheads="1"/>
                      </p:cNvPicPr>
                      <p:nvPr/>
                    </p:nvPicPr>
                    <p:blipFill>
                      <a:blip r:embed="rId19"/>
                      <a:srcRect/>
                      <a:stretch>
                        <a:fillRect/>
                      </a:stretch>
                    </p:blipFill>
                    <p:spPr bwMode="auto">
                      <a:xfrm>
                        <a:off x="1188886" y="4699794"/>
                        <a:ext cx="3681412" cy="830262"/>
                      </a:xfrm>
                      <a:prstGeom prst="rect">
                        <a:avLst/>
                      </a:prstGeom>
                      <a:noFill/>
                      <a:ln>
                        <a:noFill/>
                      </a:ln>
                      <a:effectLst/>
                    </p:spPr>
                  </p:pic>
                </p:oleObj>
              </mc:Fallback>
            </mc:AlternateContent>
          </a:graphicData>
        </a:graphic>
      </p:graphicFrame>
      <p:graphicFrame>
        <p:nvGraphicFramePr>
          <p:cNvPr id="18" name="Object 153">
            <a:extLst>
              <a:ext uri="{FF2B5EF4-FFF2-40B4-BE49-F238E27FC236}">
                <a16:creationId xmlns:a16="http://schemas.microsoft.com/office/drawing/2014/main" id="{DBE3B68C-13D2-02C6-64A6-C54D89BBE728}"/>
              </a:ext>
            </a:extLst>
          </p:cNvPr>
          <p:cNvGraphicFramePr>
            <a:graphicFrameLocks noChangeAspect="1"/>
          </p:cNvGraphicFramePr>
          <p:nvPr/>
        </p:nvGraphicFramePr>
        <p:xfrm>
          <a:off x="4707704" y="5513295"/>
          <a:ext cx="3409950" cy="839974"/>
        </p:xfrm>
        <a:graphic>
          <a:graphicData uri="http://schemas.openxmlformats.org/presentationml/2006/ole">
            <mc:AlternateContent xmlns:mc="http://schemas.openxmlformats.org/markup-compatibility/2006">
              <mc:Choice xmlns:v="urn:schemas-microsoft-com:vml" Requires="v">
                <p:oleObj name="Equation" r:id="rId20" imgW="1841400" imgH="457200" progId="Equation.DSMT4">
                  <p:embed/>
                </p:oleObj>
              </mc:Choice>
              <mc:Fallback>
                <p:oleObj name="Equation" r:id="rId20" imgW="1841400" imgH="457200" progId="Equation.DSMT4">
                  <p:embed/>
                  <p:pic>
                    <p:nvPicPr>
                      <p:cNvPr id="18" name="Object 153">
                        <a:extLst>
                          <a:ext uri="{FF2B5EF4-FFF2-40B4-BE49-F238E27FC236}">
                            <a16:creationId xmlns:a16="http://schemas.microsoft.com/office/drawing/2014/main" id="{DBE3B68C-13D2-02C6-64A6-C54D89BBE728}"/>
                          </a:ext>
                        </a:extLst>
                      </p:cNvPr>
                      <p:cNvPicPr>
                        <a:picLocks noChangeAspect="1" noChangeArrowheads="1"/>
                      </p:cNvPicPr>
                      <p:nvPr/>
                    </p:nvPicPr>
                    <p:blipFill>
                      <a:blip r:embed="rId21"/>
                      <a:srcRect/>
                      <a:stretch>
                        <a:fillRect/>
                      </a:stretch>
                    </p:blipFill>
                    <p:spPr bwMode="auto">
                      <a:xfrm>
                        <a:off x="4707704" y="5513295"/>
                        <a:ext cx="3409950" cy="839974"/>
                      </a:xfrm>
                      <a:prstGeom prst="rect">
                        <a:avLst/>
                      </a:prstGeom>
                      <a:noFill/>
                      <a:ln>
                        <a:noFill/>
                      </a:ln>
                      <a:effectLst/>
                    </p:spPr>
                  </p:pic>
                </p:oleObj>
              </mc:Fallback>
            </mc:AlternateContent>
          </a:graphicData>
        </a:graphic>
      </p:graphicFrame>
      <p:sp>
        <p:nvSpPr>
          <p:cNvPr id="190" name="矩形 189">
            <a:extLst>
              <a:ext uri="{FF2B5EF4-FFF2-40B4-BE49-F238E27FC236}">
                <a16:creationId xmlns:a16="http://schemas.microsoft.com/office/drawing/2014/main" id="{E8DB0D0A-8BE9-6ADA-6C58-96049487BA32}"/>
              </a:ext>
            </a:extLst>
          </p:cNvPr>
          <p:cNvSpPr/>
          <p:nvPr/>
        </p:nvSpPr>
        <p:spPr>
          <a:xfrm>
            <a:off x="211183" y="3111446"/>
            <a:ext cx="7258312" cy="520848"/>
          </a:xfrm>
          <a:prstGeom prst="rect">
            <a:avLst/>
          </a:prstGeom>
        </p:spPr>
        <p:txBody>
          <a:bodyPr wrap="square">
            <a:spAutoFit/>
          </a:bodyPr>
          <a:lstStyle/>
          <a:p>
            <a:pPr lvl="0">
              <a:lnSpc>
                <a:spcPct val="130000"/>
              </a:lnSpc>
            </a:pPr>
            <a:r>
              <a:rPr kumimoji="1" lang="zh-CN" altLang="en-US" i="0" dirty="0">
                <a:solidFill>
                  <a:schemeClr val="tx1"/>
                </a:solidFill>
                <a:latin typeface="+mj-lt"/>
                <a:ea typeface="黑体" panose="02010609060101010101" pitchFamily="49" charset="-122"/>
              </a:rPr>
              <a:t>受集中力时：</a:t>
            </a:r>
            <a:endParaRPr kumimoji="1" lang="zh-CN" altLang="en-US" i="0" dirty="0">
              <a:solidFill>
                <a:schemeClr val="tx1"/>
              </a:solidFill>
              <a:ea typeface="黑体" panose="02010609060101010101" pitchFamily="49" charset="-122"/>
            </a:endParaRPr>
          </a:p>
        </p:txBody>
      </p:sp>
    </p:spTree>
    <p:extLst>
      <p:ext uri="{BB962C8B-B14F-4D97-AF65-F5344CB8AC3E}">
        <p14:creationId xmlns:p14="http://schemas.microsoft.com/office/powerpoint/2010/main" val="352095048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3" presetClass="entr" presetSubtype="16" fill="hold" nodeType="withEffect">
                                  <p:stCondLst>
                                    <p:cond delay="2000"/>
                                  </p:stCondLst>
                                  <p:childTnLst>
                                    <p:set>
                                      <p:cBhvr>
                                        <p:cTn id="12" dur="1" fill="hold">
                                          <p:stCondLst>
                                            <p:cond delay="0"/>
                                          </p:stCondLst>
                                        </p:cTn>
                                        <p:tgtEl>
                                          <p:spTgt spid="48"/>
                                        </p:tgtEl>
                                        <p:attrNameLst>
                                          <p:attrName>style.visibility</p:attrName>
                                        </p:attrNameLst>
                                      </p:cBhvr>
                                      <p:to>
                                        <p:strVal val="visible"/>
                                      </p:to>
                                    </p:set>
                                    <p:animEffect transition="in" filter="plus(in)">
                                      <p:cBhvr>
                                        <p:cTn id="13" dur="20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7"/>
                                        </p:tgtEl>
                                        <p:attrNameLst>
                                          <p:attrName>style.visibility</p:attrName>
                                        </p:attrNameLst>
                                      </p:cBhvr>
                                      <p:to>
                                        <p:strVal val="visible"/>
                                      </p:to>
                                    </p:set>
                                  </p:childTnLst>
                                </p:cTn>
                              </p:par>
                              <p:par>
                                <p:cTn id="18" presetID="0" presetClass="path" presetSubtype="0" accel="50000" decel="50000" fill="hold" nodeType="withEffect">
                                  <p:stCondLst>
                                    <p:cond delay="0"/>
                                  </p:stCondLst>
                                  <p:childTnLst>
                                    <p:animMotion origin="layout" path="M -1.04167E-6 -3.7037E-6 L -1.04167E-6 -0.2706 " pathEditMode="relative" rAng="0" ptsTypes="AA">
                                      <p:cBhvr>
                                        <p:cTn id="19" dur="5000" spd="-100000" fill="hold"/>
                                        <p:tgtEl>
                                          <p:spTgt spid="107"/>
                                        </p:tgtEl>
                                        <p:attrNameLst>
                                          <p:attrName>ppt_x</p:attrName>
                                          <p:attrName>ppt_y</p:attrName>
                                        </p:attrNameLst>
                                      </p:cBhvr>
                                      <p:rCtr x="0" y="-13542"/>
                                    </p:animMotion>
                                  </p:childTnLst>
                                </p:cTn>
                              </p:par>
                            </p:childTnLst>
                          </p:cTn>
                        </p:par>
                        <p:par>
                          <p:cTn id="20" fill="hold">
                            <p:stCondLst>
                              <p:cond delay="5000"/>
                            </p:stCondLst>
                            <p:childTnLst>
                              <p:par>
                                <p:cTn id="21" presetID="1" presetClass="entr" presetSubtype="0" fill="hold" nodeType="afterEffect">
                                  <p:stCondLst>
                                    <p:cond delay="0"/>
                                  </p:stCondLst>
                                  <p:childTnLst>
                                    <p:set>
                                      <p:cBhvr>
                                        <p:cTn id="22" dur="1" fill="hold">
                                          <p:stCondLst>
                                            <p:cond delay="0"/>
                                          </p:stCondLst>
                                        </p:cTn>
                                        <p:tgtEl>
                                          <p:spTgt spid="154"/>
                                        </p:tgtEl>
                                        <p:attrNameLst>
                                          <p:attrName>style.visibility</p:attrName>
                                        </p:attrNameLst>
                                      </p:cBhvr>
                                      <p:to>
                                        <p:strVal val="visible"/>
                                      </p:to>
                                    </p:set>
                                  </p:childTnLst>
                                </p:cTn>
                              </p:par>
                              <p:par>
                                <p:cTn id="23" presetID="0" presetClass="path" presetSubtype="0" accel="50000" decel="50000" fill="hold" nodeType="withEffect">
                                  <p:stCondLst>
                                    <p:cond delay="0"/>
                                  </p:stCondLst>
                                  <p:childTnLst>
                                    <p:animMotion origin="layout" path="M -1.04167E-6 -1.11111E-6 L -0.00299 -0.50301 " pathEditMode="relative" rAng="0" ptsTypes="AA">
                                      <p:cBhvr>
                                        <p:cTn id="24" dur="5000" spd="-100000" fill="hold"/>
                                        <p:tgtEl>
                                          <p:spTgt spid="154"/>
                                        </p:tgtEl>
                                        <p:attrNameLst>
                                          <p:attrName>ppt_x</p:attrName>
                                          <p:attrName>ppt_y</p:attrName>
                                        </p:attrNameLst>
                                      </p:cBhvr>
                                      <p:rCtr x="-156" y="-25162"/>
                                    </p:animMotion>
                                  </p:childTnLst>
                                </p:cTn>
                              </p:par>
                            </p:childTnLst>
                          </p:cTn>
                        </p:par>
                        <p:par>
                          <p:cTn id="25" fill="hold">
                            <p:stCondLst>
                              <p:cond delay="10000"/>
                            </p:stCondLst>
                            <p:childTnLst>
                              <p:par>
                                <p:cTn id="26" presetID="6" presetClass="entr" presetSubtype="32" fill="hold" nodeType="afterEffect">
                                  <p:stCondLst>
                                    <p:cond delay="0"/>
                                  </p:stCondLst>
                                  <p:childTnLst>
                                    <p:set>
                                      <p:cBhvr>
                                        <p:cTn id="27" dur="1" fill="hold">
                                          <p:stCondLst>
                                            <p:cond delay="0"/>
                                          </p:stCondLst>
                                        </p:cTn>
                                        <p:tgtEl>
                                          <p:spTgt spid="184"/>
                                        </p:tgtEl>
                                        <p:attrNameLst>
                                          <p:attrName>style.visibility</p:attrName>
                                        </p:attrNameLst>
                                      </p:cBhvr>
                                      <p:to>
                                        <p:strVal val="visible"/>
                                      </p:to>
                                    </p:set>
                                    <p:animEffect transition="in" filter="circle(out)">
                                      <p:cBhvr>
                                        <p:cTn id="28" dur="2000"/>
                                        <p:tgtEl>
                                          <p:spTgt spid="184"/>
                                        </p:tgtEl>
                                      </p:cBhvr>
                                    </p:animEffect>
                                  </p:childTnLst>
                                </p:cTn>
                              </p:par>
                            </p:childTnLst>
                          </p:cTn>
                        </p:par>
                        <p:par>
                          <p:cTn id="29" fill="hold">
                            <p:stCondLst>
                              <p:cond delay="12000"/>
                            </p:stCondLst>
                            <p:childTnLst>
                              <p:par>
                                <p:cTn id="30" presetID="12" presetClass="entr" presetSubtype="4" fill="hold" nodeType="afterEffect">
                                  <p:stCondLst>
                                    <p:cond delay="0"/>
                                  </p:stCondLst>
                                  <p:childTnLst>
                                    <p:set>
                                      <p:cBhvr>
                                        <p:cTn id="31" dur="1" fill="hold">
                                          <p:stCondLst>
                                            <p:cond delay="0"/>
                                          </p:stCondLst>
                                        </p:cTn>
                                        <p:tgtEl>
                                          <p:spTgt spid="187"/>
                                        </p:tgtEl>
                                        <p:attrNameLst>
                                          <p:attrName>style.visibility</p:attrName>
                                        </p:attrNameLst>
                                      </p:cBhvr>
                                      <p:to>
                                        <p:strVal val="visible"/>
                                      </p:to>
                                    </p:set>
                                    <p:animEffect transition="in" filter="slide(fromBottom)">
                                      <p:cBhvr>
                                        <p:cTn id="32" dur="3000"/>
                                        <p:tgtEl>
                                          <p:spTgt spid="18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ipe(left)">
                                      <p:cBhvr>
                                        <p:cTn id="41" dur="2000"/>
                                        <p:tgtEl>
                                          <p:spTgt spid="4"/>
                                        </p:tgtEl>
                                      </p:cBhvr>
                                    </p:animEffect>
                                  </p:childTnLst>
                                  <p:subTnLst>
                                    <p:audio>
                                      <p:cMediaNode>
                                        <p:cTn display="0" masterRel="sameClick">
                                          <p:stCondLst>
                                            <p:cond evt="begin" delay="0">
                                              <p:tn val="39"/>
                                            </p:cond>
                                          </p:stCondLst>
                                          <p:endCondLst>
                                            <p:cond evt="onStopAudio" delay="0">
                                              <p:tgtEl>
                                                <p:sldTgt/>
                                              </p:tgtEl>
                                            </p:cond>
                                          </p:endCondLst>
                                        </p:cTn>
                                        <p:tgtEl>
                                          <p:sndTgt r:embed="rId3" name="CAMERA.WAV"/>
                                        </p:tgtEl>
                                      </p:cMediaNode>
                                    </p:audio>
                                  </p:sub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left)">
                                      <p:cBhvr>
                                        <p:cTn id="46" dur="2000"/>
                                        <p:tgtEl>
                                          <p:spTgt spid="5"/>
                                        </p:tgtEl>
                                      </p:cBhvr>
                                    </p:animEffect>
                                  </p:childTnLst>
                                  <p:subTnLst>
                                    <p:audio>
                                      <p:cMediaNode>
                                        <p:cTn display="0" masterRel="sameClick">
                                          <p:stCondLst>
                                            <p:cond evt="begin" delay="0">
                                              <p:tn val="44"/>
                                            </p:cond>
                                          </p:stCondLst>
                                          <p:endCondLst>
                                            <p:cond evt="onStopAudio" delay="0">
                                              <p:tgtEl>
                                                <p:sldTgt/>
                                              </p:tgtEl>
                                            </p:cond>
                                          </p:endCondLst>
                                        </p:cTn>
                                        <p:tgtEl>
                                          <p:sndTgt r:embed="rId3" name="CAMERA.WAV"/>
                                        </p:tgtEl>
                                      </p:cMediaNode>
                                    </p:audio>
                                  </p:sub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2000"/>
                                        <p:tgtEl>
                                          <p:spTgt spid="6"/>
                                        </p:tgtEl>
                                      </p:cBhvr>
                                    </p:animEffect>
                                  </p:childTnLst>
                                  <p:subTnLst>
                                    <p:audio>
                                      <p:cMediaNode>
                                        <p:cTn display="0" masterRel="sameClick">
                                          <p:stCondLst>
                                            <p:cond evt="begin" delay="0">
                                              <p:tn val="49"/>
                                            </p:cond>
                                          </p:stCondLst>
                                          <p:endCondLst>
                                            <p:cond evt="onStopAudio" delay="0">
                                              <p:tgtEl>
                                                <p:sldTgt/>
                                              </p:tgtEl>
                                            </p:cond>
                                          </p:endCondLst>
                                        </p:cTn>
                                        <p:tgtEl>
                                          <p:sndTgt r:embed="rId3" name="CAMERA.WAV"/>
                                        </p:tgtEl>
                                      </p:cMediaNode>
                                    </p:audio>
                                  </p:sub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2000"/>
                                        <p:tgtEl>
                                          <p:spTgt spid="9"/>
                                        </p:tgtEl>
                                      </p:cBhvr>
                                    </p:animEffect>
                                  </p:childTnLst>
                                  <p:subTnLst>
                                    <p:audio>
                                      <p:cMediaNode>
                                        <p:cTn display="0" masterRel="sameClick">
                                          <p:stCondLst>
                                            <p:cond evt="begin" delay="0">
                                              <p:tn val="58"/>
                                            </p:cond>
                                          </p:stCondLst>
                                          <p:endCondLst>
                                            <p:cond evt="onStopAudio" delay="0">
                                              <p:tgtEl>
                                                <p:sldTgt/>
                                              </p:tgtEl>
                                            </p:cond>
                                          </p:endCondLst>
                                        </p:cTn>
                                        <p:tgtEl>
                                          <p:sndTgt r:embed="rId3" name="CAMERA.WAV"/>
                                        </p:tgtEl>
                                      </p:cMediaNode>
                                    </p:audio>
                                  </p:sub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left)">
                                      <p:cBhvr>
                                        <p:cTn id="65" dur="2000"/>
                                        <p:tgtEl>
                                          <p:spTgt spid="10"/>
                                        </p:tgtEl>
                                      </p:cBhvr>
                                    </p:animEffect>
                                  </p:childTnLst>
                                  <p:subTnLst>
                                    <p:audio>
                                      <p:cMediaNode>
                                        <p:cTn display="0" masterRel="sameClick">
                                          <p:stCondLst>
                                            <p:cond evt="begin" delay="0">
                                              <p:tn val="63"/>
                                            </p:cond>
                                          </p:stCondLst>
                                          <p:endCondLst>
                                            <p:cond evt="onStopAudio" delay="0">
                                              <p:tgtEl>
                                                <p:sldTgt/>
                                              </p:tgtEl>
                                            </p:cond>
                                          </p:endCondLst>
                                        </p:cTn>
                                        <p:tgtEl>
                                          <p:sndTgt r:embed="rId3" name="CAMERA.WAV"/>
                                        </p:tgtEl>
                                      </p:cMediaNode>
                                    </p:audio>
                                  </p:sub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left)">
                                      <p:cBhvr>
                                        <p:cTn id="70" dur="2000"/>
                                        <p:tgtEl>
                                          <p:spTgt spid="11"/>
                                        </p:tgtEl>
                                      </p:cBhvr>
                                    </p:animEffect>
                                  </p:childTnLst>
                                  <p:subTnLst>
                                    <p:audio>
                                      <p:cMediaNode>
                                        <p:cTn display="0" masterRel="sameClick">
                                          <p:stCondLst>
                                            <p:cond evt="begin" delay="0">
                                              <p:tn val="68"/>
                                            </p:cond>
                                          </p:stCondLst>
                                          <p:endCondLst>
                                            <p:cond evt="onStopAudio" delay="0">
                                              <p:tgtEl>
                                                <p:sldTgt/>
                                              </p:tgtEl>
                                            </p:cond>
                                          </p:endCondLst>
                                        </p:cTn>
                                        <p:tgtEl>
                                          <p:sndTgt r:embed="rId3" name="CAMERA.WAV"/>
                                        </p:tgtEl>
                                      </p:cMediaNode>
                                    </p:audio>
                                  </p:sub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wipe(left)">
                                      <p:cBhvr>
                                        <p:cTn id="79" dur="2000"/>
                                        <p:tgtEl>
                                          <p:spTgt spid="17"/>
                                        </p:tgtEl>
                                      </p:cBhvr>
                                    </p:animEffect>
                                  </p:childTnLst>
                                  <p:subTnLst>
                                    <p:audio>
                                      <p:cMediaNode>
                                        <p:cTn display="0" masterRel="sameClick">
                                          <p:stCondLst>
                                            <p:cond evt="begin" delay="0">
                                              <p:tn val="77"/>
                                            </p:cond>
                                          </p:stCondLst>
                                          <p:endCondLst>
                                            <p:cond evt="onStopAudio" delay="0">
                                              <p:tgtEl>
                                                <p:sldTgt/>
                                              </p:tgtEl>
                                            </p:cond>
                                          </p:endCondLst>
                                        </p:cTn>
                                        <p:tgtEl>
                                          <p:sndTgt r:embed="rId3" name="CAMERA.WAV"/>
                                        </p:tgtEl>
                                      </p:cMediaNode>
                                    </p:audio>
                                  </p:sub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wipe(left)">
                                      <p:cBhvr>
                                        <p:cTn id="84" dur="2000"/>
                                        <p:tgtEl>
                                          <p:spTgt spid="15"/>
                                        </p:tgtEl>
                                      </p:cBhvr>
                                    </p:animEffect>
                                  </p:childTnLst>
                                  <p:subTnLst>
                                    <p:audio>
                                      <p:cMediaNode>
                                        <p:cTn display="0" masterRel="sameClick">
                                          <p:stCondLst>
                                            <p:cond evt="begin" delay="0">
                                              <p:tn val="82"/>
                                            </p:cond>
                                          </p:stCondLst>
                                          <p:endCondLst>
                                            <p:cond evt="onStopAudio" delay="0">
                                              <p:tgtEl>
                                                <p:sldTgt/>
                                              </p:tgtEl>
                                            </p:cond>
                                          </p:endCondLst>
                                        </p:cTn>
                                        <p:tgtEl>
                                          <p:sndTgt r:embed="rId3" name="CAMERA.WAV"/>
                                        </p:tgtEl>
                                      </p:cMediaNode>
                                    </p:audio>
                                  </p:sub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wipe(left)">
                                      <p:cBhvr>
                                        <p:cTn id="89" dur="2000"/>
                                        <p:tgtEl>
                                          <p:spTgt spid="18"/>
                                        </p:tgtEl>
                                      </p:cBhvr>
                                    </p:animEffect>
                                  </p:childTnLst>
                                  <p:subTnLst>
                                    <p:audio>
                                      <p:cMediaNode>
                                        <p:cTn display="0" masterRel="sameClick">
                                          <p:stCondLst>
                                            <p:cond evt="begin" delay="0">
                                              <p:tn val="87"/>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8" grpId="0"/>
      <p:bldP spid="13" grpId="0"/>
      <p:bldP spid="19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7369405" cy="936347"/>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   </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已知悬臂梁受力如图示，</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q</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l</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EI</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均为已知。求</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C</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截面的挠度</a:t>
            </a:r>
            <a:r>
              <a:rPr kumimoji="0" lang="en-US" altLang="zh-CN" sz="2400" b="0" i="1" u="none" strike="noStrike" kern="1200" cap="none" spc="0" normalizeH="0" baseline="0" noProof="0" dirty="0" err="1">
                <a:ln>
                  <a:noFill/>
                </a:ln>
                <a:solidFill>
                  <a:srgbClr val="000000"/>
                </a:solidFill>
                <a:effectLst/>
                <a:uLnTx/>
                <a:uFillTx/>
                <a:latin typeface="+mn-lt"/>
                <a:ea typeface="黑体" panose="02010609060101010101" pitchFamily="49" charset="-122"/>
              </a:rPr>
              <a:t>y</a:t>
            </a:r>
            <a:r>
              <a:rPr kumimoji="0" lang="en-US" altLang="zh-CN" sz="2400" b="0" i="1" u="none" strike="noStrike" kern="1200" cap="none" spc="0" normalizeH="0" baseline="-25000" noProof="0" dirty="0" err="1">
                <a:ln>
                  <a:noFill/>
                </a:ln>
                <a:solidFill>
                  <a:srgbClr val="000000"/>
                </a:solidFill>
                <a:effectLst/>
                <a:uLnTx/>
                <a:uFillTx/>
                <a:latin typeface="+mn-lt"/>
                <a:ea typeface="黑体" panose="02010609060101010101" pitchFamily="49" charset="-122"/>
              </a:rPr>
              <a:t>C</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和转角</a:t>
            </a:r>
            <a:r>
              <a:rPr kumimoji="0" lang="zh-CN" altLang="en-US" sz="2400" b="0" i="1" u="none" strike="noStrike" kern="1200" cap="none" spc="0" normalizeH="0" baseline="0" noProof="0" dirty="0">
                <a:ln>
                  <a:noFill/>
                </a:ln>
                <a:solidFill>
                  <a:srgbClr val="000000"/>
                </a:solidFill>
                <a:effectLst/>
                <a:uLnTx/>
                <a:uFillTx/>
                <a:latin typeface="+mn-lt"/>
                <a:ea typeface="黑体" panose="02010609060101010101" pitchFamily="49" charset="-122"/>
                <a:sym typeface="Symbol" pitchFamily="18" charset="2"/>
              </a:rPr>
              <a:t></a:t>
            </a:r>
            <a:r>
              <a:rPr kumimoji="0" lang="en-US" altLang="zh-CN" sz="2400" b="0" i="1" u="none" strike="noStrike" kern="1200" cap="none" spc="0" normalizeH="0" baseline="-25000" noProof="0" dirty="0">
                <a:ln>
                  <a:noFill/>
                </a:ln>
                <a:solidFill>
                  <a:srgbClr val="000000"/>
                </a:solidFill>
                <a:effectLst/>
                <a:uLnTx/>
                <a:uFillTx/>
                <a:latin typeface="+mn-lt"/>
                <a:ea typeface="黑体" panose="02010609060101010101" pitchFamily="49" charset="-122"/>
                <a:sym typeface="Symbol" pitchFamily="18" charset="2"/>
              </a:rPr>
              <a:t>C</a:t>
            </a:r>
            <a:r>
              <a:rPr kumimoji="0" lang="zh-CN" altLang="en-US" sz="2400" b="1" i="1" u="none" strike="noStrike" kern="1200" cap="none" spc="0" normalizeH="0" baseline="-25000" noProof="0" dirty="0">
                <a:ln>
                  <a:noFill/>
                </a:ln>
                <a:solidFill>
                  <a:srgbClr val="000000"/>
                </a:solidFill>
                <a:effectLst/>
                <a:uLnTx/>
                <a:uFillTx/>
                <a:latin typeface="+mn-lt"/>
                <a:ea typeface="黑体" panose="02010609060101010101" pitchFamily="49" charset="-122"/>
                <a:sym typeface="Symbol" pitchFamily="18" charset="2"/>
              </a:rPr>
              <a:t>。</a:t>
            </a:r>
            <a:r>
              <a:rPr kumimoji="1" lang="zh-CN" altLang="en-US" sz="2400" i="0" u="none" strike="noStrike" kern="1200" cap="none" spc="0" normalizeH="0" baseline="0" noProof="0" dirty="0">
                <a:ln>
                  <a:noFill/>
                </a:ln>
                <a:solidFill>
                  <a:schemeClr val="tx1"/>
                </a:solidFill>
                <a:effectLst/>
                <a:uLnTx/>
                <a:uFillTx/>
                <a:latin typeface="+mn-lt"/>
                <a:ea typeface="黑体" panose="02010609060101010101" pitchFamily="49" charset="-122"/>
              </a:rPr>
              <a:t> </a:t>
            </a:r>
            <a:endParaRPr lang="zh-CN" altLang="en-US"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8138492" y="908720"/>
            <a:ext cx="3862165" cy="5256584"/>
          </a:xfrm>
          <a:prstGeom prst="rect">
            <a:avLst/>
          </a:prstGeom>
          <a:solidFill>
            <a:srgbClr val="B9CDE5"/>
          </a:solidFill>
          <a:ln>
            <a:noFill/>
          </a:ln>
          <a:effectLst/>
        </p:spPr>
        <p:txBody>
          <a:bodyPr wrap="none" anchor="ctr"/>
          <a:lstStyle/>
          <a:p>
            <a:endParaRPr lang="zh-CN" altLang="en-US"/>
          </a:p>
        </p:txBody>
      </p:sp>
      <p:grpSp>
        <p:nvGrpSpPr>
          <p:cNvPr id="14" name="组合 13">
            <a:extLst>
              <a:ext uri="{FF2B5EF4-FFF2-40B4-BE49-F238E27FC236}">
                <a16:creationId xmlns:a16="http://schemas.microsoft.com/office/drawing/2014/main" id="{30C67F60-06FC-3DD9-34E2-35AF038FB665}"/>
              </a:ext>
            </a:extLst>
          </p:cNvPr>
          <p:cNvGrpSpPr/>
          <p:nvPr/>
        </p:nvGrpSpPr>
        <p:grpSpPr>
          <a:xfrm>
            <a:off x="8608125" y="1724928"/>
            <a:ext cx="2694500" cy="293887"/>
            <a:chOff x="929230" y="2154123"/>
            <a:chExt cx="2694500" cy="293887"/>
          </a:xfrm>
        </p:grpSpPr>
        <p:cxnSp>
          <p:nvCxnSpPr>
            <p:cNvPr id="16" name="直接连接符 15">
              <a:extLst>
                <a:ext uri="{FF2B5EF4-FFF2-40B4-BE49-F238E27FC236}">
                  <a16:creationId xmlns:a16="http://schemas.microsoft.com/office/drawing/2014/main" id="{BA111051-9B8E-186F-CF98-2EB2C2247C7B}"/>
                </a:ext>
              </a:extLst>
            </p:cNvPr>
            <p:cNvCxnSpPr/>
            <p:nvPr/>
          </p:nvCxnSpPr>
          <p:spPr bwMode="auto">
            <a:xfrm>
              <a:off x="929230" y="2216018"/>
              <a:ext cx="0" cy="231992"/>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E57FF730-5D9F-F301-AEE5-09A22F920E54}"/>
                </a:ext>
              </a:extLst>
            </p:cNvPr>
            <p:cNvCxnSpPr/>
            <p:nvPr/>
          </p:nvCxnSpPr>
          <p:spPr bwMode="auto">
            <a:xfrm>
              <a:off x="3619804" y="2277284"/>
              <a:ext cx="0" cy="145623"/>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2629800F-B7C7-371A-224C-CB8CDA9C3478}"/>
                </a:ext>
              </a:extLst>
            </p:cNvPr>
            <p:cNvCxnSpPr/>
            <p:nvPr/>
          </p:nvCxnSpPr>
          <p:spPr bwMode="auto">
            <a:xfrm>
              <a:off x="2282129" y="2383808"/>
              <a:ext cx="1341601"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7FFEBB6B-755B-0450-2FF4-D84879A0120C}"/>
                </a:ext>
              </a:extLst>
            </p:cNvPr>
            <p:cNvCxnSpPr/>
            <p:nvPr/>
          </p:nvCxnSpPr>
          <p:spPr bwMode="auto">
            <a:xfrm flipH="1">
              <a:off x="932326" y="2385284"/>
              <a:ext cx="1346444"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接连接符 21">
              <a:extLst>
                <a:ext uri="{FF2B5EF4-FFF2-40B4-BE49-F238E27FC236}">
                  <a16:creationId xmlns:a16="http://schemas.microsoft.com/office/drawing/2014/main" id="{ED3E0D4B-24A7-6610-F40C-F58A8205A9BE}"/>
                </a:ext>
              </a:extLst>
            </p:cNvPr>
            <p:cNvCxnSpPr/>
            <p:nvPr/>
          </p:nvCxnSpPr>
          <p:spPr bwMode="auto">
            <a:xfrm flipH="1" flipV="1">
              <a:off x="2278770" y="2238872"/>
              <a:ext cx="1854" cy="209138"/>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3" name="Text Box 106">
              <a:extLst>
                <a:ext uri="{FF2B5EF4-FFF2-40B4-BE49-F238E27FC236}">
                  <a16:creationId xmlns:a16="http://schemas.microsoft.com/office/drawing/2014/main" id="{FA87745D-BF69-FF05-815A-32F6E90A348F}"/>
                </a:ext>
              </a:extLst>
            </p:cNvPr>
            <p:cNvSpPr txBox="1">
              <a:spLocks noChangeArrowheads="1"/>
            </p:cNvSpPr>
            <p:nvPr/>
          </p:nvSpPr>
          <p:spPr bwMode="auto">
            <a:xfrm>
              <a:off x="1437154" y="2160414"/>
              <a:ext cx="334476" cy="223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noAutofit/>
            </a:bodyPr>
            <a:lstStyle/>
            <a:p>
              <a:pPr algn="ctr">
                <a:lnSpc>
                  <a:spcPct val="100000"/>
                </a:lnSpc>
                <a:buNone/>
                <a:defRPr/>
              </a:pPr>
              <a:r>
                <a:rPr lang="en-US" altLang="zh-CN" sz="1600" b="0" i="1" baseline="-25000" dirty="0">
                  <a:solidFill>
                    <a:schemeClr val="tx1"/>
                  </a:solidFill>
                  <a:latin typeface="Times New Roman" pitchFamily="18" charset="0"/>
                  <a:ea typeface="+mn-ea"/>
                  <a:cs typeface="Times New Roman" pitchFamily="18" charset="0"/>
                </a:rPr>
                <a:t>l</a:t>
              </a:r>
              <a:r>
                <a:rPr lang="en-US" altLang="zh-CN" sz="1600" b="0" baseline="-25000" dirty="0">
                  <a:solidFill>
                    <a:schemeClr val="tx1"/>
                  </a:solidFill>
                  <a:latin typeface="Times New Roman" pitchFamily="18" charset="0"/>
                  <a:ea typeface="+mn-ea"/>
                  <a:cs typeface="Times New Roman" pitchFamily="18" charset="0"/>
                </a:rPr>
                <a:t>/</a:t>
              </a:r>
              <a:r>
                <a:rPr lang="en-US" altLang="zh-CN" sz="1600" b="0" i="0" baseline="-25000" dirty="0">
                  <a:solidFill>
                    <a:schemeClr val="tx1"/>
                  </a:solidFill>
                  <a:latin typeface="Times New Roman" pitchFamily="18" charset="0"/>
                  <a:ea typeface="+mn-ea"/>
                  <a:cs typeface="Times New Roman" pitchFamily="18" charset="0"/>
                </a:rPr>
                <a:t>2</a:t>
              </a:r>
              <a:endParaRPr lang="zh-CN" altLang="en-US" sz="1600" b="0" i="0" baseline="-25000" dirty="0">
                <a:solidFill>
                  <a:schemeClr val="tx1"/>
                </a:solidFill>
                <a:latin typeface="Times New Roman" pitchFamily="18" charset="0"/>
                <a:ea typeface="+mn-ea"/>
                <a:cs typeface="Times New Roman" pitchFamily="18" charset="0"/>
              </a:endParaRPr>
            </a:p>
          </p:txBody>
        </p:sp>
        <p:sp>
          <p:nvSpPr>
            <p:cNvPr id="24" name="Text Box 106">
              <a:extLst>
                <a:ext uri="{FF2B5EF4-FFF2-40B4-BE49-F238E27FC236}">
                  <a16:creationId xmlns:a16="http://schemas.microsoft.com/office/drawing/2014/main" id="{F6F5A201-4075-9006-689F-D59FA227357A}"/>
                </a:ext>
              </a:extLst>
            </p:cNvPr>
            <p:cNvSpPr txBox="1">
              <a:spLocks noChangeArrowheads="1"/>
            </p:cNvSpPr>
            <p:nvPr/>
          </p:nvSpPr>
          <p:spPr bwMode="auto">
            <a:xfrm>
              <a:off x="2773065" y="2154123"/>
              <a:ext cx="334476" cy="223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noAutofit/>
            </a:bodyPr>
            <a:lstStyle/>
            <a:p>
              <a:pPr algn="ctr">
                <a:lnSpc>
                  <a:spcPct val="100000"/>
                </a:lnSpc>
                <a:buNone/>
                <a:defRPr/>
              </a:pPr>
              <a:r>
                <a:rPr lang="en-US" altLang="zh-CN" sz="1600" b="0" i="1" baseline="-25000" dirty="0">
                  <a:solidFill>
                    <a:schemeClr val="tx1"/>
                  </a:solidFill>
                  <a:latin typeface="Times New Roman" pitchFamily="18" charset="0"/>
                  <a:ea typeface="+mn-ea"/>
                  <a:cs typeface="Times New Roman" pitchFamily="18" charset="0"/>
                </a:rPr>
                <a:t>l</a:t>
              </a:r>
              <a:r>
                <a:rPr lang="en-US" altLang="zh-CN" sz="1600" b="0" baseline="-25000" dirty="0">
                  <a:solidFill>
                    <a:schemeClr val="tx1"/>
                  </a:solidFill>
                  <a:latin typeface="Times New Roman" pitchFamily="18" charset="0"/>
                  <a:ea typeface="+mn-ea"/>
                  <a:cs typeface="Times New Roman" pitchFamily="18" charset="0"/>
                </a:rPr>
                <a:t>/</a:t>
              </a:r>
              <a:r>
                <a:rPr lang="en-US" altLang="zh-CN" sz="1600" b="0" i="0" baseline="-25000" dirty="0">
                  <a:solidFill>
                    <a:schemeClr val="tx1"/>
                  </a:solidFill>
                  <a:latin typeface="Times New Roman" pitchFamily="18" charset="0"/>
                  <a:ea typeface="+mn-ea"/>
                  <a:cs typeface="Times New Roman" pitchFamily="18" charset="0"/>
                </a:rPr>
                <a:t>2</a:t>
              </a:r>
              <a:endParaRPr lang="zh-CN" altLang="en-US" sz="1600" b="0" i="0" baseline="-25000" dirty="0">
                <a:solidFill>
                  <a:schemeClr val="tx1"/>
                </a:solidFill>
                <a:latin typeface="Times New Roman" pitchFamily="18" charset="0"/>
                <a:ea typeface="+mn-ea"/>
                <a:cs typeface="Times New Roman" pitchFamily="18" charset="0"/>
              </a:endParaRPr>
            </a:p>
          </p:txBody>
        </p:sp>
      </p:grpSp>
      <p:sp>
        <p:nvSpPr>
          <p:cNvPr id="25" name="Text Box 106">
            <a:extLst>
              <a:ext uri="{FF2B5EF4-FFF2-40B4-BE49-F238E27FC236}">
                <a16:creationId xmlns:a16="http://schemas.microsoft.com/office/drawing/2014/main" id="{9054825A-5AA2-4873-3FDE-53FC49DBB1C1}"/>
              </a:ext>
            </a:extLst>
          </p:cNvPr>
          <p:cNvSpPr txBox="1">
            <a:spLocks noChangeArrowheads="1"/>
          </p:cNvSpPr>
          <p:nvPr/>
        </p:nvSpPr>
        <p:spPr bwMode="auto">
          <a:xfrm>
            <a:off x="8492403" y="1327455"/>
            <a:ext cx="481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A</a:t>
            </a:r>
            <a:endParaRPr lang="zh-CN" altLang="en-US" b="0" dirty="0"/>
          </a:p>
        </p:txBody>
      </p:sp>
      <p:cxnSp>
        <p:nvCxnSpPr>
          <p:cNvPr id="26" name="直接连接符 223">
            <a:extLst>
              <a:ext uri="{FF2B5EF4-FFF2-40B4-BE49-F238E27FC236}">
                <a16:creationId xmlns:a16="http://schemas.microsoft.com/office/drawing/2014/main" id="{F3C58FE0-1157-B8A0-5B0C-97D502A31095}"/>
              </a:ext>
            </a:extLst>
          </p:cNvPr>
          <p:cNvCxnSpPr>
            <a:cxnSpLocks noChangeShapeType="1"/>
          </p:cNvCxnSpPr>
          <p:nvPr/>
        </p:nvCxnSpPr>
        <p:spPr bwMode="auto">
          <a:xfrm>
            <a:off x="8601463" y="1579739"/>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Text Box 106">
            <a:extLst>
              <a:ext uri="{FF2B5EF4-FFF2-40B4-BE49-F238E27FC236}">
                <a16:creationId xmlns:a16="http://schemas.microsoft.com/office/drawing/2014/main" id="{912A9EDE-1F83-66E7-B3E4-7673B7C6F3FD}"/>
              </a:ext>
            </a:extLst>
          </p:cNvPr>
          <p:cNvSpPr txBox="1">
            <a:spLocks noChangeArrowheads="1"/>
          </p:cNvSpPr>
          <p:nvPr/>
        </p:nvSpPr>
        <p:spPr bwMode="auto">
          <a:xfrm>
            <a:off x="9620941" y="1329311"/>
            <a:ext cx="3572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rPr>
              <a:t>B</a:t>
            </a:r>
            <a:endParaRPr lang="zh-CN" altLang="en-US" sz="1600" b="0" i="1" dirty="0">
              <a:solidFill>
                <a:schemeClr val="tx1"/>
              </a:solidFill>
              <a:latin typeface="Times New Roman" pitchFamily="18" charset="0"/>
              <a:ea typeface="+mn-ea"/>
              <a:cs typeface="Times New Roman" pitchFamily="18" charset="0"/>
            </a:endParaRPr>
          </a:p>
        </p:txBody>
      </p:sp>
      <p:sp>
        <p:nvSpPr>
          <p:cNvPr id="28" name="Text Box 106">
            <a:extLst>
              <a:ext uri="{FF2B5EF4-FFF2-40B4-BE49-F238E27FC236}">
                <a16:creationId xmlns:a16="http://schemas.microsoft.com/office/drawing/2014/main" id="{99DBD2AB-5DE7-40E4-57D2-85CC97830161}"/>
              </a:ext>
            </a:extLst>
          </p:cNvPr>
          <p:cNvSpPr txBox="1">
            <a:spLocks noChangeArrowheads="1"/>
          </p:cNvSpPr>
          <p:nvPr/>
        </p:nvSpPr>
        <p:spPr bwMode="auto">
          <a:xfrm>
            <a:off x="11243115" y="1371298"/>
            <a:ext cx="3140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C</a:t>
            </a:r>
            <a:endParaRPr lang="zh-CN" altLang="en-US" b="0" dirty="0"/>
          </a:p>
        </p:txBody>
      </p:sp>
      <p:grpSp>
        <p:nvGrpSpPr>
          <p:cNvPr id="29" name="组合 28">
            <a:extLst>
              <a:ext uri="{FF2B5EF4-FFF2-40B4-BE49-F238E27FC236}">
                <a16:creationId xmlns:a16="http://schemas.microsoft.com/office/drawing/2014/main" id="{93369BC7-46D5-29E4-6E6C-824E082DAF73}"/>
              </a:ext>
            </a:extLst>
          </p:cNvPr>
          <p:cNvGrpSpPr/>
          <p:nvPr/>
        </p:nvGrpSpPr>
        <p:grpSpPr>
          <a:xfrm>
            <a:off x="8421443" y="1270940"/>
            <a:ext cx="180020" cy="600932"/>
            <a:chOff x="1601670" y="3098098"/>
            <a:chExt cx="180020" cy="600932"/>
          </a:xfrm>
        </p:grpSpPr>
        <p:sp>
          <p:nvSpPr>
            <p:cNvPr id="30" name="矩形 29">
              <a:extLst>
                <a:ext uri="{FF2B5EF4-FFF2-40B4-BE49-F238E27FC236}">
                  <a16:creationId xmlns:a16="http://schemas.microsoft.com/office/drawing/2014/main" id="{03029024-3A2B-D7EA-3ABF-34631FC82300}"/>
                </a:ext>
              </a:extLst>
            </p:cNvPr>
            <p:cNvSpPr/>
            <p:nvPr/>
          </p:nvSpPr>
          <p:spPr bwMode="auto">
            <a:xfrm>
              <a:off x="1601670" y="3098098"/>
              <a:ext cx="180020" cy="600932"/>
            </a:xfrm>
            <a:prstGeom prst="rect">
              <a:avLst/>
            </a:prstGeom>
            <a:pattFill prst="ltUpDiag">
              <a:fgClr>
                <a:schemeClr val="tx1"/>
              </a:fgClr>
              <a:bgClr>
                <a:schemeClr val="bg1"/>
              </a:bgClr>
            </a:patt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30000"/>
                </a:spcBef>
                <a:spcAft>
                  <a:spcPct val="0"/>
                </a:spcAft>
                <a:buClr>
                  <a:schemeClr val="hlink"/>
                </a:buClr>
                <a:buSzPct val="62000"/>
                <a:buFont typeface="Wingdings" pitchFamily="2" charset="2"/>
                <a:buNone/>
                <a:tabLst/>
              </a:pPr>
              <a:endParaRPr kumimoji="0" lang="zh-CN" altLang="en-US" sz="2800" b="0" i="0" u="none" strike="noStrike" cap="none" normalizeH="0" baseline="0">
                <a:ln>
                  <a:noFill/>
                </a:ln>
                <a:solidFill>
                  <a:schemeClr val="tx1"/>
                </a:solidFill>
                <a:effectLst/>
                <a:latin typeface="Times New Roman" pitchFamily="18" charset="0"/>
                <a:ea typeface="宋体" pitchFamily="2" charset="-122"/>
              </a:endParaRPr>
            </a:p>
          </p:txBody>
        </p:sp>
        <p:cxnSp>
          <p:nvCxnSpPr>
            <p:cNvPr id="31" name="直接连接符 223">
              <a:extLst>
                <a:ext uri="{FF2B5EF4-FFF2-40B4-BE49-F238E27FC236}">
                  <a16:creationId xmlns:a16="http://schemas.microsoft.com/office/drawing/2014/main" id="{25722799-B4CE-3D99-D03E-72A2CF5748C6}"/>
                </a:ext>
              </a:extLst>
            </p:cNvPr>
            <p:cNvCxnSpPr>
              <a:cxnSpLocks noChangeShapeType="1"/>
            </p:cNvCxnSpPr>
            <p:nvPr/>
          </p:nvCxnSpPr>
          <p:spPr bwMode="auto">
            <a:xfrm>
              <a:off x="1781690" y="3114765"/>
              <a:ext cx="0" cy="58426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2" name="组合 31">
            <a:extLst>
              <a:ext uri="{FF2B5EF4-FFF2-40B4-BE49-F238E27FC236}">
                <a16:creationId xmlns:a16="http://schemas.microsoft.com/office/drawing/2014/main" id="{F4743A99-FA6E-A23B-DA32-2506EAF8EB52}"/>
              </a:ext>
            </a:extLst>
          </p:cNvPr>
          <p:cNvGrpSpPr/>
          <p:nvPr/>
        </p:nvGrpSpPr>
        <p:grpSpPr>
          <a:xfrm>
            <a:off x="9940072" y="996437"/>
            <a:ext cx="1343137" cy="581090"/>
            <a:chOff x="2270854" y="1333931"/>
            <a:chExt cx="1351353" cy="581090"/>
          </a:xfrm>
        </p:grpSpPr>
        <p:grpSp>
          <p:nvGrpSpPr>
            <p:cNvPr id="33" name="组合 32">
              <a:extLst>
                <a:ext uri="{FF2B5EF4-FFF2-40B4-BE49-F238E27FC236}">
                  <a16:creationId xmlns:a16="http://schemas.microsoft.com/office/drawing/2014/main" id="{E1E12694-F6C9-5171-EE59-64C244D57195}"/>
                </a:ext>
              </a:extLst>
            </p:cNvPr>
            <p:cNvGrpSpPr/>
            <p:nvPr/>
          </p:nvGrpSpPr>
          <p:grpSpPr>
            <a:xfrm>
              <a:off x="2270854" y="1589433"/>
              <a:ext cx="1351353" cy="325588"/>
              <a:chOff x="2270854" y="1589433"/>
              <a:chExt cx="1351353" cy="325588"/>
            </a:xfrm>
          </p:grpSpPr>
          <p:cxnSp>
            <p:nvCxnSpPr>
              <p:cNvPr id="35" name="直接连接符 223">
                <a:extLst>
                  <a:ext uri="{FF2B5EF4-FFF2-40B4-BE49-F238E27FC236}">
                    <a16:creationId xmlns:a16="http://schemas.microsoft.com/office/drawing/2014/main" id="{07B7D697-5A48-6876-F1A2-FA2485CA001B}"/>
                  </a:ext>
                </a:extLst>
              </p:cNvPr>
              <p:cNvCxnSpPr>
                <a:cxnSpLocks noChangeShapeType="1"/>
              </p:cNvCxnSpPr>
              <p:nvPr/>
            </p:nvCxnSpPr>
            <p:spPr bwMode="auto">
              <a:xfrm>
                <a:off x="2288198" y="1589433"/>
                <a:ext cx="1331585" cy="0"/>
              </a:xfrm>
              <a:prstGeom prst="line">
                <a:avLst/>
              </a:prstGeom>
              <a:noFill/>
              <a:ln w="19050" cap="sq"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250">
                <a:extLst>
                  <a:ext uri="{FF2B5EF4-FFF2-40B4-BE49-F238E27FC236}">
                    <a16:creationId xmlns:a16="http://schemas.microsoft.com/office/drawing/2014/main" id="{7E012ADF-58BB-3897-2A30-1329B36C940F}"/>
                  </a:ext>
                </a:extLst>
              </p:cNvPr>
              <p:cNvCxnSpPr>
                <a:cxnSpLocks noChangeShapeType="1"/>
              </p:cNvCxnSpPr>
              <p:nvPr/>
            </p:nvCxnSpPr>
            <p:spPr bwMode="auto">
              <a:xfrm>
                <a:off x="2270854"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箭头连接符 250">
                <a:extLst>
                  <a:ext uri="{FF2B5EF4-FFF2-40B4-BE49-F238E27FC236}">
                    <a16:creationId xmlns:a16="http://schemas.microsoft.com/office/drawing/2014/main" id="{6BAD8F61-2663-5907-11EE-86B3776E9E74}"/>
                  </a:ext>
                </a:extLst>
              </p:cNvPr>
              <p:cNvCxnSpPr>
                <a:cxnSpLocks noChangeShapeType="1"/>
              </p:cNvCxnSpPr>
              <p:nvPr/>
            </p:nvCxnSpPr>
            <p:spPr bwMode="auto">
              <a:xfrm>
                <a:off x="2441116"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箭头连接符 250">
                <a:extLst>
                  <a:ext uri="{FF2B5EF4-FFF2-40B4-BE49-F238E27FC236}">
                    <a16:creationId xmlns:a16="http://schemas.microsoft.com/office/drawing/2014/main" id="{D1680C10-9540-FEFF-ABE8-458195228B71}"/>
                  </a:ext>
                </a:extLst>
              </p:cNvPr>
              <p:cNvCxnSpPr>
                <a:cxnSpLocks noChangeShapeType="1"/>
              </p:cNvCxnSpPr>
              <p:nvPr/>
            </p:nvCxnSpPr>
            <p:spPr bwMode="auto">
              <a:xfrm>
                <a:off x="2612147"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接箭头连接符 250">
                <a:extLst>
                  <a:ext uri="{FF2B5EF4-FFF2-40B4-BE49-F238E27FC236}">
                    <a16:creationId xmlns:a16="http://schemas.microsoft.com/office/drawing/2014/main" id="{E0725EDE-A028-EC1F-76D8-F412C2CEBE7E}"/>
                  </a:ext>
                </a:extLst>
              </p:cNvPr>
              <p:cNvCxnSpPr>
                <a:cxnSpLocks noChangeShapeType="1"/>
              </p:cNvCxnSpPr>
              <p:nvPr/>
            </p:nvCxnSpPr>
            <p:spPr bwMode="auto">
              <a:xfrm>
                <a:off x="2782409"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250">
                <a:extLst>
                  <a:ext uri="{FF2B5EF4-FFF2-40B4-BE49-F238E27FC236}">
                    <a16:creationId xmlns:a16="http://schemas.microsoft.com/office/drawing/2014/main" id="{B00DBAF3-B682-71CE-F833-3CDE0107F5C2}"/>
                  </a:ext>
                </a:extLst>
              </p:cNvPr>
              <p:cNvCxnSpPr>
                <a:cxnSpLocks noChangeShapeType="1"/>
              </p:cNvCxnSpPr>
              <p:nvPr/>
            </p:nvCxnSpPr>
            <p:spPr bwMode="auto">
              <a:xfrm>
                <a:off x="2945468"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箭头连接符 250">
                <a:extLst>
                  <a:ext uri="{FF2B5EF4-FFF2-40B4-BE49-F238E27FC236}">
                    <a16:creationId xmlns:a16="http://schemas.microsoft.com/office/drawing/2014/main" id="{9E222F93-799F-21C8-E09C-5B9CEDADF01C}"/>
                  </a:ext>
                </a:extLst>
              </p:cNvPr>
              <p:cNvCxnSpPr>
                <a:cxnSpLocks noChangeShapeType="1"/>
              </p:cNvCxnSpPr>
              <p:nvPr/>
            </p:nvCxnSpPr>
            <p:spPr bwMode="auto">
              <a:xfrm>
                <a:off x="3115729"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直接箭头连接符 250">
                <a:extLst>
                  <a:ext uri="{FF2B5EF4-FFF2-40B4-BE49-F238E27FC236}">
                    <a16:creationId xmlns:a16="http://schemas.microsoft.com/office/drawing/2014/main" id="{3C30DF20-B8F4-3A46-A222-25813339FCFD}"/>
                  </a:ext>
                </a:extLst>
              </p:cNvPr>
              <p:cNvCxnSpPr>
                <a:cxnSpLocks noChangeShapeType="1"/>
              </p:cNvCxnSpPr>
              <p:nvPr/>
            </p:nvCxnSpPr>
            <p:spPr bwMode="auto">
              <a:xfrm>
                <a:off x="3286760"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箭头连接符 250">
                <a:extLst>
                  <a:ext uri="{FF2B5EF4-FFF2-40B4-BE49-F238E27FC236}">
                    <a16:creationId xmlns:a16="http://schemas.microsoft.com/office/drawing/2014/main" id="{7D056EDF-DEDC-2356-F02E-8A6E48989021}"/>
                  </a:ext>
                </a:extLst>
              </p:cNvPr>
              <p:cNvCxnSpPr>
                <a:cxnSpLocks noChangeShapeType="1"/>
              </p:cNvCxnSpPr>
              <p:nvPr/>
            </p:nvCxnSpPr>
            <p:spPr bwMode="auto">
              <a:xfrm>
                <a:off x="3457022"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接箭头连接符 250">
                <a:extLst>
                  <a:ext uri="{FF2B5EF4-FFF2-40B4-BE49-F238E27FC236}">
                    <a16:creationId xmlns:a16="http://schemas.microsoft.com/office/drawing/2014/main" id="{3EA847B3-9E5E-FCE1-216E-D1B7D9948018}"/>
                  </a:ext>
                </a:extLst>
              </p:cNvPr>
              <p:cNvCxnSpPr>
                <a:cxnSpLocks noChangeShapeType="1"/>
              </p:cNvCxnSpPr>
              <p:nvPr/>
            </p:nvCxnSpPr>
            <p:spPr bwMode="auto">
              <a:xfrm>
                <a:off x="3622207" y="159181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4" name="Text Box 106">
              <a:extLst>
                <a:ext uri="{FF2B5EF4-FFF2-40B4-BE49-F238E27FC236}">
                  <a16:creationId xmlns:a16="http://schemas.microsoft.com/office/drawing/2014/main" id="{18730791-5CBC-DC01-9426-9FCE693CCBE5}"/>
                </a:ext>
              </a:extLst>
            </p:cNvPr>
            <p:cNvSpPr txBox="1">
              <a:spLocks noChangeArrowheads="1"/>
            </p:cNvSpPr>
            <p:nvPr/>
          </p:nvSpPr>
          <p:spPr bwMode="auto">
            <a:xfrm>
              <a:off x="2827655" y="1333931"/>
              <a:ext cx="29528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FF0000"/>
                  </a:solidFill>
                  <a:latin typeface="Times New Roman" pitchFamily="18" charset="0"/>
                  <a:ea typeface="+mn-ea"/>
                  <a:cs typeface="Times New Roman" pitchFamily="18" charset="0"/>
                </a:rPr>
                <a:t>q</a:t>
              </a:r>
              <a:endParaRPr lang="zh-CN" altLang="en-US" sz="1600" b="0" dirty="0">
                <a:solidFill>
                  <a:srgbClr val="FF0000"/>
                </a:solidFill>
                <a:latin typeface="Times New Roman" pitchFamily="18" charset="0"/>
                <a:ea typeface="+mn-ea"/>
                <a:cs typeface="Times New Roman" pitchFamily="18" charset="0"/>
              </a:endParaRPr>
            </a:p>
          </p:txBody>
        </p:sp>
      </p:grpSp>
      <p:sp>
        <p:nvSpPr>
          <p:cNvPr id="45" name="任意多边形 37">
            <a:extLst>
              <a:ext uri="{FF2B5EF4-FFF2-40B4-BE49-F238E27FC236}">
                <a16:creationId xmlns:a16="http://schemas.microsoft.com/office/drawing/2014/main" id="{971E4AB4-0FDB-27EC-E9D9-067A2F0849FE}"/>
              </a:ext>
            </a:extLst>
          </p:cNvPr>
          <p:cNvSpPr/>
          <p:nvPr/>
        </p:nvSpPr>
        <p:spPr>
          <a:xfrm>
            <a:off x="8608222" y="1579264"/>
            <a:ext cx="2690812" cy="371475"/>
          </a:xfrm>
          <a:custGeom>
            <a:avLst/>
            <a:gdLst>
              <a:gd name="connsiteX0" fmla="*/ 0 w 2690812"/>
              <a:gd name="connsiteY0" fmla="*/ 0 h 371475"/>
              <a:gd name="connsiteX1" fmla="*/ 1338262 w 2690812"/>
              <a:gd name="connsiteY1" fmla="*/ 66675 h 371475"/>
              <a:gd name="connsiteX2" fmla="*/ 2690812 w 2690812"/>
              <a:gd name="connsiteY2" fmla="*/ 371475 h 371475"/>
            </a:gdLst>
            <a:ahLst/>
            <a:cxnLst>
              <a:cxn ang="0">
                <a:pos x="connsiteX0" y="connsiteY0"/>
              </a:cxn>
              <a:cxn ang="0">
                <a:pos x="connsiteX1" y="connsiteY1"/>
              </a:cxn>
              <a:cxn ang="0">
                <a:pos x="connsiteX2" y="connsiteY2"/>
              </a:cxn>
            </a:cxnLst>
            <a:rect l="l" t="t" r="r" b="b"/>
            <a:pathLst>
              <a:path w="2690812" h="371475">
                <a:moveTo>
                  <a:pt x="0" y="0"/>
                </a:moveTo>
                <a:cubicBezTo>
                  <a:pt x="444896" y="2381"/>
                  <a:pt x="889793" y="4763"/>
                  <a:pt x="1338262" y="66675"/>
                </a:cubicBezTo>
                <a:cubicBezTo>
                  <a:pt x="1786731" y="128587"/>
                  <a:pt x="2690812" y="371475"/>
                  <a:pt x="2690812" y="371475"/>
                </a:cubicBezTo>
              </a:path>
            </a:pathLst>
          </a:custGeom>
          <a:noFill/>
          <a:ln>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00FF"/>
                </a:solidFill>
              </a:ln>
            </a:endParaRPr>
          </a:p>
        </p:txBody>
      </p:sp>
      <p:sp>
        <p:nvSpPr>
          <p:cNvPr id="46" name="Text Box 106">
            <a:extLst>
              <a:ext uri="{FF2B5EF4-FFF2-40B4-BE49-F238E27FC236}">
                <a16:creationId xmlns:a16="http://schemas.microsoft.com/office/drawing/2014/main" id="{6B0D415B-EA9E-E802-B61B-2CD734218065}"/>
              </a:ext>
            </a:extLst>
          </p:cNvPr>
          <p:cNvSpPr txBox="1">
            <a:spLocks noChangeArrowheads="1"/>
          </p:cNvSpPr>
          <p:nvPr/>
        </p:nvSpPr>
        <p:spPr bwMode="auto">
          <a:xfrm>
            <a:off x="11576028" y="1856092"/>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a:t>
            </a:r>
            <a:r>
              <a:rPr lang="en-US" altLang="zh-CN" sz="1600" b="0" i="1" baseline="-25000" dirty="0">
                <a:solidFill>
                  <a:schemeClr val="tx1"/>
                </a:solidFill>
                <a:latin typeface="Times New Roman" pitchFamily="18" charset="0"/>
                <a:ea typeface="+mn-ea"/>
                <a:cs typeface="Times New Roman" pitchFamily="18" charset="0"/>
                <a:sym typeface="Symbol"/>
              </a:rPr>
              <a:t>C</a:t>
            </a:r>
            <a:endParaRPr lang="zh-CN" altLang="en-US" sz="1600" b="0" i="1" baseline="-25000" dirty="0">
              <a:solidFill>
                <a:schemeClr val="tx1"/>
              </a:solidFill>
              <a:latin typeface="Times New Roman" pitchFamily="18" charset="0"/>
              <a:ea typeface="+mn-ea"/>
              <a:cs typeface="Times New Roman" pitchFamily="18" charset="0"/>
            </a:endParaRPr>
          </a:p>
        </p:txBody>
      </p:sp>
      <p:cxnSp>
        <p:nvCxnSpPr>
          <p:cNvPr id="47" name="直接连接符 46">
            <a:extLst>
              <a:ext uri="{FF2B5EF4-FFF2-40B4-BE49-F238E27FC236}">
                <a16:creationId xmlns:a16="http://schemas.microsoft.com/office/drawing/2014/main" id="{D738525E-9EA0-BC22-0543-19950A606567}"/>
              </a:ext>
            </a:extLst>
          </p:cNvPr>
          <p:cNvCxnSpPr/>
          <p:nvPr/>
        </p:nvCxnSpPr>
        <p:spPr>
          <a:xfrm>
            <a:off x="11283209" y="1943282"/>
            <a:ext cx="580851" cy="197758"/>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49" name="任意多边形 40">
            <a:extLst>
              <a:ext uri="{FF2B5EF4-FFF2-40B4-BE49-F238E27FC236}">
                <a16:creationId xmlns:a16="http://schemas.microsoft.com/office/drawing/2014/main" id="{91C4E5EF-AD10-EEDF-7B2B-9447BDF5CC8E}"/>
              </a:ext>
            </a:extLst>
          </p:cNvPr>
          <p:cNvSpPr/>
          <p:nvPr/>
        </p:nvSpPr>
        <p:spPr>
          <a:xfrm flipV="1">
            <a:off x="11631968" y="1948322"/>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1" name="直接连接符 50">
            <a:extLst>
              <a:ext uri="{FF2B5EF4-FFF2-40B4-BE49-F238E27FC236}">
                <a16:creationId xmlns:a16="http://schemas.microsoft.com/office/drawing/2014/main" id="{C6D2FBA9-11FF-B1F1-3365-05A1D113BB74}"/>
              </a:ext>
            </a:extLst>
          </p:cNvPr>
          <p:cNvCxnSpPr/>
          <p:nvPr/>
        </p:nvCxnSpPr>
        <p:spPr>
          <a:xfrm>
            <a:off x="11280800" y="1940127"/>
            <a:ext cx="696404" cy="0"/>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92" name="组合 91">
            <a:extLst>
              <a:ext uri="{FF2B5EF4-FFF2-40B4-BE49-F238E27FC236}">
                <a16:creationId xmlns:a16="http://schemas.microsoft.com/office/drawing/2014/main" id="{9D15D601-FA60-3B4D-F5DA-0CC63B447A8C}"/>
              </a:ext>
            </a:extLst>
          </p:cNvPr>
          <p:cNvGrpSpPr/>
          <p:nvPr/>
        </p:nvGrpSpPr>
        <p:grpSpPr>
          <a:xfrm rot="16200000" flipH="1">
            <a:off x="11284278" y="1575789"/>
            <a:ext cx="362145" cy="369100"/>
            <a:chOff x="2580935" y="4075852"/>
            <a:chExt cx="1049564" cy="369100"/>
          </a:xfrm>
        </p:grpSpPr>
        <p:cxnSp>
          <p:nvCxnSpPr>
            <p:cNvPr id="190" name="直接连接符 189">
              <a:extLst>
                <a:ext uri="{FF2B5EF4-FFF2-40B4-BE49-F238E27FC236}">
                  <a16:creationId xmlns:a16="http://schemas.microsoft.com/office/drawing/2014/main" id="{E30FF88F-1DC4-EAD9-A09C-A0C31BD3FEC4}"/>
                </a:ext>
              </a:extLst>
            </p:cNvPr>
            <p:cNvCxnSpPr/>
            <p:nvPr/>
          </p:nvCxnSpPr>
          <p:spPr bwMode="auto">
            <a:xfrm>
              <a:off x="2580935" y="4377400"/>
              <a:ext cx="1047710"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直接连接符 190">
              <a:extLst>
                <a:ext uri="{FF2B5EF4-FFF2-40B4-BE49-F238E27FC236}">
                  <a16:creationId xmlns:a16="http://schemas.microsoft.com/office/drawing/2014/main" id="{89371235-FFBC-6835-F74D-D877B43B2314}"/>
                </a:ext>
              </a:extLst>
            </p:cNvPr>
            <p:cNvCxnSpPr/>
            <p:nvPr/>
          </p:nvCxnSpPr>
          <p:spPr bwMode="auto">
            <a:xfrm>
              <a:off x="3628645" y="407585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直接连接符 191">
              <a:extLst>
                <a:ext uri="{FF2B5EF4-FFF2-40B4-BE49-F238E27FC236}">
                  <a16:creationId xmlns:a16="http://schemas.microsoft.com/office/drawing/2014/main" id="{1D48D130-8244-5F16-1336-9FC644591338}"/>
                </a:ext>
              </a:extLst>
            </p:cNvPr>
            <p:cNvCxnSpPr/>
            <p:nvPr/>
          </p:nvCxnSpPr>
          <p:spPr bwMode="auto">
            <a:xfrm>
              <a:off x="2592658" y="408491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3" name="Text Box 106">
            <a:extLst>
              <a:ext uri="{FF2B5EF4-FFF2-40B4-BE49-F238E27FC236}">
                <a16:creationId xmlns:a16="http://schemas.microsoft.com/office/drawing/2014/main" id="{E03CEE35-3925-7BAC-E855-7D1A991D579E}"/>
              </a:ext>
            </a:extLst>
          </p:cNvPr>
          <p:cNvSpPr txBox="1">
            <a:spLocks noChangeArrowheads="1"/>
          </p:cNvSpPr>
          <p:nvPr/>
        </p:nvSpPr>
        <p:spPr bwMode="auto">
          <a:xfrm>
            <a:off x="11504020" y="156426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err="1">
                <a:solidFill>
                  <a:schemeClr val="tx1"/>
                </a:solidFill>
                <a:latin typeface="Times New Roman" pitchFamily="18" charset="0"/>
                <a:ea typeface="+mn-ea"/>
                <a:cs typeface="Times New Roman" pitchFamily="18" charset="0"/>
                <a:sym typeface="Symbol"/>
              </a:rPr>
              <a:t>y</a:t>
            </a:r>
            <a:r>
              <a:rPr lang="en-US" altLang="zh-CN" sz="1600" b="0" i="1" baseline="-25000" dirty="0" err="1">
                <a:solidFill>
                  <a:schemeClr val="tx1"/>
                </a:solidFill>
                <a:latin typeface="Times New Roman" pitchFamily="18" charset="0"/>
                <a:ea typeface="+mn-ea"/>
                <a:cs typeface="Times New Roman" pitchFamily="18" charset="0"/>
                <a:sym typeface="Symbol"/>
              </a:rPr>
              <a:t>C</a:t>
            </a:r>
            <a:endParaRPr lang="zh-CN" altLang="en-US" sz="1600" b="0" i="1" baseline="-25000" dirty="0">
              <a:solidFill>
                <a:schemeClr val="tx1"/>
              </a:solidFill>
              <a:latin typeface="Times New Roman" pitchFamily="18" charset="0"/>
              <a:ea typeface="+mn-ea"/>
              <a:cs typeface="Times New Roman" pitchFamily="18" charset="0"/>
            </a:endParaRPr>
          </a:p>
        </p:txBody>
      </p:sp>
      <p:sp>
        <p:nvSpPr>
          <p:cNvPr id="194" name="Text Box 106">
            <a:extLst>
              <a:ext uri="{FF2B5EF4-FFF2-40B4-BE49-F238E27FC236}">
                <a16:creationId xmlns:a16="http://schemas.microsoft.com/office/drawing/2014/main" id="{962A249E-59A7-0818-E540-FE4F1D972CC3}"/>
              </a:ext>
            </a:extLst>
          </p:cNvPr>
          <p:cNvSpPr txBox="1">
            <a:spLocks noChangeArrowheads="1"/>
          </p:cNvSpPr>
          <p:nvPr/>
        </p:nvSpPr>
        <p:spPr bwMode="auto">
          <a:xfrm>
            <a:off x="8471116" y="2486814"/>
            <a:ext cx="481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A</a:t>
            </a:r>
            <a:endParaRPr lang="zh-CN" altLang="en-US" b="0" dirty="0"/>
          </a:p>
        </p:txBody>
      </p:sp>
      <p:cxnSp>
        <p:nvCxnSpPr>
          <p:cNvPr id="195" name="直接连接符 223">
            <a:extLst>
              <a:ext uri="{FF2B5EF4-FFF2-40B4-BE49-F238E27FC236}">
                <a16:creationId xmlns:a16="http://schemas.microsoft.com/office/drawing/2014/main" id="{52FCDFFE-B1C9-0A89-B830-37F8448FDD20}"/>
              </a:ext>
            </a:extLst>
          </p:cNvPr>
          <p:cNvCxnSpPr>
            <a:cxnSpLocks noChangeShapeType="1"/>
          </p:cNvCxnSpPr>
          <p:nvPr/>
        </p:nvCxnSpPr>
        <p:spPr bwMode="auto">
          <a:xfrm>
            <a:off x="8580176" y="2739098"/>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6" name="Text Box 106">
            <a:extLst>
              <a:ext uri="{FF2B5EF4-FFF2-40B4-BE49-F238E27FC236}">
                <a16:creationId xmlns:a16="http://schemas.microsoft.com/office/drawing/2014/main" id="{D5D909DE-8E86-CFD0-74F8-2C521E8CB939}"/>
              </a:ext>
            </a:extLst>
          </p:cNvPr>
          <p:cNvSpPr txBox="1">
            <a:spLocks noChangeArrowheads="1"/>
          </p:cNvSpPr>
          <p:nvPr/>
        </p:nvSpPr>
        <p:spPr bwMode="auto">
          <a:xfrm>
            <a:off x="9599654" y="2488670"/>
            <a:ext cx="3572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rPr>
              <a:t>B</a:t>
            </a:r>
            <a:endParaRPr lang="zh-CN" altLang="en-US" sz="1600" b="0" i="1" dirty="0">
              <a:solidFill>
                <a:schemeClr val="tx1"/>
              </a:solidFill>
              <a:latin typeface="Times New Roman" pitchFamily="18" charset="0"/>
              <a:ea typeface="+mn-ea"/>
              <a:cs typeface="Times New Roman" pitchFamily="18" charset="0"/>
            </a:endParaRPr>
          </a:p>
        </p:txBody>
      </p:sp>
      <p:sp>
        <p:nvSpPr>
          <p:cNvPr id="197" name="Text Box 106">
            <a:extLst>
              <a:ext uri="{FF2B5EF4-FFF2-40B4-BE49-F238E27FC236}">
                <a16:creationId xmlns:a16="http://schemas.microsoft.com/office/drawing/2014/main" id="{A7576CAB-FDBA-F6B4-9B37-33973808E937}"/>
              </a:ext>
            </a:extLst>
          </p:cNvPr>
          <p:cNvSpPr txBox="1">
            <a:spLocks noChangeArrowheads="1"/>
          </p:cNvSpPr>
          <p:nvPr/>
        </p:nvSpPr>
        <p:spPr bwMode="auto">
          <a:xfrm>
            <a:off x="11221828" y="2530657"/>
            <a:ext cx="3140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C</a:t>
            </a:r>
            <a:endParaRPr lang="zh-CN" altLang="en-US" b="0" dirty="0"/>
          </a:p>
        </p:txBody>
      </p:sp>
      <p:grpSp>
        <p:nvGrpSpPr>
          <p:cNvPr id="198" name="组合 197">
            <a:extLst>
              <a:ext uri="{FF2B5EF4-FFF2-40B4-BE49-F238E27FC236}">
                <a16:creationId xmlns:a16="http://schemas.microsoft.com/office/drawing/2014/main" id="{277AFA25-A02C-BC63-F8D5-F2352E4B7C1B}"/>
              </a:ext>
            </a:extLst>
          </p:cNvPr>
          <p:cNvGrpSpPr/>
          <p:nvPr/>
        </p:nvGrpSpPr>
        <p:grpSpPr>
          <a:xfrm>
            <a:off x="8400156" y="2430299"/>
            <a:ext cx="180020" cy="600932"/>
            <a:chOff x="1601670" y="3098098"/>
            <a:chExt cx="180020" cy="600932"/>
          </a:xfrm>
        </p:grpSpPr>
        <p:sp>
          <p:nvSpPr>
            <p:cNvPr id="199" name="矩形 198">
              <a:extLst>
                <a:ext uri="{FF2B5EF4-FFF2-40B4-BE49-F238E27FC236}">
                  <a16:creationId xmlns:a16="http://schemas.microsoft.com/office/drawing/2014/main" id="{C8464ED3-3CF4-286D-1A09-AC1C655279A7}"/>
                </a:ext>
              </a:extLst>
            </p:cNvPr>
            <p:cNvSpPr/>
            <p:nvPr/>
          </p:nvSpPr>
          <p:spPr bwMode="auto">
            <a:xfrm>
              <a:off x="1601670" y="3098098"/>
              <a:ext cx="180020" cy="600932"/>
            </a:xfrm>
            <a:prstGeom prst="rect">
              <a:avLst/>
            </a:prstGeom>
            <a:pattFill prst="ltUpDiag">
              <a:fgClr>
                <a:schemeClr val="tx1"/>
              </a:fgClr>
              <a:bgClr>
                <a:schemeClr val="bg1"/>
              </a:bgClr>
            </a:patt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30000"/>
                </a:spcBef>
                <a:spcAft>
                  <a:spcPct val="0"/>
                </a:spcAft>
                <a:buClr>
                  <a:schemeClr val="hlink"/>
                </a:buClr>
                <a:buSzPct val="62000"/>
                <a:buFont typeface="Wingdings" pitchFamily="2" charset="2"/>
                <a:buNone/>
                <a:tabLst/>
              </a:pPr>
              <a:endParaRPr kumimoji="0" lang="zh-CN" altLang="en-US" sz="2800" b="0" i="0" u="none" strike="noStrike" cap="none" normalizeH="0" baseline="0">
                <a:ln>
                  <a:noFill/>
                </a:ln>
                <a:solidFill>
                  <a:schemeClr val="tx1"/>
                </a:solidFill>
                <a:effectLst/>
                <a:latin typeface="Times New Roman" pitchFamily="18" charset="0"/>
                <a:ea typeface="宋体" pitchFamily="2" charset="-122"/>
              </a:endParaRPr>
            </a:p>
          </p:txBody>
        </p:sp>
        <p:cxnSp>
          <p:nvCxnSpPr>
            <p:cNvPr id="200" name="直接连接符 223">
              <a:extLst>
                <a:ext uri="{FF2B5EF4-FFF2-40B4-BE49-F238E27FC236}">
                  <a16:creationId xmlns:a16="http://schemas.microsoft.com/office/drawing/2014/main" id="{A1D8FF42-DD1A-B6A6-0047-0D37198EB528}"/>
                </a:ext>
              </a:extLst>
            </p:cNvPr>
            <p:cNvCxnSpPr>
              <a:cxnSpLocks noChangeShapeType="1"/>
            </p:cNvCxnSpPr>
            <p:nvPr/>
          </p:nvCxnSpPr>
          <p:spPr bwMode="auto">
            <a:xfrm>
              <a:off x="1781690" y="3114765"/>
              <a:ext cx="0" cy="58426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01" name="组合 200">
            <a:extLst>
              <a:ext uri="{FF2B5EF4-FFF2-40B4-BE49-F238E27FC236}">
                <a16:creationId xmlns:a16="http://schemas.microsoft.com/office/drawing/2014/main" id="{56AC27C1-32D3-326B-20E4-0A2F1456B530}"/>
              </a:ext>
            </a:extLst>
          </p:cNvPr>
          <p:cNvGrpSpPr/>
          <p:nvPr/>
        </p:nvGrpSpPr>
        <p:grpSpPr>
          <a:xfrm>
            <a:off x="9918785" y="2155796"/>
            <a:ext cx="1343137" cy="581090"/>
            <a:chOff x="2270854" y="1333931"/>
            <a:chExt cx="1351353" cy="581090"/>
          </a:xfrm>
        </p:grpSpPr>
        <p:grpSp>
          <p:nvGrpSpPr>
            <p:cNvPr id="202" name="组合 201">
              <a:extLst>
                <a:ext uri="{FF2B5EF4-FFF2-40B4-BE49-F238E27FC236}">
                  <a16:creationId xmlns:a16="http://schemas.microsoft.com/office/drawing/2014/main" id="{B70267FD-ECC5-F9AA-B1B6-E875405BA3E5}"/>
                </a:ext>
              </a:extLst>
            </p:cNvPr>
            <p:cNvGrpSpPr/>
            <p:nvPr/>
          </p:nvGrpSpPr>
          <p:grpSpPr>
            <a:xfrm>
              <a:off x="2270854" y="1589433"/>
              <a:ext cx="1351353" cy="325588"/>
              <a:chOff x="2270854" y="1589433"/>
              <a:chExt cx="1351353" cy="325588"/>
            </a:xfrm>
          </p:grpSpPr>
          <p:cxnSp>
            <p:nvCxnSpPr>
              <p:cNvPr id="204" name="直接连接符 223">
                <a:extLst>
                  <a:ext uri="{FF2B5EF4-FFF2-40B4-BE49-F238E27FC236}">
                    <a16:creationId xmlns:a16="http://schemas.microsoft.com/office/drawing/2014/main" id="{DD1E5C91-52A3-312F-E7BF-44BCD0113FAC}"/>
                  </a:ext>
                </a:extLst>
              </p:cNvPr>
              <p:cNvCxnSpPr>
                <a:cxnSpLocks noChangeShapeType="1"/>
              </p:cNvCxnSpPr>
              <p:nvPr/>
            </p:nvCxnSpPr>
            <p:spPr bwMode="auto">
              <a:xfrm>
                <a:off x="2288198" y="1589433"/>
                <a:ext cx="1331585" cy="0"/>
              </a:xfrm>
              <a:prstGeom prst="line">
                <a:avLst/>
              </a:prstGeom>
              <a:noFill/>
              <a:ln w="19050" cap="sq"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5" name="直接箭头连接符 250">
                <a:extLst>
                  <a:ext uri="{FF2B5EF4-FFF2-40B4-BE49-F238E27FC236}">
                    <a16:creationId xmlns:a16="http://schemas.microsoft.com/office/drawing/2014/main" id="{B7091D1B-1BA0-72BD-5525-96B9D392713A}"/>
                  </a:ext>
                </a:extLst>
              </p:cNvPr>
              <p:cNvCxnSpPr>
                <a:cxnSpLocks noChangeShapeType="1"/>
              </p:cNvCxnSpPr>
              <p:nvPr/>
            </p:nvCxnSpPr>
            <p:spPr bwMode="auto">
              <a:xfrm>
                <a:off x="2270854"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6" name="直接箭头连接符 250">
                <a:extLst>
                  <a:ext uri="{FF2B5EF4-FFF2-40B4-BE49-F238E27FC236}">
                    <a16:creationId xmlns:a16="http://schemas.microsoft.com/office/drawing/2014/main" id="{610E045B-871B-47DD-1737-BA9BD3D93EF7}"/>
                  </a:ext>
                </a:extLst>
              </p:cNvPr>
              <p:cNvCxnSpPr>
                <a:cxnSpLocks noChangeShapeType="1"/>
              </p:cNvCxnSpPr>
              <p:nvPr/>
            </p:nvCxnSpPr>
            <p:spPr bwMode="auto">
              <a:xfrm>
                <a:off x="2441116"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 name="直接箭头连接符 250">
                <a:extLst>
                  <a:ext uri="{FF2B5EF4-FFF2-40B4-BE49-F238E27FC236}">
                    <a16:creationId xmlns:a16="http://schemas.microsoft.com/office/drawing/2014/main" id="{8D29B919-280E-A800-BB0F-533B539FB147}"/>
                  </a:ext>
                </a:extLst>
              </p:cNvPr>
              <p:cNvCxnSpPr>
                <a:cxnSpLocks noChangeShapeType="1"/>
              </p:cNvCxnSpPr>
              <p:nvPr/>
            </p:nvCxnSpPr>
            <p:spPr bwMode="auto">
              <a:xfrm>
                <a:off x="2612147"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8" name="直接箭头连接符 250">
                <a:extLst>
                  <a:ext uri="{FF2B5EF4-FFF2-40B4-BE49-F238E27FC236}">
                    <a16:creationId xmlns:a16="http://schemas.microsoft.com/office/drawing/2014/main" id="{0DE8E030-8164-61AF-DA90-3871A4470E3F}"/>
                  </a:ext>
                </a:extLst>
              </p:cNvPr>
              <p:cNvCxnSpPr>
                <a:cxnSpLocks noChangeShapeType="1"/>
              </p:cNvCxnSpPr>
              <p:nvPr/>
            </p:nvCxnSpPr>
            <p:spPr bwMode="auto">
              <a:xfrm>
                <a:off x="2782409"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9" name="直接箭头连接符 250">
                <a:extLst>
                  <a:ext uri="{FF2B5EF4-FFF2-40B4-BE49-F238E27FC236}">
                    <a16:creationId xmlns:a16="http://schemas.microsoft.com/office/drawing/2014/main" id="{F5432391-4115-6D5E-07BD-255D0656C3AB}"/>
                  </a:ext>
                </a:extLst>
              </p:cNvPr>
              <p:cNvCxnSpPr>
                <a:cxnSpLocks noChangeShapeType="1"/>
              </p:cNvCxnSpPr>
              <p:nvPr/>
            </p:nvCxnSpPr>
            <p:spPr bwMode="auto">
              <a:xfrm>
                <a:off x="2945468"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0" name="直接箭头连接符 250">
                <a:extLst>
                  <a:ext uri="{FF2B5EF4-FFF2-40B4-BE49-F238E27FC236}">
                    <a16:creationId xmlns:a16="http://schemas.microsoft.com/office/drawing/2014/main" id="{683588EC-BDEC-8C65-1F68-F1DB314AFCAD}"/>
                  </a:ext>
                </a:extLst>
              </p:cNvPr>
              <p:cNvCxnSpPr>
                <a:cxnSpLocks noChangeShapeType="1"/>
              </p:cNvCxnSpPr>
              <p:nvPr/>
            </p:nvCxnSpPr>
            <p:spPr bwMode="auto">
              <a:xfrm>
                <a:off x="3115729"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1" name="直接箭头连接符 250">
                <a:extLst>
                  <a:ext uri="{FF2B5EF4-FFF2-40B4-BE49-F238E27FC236}">
                    <a16:creationId xmlns:a16="http://schemas.microsoft.com/office/drawing/2014/main" id="{61ADC67C-C59E-34A0-9FEA-B2763DBFFABE}"/>
                  </a:ext>
                </a:extLst>
              </p:cNvPr>
              <p:cNvCxnSpPr>
                <a:cxnSpLocks noChangeShapeType="1"/>
              </p:cNvCxnSpPr>
              <p:nvPr/>
            </p:nvCxnSpPr>
            <p:spPr bwMode="auto">
              <a:xfrm>
                <a:off x="3286760"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2" name="直接箭头连接符 250">
                <a:extLst>
                  <a:ext uri="{FF2B5EF4-FFF2-40B4-BE49-F238E27FC236}">
                    <a16:creationId xmlns:a16="http://schemas.microsoft.com/office/drawing/2014/main" id="{435F08DC-1149-4F9E-EA7D-A3B70CEEA403}"/>
                  </a:ext>
                </a:extLst>
              </p:cNvPr>
              <p:cNvCxnSpPr>
                <a:cxnSpLocks noChangeShapeType="1"/>
              </p:cNvCxnSpPr>
              <p:nvPr/>
            </p:nvCxnSpPr>
            <p:spPr bwMode="auto">
              <a:xfrm>
                <a:off x="3457022"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3" name="直接箭头连接符 250">
                <a:extLst>
                  <a:ext uri="{FF2B5EF4-FFF2-40B4-BE49-F238E27FC236}">
                    <a16:creationId xmlns:a16="http://schemas.microsoft.com/office/drawing/2014/main" id="{2E9A1C3A-07CB-6A72-D5E9-CDC59040FBAD}"/>
                  </a:ext>
                </a:extLst>
              </p:cNvPr>
              <p:cNvCxnSpPr>
                <a:cxnSpLocks noChangeShapeType="1"/>
              </p:cNvCxnSpPr>
              <p:nvPr/>
            </p:nvCxnSpPr>
            <p:spPr bwMode="auto">
              <a:xfrm>
                <a:off x="3622207" y="159181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03" name="Text Box 106">
              <a:extLst>
                <a:ext uri="{FF2B5EF4-FFF2-40B4-BE49-F238E27FC236}">
                  <a16:creationId xmlns:a16="http://schemas.microsoft.com/office/drawing/2014/main" id="{4D187575-2D46-C021-0721-CBF412776323}"/>
                </a:ext>
              </a:extLst>
            </p:cNvPr>
            <p:cNvSpPr txBox="1">
              <a:spLocks noChangeArrowheads="1"/>
            </p:cNvSpPr>
            <p:nvPr/>
          </p:nvSpPr>
          <p:spPr bwMode="auto">
            <a:xfrm>
              <a:off x="2827655" y="1333931"/>
              <a:ext cx="29528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FF0000"/>
                  </a:solidFill>
                  <a:latin typeface="Times New Roman" pitchFamily="18" charset="0"/>
                  <a:ea typeface="+mn-ea"/>
                  <a:cs typeface="Times New Roman" pitchFamily="18" charset="0"/>
                </a:rPr>
                <a:t>q</a:t>
              </a:r>
              <a:endParaRPr lang="zh-CN" altLang="en-US" sz="1600" b="0" dirty="0">
                <a:solidFill>
                  <a:srgbClr val="FF0000"/>
                </a:solidFill>
                <a:latin typeface="Times New Roman" pitchFamily="18" charset="0"/>
                <a:ea typeface="+mn-ea"/>
                <a:cs typeface="Times New Roman" pitchFamily="18" charset="0"/>
              </a:endParaRPr>
            </a:p>
          </p:txBody>
        </p:sp>
      </p:grpSp>
      <p:sp>
        <p:nvSpPr>
          <p:cNvPr id="214" name="任意多边形 37">
            <a:extLst>
              <a:ext uri="{FF2B5EF4-FFF2-40B4-BE49-F238E27FC236}">
                <a16:creationId xmlns:a16="http://schemas.microsoft.com/office/drawing/2014/main" id="{F422B8A7-2B37-B4C5-45E1-51FD72C2B2EC}"/>
              </a:ext>
            </a:extLst>
          </p:cNvPr>
          <p:cNvSpPr/>
          <p:nvPr/>
        </p:nvSpPr>
        <p:spPr>
          <a:xfrm>
            <a:off x="8586935" y="2738623"/>
            <a:ext cx="2690812" cy="371475"/>
          </a:xfrm>
          <a:custGeom>
            <a:avLst/>
            <a:gdLst>
              <a:gd name="connsiteX0" fmla="*/ 0 w 2690812"/>
              <a:gd name="connsiteY0" fmla="*/ 0 h 371475"/>
              <a:gd name="connsiteX1" fmla="*/ 1338262 w 2690812"/>
              <a:gd name="connsiteY1" fmla="*/ 66675 h 371475"/>
              <a:gd name="connsiteX2" fmla="*/ 2690812 w 2690812"/>
              <a:gd name="connsiteY2" fmla="*/ 371475 h 371475"/>
            </a:gdLst>
            <a:ahLst/>
            <a:cxnLst>
              <a:cxn ang="0">
                <a:pos x="connsiteX0" y="connsiteY0"/>
              </a:cxn>
              <a:cxn ang="0">
                <a:pos x="connsiteX1" y="connsiteY1"/>
              </a:cxn>
              <a:cxn ang="0">
                <a:pos x="connsiteX2" y="connsiteY2"/>
              </a:cxn>
            </a:cxnLst>
            <a:rect l="l" t="t" r="r" b="b"/>
            <a:pathLst>
              <a:path w="2690812" h="371475">
                <a:moveTo>
                  <a:pt x="0" y="0"/>
                </a:moveTo>
                <a:cubicBezTo>
                  <a:pt x="444896" y="2381"/>
                  <a:pt x="889793" y="4763"/>
                  <a:pt x="1338262" y="66675"/>
                </a:cubicBezTo>
                <a:cubicBezTo>
                  <a:pt x="1786731" y="128587"/>
                  <a:pt x="2690812" y="371475"/>
                  <a:pt x="2690812" y="371475"/>
                </a:cubicBezTo>
              </a:path>
            </a:pathLst>
          </a:custGeom>
          <a:noFill/>
          <a:ln>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00FF"/>
                </a:solidFill>
              </a:ln>
            </a:endParaRPr>
          </a:p>
        </p:txBody>
      </p:sp>
      <p:sp>
        <p:nvSpPr>
          <p:cNvPr id="215" name="Text Box 106">
            <a:extLst>
              <a:ext uri="{FF2B5EF4-FFF2-40B4-BE49-F238E27FC236}">
                <a16:creationId xmlns:a16="http://schemas.microsoft.com/office/drawing/2014/main" id="{BF823488-9644-2E21-CA14-EBE99A163FDC}"/>
              </a:ext>
            </a:extLst>
          </p:cNvPr>
          <p:cNvSpPr txBox="1">
            <a:spLocks noChangeArrowheads="1"/>
          </p:cNvSpPr>
          <p:nvPr/>
        </p:nvSpPr>
        <p:spPr bwMode="auto">
          <a:xfrm>
            <a:off x="11554741" y="3015451"/>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a:t>
            </a:r>
            <a:r>
              <a:rPr lang="en-US" altLang="zh-CN" sz="1600" b="0" i="1" baseline="-25000" dirty="0">
                <a:solidFill>
                  <a:schemeClr val="tx1"/>
                </a:solidFill>
                <a:latin typeface="Times New Roman" pitchFamily="18" charset="0"/>
                <a:ea typeface="+mn-ea"/>
                <a:cs typeface="Times New Roman" pitchFamily="18" charset="0"/>
                <a:sym typeface="Symbol"/>
              </a:rPr>
              <a:t>C</a:t>
            </a:r>
            <a:endParaRPr lang="zh-CN" altLang="en-US" sz="1600" b="0" i="1" baseline="-25000" dirty="0">
              <a:solidFill>
                <a:schemeClr val="tx1"/>
              </a:solidFill>
              <a:latin typeface="Times New Roman" pitchFamily="18" charset="0"/>
              <a:ea typeface="+mn-ea"/>
              <a:cs typeface="Times New Roman" pitchFamily="18" charset="0"/>
            </a:endParaRPr>
          </a:p>
        </p:txBody>
      </p:sp>
      <p:cxnSp>
        <p:nvCxnSpPr>
          <p:cNvPr id="216" name="直接连接符 215">
            <a:extLst>
              <a:ext uri="{FF2B5EF4-FFF2-40B4-BE49-F238E27FC236}">
                <a16:creationId xmlns:a16="http://schemas.microsoft.com/office/drawing/2014/main" id="{392DCB73-5A7A-B335-D497-DEAABEB6DE90}"/>
              </a:ext>
            </a:extLst>
          </p:cNvPr>
          <p:cNvCxnSpPr/>
          <p:nvPr/>
        </p:nvCxnSpPr>
        <p:spPr>
          <a:xfrm>
            <a:off x="11261922" y="3102641"/>
            <a:ext cx="580851" cy="197758"/>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217" name="任意多边形 40">
            <a:extLst>
              <a:ext uri="{FF2B5EF4-FFF2-40B4-BE49-F238E27FC236}">
                <a16:creationId xmlns:a16="http://schemas.microsoft.com/office/drawing/2014/main" id="{9F4547C1-DDB9-193D-92F9-B4DE645A397C}"/>
              </a:ext>
            </a:extLst>
          </p:cNvPr>
          <p:cNvSpPr/>
          <p:nvPr/>
        </p:nvSpPr>
        <p:spPr>
          <a:xfrm flipV="1">
            <a:off x="11610681" y="3107681"/>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8" name="直接连接符 217">
            <a:extLst>
              <a:ext uri="{FF2B5EF4-FFF2-40B4-BE49-F238E27FC236}">
                <a16:creationId xmlns:a16="http://schemas.microsoft.com/office/drawing/2014/main" id="{52E73891-3632-0C6E-A56D-BFFFF8B25CBB}"/>
              </a:ext>
            </a:extLst>
          </p:cNvPr>
          <p:cNvCxnSpPr/>
          <p:nvPr/>
        </p:nvCxnSpPr>
        <p:spPr>
          <a:xfrm>
            <a:off x="11259513" y="3099486"/>
            <a:ext cx="696404" cy="0"/>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19" name="组合 218">
            <a:extLst>
              <a:ext uri="{FF2B5EF4-FFF2-40B4-BE49-F238E27FC236}">
                <a16:creationId xmlns:a16="http://schemas.microsoft.com/office/drawing/2014/main" id="{57909395-2627-3A93-7850-7FCC8B76B14F}"/>
              </a:ext>
            </a:extLst>
          </p:cNvPr>
          <p:cNvGrpSpPr/>
          <p:nvPr/>
        </p:nvGrpSpPr>
        <p:grpSpPr>
          <a:xfrm rot="16200000" flipH="1">
            <a:off x="11262991" y="2735148"/>
            <a:ext cx="362145" cy="369100"/>
            <a:chOff x="2580935" y="4075852"/>
            <a:chExt cx="1049564" cy="369100"/>
          </a:xfrm>
        </p:grpSpPr>
        <p:cxnSp>
          <p:nvCxnSpPr>
            <p:cNvPr id="220" name="直接连接符 219">
              <a:extLst>
                <a:ext uri="{FF2B5EF4-FFF2-40B4-BE49-F238E27FC236}">
                  <a16:creationId xmlns:a16="http://schemas.microsoft.com/office/drawing/2014/main" id="{CAAD5D40-F191-E762-7868-E7ED1B005F2E}"/>
                </a:ext>
              </a:extLst>
            </p:cNvPr>
            <p:cNvCxnSpPr/>
            <p:nvPr/>
          </p:nvCxnSpPr>
          <p:spPr bwMode="auto">
            <a:xfrm>
              <a:off x="2580935" y="4377400"/>
              <a:ext cx="1047710"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1" name="直接连接符 220">
              <a:extLst>
                <a:ext uri="{FF2B5EF4-FFF2-40B4-BE49-F238E27FC236}">
                  <a16:creationId xmlns:a16="http://schemas.microsoft.com/office/drawing/2014/main" id="{C8B0C1AB-015A-3F42-AB20-60E04A0C78AC}"/>
                </a:ext>
              </a:extLst>
            </p:cNvPr>
            <p:cNvCxnSpPr/>
            <p:nvPr/>
          </p:nvCxnSpPr>
          <p:spPr bwMode="auto">
            <a:xfrm>
              <a:off x="3628645" y="407585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2" name="直接连接符 221">
              <a:extLst>
                <a:ext uri="{FF2B5EF4-FFF2-40B4-BE49-F238E27FC236}">
                  <a16:creationId xmlns:a16="http://schemas.microsoft.com/office/drawing/2014/main" id="{02A79ECE-0404-57D7-5550-DA5DF8EA484F}"/>
                </a:ext>
              </a:extLst>
            </p:cNvPr>
            <p:cNvCxnSpPr/>
            <p:nvPr/>
          </p:nvCxnSpPr>
          <p:spPr bwMode="auto">
            <a:xfrm>
              <a:off x="2592658" y="408491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3" name="Text Box 106">
            <a:extLst>
              <a:ext uri="{FF2B5EF4-FFF2-40B4-BE49-F238E27FC236}">
                <a16:creationId xmlns:a16="http://schemas.microsoft.com/office/drawing/2014/main" id="{ADB6145E-E45D-3B6D-6EEE-1464A7C85E43}"/>
              </a:ext>
            </a:extLst>
          </p:cNvPr>
          <p:cNvSpPr txBox="1">
            <a:spLocks noChangeArrowheads="1"/>
          </p:cNvSpPr>
          <p:nvPr/>
        </p:nvSpPr>
        <p:spPr bwMode="auto">
          <a:xfrm>
            <a:off x="11482733" y="2723624"/>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err="1">
                <a:solidFill>
                  <a:schemeClr val="tx1"/>
                </a:solidFill>
                <a:latin typeface="Times New Roman" pitchFamily="18" charset="0"/>
                <a:ea typeface="+mn-ea"/>
                <a:cs typeface="Times New Roman" pitchFamily="18" charset="0"/>
                <a:sym typeface="Symbol"/>
              </a:rPr>
              <a:t>y</a:t>
            </a:r>
            <a:r>
              <a:rPr lang="en-US" altLang="zh-CN" sz="1600" b="0" i="1" baseline="-25000" dirty="0" err="1">
                <a:solidFill>
                  <a:schemeClr val="tx1"/>
                </a:solidFill>
                <a:latin typeface="Times New Roman" pitchFamily="18" charset="0"/>
                <a:ea typeface="+mn-ea"/>
                <a:cs typeface="Times New Roman" pitchFamily="18" charset="0"/>
                <a:sym typeface="Symbol"/>
              </a:rPr>
              <a:t>C</a:t>
            </a:r>
            <a:endParaRPr lang="zh-CN" altLang="en-US" sz="1600" b="0" i="1" baseline="-25000" dirty="0">
              <a:solidFill>
                <a:schemeClr val="tx1"/>
              </a:solidFill>
              <a:latin typeface="Times New Roman" pitchFamily="18" charset="0"/>
              <a:ea typeface="+mn-ea"/>
              <a:cs typeface="Times New Roman" pitchFamily="18" charset="0"/>
            </a:endParaRPr>
          </a:p>
        </p:txBody>
      </p:sp>
      <p:grpSp>
        <p:nvGrpSpPr>
          <p:cNvPr id="224" name="组合 223">
            <a:extLst>
              <a:ext uri="{FF2B5EF4-FFF2-40B4-BE49-F238E27FC236}">
                <a16:creationId xmlns:a16="http://schemas.microsoft.com/office/drawing/2014/main" id="{7C471474-0F33-ED6B-B6D5-A410EB83FB2E}"/>
              </a:ext>
            </a:extLst>
          </p:cNvPr>
          <p:cNvGrpSpPr/>
          <p:nvPr/>
        </p:nvGrpSpPr>
        <p:grpSpPr>
          <a:xfrm>
            <a:off x="8580487" y="2155076"/>
            <a:ext cx="1338299" cy="581090"/>
            <a:chOff x="2270854" y="1333931"/>
            <a:chExt cx="1351353" cy="581090"/>
          </a:xfrm>
        </p:grpSpPr>
        <p:grpSp>
          <p:nvGrpSpPr>
            <p:cNvPr id="225" name="组合 224">
              <a:extLst>
                <a:ext uri="{FF2B5EF4-FFF2-40B4-BE49-F238E27FC236}">
                  <a16:creationId xmlns:a16="http://schemas.microsoft.com/office/drawing/2014/main" id="{9BD7B0AC-4E88-95F3-1183-848C25BB3323}"/>
                </a:ext>
              </a:extLst>
            </p:cNvPr>
            <p:cNvGrpSpPr/>
            <p:nvPr/>
          </p:nvGrpSpPr>
          <p:grpSpPr>
            <a:xfrm>
              <a:off x="2270854" y="1589433"/>
              <a:ext cx="1351353" cy="325588"/>
              <a:chOff x="2270854" y="1589433"/>
              <a:chExt cx="1351353" cy="325588"/>
            </a:xfrm>
          </p:grpSpPr>
          <p:cxnSp>
            <p:nvCxnSpPr>
              <p:cNvPr id="227" name="直接连接符 223">
                <a:extLst>
                  <a:ext uri="{FF2B5EF4-FFF2-40B4-BE49-F238E27FC236}">
                    <a16:creationId xmlns:a16="http://schemas.microsoft.com/office/drawing/2014/main" id="{E2D7E81B-F471-C4CC-4455-049978BC320E}"/>
                  </a:ext>
                </a:extLst>
              </p:cNvPr>
              <p:cNvCxnSpPr>
                <a:cxnSpLocks noChangeShapeType="1"/>
              </p:cNvCxnSpPr>
              <p:nvPr/>
            </p:nvCxnSpPr>
            <p:spPr bwMode="auto">
              <a:xfrm>
                <a:off x="2288198" y="1589433"/>
                <a:ext cx="1331585" cy="0"/>
              </a:xfrm>
              <a:prstGeom prst="line">
                <a:avLst/>
              </a:prstGeom>
              <a:noFill/>
              <a:ln w="19050" cap="sq" algn="ctr">
                <a:solidFill>
                  <a:srgbClr val="00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8" name="直接箭头连接符 250">
                <a:extLst>
                  <a:ext uri="{FF2B5EF4-FFF2-40B4-BE49-F238E27FC236}">
                    <a16:creationId xmlns:a16="http://schemas.microsoft.com/office/drawing/2014/main" id="{8A417D9F-3C35-4DEB-D452-E32FA126658D}"/>
                  </a:ext>
                </a:extLst>
              </p:cNvPr>
              <p:cNvCxnSpPr>
                <a:cxnSpLocks noChangeShapeType="1"/>
              </p:cNvCxnSpPr>
              <p:nvPr/>
            </p:nvCxnSpPr>
            <p:spPr bwMode="auto">
              <a:xfrm>
                <a:off x="2270854"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直接箭头连接符 250">
                <a:extLst>
                  <a:ext uri="{FF2B5EF4-FFF2-40B4-BE49-F238E27FC236}">
                    <a16:creationId xmlns:a16="http://schemas.microsoft.com/office/drawing/2014/main" id="{8A4BE13B-6FB4-170F-CE59-44D7999D30F0}"/>
                  </a:ext>
                </a:extLst>
              </p:cNvPr>
              <p:cNvCxnSpPr>
                <a:cxnSpLocks noChangeShapeType="1"/>
              </p:cNvCxnSpPr>
              <p:nvPr/>
            </p:nvCxnSpPr>
            <p:spPr bwMode="auto">
              <a:xfrm>
                <a:off x="2441116" y="1589605"/>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直接箭头连接符 250">
                <a:extLst>
                  <a:ext uri="{FF2B5EF4-FFF2-40B4-BE49-F238E27FC236}">
                    <a16:creationId xmlns:a16="http://schemas.microsoft.com/office/drawing/2014/main" id="{B5D69130-D30A-E4F5-3F9E-08DDA089A54A}"/>
                  </a:ext>
                </a:extLst>
              </p:cNvPr>
              <p:cNvCxnSpPr>
                <a:cxnSpLocks noChangeShapeType="1"/>
              </p:cNvCxnSpPr>
              <p:nvPr/>
            </p:nvCxnSpPr>
            <p:spPr bwMode="auto">
              <a:xfrm>
                <a:off x="2612147" y="1589607"/>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直接箭头连接符 250">
                <a:extLst>
                  <a:ext uri="{FF2B5EF4-FFF2-40B4-BE49-F238E27FC236}">
                    <a16:creationId xmlns:a16="http://schemas.microsoft.com/office/drawing/2014/main" id="{29D851A4-5FAC-D4E9-7A90-0A19F13CD692}"/>
                  </a:ext>
                </a:extLst>
              </p:cNvPr>
              <p:cNvCxnSpPr>
                <a:cxnSpLocks noChangeShapeType="1"/>
              </p:cNvCxnSpPr>
              <p:nvPr/>
            </p:nvCxnSpPr>
            <p:spPr bwMode="auto">
              <a:xfrm>
                <a:off x="2782409"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2" name="直接箭头连接符 250">
                <a:extLst>
                  <a:ext uri="{FF2B5EF4-FFF2-40B4-BE49-F238E27FC236}">
                    <a16:creationId xmlns:a16="http://schemas.microsoft.com/office/drawing/2014/main" id="{13905FAA-02BE-A492-B948-B74D94632D5E}"/>
                  </a:ext>
                </a:extLst>
              </p:cNvPr>
              <p:cNvCxnSpPr>
                <a:cxnSpLocks noChangeShapeType="1"/>
              </p:cNvCxnSpPr>
              <p:nvPr/>
            </p:nvCxnSpPr>
            <p:spPr bwMode="auto">
              <a:xfrm>
                <a:off x="2945468"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3" name="直接箭头连接符 250">
                <a:extLst>
                  <a:ext uri="{FF2B5EF4-FFF2-40B4-BE49-F238E27FC236}">
                    <a16:creationId xmlns:a16="http://schemas.microsoft.com/office/drawing/2014/main" id="{7948C009-6C46-637D-A496-34EB5D9D8BD7}"/>
                  </a:ext>
                </a:extLst>
              </p:cNvPr>
              <p:cNvCxnSpPr>
                <a:cxnSpLocks noChangeShapeType="1"/>
              </p:cNvCxnSpPr>
              <p:nvPr/>
            </p:nvCxnSpPr>
            <p:spPr bwMode="auto">
              <a:xfrm>
                <a:off x="3115729" y="1589605"/>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4" name="直接箭头连接符 250">
                <a:extLst>
                  <a:ext uri="{FF2B5EF4-FFF2-40B4-BE49-F238E27FC236}">
                    <a16:creationId xmlns:a16="http://schemas.microsoft.com/office/drawing/2014/main" id="{C28ED7E8-9348-3B76-8AFD-FEB51EE5E165}"/>
                  </a:ext>
                </a:extLst>
              </p:cNvPr>
              <p:cNvCxnSpPr>
                <a:cxnSpLocks noChangeShapeType="1"/>
              </p:cNvCxnSpPr>
              <p:nvPr/>
            </p:nvCxnSpPr>
            <p:spPr bwMode="auto">
              <a:xfrm>
                <a:off x="3286760" y="1589607"/>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5" name="直接箭头连接符 250">
                <a:extLst>
                  <a:ext uri="{FF2B5EF4-FFF2-40B4-BE49-F238E27FC236}">
                    <a16:creationId xmlns:a16="http://schemas.microsoft.com/office/drawing/2014/main" id="{CD4E60F4-EE3B-5415-8B7D-CBB782610B38}"/>
                  </a:ext>
                </a:extLst>
              </p:cNvPr>
              <p:cNvCxnSpPr>
                <a:cxnSpLocks noChangeShapeType="1"/>
              </p:cNvCxnSpPr>
              <p:nvPr/>
            </p:nvCxnSpPr>
            <p:spPr bwMode="auto">
              <a:xfrm>
                <a:off x="3457022"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6" name="直接箭头连接符 250">
                <a:extLst>
                  <a:ext uri="{FF2B5EF4-FFF2-40B4-BE49-F238E27FC236}">
                    <a16:creationId xmlns:a16="http://schemas.microsoft.com/office/drawing/2014/main" id="{938E47AC-EB35-6690-D4C3-5DA77519519C}"/>
                  </a:ext>
                </a:extLst>
              </p:cNvPr>
              <p:cNvCxnSpPr>
                <a:cxnSpLocks noChangeShapeType="1"/>
              </p:cNvCxnSpPr>
              <p:nvPr/>
            </p:nvCxnSpPr>
            <p:spPr bwMode="auto">
              <a:xfrm>
                <a:off x="3622207" y="159181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6" name="Text Box 106">
              <a:extLst>
                <a:ext uri="{FF2B5EF4-FFF2-40B4-BE49-F238E27FC236}">
                  <a16:creationId xmlns:a16="http://schemas.microsoft.com/office/drawing/2014/main" id="{17C5D5A3-FDD8-855D-17A3-7208693ACAAB}"/>
                </a:ext>
              </a:extLst>
            </p:cNvPr>
            <p:cNvSpPr txBox="1">
              <a:spLocks noChangeArrowheads="1"/>
            </p:cNvSpPr>
            <p:nvPr/>
          </p:nvSpPr>
          <p:spPr bwMode="auto">
            <a:xfrm>
              <a:off x="2827655" y="1333931"/>
              <a:ext cx="295283" cy="2462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00B050"/>
                  </a:solidFill>
                  <a:latin typeface="Times New Roman" pitchFamily="18" charset="0"/>
                  <a:ea typeface="+mn-ea"/>
                  <a:cs typeface="Times New Roman" pitchFamily="18" charset="0"/>
                </a:rPr>
                <a:t>q</a:t>
              </a:r>
              <a:endParaRPr lang="zh-CN" altLang="en-US" sz="1600" b="0" dirty="0">
                <a:solidFill>
                  <a:srgbClr val="00B050"/>
                </a:solidFill>
                <a:latin typeface="Times New Roman" pitchFamily="18" charset="0"/>
                <a:ea typeface="+mn-ea"/>
                <a:cs typeface="Times New Roman" pitchFamily="18" charset="0"/>
              </a:endParaRPr>
            </a:p>
          </p:txBody>
        </p:sp>
      </p:grpSp>
      <p:grpSp>
        <p:nvGrpSpPr>
          <p:cNvPr id="237" name="组合 236">
            <a:extLst>
              <a:ext uri="{FF2B5EF4-FFF2-40B4-BE49-F238E27FC236}">
                <a16:creationId xmlns:a16="http://schemas.microsoft.com/office/drawing/2014/main" id="{1E8DBF89-FB97-5E96-B137-8E559E878B89}"/>
              </a:ext>
            </a:extLst>
          </p:cNvPr>
          <p:cNvGrpSpPr/>
          <p:nvPr/>
        </p:nvGrpSpPr>
        <p:grpSpPr>
          <a:xfrm>
            <a:off x="8579035" y="2722505"/>
            <a:ext cx="1338299" cy="521822"/>
            <a:chOff x="972255" y="1692043"/>
            <a:chExt cx="1338299" cy="521822"/>
          </a:xfrm>
        </p:grpSpPr>
        <p:cxnSp>
          <p:nvCxnSpPr>
            <p:cNvPr id="238" name="直接连接符 223">
              <a:extLst>
                <a:ext uri="{FF2B5EF4-FFF2-40B4-BE49-F238E27FC236}">
                  <a16:creationId xmlns:a16="http://schemas.microsoft.com/office/drawing/2014/main" id="{00E072BA-2109-F5F2-A5EB-85993F10359B}"/>
                </a:ext>
              </a:extLst>
            </p:cNvPr>
            <p:cNvCxnSpPr>
              <a:cxnSpLocks noChangeShapeType="1"/>
            </p:cNvCxnSpPr>
            <p:nvPr/>
          </p:nvCxnSpPr>
          <p:spPr bwMode="auto">
            <a:xfrm flipV="1">
              <a:off x="989431" y="2017631"/>
              <a:ext cx="1318722" cy="0"/>
            </a:xfrm>
            <a:prstGeom prst="line">
              <a:avLst/>
            </a:prstGeom>
            <a:noFill/>
            <a:ln w="19050" cap="sq" algn="ctr">
              <a:solidFill>
                <a:srgbClr val="00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9" name="直接箭头连接符 250">
              <a:extLst>
                <a:ext uri="{FF2B5EF4-FFF2-40B4-BE49-F238E27FC236}">
                  <a16:creationId xmlns:a16="http://schemas.microsoft.com/office/drawing/2014/main" id="{7F543D0E-ADC8-8806-50DB-BE4310B7A0AC}"/>
                </a:ext>
              </a:extLst>
            </p:cNvPr>
            <p:cNvCxnSpPr>
              <a:cxnSpLocks noChangeShapeType="1"/>
            </p:cNvCxnSpPr>
            <p:nvPr/>
          </p:nvCxnSpPr>
          <p:spPr bwMode="auto">
            <a:xfrm flipV="1">
              <a:off x="972255"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0" name="直接箭头连接符 250">
              <a:extLst>
                <a:ext uri="{FF2B5EF4-FFF2-40B4-BE49-F238E27FC236}">
                  <a16:creationId xmlns:a16="http://schemas.microsoft.com/office/drawing/2014/main" id="{FFFF1598-1EA8-14B0-C1F4-13BDC3B9C58F}"/>
                </a:ext>
              </a:extLst>
            </p:cNvPr>
            <p:cNvCxnSpPr>
              <a:cxnSpLocks noChangeShapeType="1"/>
            </p:cNvCxnSpPr>
            <p:nvPr/>
          </p:nvCxnSpPr>
          <p:spPr bwMode="auto">
            <a:xfrm flipV="1">
              <a:off x="1140872" y="1694254"/>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1" name="直接箭头连接符 250">
              <a:extLst>
                <a:ext uri="{FF2B5EF4-FFF2-40B4-BE49-F238E27FC236}">
                  <a16:creationId xmlns:a16="http://schemas.microsoft.com/office/drawing/2014/main" id="{D91E4097-3554-F15F-2E98-1641AC00B71B}"/>
                </a:ext>
              </a:extLst>
            </p:cNvPr>
            <p:cNvCxnSpPr>
              <a:cxnSpLocks noChangeShapeType="1"/>
            </p:cNvCxnSpPr>
            <p:nvPr/>
          </p:nvCxnSpPr>
          <p:spPr bwMode="auto">
            <a:xfrm flipV="1">
              <a:off x="1310251" y="1694252"/>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2" name="直接箭头连接符 250">
              <a:extLst>
                <a:ext uri="{FF2B5EF4-FFF2-40B4-BE49-F238E27FC236}">
                  <a16:creationId xmlns:a16="http://schemas.microsoft.com/office/drawing/2014/main" id="{2FF76ACF-9588-33A8-CA40-2FD105C8C903}"/>
                </a:ext>
              </a:extLst>
            </p:cNvPr>
            <p:cNvCxnSpPr>
              <a:cxnSpLocks noChangeShapeType="1"/>
            </p:cNvCxnSpPr>
            <p:nvPr/>
          </p:nvCxnSpPr>
          <p:spPr bwMode="auto">
            <a:xfrm flipV="1">
              <a:off x="1478868"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3" name="直接箭头连接符 250">
              <a:extLst>
                <a:ext uri="{FF2B5EF4-FFF2-40B4-BE49-F238E27FC236}">
                  <a16:creationId xmlns:a16="http://schemas.microsoft.com/office/drawing/2014/main" id="{EBA2AE51-C815-6763-5AA2-89A86DBE52CF}"/>
                </a:ext>
              </a:extLst>
            </p:cNvPr>
            <p:cNvCxnSpPr>
              <a:cxnSpLocks noChangeShapeType="1"/>
            </p:cNvCxnSpPr>
            <p:nvPr/>
          </p:nvCxnSpPr>
          <p:spPr bwMode="auto">
            <a:xfrm flipV="1">
              <a:off x="1640352"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4" name="直接箭头连接符 250">
              <a:extLst>
                <a:ext uri="{FF2B5EF4-FFF2-40B4-BE49-F238E27FC236}">
                  <a16:creationId xmlns:a16="http://schemas.microsoft.com/office/drawing/2014/main" id="{67CCF4BF-EB2C-269F-DE14-C3E951F5F6A6}"/>
                </a:ext>
              </a:extLst>
            </p:cNvPr>
            <p:cNvCxnSpPr>
              <a:cxnSpLocks noChangeShapeType="1"/>
            </p:cNvCxnSpPr>
            <p:nvPr/>
          </p:nvCxnSpPr>
          <p:spPr bwMode="auto">
            <a:xfrm flipV="1">
              <a:off x="1808969" y="1694254"/>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5" name="直接箭头连接符 250">
              <a:extLst>
                <a:ext uri="{FF2B5EF4-FFF2-40B4-BE49-F238E27FC236}">
                  <a16:creationId xmlns:a16="http://schemas.microsoft.com/office/drawing/2014/main" id="{838E3AA4-068D-2766-C2C2-1A572CF07DDB}"/>
                </a:ext>
              </a:extLst>
            </p:cNvPr>
            <p:cNvCxnSpPr>
              <a:cxnSpLocks noChangeShapeType="1"/>
            </p:cNvCxnSpPr>
            <p:nvPr/>
          </p:nvCxnSpPr>
          <p:spPr bwMode="auto">
            <a:xfrm flipV="1">
              <a:off x="1978347" y="1694252"/>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6" name="直接箭头连接符 250">
              <a:extLst>
                <a:ext uri="{FF2B5EF4-FFF2-40B4-BE49-F238E27FC236}">
                  <a16:creationId xmlns:a16="http://schemas.microsoft.com/office/drawing/2014/main" id="{077EE505-23AE-B702-165E-61F6D40005F7}"/>
                </a:ext>
              </a:extLst>
            </p:cNvPr>
            <p:cNvCxnSpPr>
              <a:cxnSpLocks noChangeShapeType="1"/>
            </p:cNvCxnSpPr>
            <p:nvPr/>
          </p:nvCxnSpPr>
          <p:spPr bwMode="auto">
            <a:xfrm flipV="1">
              <a:off x="2146965"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7" name="直接箭头连接符 250">
              <a:extLst>
                <a:ext uri="{FF2B5EF4-FFF2-40B4-BE49-F238E27FC236}">
                  <a16:creationId xmlns:a16="http://schemas.microsoft.com/office/drawing/2014/main" id="{4D976FF7-F291-172B-9C5D-2FE692CD9815}"/>
                </a:ext>
              </a:extLst>
            </p:cNvPr>
            <p:cNvCxnSpPr>
              <a:cxnSpLocks noChangeShapeType="1"/>
            </p:cNvCxnSpPr>
            <p:nvPr/>
          </p:nvCxnSpPr>
          <p:spPr bwMode="auto">
            <a:xfrm flipV="1">
              <a:off x="2310554" y="169204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8" name="Text Box 106">
              <a:extLst>
                <a:ext uri="{FF2B5EF4-FFF2-40B4-BE49-F238E27FC236}">
                  <a16:creationId xmlns:a16="http://schemas.microsoft.com/office/drawing/2014/main" id="{37B5DAAF-E6BC-E8A0-6583-78D921946CA4}"/>
                </a:ext>
              </a:extLst>
            </p:cNvPr>
            <p:cNvSpPr txBox="1">
              <a:spLocks noChangeArrowheads="1"/>
            </p:cNvSpPr>
            <p:nvPr/>
          </p:nvSpPr>
          <p:spPr bwMode="auto">
            <a:xfrm>
              <a:off x="1511660" y="1967644"/>
              <a:ext cx="292431" cy="2462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00B050"/>
                  </a:solidFill>
                  <a:latin typeface="Times New Roman" pitchFamily="18" charset="0"/>
                  <a:ea typeface="+mn-ea"/>
                  <a:cs typeface="Times New Roman" pitchFamily="18" charset="0"/>
                </a:rPr>
                <a:t>q</a:t>
              </a:r>
              <a:endParaRPr lang="zh-CN" altLang="en-US" sz="1600" b="0" dirty="0">
                <a:solidFill>
                  <a:srgbClr val="00B050"/>
                </a:solidFill>
                <a:latin typeface="Times New Roman" pitchFamily="18" charset="0"/>
                <a:ea typeface="+mn-ea"/>
                <a:cs typeface="Times New Roman" pitchFamily="18" charset="0"/>
              </a:endParaRPr>
            </a:p>
          </p:txBody>
        </p:sp>
      </p:grpSp>
      <p:grpSp>
        <p:nvGrpSpPr>
          <p:cNvPr id="249" name="组合 248">
            <a:extLst>
              <a:ext uri="{FF2B5EF4-FFF2-40B4-BE49-F238E27FC236}">
                <a16:creationId xmlns:a16="http://schemas.microsoft.com/office/drawing/2014/main" id="{73C17B1D-2A55-A723-49D1-9023A6EF27D2}"/>
              </a:ext>
            </a:extLst>
          </p:cNvPr>
          <p:cNvGrpSpPr/>
          <p:nvPr/>
        </p:nvGrpSpPr>
        <p:grpSpPr>
          <a:xfrm>
            <a:off x="8379805" y="3569712"/>
            <a:ext cx="3635597" cy="1198929"/>
            <a:chOff x="773025" y="2708920"/>
            <a:chExt cx="3635597" cy="1198929"/>
          </a:xfrm>
        </p:grpSpPr>
        <p:grpSp>
          <p:nvGrpSpPr>
            <p:cNvPr id="250" name="组合 249">
              <a:extLst>
                <a:ext uri="{FF2B5EF4-FFF2-40B4-BE49-F238E27FC236}">
                  <a16:creationId xmlns:a16="http://schemas.microsoft.com/office/drawing/2014/main" id="{1256EF9A-0693-3D3C-454A-7BE209C98298}"/>
                </a:ext>
              </a:extLst>
            </p:cNvPr>
            <p:cNvGrpSpPr/>
            <p:nvPr/>
          </p:nvGrpSpPr>
          <p:grpSpPr>
            <a:xfrm>
              <a:off x="2291654" y="2709640"/>
              <a:ext cx="1343137" cy="581090"/>
              <a:chOff x="2270854" y="1333931"/>
              <a:chExt cx="1351353" cy="581090"/>
            </a:xfrm>
          </p:grpSpPr>
          <p:grpSp>
            <p:nvGrpSpPr>
              <p:cNvPr id="282" name="组合 281">
                <a:extLst>
                  <a:ext uri="{FF2B5EF4-FFF2-40B4-BE49-F238E27FC236}">
                    <a16:creationId xmlns:a16="http://schemas.microsoft.com/office/drawing/2014/main" id="{B49F6136-6C20-8ED1-F1A0-447C3D72BEB0}"/>
                  </a:ext>
                </a:extLst>
              </p:cNvPr>
              <p:cNvGrpSpPr/>
              <p:nvPr/>
            </p:nvGrpSpPr>
            <p:grpSpPr>
              <a:xfrm>
                <a:off x="2270854" y="1589433"/>
                <a:ext cx="1351353" cy="325588"/>
                <a:chOff x="2270854" y="1589433"/>
                <a:chExt cx="1351353" cy="325588"/>
              </a:xfrm>
            </p:grpSpPr>
            <p:cxnSp>
              <p:nvCxnSpPr>
                <p:cNvPr id="284" name="直接连接符 223">
                  <a:extLst>
                    <a:ext uri="{FF2B5EF4-FFF2-40B4-BE49-F238E27FC236}">
                      <a16:creationId xmlns:a16="http://schemas.microsoft.com/office/drawing/2014/main" id="{96810D6F-7869-2661-0F12-FBC5C910F605}"/>
                    </a:ext>
                  </a:extLst>
                </p:cNvPr>
                <p:cNvCxnSpPr>
                  <a:cxnSpLocks noChangeShapeType="1"/>
                </p:cNvCxnSpPr>
                <p:nvPr/>
              </p:nvCxnSpPr>
              <p:spPr bwMode="auto">
                <a:xfrm>
                  <a:off x="2288198" y="1589433"/>
                  <a:ext cx="1331585" cy="0"/>
                </a:xfrm>
                <a:prstGeom prst="line">
                  <a:avLst/>
                </a:prstGeom>
                <a:noFill/>
                <a:ln w="19050" cap="sq" algn="ctr">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 name="直接箭头连接符 250">
                  <a:extLst>
                    <a:ext uri="{FF2B5EF4-FFF2-40B4-BE49-F238E27FC236}">
                      <a16:creationId xmlns:a16="http://schemas.microsoft.com/office/drawing/2014/main" id="{1202DF4B-2D4B-8B24-3ABC-A6D68D0D5AB4}"/>
                    </a:ext>
                  </a:extLst>
                </p:cNvPr>
                <p:cNvCxnSpPr>
                  <a:cxnSpLocks noChangeShapeType="1"/>
                </p:cNvCxnSpPr>
                <p:nvPr/>
              </p:nvCxnSpPr>
              <p:spPr bwMode="auto">
                <a:xfrm>
                  <a:off x="2270854"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 name="直接箭头连接符 250">
                  <a:extLst>
                    <a:ext uri="{FF2B5EF4-FFF2-40B4-BE49-F238E27FC236}">
                      <a16:creationId xmlns:a16="http://schemas.microsoft.com/office/drawing/2014/main" id="{2B92C9D1-AA00-A670-A04B-A81CB205628B}"/>
                    </a:ext>
                  </a:extLst>
                </p:cNvPr>
                <p:cNvCxnSpPr>
                  <a:cxnSpLocks noChangeShapeType="1"/>
                </p:cNvCxnSpPr>
                <p:nvPr/>
              </p:nvCxnSpPr>
              <p:spPr bwMode="auto">
                <a:xfrm>
                  <a:off x="2441116"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7" name="直接箭头连接符 250">
                  <a:extLst>
                    <a:ext uri="{FF2B5EF4-FFF2-40B4-BE49-F238E27FC236}">
                      <a16:creationId xmlns:a16="http://schemas.microsoft.com/office/drawing/2014/main" id="{44F5D733-6F7D-1016-19A1-4E65D0409FD9}"/>
                    </a:ext>
                  </a:extLst>
                </p:cNvPr>
                <p:cNvCxnSpPr>
                  <a:cxnSpLocks noChangeShapeType="1"/>
                </p:cNvCxnSpPr>
                <p:nvPr/>
              </p:nvCxnSpPr>
              <p:spPr bwMode="auto">
                <a:xfrm>
                  <a:off x="2612147"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 name="直接箭头连接符 250">
                  <a:extLst>
                    <a:ext uri="{FF2B5EF4-FFF2-40B4-BE49-F238E27FC236}">
                      <a16:creationId xmlns:a16="http://schemas.microsoft.com/office/drawing/2014/main" id="{03BD3A5F-9FC1-85B7-EE81-25CE83D6BE1A}"/>
                    </a:ext>
                  </a:extLst>
                </p:cNvPr>
                <p:cNvCxnSpPr>
                  <a:cxnSpLocks noChangeShapeType="1"/>
                </p:cNvCxnSpPr>
                <p:nvPr/>
              </p:nvCxnSpPr>
              <p:spPr bwMode="auto">
                <a:xfrm>
                  <a:off x="2782409"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 name="直接箭头连接符 250">
                  <a:extLst>
                    <a:ext uri="{FF2B5EF4-FFF2-40B4-BE49-F238E27FC236}">
                      <a16:creationId xmlns:a16="http://schemas.microsoft.com/office/drawing/2014/main" id="{C1AEC322-4A9F-2A73-B3D5-A164660D8A8F}"/>
                    </a:ext>
                  </a:extLst>
                </p:cNvPr>
                <p:cNvCxnSpPr>
                  <a:cxnSpLocks noChangeShapeType="1"/>
                </p:cNvCxnSpPr>
                <p:nvPr/>
              </p:nvCxnSpPr>
              <p:spPr bwMode="auto">
                <a:xfrm>
                  <a:off x="2945468"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 name="直接箭头连接符 250">
                  <a:extLst>
                    <a:ext uri="{FF2B5EF4-FFF2-40B4-BE49-F238E27FC236}">
                      <a16:creationId xmlns:a16="http://schemas.microsoft.com/office/drawing/2014/main" id="{1DC60FA7-DDD1-7D1B-FF32-283B691B9E04}"/>
                    </a:ext>
                  </a:extLst>
                </p:cNvPr>
                <p:cNvCxnSpPr>
                  <a:cxnSpLocks noChangeShapeType="1"/>
                </p:cNvCxnSpPr>
                <p:nvPr/>
              </p:nvCxnSpPr>
              <p:spPr bwMode="auto">
                <a:xfrm>
                  <a:off x="3115729" y="1589605"/>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接箭头连接符 250">
                  <a:extLst>
                    <a:ext uri="{FF2B5EF4-FFF2-40B4-BE49-F238E27FC236}">
                      <a16:creationId xmlns:a16="http://schemas.microsoft.com/office/drawing/2014/main" id="{FCEF4F8E-6D52-3D6A-C3E6-297E8E45CB74}"/>
                    </a:ext>
                  </a:extLst>
                </p:cNvPr>
                <p:cNvCxnSpPr>
                  <a:cxnSpLocks noChangeShapeType="1"/>
                </p:cNvCxnSpPr>
                <p:nvPr/>
              </p:nvCxnSpPr>
              <p:spPr bwMode="auto">
                <a:xfrm>
                  <a:off x="3286760" y="1589607"/>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接箭头连接符 250">
                  <a:extLst>
                    <a:ext uri="{FF2B5EF4-FFF2-40B4-BE49-F238E27FC236}">
                      <a16:creationId xmlns:a16="http://schemas.microsoft.com/office/drawing/2014/main" id="{A33A5D0D-1F11-15EE-30F0-29C7A34D4D21}"/>
                    </a:ext>
                  </a:extLst>
                </p:cNvPr>
                <p:cNvCxnSpPr>
                  <a:cxnSpLocks noChangeShapeType="1"/>
                </p:cNvCxnSpPr>
                <p:nvPr/>
              </p:nvCxnSpPr>
              <p:spPr bwMode="auto">
                <a:xfrm>
                  <a:off x="3457022" y="158960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接箭头连接符 250">
                  <a:extLst>
                    <a:ext uri="{FF2B5EF4-FFF2-40B4-BE49-F238E27FC236}">
                      <a16:creationId xmlns:a16="http://schemas.microsoft.com/office/drawing/2014/main" id="{FA24DA5D-43D4-11B1-59CA-4C10E235D804}"/>
                    </a:ext>
                  </a:extLst>
                </p:cNvPr>
                <p:cNvCxnSpPr>
                  <a:cxnSpLocks noChangeShapeType="1"/>
                </p:cNvCxnSpPr>
                <p:nvPr/>
              </p:nvCxnSpPr>
              <p:spPr bwMode="auto">
                <a:xfrm>
                  <a:off x="3622207" y="1591816"/>
                  <a:ext cx="0" cy="323205"/>
                </a:xfrm>
                <a:prstGeom prst="straightConnector1">
                  <a:avLst/>
                </a:prstGeom>
                <a:noFill/>
                <a:ln w="19050" cap="sq" algn="ctr">
                  <a:solidFill>
                    <a:srgbClr val="FF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83" name="Text Box 106">
                <a:extLst>
                  <a:ext uri="{FF2B5EF4-FFF2-40B4-BE49-F238E27FC236}">
                    <a16:creationId xmlns:a16="http://schemas.microsoft.com/office/drawing/2014/main" id="{10D3FDA9-5081-3357-C4E0-9AD18DE2DF94}"/>
                  </a:ext>
                </a:extLst>
              </p:cNvPr>
              <p:cNvSpPr txBox="1">
                <a:spLocks noChangeArrowheads="1"/>
              </p:cNvSpPr>
              <p:nvPr/>
            </p:nvSpPr>
            <p:spPr bwMode="auto">
              <a:xfrm>
                <a:off x="2827655" y="1333931"/>
                <a:ext cx="295283"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1" i="1" dirty="0">
                    <a:solidFill>
                      <a:srgbClr val="FF0000"/>
                    </a:solidFill>
                    <a:latin typeface="Times New Roman" pitchFamily="18" charset="0"/>
                    <a:ea typeface="+mn-ea"/>
                    <a:cs typeface="Times New Roman" pitchFamily="18" charset="0"/>
                  </a:rPr>
                  <a:t>q</a:t>
                </a:r>
                <a:endParaRPr lang="zh-CN" altLang="en-US" sz="1600" b="1" dirty="0">
                  <a:solidFill>
                    <a:srgbClr val="FF0000"/>
                  </a:solidFill>
                  <a:latin typeface="Times New Roman" pitchFamily="18" charset="0"/>
                  <a:ea typeface="+mn-ea"/>
                  <a:cs typeface="Times New Roman" pitchFamily="18" charset="0"/>
                </a:endParaRPr>
              </a:p>
            </p:txBody>
          </p:sp>
        </p:grpSp>
        <p:grpSp>
          <p:nvGrpSpPr>
            <p:cNvPr id="251" name="组合 250">
              <a:extLst>
                <a:ext uri="{FF2B5EF4-FFF2-40B4-BE49-F238E27FC236}">
                  <a16:creationId xmlns:a16="http://schemas.microsoft.com/office/drawing/2014/main" id="{44810F01-473E-C4A8-DDDC-7069F2FFB38E}"/>
                </a:ext>
              </a:extLst>
            </p:cNvPr>
            <p:cNvGrpSpPr/>
            <p:nvPr/>
          </p:nvGrpSpPr>
          <p:grpSpPr>
            <a:xfrm>
              <a:off x="773025" y="2984143"/>
              <a:ext cx="3635597" cy="923706"/>
              <a:chOff x="773025" y="2984143"/>
              <a:chExt cx="3635597" cy="923706"/>
            </a:xfrm>
          </p:grpSpPr>
          <p:sp>
            <p:nvSpPr>
              <p:cNvPr id="265" name="Text Box 106">
                <a:extLst>
                  <a:ext uri="{FF2B5EF4-FFF2-40B4-BE49-F238E27FC236}">
                    <a16:creationId xmlns:a16="http://schemas.microsoft.com/office/drawing/2014/main" id="{28E9387E-3C5B-4316-46B0-FCF8442DCEEC}"/>
                  </a:ext>
                </a:extLst>
              </p:cNvPr>
              <p:cNvSpPr txBox="1">
                <a:spLocks noChangeArrowheads="1"/>
              </p:cNvSpPr>
              <p:nvPr/>
            </p:nvSpPr>
            <p:spPr bwMode="auto">
              <a:xfrm>
                <a:off x="843985" y="3040658"/>
                <a:ext cx="481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A</a:t>
                </a:r>
                <a:endParaRPr lang="zh-CN" altLang="en-US" b="0" dirty="0"/>
              </a:p>
            </p:txBody>
          </p:sp>
          <p:cxnSp>
            <p:nvCxnSpPr>
              <p:cNvPr id="266" name="直接连接符 223">
                <a:extLst>
                  <a:ext uri="{FF2B5EF4-FFF2-40B4-BE49-F238E27FC236}">
                    <a16:creationId xmlns:a16="http://schemas.microsoft.com/office/drawing/2014/main" id="{37930E92-3877-7B0E-D283-BC914E721B06}"/>
                  </a:ext>
                </a:extLst>
              </p:cNvPr>
              <p:cNvCxnSpPr>
                <a:cxnSpLocks noChangeShapeType="1"/>
              </p:cNvCxnSpPr>
              <p:nvPr/>
            </p:nvCxnSpPr>
            <p:spPr bwMode="auto">
              <a:xfrm>
                <a:off x="953045" y="3292942"/>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7" name="Text Box 106">
                <a:extLst>
                  <a:ext uri="{FF2B5EF4-FFF2-40B4-BE49-F238E27FC236}">
                    <a16:creationId xmlns:a16="http://schemas.microsoft.com/office/drawing/2014/main" id="{DD7C37A5-99BC-1CF2-A7EB-0AF7A5C196C0}"/>
                  </a:ext>
                </a:extLst>
              </p:cNvPr>
              <p:cNvSpPr txBox="1">
                <a:spLocks noChangeArrowheads="1"/>
              </p:cNvSpPr>
              <p:nvPr/>
            </p:nvSpPr>
            <p:spPr bwMode="auto">
              <a:xfrm>
                <a:off x="1972523" y="3042514"/>
                <a:ext cx="3572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rPr>
                  <a:t>B</a:t>
                </a:r>
                <a:endParaRPr lang="zh-CN" altLang="en-US" sz="1600" b="0" i="1" dirty="0">
                  <a:solidFill>
                    <a:schemeClr val="tx1"/>
                  </a:solidFill>
                  <a:latin typeface="Times New Roman" pitchFamily="18" charset="0"/>
                  <a:ea typeface="+mn-ea"/>
                  <a:cs typeface="Times New Roman" pitchFamily="18" charset="0"/>
                </a:endParaRPr>
              </a:p>
            </p:txBody>
          </p:sp>
          <p:sp>
            <p:nvSpPr>
              <p:cNvPr id="268" name="Text Box 106">
                <a:extLst>
                  <a:ext uri="{FF2B5EF4-FFF2-40B4-BE49-F238E27FC236}">
                    <a16:creationId xmlns:a16="http://schemas.microsoft.com/office/drawing/2014/main" id="{382BB53F-4ED2-7B8E-78DD-6065B9B600A3}"/>
                  </a:ext>
                </a:extLst>
              </p:cNvPr>
              <p:cNvSpPr txBox="1">
                <a:spLocks noChangeArrowheads="1"/>
              </p:cNvSpPr>
              <p:nvPr/>
            </p:nvSpPr>
            <p:spPr bwMode="auto">
              <a:xfrm>
                <a:off x="3594697" y="3084501"/>
                <a:ext cx="3140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C</a:t>
                </a:r>
                <a:endParaRPr lang="zh-CN" altLang="en-US" b="0" dirty="0"/>
              </a:p>
            </p:txBody>
          </p:sp>
          <p:grpSp>
            <p:nvGrpSpPr>
              <p:cNvPr id="269" name="组合 268">
                <a:extLst>
                  <a:ext uri="{FF2B5EF4-FFF2-40B4-BE49-F238E27FC236}">
                    <a16:creationId xmlns:a16="http://schemas.microsoft.com/office/drawing/2014/main" id="{27667780-CDCC-5EE4-D57B-ECBBF3505807}"/>
                  </a:ext>
                </a:extLst>
              </p:cNvPr>
              <p:cNvGrpSpPr/>
              <p:nvPr/>
            </p:nvGrpSpPr>
            <p:grpSpPr>
              <a:xfrm>
                <a:off x="773025" y="2984143"/>
                <a:ext cx="180020" cy="600932"/>
                <a:chOff x="1601670" y="3098098"/>
                <a:chExt cx="180020" cy="600932"/>
              </a:xfrm>
            </p:grpSpPr>
            <p:sp>
              <p:nvSpPr>
                <p:cNvPr id="280" name="矩形 279">
                  <a:extLst>
                    <a:ext uri="{FF2B5EF4-FFF2-40B4-BE49-F238E27FC236}">
                      <a16:creationId xmlns:a16="http://schemas.microsoft.com/office/drawing/2014/main" id="{8EEA2C88-09C1-25A5-F653-C561D6F4418C}"/>
                    </a:ext>
                  </a:extLst>
                </p:cNvPr>
                <p:cNvSpPr/>
                <p:nvPr/>
              </p:nvSpPr>
              <p:spPr bwMode="auto">
                <a:xfrm>
                  <a:off x="1601670" y="3098098"/>
                  <a:ext cx="180020" cy="600932"/>
                </a:xfrm>
                <a:prstGeom prst="rect">
                  <a:avLst/>
                </a:prstGeom>
                <a:pattFill prst="ltUpDiag">
                  <a:fgClr>
                    <a:schemeClr val="tx1"/>
                  </a:fgClr>
                  <a:bgClr>
                    <a:schemeClr val="bg1"/>
                  </a:bgClr>
                </a:patt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30000"/>
                    </a:spcBef>
                    <a:spcAft>
                      <a:spcPct val="0"/>
                    </a:spcAft>
                    <a:buClr>
                      <a:schemeClr val="hlink"/>
                    </a:buClr>
                    <a:buSzPct val="62000"/>
                    <a:buFont typeface="Wingdings" pitchFamily="2" charset="2"/>
                    <a:buNone/>
                    <a:tabLst/>
                  </a:pPr>
                  <a:endParaRPr kumimoji="0" lang="zh-CN" altLang="en-US" sz="2800" b="0" i="0" u="none" strike="noStrike" cap="none" normalizeH="0" baseline="0">
                    <a:ln>
                      <a:noFill/>
                    </a:ln>
                    <a:solidFill>
                      <a:schemeClr val="tx1"/>
                    </a:solidFill>
                    <a:effectLst/>
                    <a:latin typeface="Times New Roman" pitchFamily="18" charset="0"/>
                    <a:ea typeface="宋体" pitchFamily="2" charset="-122"/>
                  </a:endParaRPr>
                </a:p>
              </p:txBody>
            </p:sp>
            <p:cxnSp>
              <p:nvCxnSpPr>
                <p:cNvPr id="281" name="直接连接符 223">
                  <a:extLst>
                    <a:ext uri="{FF2B5EF4-FFF2-40B4-BE49-F238E27FC236}">
                      <a16:creationId xmlns:a16="http://schemas.microsoft.com/office/drawing/2014/main" id="{D9BC7395-5F6B-AC75-CA3D-5C196F18C555}"/>
                    </a:ext>
                  </a:extLst>
                </p:cNvPr>
                <p:cNvCxnSpPr>
                  <a:cxnSpLocks noChangeShapeType="1"/>
                </p:cNvCxnSpPr>
                <p:nvPr/>
              </p:nvCxnSpPr>
              <p:spPr bwMode="auto">
                <a:xfrm>
                  <a:off x="1781690" y="3114765"/>
                  <a:ext cx="0" cy="58426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0" name="任意多边形 97">
                <a:extLst>
                  <a:ext uri="{FF2B5EF4-FFF2-40B4-BE49-F238E27FC236}">
                    <a16:creationId xmlns:a16="http://schemas.microsoft.com/office/drawing/2014/main" id="{AA37FAB9-4546-BE95-C7B1-C201A38CD9F3}"/>
                  </a:ext>
                </a:extLst>
              </p:cNvPr>
              <p:cNvSpPr/>
              <p:nvPr/>
            </p:nvSpPr>
            <p:spPr>
              <a:xfrm>
                <a:off x="959804" y="3292467"/>
                <a:ext cx="2690812" cy="371475"/>
              </a:xfrm>
              <a:custGeom>
                <a:avLst/>
                <a:gdLst>
                  <a:gd name="connsiteX0" fmla="*/ 0 w 2690812"/>
                  <a:gd name="connsiteY0" fmla="*/ 0 h 371475"/>
                  <a:gd name="connsiteX1" fmla="*/ 1338262 w 2690812"/>
                  <a:gd name="connsiteY1" fmla="*/ 66675 h 371475"/>
                  <a:gd name="connsiteX2" fmla="*/ 2690812 w 2690812"/>
                  <a:gd name="connsiteY2" fmla="*/ 371475 h 371475"/>
                </a:gdLst>
                <a:ahLst/>
                <a:cxnLst>
                  <a:cxn ang="0">
                    <a:pos x="connsiteX0" y="connsiteY0"/>
                  </a:cxn>
                  <a:cxn ang="0">
                    <a:pos x="connsiteX1" y="connsiteY1"/>
                  </a:cxn>
                  <a:cxn ang="0">
                    <a:pos x="connsiteX2" y="connsiteY2"/>
                  </a:cxn>
                </a:cxnLst>
                <a:rect l="l" t="t" r="r" b="b"/>
                <a:pathLst>
                  <a:path w="2690812" h="371475">
                    <a:moveTo>
                      <a:pt x="0" y="0"/>
                    </a:moveTo>
                    <a:cubicBezTo>
                      <a:pt x="444896" y="2381"/>
                      <a:pt x="889793" y="4763"/>
                      <a:pt x="1338262" y="66675"/>
                    </a:cubicBezTo>
                    <a:cubicBezTo>
                      <a:pt x="1786731" y="128587"/>
                      <a:pt x="2690812" y="371475"/>
                      <a:pt x="2690812" y="371475"/>
                    </a:cubicBezTo>
                  </a:path>
                </a:pathLst>
              </a:custGeom>
              <a:noFill/>
              <a:ln>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00FF"/>
                    </a:solidFill>
                  </a:ln>
                </a:endParaRPr>
              </a:p>
            </p:txBody>
          </p:sp>
          <p:sp>
            <p:nvSpPr>
              <p:cNvPr id="271" name="Text Box 106">
                <a:extLst>
                  <a:ext uri="{FF2B5EF4-FFF2-40B4-BE49-F238E27FC236}">
                    <a16:creationId xmlns:a16="http://schemas.microsoft.com/office/drawing/2014/main" id="{7D59CCF4-5CD5-9B62-B7AF-3326E978B129}"/>
                  </a:ext>
                </a:extLst>
              </p:cNvPr>
              <p:cNvSpPr txBox="1">
                <a:spLocks noChangeArrowheads="1"/>
              </p:cNvSpPr>
              <p:nvPr/>
            </p:nvSpPr>
            <p:spPr bwMode="auto">
              <a:xfrm>
                <a:off x="3927610" y="3569295"/>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a:t>
                </a:r>
                <a:r>
                  <a:rPr lang="en-US" altLang="zh-CN" sz="1600" b="0" i="1" baseline="-25000" dirty="0">
                    <a:solidFill>
                      <a:schemeClr val="tx1"/>
                    </a:solidFill>
                    <a:latin typeface="Times New Roman" pitchFamily="18" charset="0"/>
                    <a:ea typeface="+mn-ea"/>
                    <a:cs typeface="Times New Roman" pitchFamily="18" charset="0"/>
                    <a:sym typeface="Symbol"/>
                  </a:rPr>
                  <a:t>C</a:t>
                </a:r>
                <a:r>
                  <a:rPr lang="en-US" altLang="zh-CN" sz="1600" b="0" i="0" baseline="-25000" dirty="0">
                    <a:solidFill>
                      <a:schemeClr val="tx1"/>
                    </a:solidFill>
                    <a:latin typeface="Times New Roman" pitchFamily="18" charset="0"/>
                    <a:ea typeface="+mn-ea"/>
                    <a:cs typeface="Times New Roman" pitchFamily="18" charset="0"/>
                    <a:sym typeface="Symbol"/>
                  </a:rPr>
                  <a:t>1</a:t>
                </a:r>
                <a:endParaRPr lang="zh-CN" altLang="en-US" sz="1600" b="0" i="0" baseline="-25000" dirty="0">
                  <a:solidFill>
                    <a:schemeClr val="tx1"/>
                  </a:solidFill>
                  <a:latin typeface="Times New Roman" pitchFamily="18" charset="0"/>
                  <a:ea typeface="+mn-ea"/>
                  <a:cs typeface="Times New Roman" pitchFamily="18" charset="0"/>
                </a:endParaRPr>
              </a:p>
            </p:txBody>
          </p:sp>
          <p:cxnSp>
            <p:nvCxnSpPr>
              <p:cNvPr id="272" name="直接连接符 271">
                <a:extLst>
                  <a:ext uri="{FF2B5EF4-FFF2-40B4-BE49-F238E27FC236}">
                    <a16:creationId xmlns:a16="http://schemas.microsoft.com/office/drawing/2014/main" id="{0FDE4357-A874-A1D4-45F4-6238A9354DA8}"/>
                  </a:ext>
                </a:extLst>
              </p:cNvPr>
              <p:cNvCxnSpPr/>
              <p:nvPr/>
            </p:nvCxnSpPr>
            <p:spPr>
              <a:xfrm>
                <a:off x="3634791" y="3656485"/>
                <a:ext cx="580851" cy="197758"/>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273" name="任意多边形 100">
                <a:extLst>
                  <a:ext uri="{FF2B5EF4-FFF2-40B4-BE49-F238E27FC236}">
                    <a16:creationId xmlns:a16="http://schemas.microsoft.com/office/drawing/2014/main" id="{EB92AA39-1347-5F9B-9972-A231E30C103B}"/>
                  </a:ext>
                </a:extLst>
              </p:cNvPr>
              <p:cNvSpPr/>
              <p:nvPr/>
            </p:nvSpPr>
            <p:spPr>
              <a:xfrm flipV="1">
                <a:off x="3983550" y="3661525"/>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4" name="直接连接符 273">
                <a:extLst>
                  <a:ext uri="{FF2B5EF4-FFF2-40B4-BE49-F238E27FC236}">
                    <a16:creationId xmlns:a16="http://schemas.microsoft.com/office/drawing/2014/main" id="{CE751E80-297D-E55D-A88C-4BB283AB8AD8}"/>
                  </a:ext>
                </a:extLst>
              </p:cNvPr>
              <p:cNvCxnSpPr/>
              <p:nvPr/>
            </p:nvCxnSpPr>
            <p:spPr>
              <a:xfrm>
                <a:off x="3632382" y="3653330"/>
                <a:ext cx="696404" cy="0"/>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75" name="组合 274">
                <a:extLst>
                  <a:ext uri="{FF2B5EF4-FFF2-40B4-BE49-F238E27FC236}">
                    <a16:creationId xmlns:a16="http://schemas.microsoft.com/office/drawing/2014/main" id="{72002F6E-80E9-F47D-6D7B-02BC00B54C1B}"/>
                  </a:ext>
                </a:extLst>
              </p:cNvPr>
              <p:cNvGrpSpPr/>
              <p:nvPr/>
            </p:nvGrpSpPr>
            <p:grpSpPr>
              <a:xfrm rot="16200000" flipH="1">
                <a:off x="3635860" y="3288992"/>
                <a:ext cx="362145" cy="369100"/>
                <a:chOff x="2580935" y="4075852"/>
                <a:chExt cx="1049564" cy="369100"/>
              </a:xfrm>
            </p:grpSpPr>
            <p:cxnSp>
              <p:nvCxnSpPr>
                <p:cNvPr id="277" name="直接连接符 276">
                  <a:extLst>
                    <a:ext uri="{FF2B5EF4-FFF2-40B4-BE49-F238E27FC236}">
                      <a16:creationId xmlns:a16="http://schemas.microsoft.com/office/drawing/2014/main" id="{8ACAA753-FE95-87FB-F716-3D8FCBF1B163}"/>
                    </a:ext>
                  </a:extLst>
                </p:cNvPr>
                <p:cNvCxnSpPr/>
                <p:nvPr/>
              </p:nvCxnSpPr>
              <p:spPr bwMode="auto">
                <a:xfrm>
                  <a:off x="2580935" y="4377400"/>
                  <a:ext cx="1047710"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8" name="直接连接符 277">
                  <a:extLst>
                    <a:ext uri="{FF2B5EF4-FFF2-40B4-BE49-F238E27FC236}">
                      <a16:creationId xmlns:a16="http://schemas.microsoft.com/office/drawing/2014/main" id="{AB1F0277-8531-AFBE-F88C-82A164B64BEC}"/>
                    </a:ext>
                  </a:extLst>
                </p:cNvPr>
                <p:cNvCxnSpPr/>
                <p:nvPr/>
              </p:nvCxnSpPr>
              <p:spPr bwMode="auto">
                <a:xfrm>
                  <a:off x="3628645" y="407585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9" name="直接连接符 278">
                  <a:extLst>
                    <a:ext uri="{FF2B5EF4-FFF2-40B4-BE49-F238E27FC236}">
                      <a16:creationId xmlns:a16="http://schemas.microsoft.com/office/drawing/2014/main" id="{D1EF7C33-A9CA-220F-05A3-2A4380B41349}"/>
                    </a:ext>
                  </a:extLst>
                </p:cNvPr>
                <p:cNvCxnSpPr/>
                <p:nvPr/>
              </p:nvCxnSpPr>
              <p:spPr bwMode="auto">
                <a:xfrm>
                  <a:off x="2592658" y="408491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6" name="Text Box 106">
                <a:extLst>
                  <a:ext uri="{FF2B5EF4-FFF2-40B4-BE49-F238E27FC236}">
                    <a16:creationId xmlns:a16="http://schemas.microsoft.com/office/drawing/2014/main" id="{F39087EB-6A45-691A-07D2-76F01AF4934B}"/>
                  </a:ext>
                </a:extLst>
              </p:cNvPr>
              <p:cNvSpPr txBox="1">
                <a:spLocks noChangeArrowheads="1"/>
              </p:cNvSpPr>
              <p:nvPr/>
            </p:nvSpPr>
            <p:spPr bwMode="auto">
              <a:xfrm>
                <a:off x="3855602" y="3277468"/>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y</a:t>
                </a:r>
                <a:r>
                  <a:rPr lang="en-US" altLang="zh-CN" sz="1600" b="0" i="1" baseline="-25000" dirty="0">
                    <a:solidFill>
                      <a:schemeClr val="tx1"/>
                    </a:solidFill>
                    <a:latin typeface="Times New Roman" pitchFamily="18" charset="0"/>
                    <a:ea typeface="+mn-ea"/>
                    <a:cs typeface="Times New Roman" pitchFamily="18" charset="0"/>
                    <a:sym typeface="Symbol"/>
                  </a:rPr>
                  <a:t>C</a:t>
                </a:r>
                <a:r>
                  <a:rPr lang="en-US" altLang="zh-CN" sz="1600" b="0" baseline="-25000" dirty="0">
                    <a:solidFill>
                      <a:schemeClr val="tx1"/>
                    </a:solidFill>
                    <a:latin typeface="Times New Roman" pitchFamily="18" charset="0"/>
                    <a:ea typeface="+mn-ea"/>
                    <a:cs typeface="Times New Roman" pitchFamily="18" charset="0"/>
                    <a:sym typeface="Symbol"/>
                  </a:rPr>
                  <a:t>1</a:t>
                </a:r>
                <a:endParaRPr lang="zh-CN" altLang="en-US" sz="1600" b="0" baseline="-25000" dirty="0">
                  <a:solidFill>
                    <a:schemeClr val="tx1"/>
                  </a:solidFill>
                  <a:latin typeface="Times New Roman" pitchFamily="18" charset="0"/>
                  <a:ea typeface="+mn-ea"/>
                  <a:cs typeface="Times New Roman" pitchFamily="18" charset="0"/>
                </a:endParaRPr>
              </a:p>
            </p:txBody>
          </p:sp>
        </p:grpSp>
        <p:grpSp>
          <p:nvGrpSpPr>
            <p:cNvPr id="252" name="组合 251">
              <a:extLst>
                <a:ext uri="{FF2B5EF4-FFF2-40B4-BE49-F238E27FC236}">
                  <a16:creationId xmlns:a16="http://schemas.microsoft.com/office/drawing/2014/main" id="{829F8B74-F9C9-F318-29D8-1C62808FB1D4}"/>
                </a:ext>
              </a:extLst>
            </p:cNvPr>
            <p:cNvGrpSpPr/>
            <p:nvPr/>
          </p:nvGrpSpPr>
          <p:grpSpPr>
            <a:xfrm>
              <a:off x="953356" y="2708920"/>
              <a:ext cx="1338299" cy="581090"/>
              <a:chOff x="2270854" y="1333931"/>
              <a:chExt cx="1351353" cy="581090"/>
            </a:xfrm>
          </p:grpSpPr>
          <p:grpSp>
            <p:nvGrpSpPr>
              <p:cNvPr id="253" name="组合 252">
                <a:extLst>
                  <a:ext uri="{FF2B5EF4-FFF2-40B4-BE49-F238E27FC236}">
                    <a16:creationId xmlns:a16="http://schemas.microsoft.com/office/drawing/2014/main" id="{ED71E903-6034-A169-A988-8559B575B4EC}"/>
                  </a:ext>
                </a:extLst>
              </p:cNvPr>
              <p:cNvGrpSpPr/>
              <p:nvPr/>
            </p:nvGrpSpPr>
            <p:grpSpPr>
              <a:xfrm>
                <a:off x="2270854" y="1589433"/>
                <a:ext cx="1351353" cy="325588"/>
                <a:chOff x="2270854" y="1589433"/>
                <a:chExt cx="1351353" cy="325588"/>
              </a:xfrm>
            </p:grpSpPr>
            <p:cxnSp>
              <p:nvCxnSpPr>
                <p:cNvPr id="255" name="直接连接符 223">
                  <a:extLst>
                    <a:ext uri="{FF2B5EF4-FFF2-40B4-BE49-F238E27FC236}">
                      <a16:creationId xmlns:a16="http://schemas.microsoft.com/office/drawing/2014/main" id="{D8F82B9F-F2DC-942B-CC59-00A667DE9D91}"/>
                    </a:ext>
                  </a:extLst>
                </p:cNvPr>
                <p:cNvCxnSpPr>
                  <a:cxnSpLocks noChangeShapeType="1"/>
                </p:cNvCxnSpPr>
                <p:nvPr/>
              </p:nvCxnSpPr>
              <p:spPr bwMode="auto">
                <a:xfrm>
                  <a:off x="2288198" y="1589433"/>
                  <a:ext cx="1331585" cy="0"/>
                </a:xfrm>
                <a:prstGeom prst="line">
                  <a:avLst/>
                </a:prstGeom>
                <a:noFill/>
                <a:ln w="19050" cap="sq" algn="ctr">
                  <a:solidFill>
                    <a:srgbClr val="00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6" name="直接箭头连接符 250">
                  <a:extLst>
                    <a:ext uri="{FF2B5EF4-FFF2-40B4-BE49-F238E27FC236}">
                      <a16:creationId xmlns:a16="http://schemas.microsoft.com/office/drawing/2014/main" id="{8BD04C4B-8353-E594-BACB-89B89F779AA3}"/>
                    </a:ext>
                  </a:extLst>
                </p:cNvPr>
                <p:cNvCxnSpPr>
                  <a:cxnSpLocks noChangeShapeType="1"/>
                </p:cNvCxnSpPr>
                <p:nvPr/>
              </p:nvCxnSpPr>
              <p:spPr bwMode="auto">
                <a:xfrm>
                  <a:off x="2270854"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7" name="直接箭头连接符 250">
                  <a:extLst>
                    <a:ext uri="{FF2B5EF4-FFF2-40B4-BE49-F238E27FC236}">
                      <a16:creationId xmlns:a16="http://schemas.microsoft.com/office/drawing/2014/main" id="{519342F7-2634-83F1-B436-020AA451DB62}"/>
                    </a:ext>
                  </a:extLst>
                </p:cNvPr>
                <p:cNvCxnSpPr>
                  <a:cxnSpLocks noChangeShapeType="1"/>
                </p:cNvCxnSpPr>
                <p:nvPr/>
              </p:nvCxnSpPr>
              <p:spPr bwMode="auto">
                <a:xfrm>
                  <a:off x="2441116" y="1589605"/>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8" name="直接箭头连接符 250">
                  <a:extLst>
                    <a:ext uri="{FF2B5EF4-FFF2-40B4-BE49-F238E27FC236}">
                      <a16:creationId xmlns:a16="http://schemas.microsoft.com/office/drawing/2014/main" id="{346B604E-1794-D4B6-C26A-BD86B1AA6AA3}"/>
                    </a:ext>
                  </a:extLst>
                </p:cNvPr>
                <p:cNvCxnSpPr>
                  <a:cxnSpLocks noChangeShapeType="1"/>
                </p:cNvCxnSpPr>
                <p:nvPr/>
              </p:nvCxnSpPr>
              <p:spPr bwMode="auto">
                <a:xfrm>
                  <a:off x="2612147" y="1589607"/>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9" name="直接箭头连接符 250">
                  <a:extLst>
                    <a:ext uri="{FF2B5EF4-FFF2-40B4-BE49-F238E27FC236}">
                      <a16:creationId xmlns:a16="http://schemas.microsoft.com/office/drawing/2014/main" id="{5D8D5841-2106-FB23-251E-50CACC593D09}"/>
                    </a:ext>
                  </a:extLst>
                </p:cNvPr>
                <p:cNvCxnSpPr>
                  <a:cxnSpLocks noChangeShapeType="1"/>
                </p:cNvCxnSpPr>
                <p:nvPr/>
              </p:nvCxnSpPr>
              <p:spPr bwMode="auto">
                <a:xfrm>
                  <a:off x="2782409"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0" name="直接箭头连接符 250">
                  <a:extLst>
                    <a:ext uri="{FF2B5EF4-FFF2-40B4-BE49-F238E27FC236}">
                      <a16:creationId xmlns:a16="http://schemas.microsoft.com/office/drawing/2014/main" id="{0A85624F-55A1-C6D5-5F78-2EBFE187B3EE}"/>
                    </a:ext>
                  </a:extLst>
                </p:cNvPr>
                <p:cNvCxnSpPr>
                  <a:cxnSpLocks noChangeShapeType="1"/>
                </p:cNvCxnSpPr>
                <p:nvPr/>
              </p:nvCxnSpPr>
              <p:spPr bwMode="auto">
                <a:xfrm>
                  <a:off x="2945468"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1" name="直接箭头连接符 250">
                  <a:extLst>
                    <a:ext uri="{FF2B5EF4-FFF2-40B4-BE49-F238E27FC236}">
                      <a16:creationId xmlns:a16="http://schemas.microsoft.com/office/drawing/2014/main" id="{2874FA94-8E2F-6FDC-8725-CE2D664AAA25}"/>
                    </a:ext>
                  </a:extLst>
                </p:cNvPr>
                <p:cNvCxnSpPr>
                  <a:cxnSpLocks noChangeShapeType="1"/>
                </p:cNvCxnSpPr>
                <p:nvPr/>
              </p:nvCxnSpPr>
              <p:spPr bwMode="auto">
                <a:xfrm>
                  <a:off x="3115729" y="1589605"/>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2" name="直接箭头连接符 250">
                  <a:extLst>
                    <a:ext uri="{FF2B5EF4-FFF2-40B4-BE49-F238E27FC236}">
                      <a16:creationId xmlns:a16="http://schemas.microsoft.com/office/drawing/2014/main" id="{7DF60BF1-A27F-2351-072D-10AD57F85618}"/>
                    </a:ext>
                  </a:extLst>
                </p:cNvPr>
                <p:cNvCxnSpPr>
                  <a:cxnSpLocks noChangeShapeType="1"/>
                </p:cNvCxnSpPr>
                <p:nvPr/>
              </p:nvCxnSpPr>
              <p:spPr bwMode="auto">
                <a:xfrm>
                  <a:off x="3286760" y="1589607"/>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3" name="直接箭头连接符 250">
                  <a:extLst>
                    <a:ext uri="{FF2B5EF4-FFF2-40B4-BE49-F238E27FC236}">
                      <a16:creationId xmlns:a16="http://schemas.microsoft.com/office/drawing/2014/main" id="{EC99AA11-F160-D205-5054-D2D55082247E}"/>
                    </a:ext>
                  </a:extLst>
                </p:cNvPr>
                <p:cNvCxnSpPr>
                  <a:cxnSpLocks noChangeShapeType="1"/>
                </p:cNvCxnSpPr>
                <p:nvPr/>
              </p:nvCxnSpPr>
              <p:spPr bwMode="auto">
                <a:xfrm>
                  <a:off x="3457022" y="158960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4" name="直接箭头连接符 250">
                  <a:extLst>
                    <a:ext uri="{FF2B5EF4-FFF2-40B4-BE49-F238E27FC236}">
                      <a16:creationId xmlns:a16="http://schemas.microsoft.com/office/drawing/2014/main" id="{D8BB9E4E-DD11-BD15-4626-1E1B1D83DE2A}"/>
                    </a:ext>
                  </a:extLst>
                </p:cNvPr>
                <p:cNvCxnSpPr>
                  <a:cxnSpLocks noChangeShapeType="1"/>
                </p:cNvCxnSpPr>
                <p:nvPr/>
              </p:nvCxnSpPr>
              <p:spPr bwMode="auto">
                <a:xfrm>
                  <a:off x="3622207" y="1591816"/>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4" name="Text Box 106">
                <a:extLst>
                  <a:ext uri="{FF2B5EF4-FFF2-40B4-BE49-F238E27FC236}">
                    <a16:creationId xmlns:a16="http://schemas.microsoft.com/office/drawing/2014/main" id="{6984FFDF-3B64-6094-A4E6-20FDB01C7AFC}"/>
                  </a:ext>
                </a:extLst>
              </p:cNvPr>
              <p:cNvSpPr txBox="1">
                <a:spLocks noChangeArrowheads="1"/>
              </p:cNvSpPr>
              <p:nvPr/>
            </p:nvSpPr>
            <p:spPr bwMode="auto">
              <a:xfrm>
                <a:off x="2827655" y="1333931"/>
                <a:ext cx="295283" cy="2462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00B050"/>
                    </a:solidFill>
                    <a:latin typeface="Times New Roman" pitchFamily="18" charset="0"/>
                    <a:ea typeface="+mn-ea"/>
                    <a:cs typeface="Times New Roman" pitchFamily="18" charset="0"/>
                  </a:rPr>
                  <a:t>q</a:t>
                </a:r>
                <a:endParaRPr lang="zh-CN" altLang="en-US" sz="1600" b="0" dirty="0">
                  <a:solidFill>
                    <a:srgbClr val="00B050"/>
                  </a:solidFill>
                  <a:latin typeface="Times New Roman" pitchFamily="18" charset="0"/>
                  <a:ea typeface="+mn-ea"/>
                  <a:cs typeface="Times New Roman" pitchFamily="18" charset="0"/>
                </a:endParaRPr>
              </a:p>
            </p:txBody>
          </p:sp>
        </p:grpSp>
      </p:grpSp>
      <p:grpSp>
        <p:nvGrpSpPr>
          <p:cNvPr id="294" name="组合 293">
            <a:extLst>
              <a:ext uri="{FF2B5EF4-FFF2-40B4-BE49-F238E27FC236}">
                <a16:creationId xmlns:a16="http://schemas.microsoft.com/office/drawing/2014/main" id="{88B1CFBC-F399-9B03-076B-19D2E6A072F4}"/>
              </a:ext>
            </a:extLst>
          </p:cNvPr>
          <p:cNvGrpSpPr/>
          <p:nvPr/>
        </p:nvGrpSpPr>
        <p:grpSpPr>
          <a:xfrm>
            <a:off x="8370632" y="5196478"/>
            <a:ext cx="3635597" cy="923706"/>
            <a:chOff x="763852" y="4914165"/>
            <a:chExt cx="3635597" cy="923706"/>
          </a:xfrm>
        </p:grpSpPr>
        <p:sp>
          <p:nvSpPr>
            <p:cNvPr id="295" name="Text Box 106">
              <a:extLst>
                <a:ext uri="{FF2B5EF4-FFF2-40B4-BE49-F238E27FC236}">
                  <a16:creationId xmlns:a16="http://schemas.microsoft.com/office/drawing/2014/main" id="{8BCFE444-FFDE-049F-5661-050E6A4C53BD}"/>
                </a:ext>
              </a:extLst>
            </p:cNvPr>
            <p:cNvSpPr txBox="1">
              <a:spLocks noChangeArrowheads="1"/>
            </p:cNvSpPr>
            <p:nvPr/>
          </p:nvSpPr>
          <p:spPr bwMode="auto">
            <a:xfrm>
              <a:off x="834812" y="4970680"/>
              <a:ext cx="481012"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A</a:t>
              </a:r>
              <a:endParaRPr lang="zh-CN" altLang="en-US" b="0" dirty="0"/>
            </a:p>
          </p:txBody>
        </p:sp>
        <p:cxnSp>
          <p:nvCxnSpPr>
            <p:cNvPr id="296" name="直接连接符 223">
              <a:extLst>
                <a:ext uri="{FF2B5EF4-FFF2-40B4-BE49-F238E27FC236}">
                  <a16:creationId xmlns:a16="http://schemas.microsoft.com/office/drawing/2014/main" id="{92295DB3-931D-6A17-6F43-8BEB33862A94}"/>
                </a:ext>
              </a:extLst>
            </p:cNvPr>
            <p:cNvCxnSpPr>
              <a:cxnSpLocks noChangeShapeType="1"/>
            </p:cNvCxnSpPr>
            <p:nvPr/>
          </p:nvCxnSpPr>
          <p:spPr bwMode="auto">
            <a:xfrm>
              <a:off x="943872" y="5222964"/>
              <a:ext cx="2677220" cy="0"/>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7" name="Text Box 106">
              <a:extLst>
                <a:ext uri="{FF2B5EF4-FFF2-40B4-BE49-F238E27FC236}">
                  <a16:creationId xmlns:a16="http://schemas.microsoft.com/office/drawing/2014/main" id="{32A71565-4168-8BA2-88CA-5735DD5FC92B}"/>
                </a:ext>
              </a:extLst>
            </p:cNvPr>
            <p:cNvSpPr txBox="1">
              <a:spLocks noChangeArrowheads="1"/>
            </p:cNvSpPr>
            <p:nvPr/>
          </p:nvSpPr>
          <p:spPr bwMode="auto">
            <a:xfrm>
              <a:off x="1963350" y="4972536"/>
              <a:ext cx="35722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rPr>
                <a:t>B</a:t>
              </a:r>
              <a:endParaRPr lang="zh-CN" altLang="en-US" sz="1600" b="0" i="1" dirty="0">
                <a:solidFill>
                  <a:schemeClr val="tx1"/>
                </a:solidFill>
                <a:latin typeface="Times New Roman" pitchFamily="18" charset="0"/>
                <a:ea typeface="+mn-ea"/>
                <a:cs typeface="Times New Roman" pitchFamily="18" charset="0"/>
              </a:endParaRPr>
            </a:p>
          </p:txBody>
        </p:sp>
        <p:sp>
          <p:nvSpPr>
            <p:cNvPr id="298" name="Text Box 106">
              <a:extLst>
                <a:ext uri="{FF2B5EF4-FFF2-40B4-BE49-F238E27FC236}">
                  <a16:creationId xmlns:a16="http://schemas.microsoft.com/office/drawing/2014/main" id="{AE99582F-9884-CBA0-7C84-8DCB8A05139E}"/>
                </a:ext>
              </a:extLst>
            </p:cNvPr>
            <p:cNvSpPr txBox="1">
              <a:spLocks noChangeArrowheads="1"/>
            </p:cNvSpPr>
            <p:nvPr/>
          </p:nvSpPr>
          <p:spPr bwMode="auto">
            <a:xfrm>
              <a:off x="3585524" y="5014523"/>
              <a:ext cx="314075"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defPPr>
                <a:defRPr lang="zh-CN"/>
              </a:defPPr>
              <a:lvl1pPr algn="ctr">
                <a:lnSpc>
                  <a:spcPct val="100000"/>
                </a:lnSpc>
                <a:spcBef>
                  <a:spcPct val="50000"/>
                </a:spcBef>
                <a:defRPr sz="1600" b="1" i="1">
                  <a:latin typeface="Times New Roman" pitchFamily="18" charset="0"/>
                  <a:cs typeface="Times New Roman" pitchFamily="18" charset="0"/>
                </a:defRPr>
              </a:lvl1pPr>
            </a:lstStyle>
            <a:p>
              <a:pPr>
                <a:buNone/>
              </a:pPr>
              <a:r>
                <a:rPr lang="en-US" altLang="zh-CN" b="0" dirty="0"/>
                <a:t>C</a:t>
              </a:r>
              <a:endParaRPr lang="zh-CN" altLang="en-US" b="0" dirty="0"/>
            </a:p>
          </p:txBody>
        </p:sp>
        <p:grpSp>
          <p:nvGrpSpPr>
            <p:cNvPr id="299" name="组合 298">
              <a:extLst>
                <a:ext uri="{FF2B5EF4-FFF2-40B4-BE49-F238E27FC236}">
                  <a16:creationId xmlns:a16="http://schemas.microsoft.com/office/drawing/2014/main" id="{D8D22B7B-54E0-F9B3-ECD1-CB857B8E40FD}"/>
                </a:ext>
              </a:extLst>
            </p:cNvPr>
            <p:cNvGrpSpPr/>
            <p:nvPr/>
          </p:nvGrpSpPr>
          <p:grpSpPr>
            <a:xfrm>
              <a:off x="763852" y="4914165"/>
              <a:ext cx="180020" cy="600932"/>
              <a:chOff x="1601670" y="3098098"/>
              <a:chExt cx="180020" cy="600932"/>
            </a:xfrm>
          </p:grpSpPr>
          <p:sp>
            <p:nvSpPr>
              <p:cNvPr id="322" name="矩形 321">
                <a:extLst>
                  <a:ext uri="{FF2B5EF4-FFF2-40B4-BE49-F238E27FC236}">
                    <a16:creationId xmlns:a16="http://schemas.microsoft.com/office/drawing/2014/main" id="{7EAD4942-24D0-2B79-46F6-2E6EC6A7225C}"/>
                  </a:ext>
                </a:extLst>
              </p:cNvPr>
              <p:cNvSpPr/>
              <p:nvPr/>
            </p:nvSpPr>
            <p:spPr bwMode="auto">
              <a:xfrm>
                <a:off x="1601670" y="3098098"/>
                <a:ext cx="180020" cy="600932"/>
              </a:xfrm>
              <a:prstGeom prst="rect">
                <a:avLst/>
              </a:prstGeom>
              <a:pattFill prst="ltUpDiag">
                <a:fgClr>
                  <a:schemeClr val="tx1"/>
                </a:fgClr>
                <a:bgClr>
                  <a:schemeClr val="bg1"/>
                </a:bgClr>
              </a:pattFill>
              <a:ln>
                <a:noFill/>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30000"/>
                  </a:spcBef>
                  <a:spcAft>
                    <a:spcPct val="0"/>
                  </a:spcAft>
                  <a:buClr>
                    <a:schemeClr val="hlink"/>
                  </a:buClr>
                  <a:buSzPct val="62000"/>
                  <a:buFont typeface="Wingdings" pitchFamily="2" charset="2"/>
                  <a:buNone/>
                  <a:tabLst/>
                </a:pPr>
                <a:endParaRPr kumimoji="0" lang="zh-CN" altLang="en-US" sz="2800" b="0" i="0" u="none" strike="noStrike" cap="none" normalizeH="0" baseline="0">
                  <a:ln>
                    <a:noFill/>
                  </a:ln>
                  <a:solidFill>
                    <a:schemeClr val="tx1"/>
                  </a:solidFill>
                  <a:effectLst/>
                  <a:latin typeface="Times New Roman" pitchFamily="18" charset="0"/>
                  <a:ea typeface="宋体" pitchFamily="2" charset="-122"/>
                </a:endParaRPr>
              </a:p>
            </p:txBody>
          </p:sp>
          <p:cxnSp>
            <p:nvCxnSpPr>
              <p:cNvPr id="323" name="直接连接符 223">
                <a:extLst>
                  <a:ext uri="{FF2B5EF4-FFF2-40B4-BE49-F238E27FC236}">
                    <a16:creationId xmlns:a16="http://schemas.microsoft.com/office/drawing/2014/main" id="{7E0A1F29-1847-0DA9-307D-C4E6E4CBF78B}"/>
                  </a:ext>
                </a:extLst>
              </p:cNvPr>
              <p:cNvCxnSpPr>
                <a:cxnSpLocks noChangeShapeType="1"/>
              </p:cNvCxnSpPr>
              <p:nvPr/>
            </p:nvCxnSpPr>
            <p:spPr bwMode="auto">
              <a:xfrm>
                <a:off x="1781690" y="3114765"/>
                <a:ext cx="0" cy="584265"/>
              </a:xfrm>
              <a:prstGeom prst="line">
                <a:avLst/>
              </a:prstGeom>
              <a:noFill/>
              <a:ln w="38100" cap="sq"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0" name="任意多边形 152">
              <a:extLst>
                <a:ext uri="{FF2B5EF4-FFF2-40B4-BE49-F238E27FC236}">
                  <a16:creationId xmlns:a16="http://schemas.microsoft.com/office/drawing/2014/main" id="{4E8F353B-1063-F0FC-4ABF-9479AD637480}"/>
                </a:ext>
              </a:extLst>
            </p:cNvPr>
            <p:cNvSpPr/>
            <p:nvPr/>
          </p:nvSpPr>
          <p:spPr>
            <a:xfrm>
              <a:off x="950631" y="5222489"/>
              <a:ext cx="2690812" cy="371475"/>
            </a:xfrm>
            <a:custGeom>
              <a:avLst/>
              <a:gdLst>
                <a:gd name="connsiteX0" fmla="*/ 0 w 2690812"/>
                <a:gd name="connsiteY0" fmla="*/ 0 h 371475"/>
                <a:gd name="connsiteX1" fmla="*/ 1338262 w 2690812"/>
                <a:gd name="connsiteY1" fmla="*/ 66675 h 371475"/>
                <a:gd name="connsiteX2" fmla="*/ 2690812 w 2690812"/>
                <a:gd name="connsiteY2" fmla="*/ 371475 h 371475"/>
              </a:gdLst>
              <a:ahLst/>
              <a:cxnLst>
                <a:cxn ang="0">
                  <a:pos x="connsiteX0" y="connsiteY0"/>
                </a:cxn>
                <a:cxn ang="0">
                  <a:pos x="connsiteX1" y="connsiteY1"/>
                </a:cxn>
                <a:cxn ang="0">
                  <a:pos x="connsiteX2" y="connsiteY2"/>
                </a:cxn>
              </a:cxnLst>
              <a:rect l="l" t="t" r="r" b="b"/>
              <a:pathLst>
                <a:path w="2690812" h="371475">
                  <a:moveTo>
                    <a:pt x="0" y="0"/>
                  </a:moveTo>
                  <a:cubicBezTo>
                    <a:pt x="444896" y="2381"/>
                    <a:pt x="889793" y="4763"/>
                    <a:pt x="1338262" y="66675"/>
                  </a:cubicBezTo>
                  <a:cubicBezTo>
                    <a:pt x="1786731" y="128587"/>
                    <a:pt x="2690812" y="371475"/>
                    <a:pt x="2690812" y="371475"/>
                  </a:cubicBezTo>
                </a:path>
              </a:pathLst>
            </a:custGeom>
            <a:noFill/>
            <a:ln>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0000FF"/>
                  </a:solidFill>
                </a:ln>
              </a:endParaRPr>
            </a:p>
          </p:txBody>
        </p:sp>
        <p:sp>
          <p:nvSpPr>
            <p:cNvPr id="301" name="Text Box 106">
              <a:extLst>
                <a:ext uri="{FF2B5EF4-FFF2-40B4-BE49-F238E27FC236}">
                  <a16:creationId xmlns:a16="http://schemas.microsoft.com/office/drawing/2014/main" id="{BE5F939A-165D-0861-E805-F16AC64D0620}"/>
                </a:ext>
              </a:extLst>
            </p:cNvPr>
            <p:cNvSpPr txBox="1">
              <a:spLocks noChangeArrowheads="1"/>
            </p:cNvSpPr>
            <p:nvPr/>
          </p:nvSpPr>
          <p:spPr bwMode="auto">
            <a:xfrm>
              <a:off x="3918437" y="5499317"/>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a:t>
              </a:r>
              <a:r>
                <a:rPr lang="en-US" altLang="zh-CN" sz="1600" b="0" i="1" baseline="-25000" dirty="0">
                  <a:solidFill>
                    <a:schemeClr val="tx1"/>
                  </a:solidFill>
                  <a:latin typeface="Times New Roman" pitchFamily="18" charset="0"/>
                  <a:ea typeface="+mn-ea"/>
                  <a:cs typeface="Times New Roman" pitchFamily="18" charset="0"/>
                  <a:sym typeface="Symbol"/>
                </a:rPr>
                <a:t>C</a:t>
              </a:r>
              <a:r>
                <a:rPr lang="en-US" altLang="zh-CN" sz="1600" b="0" i="0" baseline="-25000" dirty="0">
                  <a:latin typeface="Times New Roman" pitchFamily="18" charset="0"/>
                  <a:cs typeface="Times New Roman" pitchFamily="18" charset="0"/>
                  <a:sym typeface="Symbol"/>
                </a:rPr>
                <a:t>2</a:t>
              </a:r>
              <a:endParaRPr lang="zh-CN" altLang="en-US" sz="1600" b="0" i="0" baseline="-25000" dirty="0">
                <a:solidFill>
                  <a:schemeClr val="tx1"/>
                </a:solidFill>
                <a:latin typeface="Times New Roman" pitchFamily="18" charset="0"/>
                <a:ea typeface="+mn-ea"/>
                <a:cs typeface="Times New Roman" pitchFamily="18" charset="0"/>
              </a:endParaRPr>
            </a:p>
          </p:txBody>
        </p:sp>
        <p:cxnSp>
          <p:nvCxnSpPr>
            <p:cNvPr id="302" name="直接连接符 301">
              <a:extLst>
                <a:ext uri="{FF2B5EF4-FFF2-40B4-BE49-F238E27FC236}">
                  <a16:creationId xmlns:a16="http://schemas.microsoft.com/office/drawing/2014/main" id="{6AF63349-FA95-16C5-B844-4D57FA3327AD}"/>
                </a:ext>
              </a:extLst>
            </p:cNvPr>
            <p:cNvCxnSpPr/>
            <p:nvPr/>
          </p:nvCxnSpPr>
          <p:spPr>
            <a:xfrm>
              <a:off x="3625618" y="5586507"/>
              <a:ext cx="580851" cy="197758"/>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sp>
          <p:nvSpPr>
            <p:cNvPr id="303" name="任意多边形 155">
              <a:extLst>
                <a:ext uri="{FF2B5EF4-FFF2-40B4-BE49-F238E27FC236}">
                  <a16:creationId xmlns:a16="http://schemas.microsoft.com/office/drawing/2014/main" id="{4B08433C-45AA-3CE2-44F4-F467C020B96D}"/>
                </a:ext>
              </a:extLst>
            </p:cNvPr>
            <p:cNvSpPr/>
            <p:nvPr/>
          </p:nvSpPr>
          <p:spPr>
            <a:xfrm flipV="1">
              <a:off x="3974377" y="5591547"/>
              <a:ext cx="24363" cy="104775"/>
            </a:xfrm>
            <a:custGeom>
              <a:avLst/>
              <a:gdLst>
                <a:gd name="connsiteX0" fmla="*/ 22225 w 24363"/>
                <a:gd name="connsiteY0" fmla="*/ 104775 h 104775"/>
                <a:gd name="connsiteX1" fmla="*/ 22225 w 24363"/>
                <a:gd name="connsiteY1" fmla="*/ 47625 h 104775"/>
                <a:gd name="connsiteX2" fmla="*/ 0 w 24363"/>
                <a:gd name="connsiteY2" fmla="*/ 0 h 104775"/>
              </a:gdLst>
              <a:ahLst/>
              <a:cxnLst>
                <a:cxn ang="0">
                  <a:pos x="connsiteX0" y="connsiteY0"/>
                </a:cxn>
                <a:cxn ang="0">
                  <a:pos x="connsiteX1" y="connsiteY1"/>
                </a:cxn>
                <a:cxn ang="0">
                  <a:pos x="connsiteX2" y="connsiteY2"/>
                </a:cxn>
              </a:cxnLst>
              <a:rect l="l" t="t" r="r" b="b"/>
              <a:pathLst>
                <a:path w="24363" h="104775">
                  <a:moveTo>
                    <a:pt x="22225" y="104775"/>
                  </a:moveTo>
                  <a:cubicBezTo>
                    <a:pt x="24077" y="84931"/>
                    <a:pt x="25929" y="65087"/>
                    <a:pt x="22225" y="47625"/>
                  </a:cubicBezTo>
                  <a:cubicBezTo>
                    <a:pt x="18521" y="30163"/>
                    <a:pt x="9260" y="15081"/>
                    <a:pt x="0" y="0"/>
                  </a:cubicBezTo>
                </a:path>
              </a:pathLst>
            </a:custGeom>
            <a:noFill/>
            <a:ln w="9525">
              <a:solidFill>
                <a:srgbClr val="0000FF"/>
              </a:solidFill>
              <a:headEnd type="stealth" w="sm" len="sm"/>
              <a:tailEnd type="stealth" w="sm" len="s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4" name="直接连接符 303">
              <a:extLst>
                <a:ext uri="{FF2B5EF4-FFF2-40B4-BE49-F238E27FC236}">
                  <a16:creationId xmlns:a16="http://schemas.microsoft.com/office/drawing/2014/main" id="{41194780-F7AC-FD7F-AD0A-47349509B70A}"/>
                </a:ext>
              </a:extLst>
            </p:cNvPr>
            <p:cNvCxnSpPr/>
            <p:nvPr/>
          </p:nvCxnSpPr>
          <p:spPr>
            <a:xfrm>
              <a:off x="3623209" y="5583352"/>
              <a:ext cx="696404" cy="0"/>
            </a:xfrm>
            <a:prstGeom prst="line">
              <a:avLst/>
            </a:prstGeom>
            <a:ln w="9525">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305" name="组合 304">
              <a:extLst>
                <a:ext uri="{FF2B5EF4-FFF2-40B4-BE49-F238E27FC236}">
                  <a16:creationId xmlns:a16="http://schemas.microsoft.com/office/drawing/2014/main" id="{A9295833-5F6E-4E4E-4CE9-722365170F9E}"/>
                </a:ext>
              </a:extLst>
            </p:cNvPr>
            <p:cNvGrpSpPr/>
            <p:nvPr/>
          </p:nvGrpSpPr>
          <p:grpSpPr>
            <a:xfrm rot="16200000" flipH="1">
              <a:off x="3626687" y="5219014"/>
              <a:ext cx="362145" cy="369100"/>
              <a:chOff x="2580935" y="4075852"/>
              <a:chExt cx="1049564" cy="369100"/>
            </a:xfrm>
          </p:grpSpPr>
          <p:cxnSp>
            <p:nvCxnSpPr>
              <p:cNvPr id="319" name="直接连接符 318">
                <a:extLst>
                  <a:ext uri="{FF2B5EF4-FFF2-40B4-BE49-F238E27FC236}">
                    <a16:creationId xmlns:a16="http://schemas.microsoft.com/office/drawing/2014/main" id="{CD327C36-1E63-32F1-F491-FF5259BB9CC1}"/>
                  </a:ext>
                </a:extLst>
              </p:cNvPr>
              <p:cNvCxnSpPr/>
              <p:nvPr/>
            </p:nvCxnSpPr>
            <p:spPr bwMode="auto">
              <a:xfrm>
                <a:off x="2580935" y="4377400"/>
                <a:ext cx="1047710" cy="0"/>
              </a:xfrm>
              <a:prstGeom prst="line">
                <a:avLst/>
              </a:prstGeom>
              <a:noFill/>
              <a:ln w="9525" cap="sq" cmpd="sng" algn="ctr">
                <a:solidFill>
                  <a:schemeClr val="tx1"/>
                </a:solidFill>
                <a:prstDash val="solid"/>
                <a:round/>
                <a:headEnd type="triangle" w="sm" len="sm"/>
                <a:tailEnd type="triangle" w="sm" len="sm"/>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0" name="直接连接符 319">
                <a:extLst>
                  <a:ext uri="{FF2B5EF4-FFF2-40B4-BE49-F238E27FC236}">
                    <a16:creationId xmlns:a16="http://schemas.microsoft.com/office/drawing/2014/main" id="{DFE17D18-6BD9-3089-4D1A-EEA81C55D12C}"/>
                  </a:ext>
                </a:extLst>
              </p:cNvPr>
              <p:cNvCxnSpPr/>
              <p:nvPr/>
            </p:nvCxnSpPr>
            <p:spPr bwMode="auto">
              <a:xfrm>
                <a:off x="3628645" y="407585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1" name="直接连接符 320">
                <a:extLst>
                  <a:ext uri="{FF2B5EF4-FFF2-40B4-BE49-F238E27FC236}">
                    <a16:creationId xmlns:a16="http://schemas.microsoft.com/office/drawing/2014/main" id="{1B426CD0-2C4B-5546-8D19-B106BAC21371}"/>
                  </a:ext>
                </a:extLst>
              </p:cNvPr>
              <p:cNvCxnSpPr/>
              <p:nvPr/>
            </p:nvCxnSpPr>
            <p:spPr bwMode="auto">
              <a:xfrm>
                <a:off x="2592658" y="4084912"/>
                <a:ext cx="1854" cy="360040"/>
              </a:xfrm>
              <a:prstGeom prst="line">
                <a:avLst/>
              </a:prstGeom>
              <a:noFill/>
              <a:ln w="9525"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6" name="Text Box 106">
              <a:extLst>
                <a:ext uri="{FF2B5EF4-FFF2-40B4-BE49-F238E27FC236}">
                  <a16:creationId xmlns:a16="http://schemas.microsoft.com/office/drawing/2014/main" id="{ED05800E-A23B-F11C-21B9-3498EA55C16F}"/>
                </a:ext>
              </a:extLst>
            </p:cNvPr>
            <p:cNvSpPr txBox="1">
              <a:spLocks noChangeArrowheads="1"/>
            </p:cNvSpPr>
            <p:nvPr/>
          </p:nvSpPr>
          <p:spPr bwMode="auto">
            <a:xfrm>
              <a:off x="3846429" y="5207490"/>
              <a:ext cx="48101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00000"/>
                </a:lnSpc>
                <a:spcBef>
                  <a:spcPct val="50000"/>
                </a:spcBef>
                <a:buNone/>
                <a:defRPr/>
              </a:pPr>
              <a:r>
                <a:rPr lang="en-US" altLang="zh-CN" sz="1600" b="0" i="1" dirty="0">
                  <a:solidFill>
                    <a:schemeClr val="tx1"/>
                  </a:solidFill>
                  <a:latin typeface="Times New Roman" pitchFamily="18" charset="0"/>
                  <a:ea typeface="+mn-ea"/>
                  <a:cs typeface="Times New Roman" pitchFamily="18" charset="0"/>
                  <a:sym typeface="Symbol"/>
                </a:rPr>
                <a:t>y</a:t>
              </a:r>
              <a:r>
                <a:rPr lang="en-US" altLang="zh-CN" sz="1600" b="0" i="1" baseline="-25000" dirty="0">
                  <a:solidFill>
                    <a:schemeClr val="tx1"/>
                  </a:solidFill>
                  <a:latin typeface="Times New Roman" pitchFamily="18" charset="0"/>
                  <a:ea typeface="+mn-ea"/>
                  <a:cs typeface="Times New Roman" pitchFamily="18" charset="0"/>
                  <a:sym typeface="Symbol"/>
                </a:rPr>
                <a:t>C</a:t>
              </a:r>
              <a:r>
                <a:rPr lang="en-US" altLang="zh-CN" sz="1600" b="0" baseline="-25000" dirty="0">
                  <a:solidFill>
                    <a:schemeClr val="tx1"/>
                  </a:solidFill>
                  <a:latin typeface="Times New Roman" pitchFamily="18" charset="0"/>
                  <a:ea typeface="+mn-ea"/>
                  <a:cs typeface="Times New Roman" pitchFamily="18" charset="0"/>
                  <a:sym typeface="Symbol"/>
                </a:rPr>
                <a:t>2</a:t>
              </a:r>
              <a:endParaRPr lang="zh-CN" altLang="en-US" sz="1600" b="0" baseline="-25000" dirty="0">
                <a:solidFill>
                  <a:schemeClr val="tx1"/>
                </a:solidFill>
                <a:latin typeface="Times New Roman" pitchFamily="18" charset="0"/>
                <a:ea typeface="+mn-ea"/>
                <a:cs typeface="Times New Roman" pitchFamily="18" charset="0"/>
              </a:endParaRPr>
            </a:p>
          </p:txBody>
        </p:sp>
        <p:grpSp>
          <p:nvGrpSpPr>
            <p:cNvPr id="307" name="组合 306">
              <a:extLst>
                <a:ext uri="{FF2B5EF4-FFF2-40B4-BE49-F238E27FC236}">
                  <a16:creationId xmlns:a16="http://schemas.microsoft.com/office/drawing/2014/main" id="{5C32ACB1-BFDA-1F8B-575D-5637172E5918}"/>
                </a:ext>
              </a:extLst>
            </p:cNvPr>
            <p:cNvGrpSpPr/>
            <p:nvPr/>
          </p:nvGrpSpPr>
          <p:grpSpPr>
            <a:xfrm>
              <a:off x="942731" y="5206371"/>
              <a:ext cx="1338299" cy="521822"/>
              <a:chOff x="972255" y="1692043"/>
              <a:chExt cx="1338299" cy="521822"/>
            </a:xfrm>
          </p:grpSpPr>
          <p:cxnSp>
            <p:nvCxnSpPr>
              <p:cNvPr id="308" name="直接连接符 223">
                <a:extLst>
                  <a:ext uri="{FF2B5EF4-FFF2-40B4-BE49-F238E27FC236}">
                    <a16:creationId xmlns:a16="http://schemas.microsoft.com/office/drawing/2014/main" id="{ED8CC384-BC1F-1A04-78A0-D9F9E3DF5342}"/>
                  </a:ext>
                </a:extLst>
              </p:cNvPr>
              <p:cNvCxnSpPr>
                <a:cxnSpLocks noChangeShapeType="1"/>
              </p:cNvCxnSpPr>
              <p:nvPr/>
            </p:nvCxnSpPr>
            <p:spPr bwMode="auto">
              <a:xfrm flipV="1">
                <a:off x="989431" y="2017631"/>
                <a:ext cx="1318722" cy="0"/>
              </a:xfrm>
              <a:prstGeom prst="line">
                <a:avLst/>
              </a:prstGeom>
              <a:noFill/>
              <a:ln w="19050" cap="sq" algn="ctr">
                <a:solidFill>
                  <a:srgbClr val="00CC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9" name="直接箭头连接符 250">
                <a:extLst>
                  <a:ext uri="{FF2B5EF4-FFF2-40B4-BE49-F238E27FC236}">
                    <a16:creationId xmlns:a16="http://schemas.microsoft.com/office/drawing/2014/main" id="{3BAEB60B-85C1-6797-6201-4FF131790C38}"/>
                  </a:ext>
                </a:extLst>
              </p:cNvPr>
              <p:cNvCxnSpPr>
                <a:cxnSpLocks noChangeShapeType="1"/>
              </p:cNvCxnSpPr>
              <p:nvPr/>
            </p:nvCxnSpPr>
            <p:spPr bwMode="auto">
              <a:xfrm flipV="1">
                <a:off x="972255"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0" name="直接箭头连接符 250">
                <a:extLst>
                  <a:ext uri="{FF2B5EF4-FFF2-40B4-BE49-F238E27FC236}">
                    <a16:creationId xmlns:a16="http://schemas.microsoft.com/office/drawing/2014/main" id="{0168D3EC-6AC1-FCA0-2AD0-81F00DA3A076}"/>
                  </a:ext>
                </a:extLst>
              </p:cNvPr>
              <p:cNvCxnSpPr>
                <a:cxnSpLocks noChangeShapeType="1"/>
              </p:cNvCxnSpPr>
              <p:nvPr/>
            </p:nvCxnSpPr>
            <p:spPr bwMode="auto">
              <a:xfrm flipV="1">
                <a:off x="1140872" y="1694254"/>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1" name="直接箭头连接符 250">
                <a:extLst>
                  <a:ext uri="{FF2B5EF4-FFF2-40B4-BE49-F238E27FC236}">
                    <a16:creationId xmlns:a16="http://schemas.microsoft.com/office/drawing/2014/main" id="{CDFB7DA6-7E52-80E0-78DF-E4813A326A31}"/>
                  </a:ext>
                </a:extLst>
              </p:cNvPr>
              <p:cNvCxnSpPr>
                <a:cxnSpLocks noChangeShapeType="1"/>
              </p:cNvCxnSpPr>
              <p:nvPr/>
            </p:nvCxnSpPr>
            <p:spPr bwMode="auto">
              <a:xfrm flipV="1">
                <a:off x="1310251" y="1694252"/>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2" name="直接箭头连接符 250">
                <a:extLst>
                  <a:ext uri="{FF2B5EF4-FFF2-40B4-BE49-F238E27FC236}">
                    <a16:creationId xmlns:a16="http://schemas.microsoft.com/office/drawing/2014/main" id="{590E2758-A857-13AC-1498-0EC18157F590}"/>
                  </a:ext>
                </a:extLst>
              </p:cNvPr>
              <p:cNvCxnSpPr>
                <a:cxnSpLocks noChangeShapeType="1"/>
              </p:cNvCxnSpPr>
              <p:nvPr/>
            </p:nvCxnSpPr>
            <p:spPr bwMode="auto">
              <a:xfrm flipV="1">
                <a:off x="1478868"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3" name="直接箭头连接符 250">
                <a:extLst>
                  <a:ext uri="{FF2B5EF4-FFF2-40B4-BE49-F238E27FC236}">
                    <a16:creationId xmlns:a16="http://schemas.microsoft.com/office/drawing/2014/main" id="{FE13F112-247E-5BAA-84F4-D05754C0BEBE}"/>
                  </a:ext>
                </a:extLst>
              </p:cNvPr>
              <p:cNvCxnSpPr>
                <a:cxnSpLocks noChangeShapeType="1"/>
              </p:cNvCxnSpPr>
              <p:nvPr/>
            </p:nvCxnSpPr>
            <p:spPr bwMode="auto">
              <a:xfrm flipV="1">
                <a:off x="1640352"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4" name="直接箭头连接符 250">
                <a:extLst>
                  <a:ext uri="{FF2B5EF4-FFF2-40B4-BE49-F238E27FC236}">
                    <a16:creationId xmlns:a16="http://schemas.microsoft.com/office/drawing/2014/main" id="{DA7F0349-64E8-194F-BDE0-503FD3BF481A}"/>
                  </a:ext>
                </a:extLst>
              </p:cNvPr>
              <p:cNvCxnSpPr>
                <a:cxnSpLocks noChangeShapeType="1"/>
              </p:cNvCxnSpPr>
              <p:nvPr/>
            </p:nvCxnSpPr>
            <p:spPr bwMode="auto">
              <a:xfrm flipV="1">
                <a:off x="1808969" y="1694254"/>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5" name="直接箭头连接符 250">
                <a:extLst>
                  <a:ext uri="{FF2B5EF4-FFF2-40B4-BE49-F238E27FC236}">
                    <a16:creationId xmlns:a16="http://schemas.microsoft.com/office/drawing/2014/main" id="{EFD308D1-BF8B-F522-BED5-3FBFFF78C273}"/>
                  </a:ext>
                </a:extLst>
              </p:cNvPr>
              <p:cNvCxnSpPr>
                <a:cxnSpLocks noChangeShapeType="1"/>
              </p:cNvCxnSpPr>
              <p:nvPr/>
            </p:nvCxnSpPr>
            <p:spPr bwMode="auto">
              <a:xfrm flipV="1">
                <a:off x="1978347" y="1694252"/>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6" name="直接箭头连接符 250">
                <a:extLst>
                  <a:ext uri="{FF2B5EF4-FFF2-40B4-BE49-F238E27FC236}">
                    <a16:creationId xmlns:a16="http://schemas.microsoft.com/office/drawing/2014/main" id="{835B5F15-A140-90DE-502D-5F0311E3FAC8}"/>
                  </a:ext>
                </a:extLst>
              </p:cNvPr>
              <p:cNvCxnSpPr>
                <a:cxnSpLocks noChangeShapeType="1"/>
              </p:cNvCxnSpPr>
              <p:nvPr/>
            </p:nvCxnSpPr>
            <p:spPr bwMode="auto">
              <a:xfrm flipV="1">
                <a:off x="2146965" y="169425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 name="直接箭头连接符 250">
                <a:extLst>
                  <a:ext uri="{FF2B5EF4-FFF2-40B4-BE49-F238E27FC236}">
                    <a16:creationId xmlns:a16="http://schemas.microsoft.com/office/drawing/2014/main" id="{C956DC84-CBD3-5EF8-BF67-DEA45E5A6128}"/>
                  </a:ext>
                </a:extLst>
              </p:cNvPr>
              <p:cNvCxnSpPr>
                <a:cxnSpLocks noChangeShapeType="1"/>
              </p:cNvCxnSpPr>
              <p:nvPr/>
            </p:nvCxnSpPr>
            <p:spPr bwMode="auto">
              <a:xfrm flipV="1">
                <a:off x="2310554" y="1692043"/>
                <a:ext cx="0" cy="323205"/>
              </a:xfrm>
              <a:prstGeom prst="straightConnector1">
                <a:avLst/>
              </a:prstGeom>
              <a:noFill/>
              <a:ln w="19050" cap="sq" algn="ctr">
                <a:solidFill>
                  <a:srgbClr val="00CC99"/>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8" name="Text Box 106">
                <a:extLst>
                  <a:ext uri="{FF2B5EF4-FFF2-40B4-BE49-F238E27FC236}">
                    <a16:creationId xmlns:a16="http://schemas.microsoft.com/office/drawing/2014/main" id="{C525FD11-B8A4-1F00-689D-43F99DF68A5A}"/>
                  </a:ext>
                </a:extLst>
              </p:cNvPr>
              <p:cNvSpPr txBox="1">
                <a:spLocks noChangeArrowheads="1"/>
              </p:cNvSpPr>
              <p:nvPr/>
            </p:nvSpPr>
            <p:spPr bwMode="auto">
              <a:xfrm>
                <a:off x="1511660" y="1967644"/>
                <a:ext cx="292431" cy="24622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gn="ctr">
                  <a:lnSpc>
                    <a:spcPct val="100000"/>
                  </a:lnSpc>
                  <a:spcBef>
                    <a:spcPct val="50000"/>
                  </a:spcBef>
                  <a:buNone/>
                  <a:defRPr/>
                </a:pPr>
                <a:r>
                  <a:rPr lang="en-US" altLang="zh-CN" sz="1600" b="0" i="1" dirty="0">
                    <a:solidFill>
                      <a:srgbClr val="00B050"/>
                    </a:solidFill>
                    <a:latin typeface="Times New Roman" pitchFamily="18" charset="0"/>
                    <a:ea typeface="+mn-ea"/>
                    <a:cs typeface="Times New Roman" pitchFamily="18" charset="0"/>
                  </a:rPr>
                  <a:t>q</a:t>
                </a:r>
                <a:endParaRPr lang="zh-CN" altLang="en-US" sz="1600" b="0" dirty="0">
                  <a:solidFill>
                    <a:srgbClr val="00B050"/>
                  </a:solidFill>
                  <a:latin typeface="Times New Roman" pitchFamily="18" charset="0"/>
                  <a:ea typeface="+mn-ea"/>
                  <a:cs typeface="Times New Roman" pitchFamily="18" charset="0"/>
                </a:endParaRPr>
              </a:p>
            </p:txBody>
          </p:sp>
        </p:grpSp>
      </p:grpSp>
      <p:sp>
        <p:nvSpPr>
          <p:cNvPr id="324" name="TextBox 187">
            <a:extLst>
              <a:ext uri="{FF2B5EF4-FFF2-40B4-BE49-F238E27FC236}">
                <a16:creationId xmlns:a16="http://schemas.microsoft.com/office/drawing/2014/main" id="{0C973591-5DD0-2E51-D92D-9F76988568C4}"/>
              </a:ext>
            </a:extLst>
          </p:cNvPr>
          <p:cNvSpPr txBox="1"/>
          <p:nvPr/>
        </p:nvSpPr>
        <p:spPr>
          <a:xfrm rot="5400000">
            <a:off x="8559266" y="3235713"/>
            <a:ext cx="444437" cy="461665"/>
          </a:xfrm>
          <a:prstGeom prst="rect">
            <a:avLst/>
          </a:prstGeom>
          <a:noFill/>
        </p:spPr>
        <p:txBody>
          <a:bodyPr wrap="square" rtlCol="0">
            <a:spAutoFit/>
          </a:bodyPr>
          <a:lstStyle/>
          <a:p>
            <a:pPr>
              <a:buNone/>
            </a:pPr>
            <a:r>
              <a:rPr lang="en-US" altLang="zh-CN" sz="2400" b="1" dirty="0">
                <a:latin typeface="Times New Roman" pitchFamily="18" charset="0"/>
                <a:cs typeface="Times New Roman" pitchFamily="18" charset="0"/>
              </a:rPr>
              <a:t>=</a:t>
            </a:r>
            <a:endParaRPr lang="zh-CN" altLang="en-US" sz="2400" b="1" dirty="0">
              <a:latin typeface="Times New Roman" pitchFamily="18" charset="0"/>
              <a:cs typeface="Times New Roman" pitchFamily="18" charset="0"/>
            </a:endParaRPr>
          </a:p>
        </p:txBody>
      </p:sp>
      <p:sp>
        <p:nvSpPr>
          <p:cNvPr id="325" name="TextBox 191">
            <a:extLst>
              <a:ext uri="{FF2B5EF4-FFF2-40B4-BE49-F238E27FC236}">
                <a16:creationId xmlns:a16="http://schemas.microsoft.com/office/drawing/2014/main" id="{1AEC2D67-A316-B1F4-D20F-D029BAAB330E}"/>
              </a:ext>
            </a:extLst>
          </p:cNvPr>
          <p:cNvSpPr txBox="1"/>
          <p:nvPr/>
        </p:nvSpPr>
        <p:spPr>
          <a:xfrm rot="5400000">
            <a:off x="8559266" y="4700404"/>
            <a:ext cx="444437" cy="461665"/>
          </a:xfrm>
          <a:prstGeom prst="rect">
            <a:avLst/>
          </a:prstGeom>
          <a:noFill/>
        </p:spPr>
        <p:txBody>
          <a:bodyPr wrap="square" rtlCol="0">
            <a:spAutoFit/>
          </a:bodyPr>
          <a:lstStyle/>
          <a:p>
            <a:pPr>
              <a:buNone/>
            </a:pPr>
            <a:r>
              <a:rPr lang="en-US" altLang="zh-CN" sz="2400" b="1" dirty="0">
                <a:latin typeface="Times New Roman" pitchFamily="18" charset="0"/>
                <a:cs typeface="Times New Roman" pitchFamily="18" charset="0"/>
              </a:rPr>
              <a:t>+</a:t>
            </a:r>
            <a:endParaRPr lang="zh-CN" altLang="en-US" sz="2400" b="1" dirty="0">
              <a:latin typeface="Times New Roman" pitchFamily="18" charset="0"/>
              <a:cs typeface="Times New Roman" pitchFamily="18" charset="0"/>
            </a:endParaRPr>
          </a:p>
        </p:txBody>
      </p:sp>
      <p:graphicFrame>
        <p:nvGraphicFramePr>
          <p:cNvPr id="326" name="对象 325">
            <a:extLst>
              <a:ext uri="{FF2B5EF4-FFF2-40B4-BE49-F238E27FC236}">
                <a16:creationId xmlns:a16="http://schemas.microsoft.com/office/drawing/2014/main" id="{B6FAC3B0-CAEB-ACA3-F251-CFCC5D3BA31D}"/>
              </a:ext>
            </a:extLst>
          </p:cNvPr>
          <p:cNvGraphicFramePr>
            <a:graphicFrameLocks noChangeAspect="1"/>
          </p:cNvGraphicFramePr>
          <p:nvPr/>
        </p:nvGraphicFramePr>
        <p:xfrm>
          <a:off x="1300163" y="1903413"/>
          <a:ext cx="1415245" cy="790313"/>
        </p:xfrm>
        <a:graphic>
          <a:graphicData uri="http://schemas.openxmlformats.org/presentationml/2006/ole">
            <mc:AlternateContent xmlns:mc="http://schemas.openxmlformats.org/markup-compatibility/2006">
              <mc:Choice xmlns:v="urn:schemas-microsoft-com:vml" Requires="v">
                <p:oleObj name="Equation" r:id="rId3" imgW="761760" imgH="419040" progId="Equation.DSMT4">
                  <p:embed/>
                </p:oleObj>
              </mc:Choice>
              <mc:Fallback>
                <p:oleObj name="Equation" r:id="rId3" imgW="761760" imgH="419040" progId="Equation.DSMT4">
                  <p:embed/>
                  <p:pic>
                    <p:nvPicPr>
                      <p:cNvPr id="326" name="对象 325">
                        <a:extLst>
                          <a:ext uri="{FF2B5EF4-FFF2-40B4-BE49-F238E27FC236}">
                            <a16:creationId xmlns:a16="http://schemas.microsoft.com/office/drawing/2014/main" id="{B6FAC3B0-CAEB-ACA3-F251-CFCC5D3BA31D}"/>
                          </a:ext>
                        </a:extLst>
                      </p:cNvPr>
                      <p:cNvPicPr>
                        <a:picLocks noChangeAspect="1" noChangeArrowheads="1"/>
                      </p:cNvPicPr>
                      <p:nvPr/>
                    </p:nvPicPr>
                    <p:blipFill>
                      <a:blip r:embed="rId4"/>
                      <a:srcRect/>
                      <a:stretch>
                        <a:fillRect/>
                      </a:stretch>
                    </p:blipFill>
                    <p:spPr bwMode="auto">
                      <a:xfrm>
                        <a:off x="1300163" y="1903413"/>
                        <a:ext cx="1415245" cy="790313"/>
                      </a:xfrm>
                      <a:prstGeom prst="rect">
                        <a:avLst/>
                      </a:prstGeom>
                      <a:noFill/>
                      <a:ln>
                        <a:noFill/>
                      </a:ln>
                      <a:effectLst/>
                    </p:spPr>
                  </p:pic>
                </p:oleObj>
              </mc:Fallback>
            </mc:AlternateContent>
          </a:graphicData>
        </a:graphic>
      </p:graphicFrame>
      <p:graphicFrame>
        <p:nvGraphicFramePr>
          <p:cNvPr id="327" name="对象 326">
            <a:extLst>
              <a:ext uri="{FF2B5EF4-FFF2-40B4-BE49-F238E27FC236}">
                <a16:creationId xmlns:a16="http://schemas.microsoft.com/office/drawing/2014/main" id="{6053937D-2407-1484-75EB-8C4720ACFCF9}"/>
              </a:ext>
            </a:extLst>
          </p:cNvPr>
          <p:cNvGraphicFramePr>
            <a:graphicFrameLocks noChangeAspect="1"/>
          </p:cNvGraphicFramePr>
          <p:nvPr/>
        </p:nvGraphicFramePr>
        <p:xfrm>
          <a:off x="3143250" y="1947863"/>
          <a:ext cx="1352451" cy="751362"/>
        </p:xfrm>
        <a:graphic>
          <a:graphicData uri="http://schemas.openxmlformats.org/presentationml/2006/ole">
            <mc:AlternateContent xmlns:mc="http://schemas.openxmlformats.org/markup-compatibility/2006">
              <mc:Choice xmlns:v="urn:schemas-microsoft-com:vml" Requires="v">
                <p:oleObj name="Equation" r:id="rId5" imgW="761760" imgH="419040" progId="Equation.DSMT4">
                  <p:embed/>
                </p:oleObj>
              </mc:Choice>
              <mc:Fallback>
                <p:oleObj name="Equation" r:id="rId5" imgW="761760" imgH="419040" progId="Equation.DSMT4">
                  <p:embed/>
                  <p:pic>
                    <p:nvPicPr>
                      <p:cNvPr id="327" name="对象 326">
                        <a:extLst>
                          <a:ext uri="{FF2B5EF4-FFF2-40B4-BE49-F238E27FC236}">
                            <a16:creationId xmlns:a16="http://schemas.microsoft.com/office/drawing/2014/main" id="{6053937D-2407-1484-75EB-8C4720ACFCF9}"/>
                          </a:ext>
                        </a:extLst>
                      </p:cNvPr>
                      <p:cNvPicPr>
                        <a:picLocks noChangeAspect="1" noChangeArrowheads="1"/>
                      </p:cNvPicPr>
                      <p:nvPr/>
                    </p:nvPicPr>
                    <p:blipFill>
                      <a:blip r:embed="rId6"/>
                      <a:srcRect/>
                      <a:stretch>
                        <a:fillRect/>
                      </a:stretch>
                    </p:blipFill>
                    <p:spPr bwMode="auto">
                      <a:xfrm>
                        <a:off x="3143250" y="1947863"/>
                        <a:ext cx="1352451" cy="751362"/>
                      </a:xfrm>
                      <a:prstGeom prst="rect">
                        <a:avLst/>
                      </a:prstGeom>
                      <a:noFill/>
                      <a:ln>
                        <a:noFill/>
                      </a:ln>
                      <a:effectLst/>
                    </p:spPr>
                  </p:pic>
                </p:oleObj>
              </mc:Fallback>
            </mc:AlternateContent>
          </a:graphicData>
        </a:graphic>
      </p:graphicFrame>
      <p:graphicFrame>
        <p:nvGraphicFramePr>
          <p:cNvPr id="328" name="对象 327">
            <a:extLst>
              <a:ext uri="{FF2B5EF4-FFF2-40B4-BE49-F238E27FC236}">
                <a16:creationId xmlns:a16="http://schemas.microsoft.com/office/drawing/2014/main" id="{0454A744-2A16-E412-51A5-3D28FC0CE4A2}"/>
              </a:ext>
            </a:extLst>
          </p:cNvPr>
          <p:cNvGraphicFramePr>
            <a:graphicFrameLocks noChangeAspect="1"/>
          </p:cNvGraphicFramePr>
          <p:nvPr/>
        </p:nvGraphicFramePr>
        <p:xfrm>
          <a:off x="1284087" y="2776748"/>
          <a:ext cx="4604800" cy="803633"/>
        </p:xfrm>
        <a:graphic>
          <a:graphicData uri="http://schemas.openxmlformats.org/presentationml/2006/ole">
            <mc:AlternateContent xmlns:mc="http://schemas.openxmlformats.org/markup-compatibility/2006">
              <mc:Choice xmlns:v="urn:schemas-microsoft-com:vml" Requires="v">
                <p:oleObj name="Equation" r:id="rId7" imgW="2425680" imgH="419040" progId="Equation.DSMT4">
                  <p:embed/>
                </p:oleObj>
              </mc:Choice>
              <mc:Fallback>
                <p:oleObj name="Equation" r:id="rId7" imgW="2425680" imgH="419040" progId="Equation.DSMT4">
                  <p:embed/>
                  <p:pic>
                    <p:nvPicPr>
                      <p:cNvPr id="328" name="对象 327">
                        <a:extLst>
                          <a:ext uri="{FF2B5EF4-FFF2-40B4-BE49-F238E27FC236}">
                            <a16:creationId xmlns:a16="http://schemas.microsoft.com/office/drawing/2014/main" id="{0454A744-2A16-E412-51A5-3D28FC0CE4A2}"/>
                          </a:ext>
                        </a:extLst>
                      </p:cNvPr>
                      <p:cNvPicPr>
                        <a:picLocks noChangeAspect="1" noChangeArrowheads="1"/>
                      </p:cNvPicPr>
                      <p:nvPr/>
                    </p:nvPicPr>
                    <p:blipFill>
                      <a:blip r:embed="rId8"/>
                      <a:srcRect/>
                      <a:stretch>
                        <a:fillRect/>
                      </a:stretch>
                    </p:blipFill>
                    <p:spPr bwMode="auto">
                      <a:xfrm>
                        <a:off x="1284087" y="2776748"/>
                        <a:ext cx="4604800" cy="803633"/>
                      </a:xfrm>
                      <a:prstGeom prst="rect">
                        <a:avLst/>
                      </a:prstGeom>
                      <a:noFill/>
                      <a:ln>
                        <a:noFill/>
                      </a:ln>
                      <a:effectLst/>
                    </p:spPr>
                  </p:pic>
                </p:oleObj>
              </mc:Fallback>
            </mc:AlternateContent>
          </a:graphicData>
        </a:graphic>
      </p:graphicFrame>
      <p:graphicFrame>
        <p:nvGraphicFramePr>
          <p:cNvPr id="329" name="对象 328">
            <a:extLst>
              <a:ext uri="{FF2B5EF4-FFF2-40B4-BE49-F238E27FC236}">
                <a16:creationId xmlns:a16="http://schemas.microsoft.com/office/drawing/2014/main" id="{D991EA6B-249E-1AB3-4D71-782C781AE671}"/>
              </a:ext>
            </a:extLst>
          </p:cNvPr>
          <p:cNvGraphicFramePr>
            <a:graphicFrameLocks noChangeAspect="1"/>
          </p:cNvGraphicFramePr>
          <p:nvPr/>
        </p:nvGraphicFramePr>
        <p:xfrm>
          <a:off x="1311959" y="3688764"/>
          <a:ext cx="1295371" cy="734769"/>
        </p:xfrm>
        <a:graphic>
          <a:graphicData uri="http://schemas.openxmlformats.org/presentationml/2006/ole">
            <mc:AlternateContent xmlns:mc="http://schemas.openxmlformats.org/markup-compatibility/2006">
              <mc:Choice xmlns:v="urn:schemas-microsoft-com:vml" Requires="v">
                <p:oleObj name="Equation" r:id="rId9" imgW="749160" imgH="419040" progId="Equation.DSMT4">
                  <p:embed/>
                </p:oleObj>
              </mc:Choice>
              <mc:Fallback>
                <p:oleObj name="Equation" r:id="rId9" imgW="749160" imgH="419040" progId="Equation.DSMT4">
                  <p:embed/>
                  <p:pic>
                    <p:nvPicPr>
                      <p:cNvPr id="329" name="对象 328">
                        <a:extLst>
                          <a:ext uri="{FF2B5EF4-FFF2-40B4-BE49-F238E27FC236}">
                            <a16:creationId xmlns:a16="http://schemas.microsoft.com/office/drawing/2014/main" id="{D991EA6B-249E-1AB3-4D71-782C781AE671}"/>
                          </a:ext>
                        </a:extLst>
                      </p:cNvPr>
                      <p:cNvPicPr>
                        <a:picLocks noChangeAspect="1" noChangeArrowheads="1"/>
                      </p:cNvPicPr>
                      <p:nvPr/>
                    </p:nvPicPr>
                    <p:blipFill>
                      <a:blip r:embed="rId10"/>
                      <a:srcRect/>
                      <a:stretch>
                        <a:fillRect/>
                      </a:stretch>
                    </p:blipFill>
                    <p:spPr bwMode="auto">
                      <a:xfrm>
                        <a:off x="1311959" y="3688764"/>
                        <a:ext cx="1295371" cy="734769"/>
                      </a:xfrm>
                      <a:prstGeom prst="rect">
                        <a:avLst/>
                      </a:prstGeom>
                      <a:noFill/>
                      <a:ln>
                        <a:noFill/>
                      </a:ln>
                      <a:effectLst/>
                    </p:spPr>
                  </p:pic>
                </p:oleObj>
              </mc:Fallback>
            </mc:AlternateContent>
          </a:graphicData>
        </a:graphic>
      </p:graphicFrame>
      <p:graphicFrame>
        <p:nvGraphicFramePr>
          <p:cNvPr id="330" name="对象 329">
            <a:extLst>
              <a:ext uri="{FF2B5EF4-FFF2-40B4-BE49-F238E27FC236}">
                <a16:creationId xmlns:a16="http://schemas.microsoft.com/office/drawing/2014/main" id="{263AFE74-1C36-3C55-4885-F5A2FB551F30}"/>
              </a:ext>
            </a:extLst>
          </p:cNvPr>
          <p:cNvGraphicFramePr>
            <a:graphicFrameLocks noChangeAspect="1"/>
          </p:cNvGraphicFramePr>
          <p:nvPr/>
        </p:nvGraphicFramePr>
        <p:xfrm>
          <a:off x="1374775" y="4502539"/>
          <a:ext cx="2641600" cy="850152"/>
        </p:xfrm>
        <a:graphic>
          <a:graphicData uri="http://schemas.openxmlformats.org/presentationml/2006/ole">
            <mc:AlternateContent xmlns:mc="http://schemas.openxmlformats.org/markup-compatibility/2006">
              <mc:Choice xmlns:v="urn:schemas-microsoft-com:vml" Requires="v">
                <p:oleObj name="Equation" r:id="rId11" imgW="1396800" imgH="444240" progId="Equation.DSMT4">
                  <p:embed/>
                </p:oleObj>
              </mc:Choice>
              <mc:Fallback>
                <p:oleObj name="Equation" r:id="rId11" imgW="1396800" imgH="444240" progId="Equation.DSMT4">
                  <p:embed/>
                  <p:pic>
                    <p:nvPicPr>
                      <p:cNvPr id="330" name="对象 329">
                        <a:extLst>
                          <a:ext uri="{FF2B5EF4-FFF2-40B4-BE49-F238E27FC236}">
                            <a16:creationId xmlns:a16="http://schemas.microsoft.com/office/drawing/2014/main" id="{263AFE74-1C36-3C55-4885-F5A2FB551F30}"/>
                          </a:ext>
                        </a:extLst>
                      </p:cNvPr>
                      <p:cNvPicPr>
                        <a:picLocks noChangeAspect="1" noChangeArrowheads="1"/>
                      </p:cNvPicPr>
                      <p:nvPr/>
                    </p:nvPicPr>
                    <p:blipFill>
                      <a:blip r:embed="rId12"/>
                      <a:srcRect/>
                      <a:stretch>
                        <a:fillRect/>
                      </a:stretch>
                    </p:blipFill>
                    <p:spPr bwMode="auto">
                      <a:xfrm>
                        <a:off x="1374775" y="4502539"/>
                        <a:ext cx="2641600" cy="850152"/>
                      </a:xfrm>
                      <a:prstGeom prst="rect">
                        <a:avLst/>
                      </a:prstGeom>
                      <a:noFill/>
                      <a:ln>
                        <a:noFill/>
                      </a:ln>
                      <a:effectLst/>
                    </p:spPr>
                  </p:pic>
                </p:oleObj>
              </mc:Fallback>
            </mc:AlternateContent>
          </a:graphicData>
        </a:graphic>
      </p:graphicFrame>
      <p:graphicFrame>
        <p:nvGraphicFramePr>
          <p:cNvPr id="331" name="对象 330">
            <a:extLst>
              <a:ext uri="{FF2B5EF4-FFF2-40B4-BE49-F238E27FC236}">
                <a16:creationId xmlns:a16="http://schemas.microsoft.com/office/drawing/2014/main" id="{7038DCB3-48D7-F003-936E-97817A5F9A6E}"/>
              </a:ext>
            </a:extLst>
          </p:cNvPr>
          <p:cNvGraphicFramePr>
            <a:graphicFrameLocks noChangeAspect="1"/>
          </p:cNvGraphicFramePr>
          <p:nvPr/>
        </p:nvGraphicFramePr>
        <p:xfrm>
          <a:off x="1404938" y="5431697"/>
          <a:ext cx="2314798" cy="791538"/>
        </p:xfrm>
        <a:graphic>
          <a:graphicData uri="http://schemas.openxmlformats.org/presentationml/2006/ole">
            <mc:AlternateContent xmlns:mc="http://schemas.openxmlformats.org/markup-compatibility/2006">
              <mc:Choice xmlns:v="urn:schemas-microsoft-com:vml" Requires="v">
                <p:oleObj name="Equation" r:id="rId13" imgW="1307880" imgH="444240" progId="Equation.DSMT4">
                  <p:embed/>
                </p:oleObj>
              </mc:Choice>
              <mc:Fallback>
                <p:oleObj name="Equation" r:id="rId13" imgW="1307880" imgH="444240" progId="Equation.DSMT4">
                  <p:embed/>
                  <p:pic>
                    <p:nvPicPr>
                      <p:cNvPr id="331" name="对象 330">
                        <a:extLst>
                          <a:ext uri="{FF2B5EF4-FFF2-40B4-BE49-F238E27FC236}">
                            <a16:creationId xmlns:a16="http://schemas.microsoft.com/office/drawing/2014/main" id="{7038DCB3-48D7-F003-936E-97817A5F9A6E}"/>
                          </a:ext>
                        </a:extLst>
                      </p:cNvPr>
                      <p:cNvPicPr>
                        <a:picLocks noChangeAspect="1" noChangeArrowheads="1"/>
                      </p:cNvPicPr>
                      <p:nvPr/>
                    </p:nvPicPr>
                    <p:blipFill>
                      <a:blip r:embed="rId14"/>
                      <a:srcRect/>
                      <a:stretch>
                        <a:fillRect/>
                      </a:stretch>
                    </p:blipFill>
                    <p:spPr bwMode="auto">
                      <a:xfrm>
                        <a:off x="1404938" y="5431697"/>
                        <a:ext cx="2314798" cy="79153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0715712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2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9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26"/>
                                        </p:tgtEl>
                                        <p:attrNameLst>
                                          <p:attrName>style.visibility</p:attrName>
                                        </p:attrNameLst>
                                      </p:cBhvr>
                                      <p:to>
                                        <p:strVal val="visible"/>
                                      </p:to>
                                    </p:set>
                                    <p:animEffect transition="in" filter="wipe(left)">
                                      <p:cBhvr>
                                        <p:cTn id="33" dur="500"/>
                                        <p:tgtEl>
                                          <p:spTgt spid="32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327"/>
                                        </p:tgtEl>
                                        <p:attrNameLst>
                                          <p:attrName>style.visibility</p:attrName>
                                        </p:attrNameLst>
                                      </p:cBhvr>
                                      <p:to>
                                        <p:strVal val="visible"/>
                                      </p:to>
                                    </p:set>
                                    <p:animEffect transition="in" filter="wipe(left)">
                                      <p:cBhvr>
                                        <p:cTn id="38" dur="500"/>
                                        <p:tgtEl>
                                          <p:spTgt spid="3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28"/>
                                        </p:tgtEl>
                                        <p:attrNameLst>
                                          <p:attrName>style.visibility</p:attrName>
                                        </p:attrNameLst>
                                      </p:cBhvr>
                                      <p:to>
                                        <p:strVal val="visible"/>
                                      </p:to>
                                    </p:set>
                                    <p:animEffect transition="in" filter="wipe(left)">
                                      <p:cBhvr>
                                        <p:cTn id="43" dur="500"/>
                                        <p:tgtEl>
                                          <p:spTgt spid="32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329"/>
                                        </p:tgtEl>
                                        <p:attrNameLst>
                                          <p:attrName>style.visibility</p:attrName>
                                        </p:attrNameLst>
                                      </p:cBhvr>
                                      <p:to>
                                        <p:strVal val="visible"/>
                                      </p:to>
                                    </p:set>
                                    <p:animEffect transition="in" filter="wipe(left)">
                                      <p:cBhvr>
                                        <p:cTn id="48" dur="500"/>
                                        <p:tgtEl>
                                          <p:spTgt spid="32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30"/>
                                        </p:tgtEl>
                                        <p:attrNameLst>
                                          <p:attrName>style.visibility</p:attrName>
                                        </p:attrNameLst>
                                      </p:cBhvr>
                                      <p:to>
                                        <p:strVal val="visible"/>
                                      </p:to>
                                    </p:set>
                                    <p:animEffect transition="in" filter="wipe(left)">
                                      <p:cBhvr>
                                        <p:cTn id="53" dur="500"/>
                                        <p:tgtEl>
                                          <p:spTgt spid="33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31"/>
                                        </p:tgtEl>
                                        <p:attrNameLst>
                                          <p:attrName>style.visibility</p:attrName>
                                        </p:attrNameLst>
                                      </p:cBhvr>
                                      <p:to>
                                        <p:strVal val="visible"/>
                                      </p:to>
                                    </p:set>
                                    <p:animEffect transition="in" filter="wipe(left)">
                                      <p:cBhvr>
                                        <p:cTn id="58" dur="5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24" grpId="0"/>
      <p:bldP spid="32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226A362D-1E51-9C8C-1B66-DFA0FA856E4C}"/>
              </a:ext>
            </a:extLst>
          </p:cNvPr>
          <p:cNvSpPr/>
          <p:nvPr/>
        </p:nvSpPr>
        <p:spPr>
          <a:xfrm>
            <a:off x="191343" y="820392"/>
            <a:ext cx="10189133" cy="936347"/>
          </a:xfrm>
          <a:prstGeom prst="rect">
            <a:avLst/>
          </a:prstGeom>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lang="zh-CN" altLang="en-US" i="0" dirty="0">
                <a:solidFill>
                  <a:srgbClr val="0033CC"/>
                </a:solidFill>
                <a:ea typeface="黑体" panose="02010609060101010101" pitchFamily="49" charset="-122"/>
              </a:rPr>
              <a:t>例   </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试按叠加原理求图示等直外伸梁截面</a:t>
            </a:r>
            <a:r>
              <a:rPr kumimoji="0" lang="en-US" altLang="zh-CN" sz="2400" b="1" i="1" u="none" strike="noStrike" kern="1200" cap="none" spc="0" normalizeH="0" baseline="0" noProof="0" dirty="0">
                <a:ln>
                  <a:noFill/>
                </a:ln>
                <a:solidFill>
                  <a:srgbClr val="000000"/>
                </a:solidFill>
                <a:effectLst/>
                <a:uLnTx/>
                <a:uFillTx/>
                <a:latin typeface="+mn-lt"/>
                <a:ea typeface="黑体" panose="02010609060101010101" pitchFamily="49" charset="-122"/>
              </a:rPr>
              <a:t>B</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的转角</a:t>
            </a:r>
            <a:r>
              <a:rPr kumimoji="0" lang="zh-CN" altLang="en-US" sz="2400" b="1" i="1" u="none" strike="noStrike" kern="1200" cap="none" spc="0" normalizeH="0" baseline="0" noProof="0" dirty="0">
                <a:ln>
                  <a:noFill/>
                </a:ln>
                <a:solidFill>
                  <a:srgbClr val="000000"/>
                </a:solidFill>
                <a:effectLst/>
                <a:uLnTx/>
                <a:uFillTx/>
                <a:latin typeface="+mn-lt"/>
                <a:ea typeface="黑体" panose="02010609060101010101" pitchFamily="49" charset="-122"/>
                <a:sym typeface="Symbol" pitchFamily="18" charset="2"/>
              </a:rPr>
              <a:t></a:t>
            </a:r>
            <a:r>
              <a:rPr kumimoji="0" lang="en-US" altLang="zh-CN" sz="2400" b="1" i="1" u="none" strike="noStrike" kern="1200" cap="none" spc="0" normalizeH="0" baseline="-25000" noProof="0" dirty="0">
                <a:ln>
                  <a:noFill/>
                </a:ln>
                <a:solidFill>
                  <a:srgbClr val="000000"/>
                </a:solidFill>
                <a:effectLst/>
                <a:uLnTx/>
                <a:uFillTx/>
                <a:latin typeface="+mn-lt"/>
                <a:ea typeface="黑体" panose="02010609060101010101" pitchFamily="49" charset="-122"/>
              </a:rPr>
              <a:t>B</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，以及</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A</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端和</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BC</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段中点</a:t>
            </a:r>
            <a:r>
              <a:rPr kumimoji="0" lang="en-US" altLang="zh-CN" sz="2400" b="0" i="1" u="none" strike="noStrike" kern="1200" cap="none" spc="0" normalizeH="0" baseline="0" noProof="0" dirty="0">
                <a:ln>
                  <a:noFill/>
                </a:ln>
                <a:solidFill>
                  <a:srgbClr val="000000"/>
                </a:solidFill>
                <a:effectLst/>
                <a:uLnTx/>
                <a:uFillTx/>
                <a:latin typeface="+mn-lt"/>
                <a:ea typeface="黑体" panose="02010609060101010101" pitchFamily="49" charset="-122"/>
              </a:rPr>
              <a:t>D</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的挠度</a:t>
            </a:r>
            <a:r>
              <a:rPr kumimoji="0" lang="en-US" altLang="zh-CN" sz="2400" b="0" i="1" u="none" strike="noStrike" kern="1200" cap="none" spc="0" normalizeH="0" baseline="0" noProof="0" dirty="0" err="1">
                <a:ln>
                  <a:noFill/>
                </a:ln>
                <a:solidFill>
                  <a:srgbClr val="000000"/>
                </a:solidFill>
                <a:effectLst/>
                <a:uLnTx/>
                <a:uFillTx/>
                <a:latin typeface="+mn-lt"/>
                <a:ea typeface="黑体" panose="02010609060101010101" pitchFamily="49" charset="-122"/>
              </a:rPr>
              <a:t>y</a:t>
            </a:r>
            <a:r>
              <a:rPr kumimoji="0" lang="en-US" altLang="zh-CN" sz="2400" b="0" i="1" u="none" strike="noStrike" kern="1200" cap="none" spc="0" normalizeH="0" baseline="-25000" noProof="0" dirty="0" err="1">
                <a:ln>
                  <a:noFill/>
                </a:ln>
                <a:solidFill>
                  <a:srgbClr val="000000"/>
                </a:solidFill>
                <a:effectLst/>
                <a:uLnTx/>
                <a:uFillTx/>
                <a:latin typeface="+mn-lt"/>
                <a:ea typeface="黑体" panose="02010609060101010101" pitchFamily="49" charset="-122"/>
              </a:rPr>
              <a:t>A</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和</a:t>
            </a:r>
            <a:r>
              <a:rPr kumimoji="0" lang="en-US" altLang="zh-CN" sz="2400" b="0" i="1" u="none" strike="noStrike" kern="1200" cap="none" spc="0" normalizeH="0" baseline="0" noProof="0" dirty="0" err="1">
                <a:ln>
                  <a:noFill/>
                </a:ln>
                <a:solidFill>
                  <a:srgbClr val="000000"/>
                </a:solidFill>
                <a:effectLst/>
                <a:uLnTx/>
                <a:uFillTx/>
                <a:latin typeface="+mn-lt"/>
                <a:ea typeface="黑体" panose="02010609060101010101" pitchFamily="49" charset="-122"/>
              </a:rPr>
              <a:t>y</a:t>
            </a:r>
            <a:r>
              <a:rPr kumimoji="0" lang="en-US" altLang="zh-CN" sz="2400" b="0" i="1" u="none" strike="noStrike" kern="1200" cap="none" spc="0" normalizeH="0" baseline="-25000" noProof="0" dirty="0" err="1">
                <a:ln>
                  <a:noFill/>
                </a:ln>
                <a:solidFill>
                  <a:srgbClr val="000000"/>
                </a:solidFill>
                <a:effectLst/>
                <a:uLnTx/>
                <a:uFillTx/>
                <a:latin typeface="+mn-lt"/>
                <a:ea typeface="黑体" panose="02010609060101010101" pitchFamily="49" charset="-122"/>
              </a:rPr>
              <a:t>D</a:t>
            </a:r>
            <a:r>
              <a:rPr kumimoji="0" lang="zh-CN" altLang="en-US" sz="2400" b="1" i="0" u="none" strike="noStrike" kern="1200" cap="none" spc="0" normalizeH="0" baseline="0" noProof="0" dirty="0">
                <a:ln>
                  <a:noFill/>
                </a:ln>
                <a:solidFill>
                  <a:srgbClr val="000000"/>
                </a:solidFill>
                <a:effectLst/>
                <a:uLnTx/>
                <a:uFillTx/>
                <a:latin typeface="+mn-lt"/>
                <a:ea typeface="黑体" panose="02010609060101010101" pitchFamily="49" charset="-122"/>
              </a:rPr>
              <a:t>。</a:t>
            </a:r>
            <a:endParaRPr lang="zh-CN" altLang="en-US" i="0" dirty="0">
              <a:solidFill>
                <a:schemeClr val="tx1"/>
              </a:solidFill>
              <a:latin typeface="+mn-lt"/>
              <a:ea typeface="黑体" panose="02010609060101010101" pitchFamily="49"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1145449" y="1763072"/>
            <a:ext cx="9901100" cy="4510244"/>
          </a:xfrm>
          <a:prstGeom prst="rect">
            <a:avLst/>
          </a:prstGeom>
          <a:solidFill>
            <a:srgbClr val="B9CDE5"/>
          </a:solidFill>
          <a:ln>
            <a:noFill/>
          </a:ln>
          <a:effectLst/>
        </p:spPr>
        <p:txBody>
          <a:bodyPr wrap="none" anchor="ctr"/>
          <a:lstStyle/>
          <a:p>
            <a:endParaRPr lang="zh-CN" altLang="en-US"/>
          </a:p>
        </p:txBody>
      </p:sp>
      <p:graphicFrame>
        <p:nvGraphicFramePr>
          <p:cNvPr id="3" name="Object 22">
            <a:extLst>
              <a:ext uri="{FF2B5EF4-FFF2-40B4-BE49-F238E27FC236}">
                <a16:creationId xmlns:a16="http://schemas.microsoft.com/office/drawing/2014/main" id="{31D26ECB-5060-2D0A-7BBB-A8591ACE2DB5}"/>
              </a:ext>
            </a:extLst>
          </p:cNvPr>
          <p:cNvGraphicFramePr>
            <a:graphicFrameLocks noChangeAspect="1"/>
          </p:cNvGraphicFramePr>
          <p:nvPr/>
        </p:nvGraphicFramePr>
        <p:xfrm>
          <a:off x="2026179" y="4196980"/>
          <a:ext cx="3600400" cy="1992072"/>
        </p:xfrm>
        <a:graphic>
          <a:graphicData uri="http://schemas.openxmlformats.org/presentationml/2006/ole">
            <mc:AlternateContent xmlns:mc="http://schemas.openxmlformats.org/markup-compatibility/2006">
              <mc:Choice xmlns:v="urn:schemas-microsoft-com:vml" Requires="v">
                <p:oleObj name="位图图像" r:id="rId3" imgW="5266667" imgH="2914286" progId="Paint.Picture">
                  <p:embed/>
                </p:oleObj>
              </mc:Choice>
              <mc:Fallback>
                <p:oleObj name="位图图像" r:id="rId3" imgW="5266667" imgH="2914286" progId="Paint.Picture">
                  <p:embed/>
                  <p:pic>
                    <p:nvPicPr>
                      <p:cNvPr id="3" name="Object 22">
                        <a:extLst>
                          <a:ext uri="{FF2B5EF4-FFF2-40B4-BE49-F238E27FC236}">
                            <a16:creationId xmlns:a16="http://schemas.microsoft.com/office/drawing/2014/main" id="{31D26ECB-5060-2D0A-7BBB-A8591ACE2D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179" y="4196980"/>
                        <a:ext cx="3600400" cy="1992072"/>
                      </a:xfrm>
                      <a:prstGeom prst="rect">
                        <a:avLst/>
                      </a:prstGeom>
                      <a:noFill/>
                      <a:ln>
                        <a:noFill/>
                      </a:ln>
                      <a:effectLst/>
                    </p:spPr>
                  </p:pic>
                </p:oleObj>
              </mc:Fallback>
            </mc:AlternateContent>
          </a:graphicData>
        </a:graphic>
      </p:graphicFrame>
      <p:graphicFrame>
        <p:nvGraphicFramePr>
          <p:cNvPr id="4" name="Object 23">
            <a:extLst>
              <a:ext uri="{FF2B5EF4-FFF2-40B4-BE49-F238E27FC236}">
                <a16:creationId xmlns:a16="http://schemas.microsoft.com/office/drawing/2014/main" id="{B6E8A04E-7349-F7AB-CD65-D19826CE6052}"/>
              </a:ext>
            </a:extLst>
          </p:cNvPr>
          <p:cNvGraphicFramePr>
            <a:graphicFrameLocks noChangeAspect="1"/>
          </p:cNvGraphicFramePr>
          <p:nvPr/>
        </p:nvGraphicFramePr>
        <p:xfrm>
          <a:off x="6235312" y="2591254"/>
          <a:ext cx="3944731" cy="3420380"/>
        </p:xfrm>
        <a:graphic>
          <a:graphicData uri="http://schemas.openxmlformats.org/presentationml/2006/ole">
            <mc:AlternateContent xmlns:mc="http://schemas.openxmlformats.org/markup-compatibility/2006">
              <mc:Choice xmlns:v="urn:schemas-microsoft-com:vml" Requires="v">
                <p:oleObj name="位图图像" r:id="rId5" imgW="4657143" imgH="4038095" progId="Paint.Picture">
                  <p:embed/>
                </p:oleObj>
              </mc:Choice>
              <mc:Fallback>
                <p:oleObj name="位图图像" r:id="rId5" imgW="4657143" imgH="4038095" progId="Paint.Picture">
                  <p:embed/>
                  <p:pic>
                    <p:nvPicPr>
                      <p:cNvPr id="4" name="Object 23">
                        <a:extLst>
                          <a:ext uri="{FF2B5EF4-FFF2-40B4-BE49-F238E27FC236}">
                            <a16:creationId xmlns:a16="http://schemas.microsoft.com/office/drawing/2014/main" id="{B6E8A04E-7349-F7AB-CD65-D19826CE60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5312" y="2591254"/>
                        <a:ext cx="3944731" cy="3420380"/>
                      </a:xfrm>
                      <a:prstGeom prst="rect">
                        <a:avLst/>
                      </a:prstGeom>
                      <a:noFill/>
                      <a:ln>
                        <a:noFill/>
                      </a:ln>
                      <a:effectLst/>
                    </p:spPr>
                  </p:pic>
                </p:oleObj>
              </mc:Fallback>
            </mc:AlternateContent>
          </a:graphicData>
        </a:graphic>
      </p:graphicFrame>
      <p:sp>
        <p:nvSpPr>
          <p:cNvPr id="5" name="Text Box 24">
            <a:extLst>
              <a:ext uri="{FF2B5EF4-FFF2-40B4-BE49-F238E27FC236}">
                <a16:creationId xmlns:a16="http://schemas.microsoft.com/office/drawing/2014/main" id="{55FC4A39-B838-5DAE-EBE7-7FB7E30F2350}"/>
              </a:ext>
            </a:extLst>
          </p:cNvPr>
          <p:cNvSpPr txBox="1">
            <a:spLocks noChangeArrowheads="1"/>
          </p:cNvSpPr>
          <p:nvPr/>
        </p:nvSpPr>
        <p:spPr bwMode="auto">
          <a:xfrm>
            <a:off x="5601409" y="3844244"/>
            <a:ext cx="809625" cy="914400"/>
          </a:xfrm>
          <a:prstGeom prst="rect">
            <a:avLst/>
          </a:prstGeom>
          <a:noFill/>
          <a:ln>
            <a:noFill/>
          </a:ln>
          <a:effectLst/>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lgn="ctr">
                <a:solidFill>
                  <a:srgbClr val="00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zh-CN" sz="5400" b="1" dirty="0">
                <a:solidFill>
                  <a:srgbClr val="0000FF"/>
                </a:solidFill>
              </a:rPr>
              <a:t>=</a:t>
            </a:r>
          </a:p>
        </p:txBody>
      </p:sp>
      <p:graphicFrame>
        <p:nvGraphicFramePr>
          <p:cNvPr id="6" name="Object 26">
            <a:extLst>
              <a:ext uri="{FF2B5EF4-FFF2-40B4-BE49-F238E27FC236}">
                <a16:creationId xmlns:a16="http://schemas.microsoft.com/office/drawing/2014/main" id="{DAD37D6A-35F3-D0C0-1483-B36DF851C6E0}"/>
              </a:ext>
            </a:extLst>
          </p:cNvPr>
          <p:cNvGraphicFramePr>
            <a:graphicFrameLocks noChangeAspect="1"/>
          </p:cNvGraphicFramePr>
          <p:nvPr/>
        </p:nvGraphicFramePr>
        <p:xfrm>
          <a:off x="2005315" y="1909029"/>
          <a:ext cx="3640634" cy="1854253"/>
        </p:xfrm>
        <a:graphic>
          <a:graphicData uri="http://schemas.openxmlformats.org/presentationml/2006/ole">
            <mc:AlternateContent xmlns:mc="http://schemas.openxmlformats.org/markup-compatibility/2006">
              <mc:Choice xmlns:v="urn:schemas-microsoft-com:vml" Requires="v">
                <p:oleObj name="Image" r:id="rId7" imgW="19809524" imgH="8838095" progId="Photoshop.Image.6">
                  <p:embed/>
                </p:oleObj>
              </mc:Choice>
              <mc:Fallback>
                <p:oleObj name="Image" r:id="rId7" imgW="19809524" imgH="8838095" progId="Photoshop.Image.6">
                  <p:embed/>
                  <p:pic>
                    <p:nvPicPr>
                      <p:cNvPr id="6" name="Object 26">
                        <a:extLst>
                          <a:ext uri="{FF2B5EF4-FFF2-40B4-BE49-F238E27FC236}">
                            <a16:creationId xmlns:a16="http://schemas.microsoft.com/office/drawing/2014/main" id="{DAD37D6A-35F3-D0C0-1483-B36DF851C6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19193" t="7703"/>
                      <a:stretch>
                        <a:fillRect/>
                      </a:stretch>
                    </p:blipFill>
                    <p:spPr bwMode="auto">
                      <a:xfrm>
                        <a:off x="2005315" y="1909029"/>
                        <a:ext cx="3640634" cy="1854253"/>
                      </a:xfrm>
                      <a:prstGeom prst="rect">
                        <a:avLst/>
                      </a:prstGeom>
                      <a:noFill/>
                      <a:ln>
                        <a:noFill/>
                      </a:ln>
                      <a:effectLst/>
                    </p:spPr>
                  </p:pic>
                </p:oleObj>
              </mc:Fallback>
            </mc:AlternateContent>
          </a:graphicData>
        </a:graphic>
      </p:graphicFrame>
      <p:sp>
        <p:nvSpPr>
          <p:cNvPr id="8" name="AutoShape 27">
            <a:extLst>
              <a:ext uri="{FF2B5EF4-FFF2-40B4-BE49-F238E27FC236}">
                <a16:creationId xmlns:a16="http://schemas.microsoft.com/office/drawing/2014/main" id="{711B57AC-6E95-7A31-005D-33132F14ABAC}"/>
              </a:ext>
            </a:extLst>
          </p:cNvPr>
          <p:cNvSpPr>
            <a:spLocks noChangeArrowheads="1"/>
          </p:cNvSpPr>
          <p:nvPr/>
        </p:nvSpPr>
        <p:spPr bwMode="auto">
          <a:xfrm>
            <a:off x="3692282" y="3663824"/>
            <a:ext cx="223838" cy="539750"/>
          </a:xfrm>
          <a:prstGeom prst="downArrow">
            <a:avLst>
              <a:gd name="adj1" fmla="val 50000"/>
              <a:gd name="adj2" fmla="val 60284"/>
            </a:avLst>
          </a:prstGeom>
          <a:solidFill>
            <a:srgbClr val="0000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3673584557"/>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linds(horizontal)">
                                      <p:cBhvr>
                                        <p:cTn id="3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 grpId="0"/>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1145449" y="980728"/>
            <a:ext cx="9901100" cy="4510244"/>
          </a:xfrm>
          <a:prstGeom prst="rect">
            <a:avLst/>
          </a:prstGeom>
          <a:solidFill>
            <a:srgbClr val="B9CDE5"/>
          </a:solidFill>
          <a:ln>
            <a:noFill/>
          </a:ln>
          <a:effectLst/>
        </p:spPr>
        <p:txBody>
          <a:bodyPr wrap="none" anchor="ctr"/>
          <a:lstStyle/>
          <a:p>
            <a:endParaRPr lang="zh-CN" altLang="en-US"/>
          </a:p>
        </p:txBody>
      </p:sp>
      <p:pic>
        <p:nvPicPr>
          <p:cNvPr id="9" name="Picture 27">
            <a:extLst>
              <a:ext uri="{FF2B5EF4-FFF2-40B4-BE49-F238E27FC236}">
                <a16:creationId xmlns:a16="http://schemas.microsoft.com/office/drawing/2014/main" id="{7EA16BB4-A00D-29D3-8B71-CE3D65ED91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9122" y="1247012"/>
            <a:ext cx="4252863" cy="1895959"/>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30">
            <a:extLst>
              <a:ext uri="{FF2B5EF4-FFF2-40B4-BE49-F238E27FC236}">
                <a16:creationId xmlns:a16="http://schemas.microsoft.com/office/drawing/2014/main" id="{93741B8A-74EB-1BFC-5CB5-1059D2FA8095}"/>
              </a:ext>
            </a:extLst>
          </p:cNvPr>
          <p:cNvGrpSpPr>
            <a:grpSpLocks/>
          </p:cNvGrpSpPr>
          <p:nvPr/>
        </p:nvGrpSpPr>
        <p:grpSpPr bwMode="auto">
          <a:xfrm>
            <a:off x="4978797" y="1260197"/>
            <a:ext cx="2970213" cy="976313"/>
            <a:chOff x="2426" y="751"/>
            <a:chExt cx="1871" cy="615"/>
          </a:xfrm>
        </p:grpSpPr>
        <p:sp>
          <p:nvSpPr>
            <p:cNvPr id="11" name="Line 28">
              <a:extLst>
                <a:ext uri="{FF2B5EF4-FFF2-40B4-BE49-F238E27FC236}">
                  <a16:creationId xmlns:a16="http://schemas.microsoft.com/office/drawing/2014/main" id="{411D653F-5E02-C66D-FBE2-CC0D2F20AD9E}"/>
                </a:ext>
              </a:extLst>
            </p:cNvPr>
            <p:cNvSpPr>
              <a:spLocks noChangeShapeType="1"/>
            </p:cNvSpPr>
            <p:nvPr/>
          </p:nvSpPr>
          <p:spPr bwMode="auto">
            <a:xfrm flipH="1">
              <a:off x="2426" y="1003"/>
              <a:ext cx="426" cy="363"/>
            </a:xfrm>
            <a:prstGeom prst="line">
              <a:avLst/>
            </a:prstGeom>
            <a:noFill/>
            <a:ln w="127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sz="2000"/>
            </a:p>
          </p:txBody>
        </p:sp>
        <p:sp>
          <p:nvSpPr>
            <p:cNvPr id="13" name="Text Box 29">
              <a:extLst>
                <a:ext uri="{FF2B5EF4-FFF2-40B4-BE49-F238E27FC236}">
                  <a16:creationId xmlns:a16="http://schemas.microsoft.com/office/drawing/2014/main" id="{DE2C79D1-D821-BEFA-7152-C20EDAD82230}"/>
                </a:ext>
              </a:extLst>
            </p:cNvPr>
            <p:cNvSpPr txBox="1">
              <a:spLocks noChangeArrowheads="1"/>
            </p:cNvSpPr>
            <p:nvPr/>
          </p:nvSpPr>
          <p:spPr bwMode="auto">
            <a:xfrm>
              <a:off x="2767" y="751"/>
              <a:ext cx="153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0" i="1" dirty="0">
                  <a:solidFill>
                    <a:srgbClr val="FF0000"/>
                  </a:solidFill>
                  <a:latin typeface="Times New Roman" pitchFamily="18" charset="0"/>
                </a:rPr>
                <a:t>M</a:t>
              </a:r>
              <a:r>
                <a:rPr lang="en-US" altLang="zh-CN" sz="2000" b="0" i="1" baseline="-25000" dirty="0">
                  <a:solidFill>
                    <a:srgbClr val="FF0000"/>
                  </a:solidFill>
                  <a:latin typeface="Times New Roman" pitchFamily="18" charset="0"/>
                </a:rPr>
                <a:t>BC</a:t>
              </a:r>
              <a:r>
                <a:rPr lang="en-US" altLang="zh-CN" sz="2000" b="0" i="0" dirty="0">
                  <a:solidFill>
                    <a:srgbClr val="FF0000"/>
                  </a:solidFill>
                  <a:latin typeface="Times New Roman" pitchFamily="18" charset="0"/>
                </a:rPr>
                <a:t>=0</a:t>
              </a:r>
              <a:r>
                <a:rPr lang="zh-CN" altLang="en-US" sz="2000" i="0" dirty="0">
                  <a:solidFill>
                    <a:srgbClr val="FF0000"/>
                  </a:solidFill>
                  <a:latin typeface="黑体" panose="02010609060101010101" pitchFamily="49" charset="-122"/>
                  <a:ea typeface="黑体" panose="02010609060101010101" pitchFamily="49" charset="-122"/>
                </a:rPr>
                <a:t>，故无变形</a:t>
              </a:r>
            </a:p>
          </p:txBody>
        </p:sp>
      </p:grpSp>
      <p:pic>
        <p:nvPicPr>
          <p:cNvPr id="14" name="Picture 31">
            <a:extLst>
              <a:ext uri="{FF2B5EF4-FFF2-40B4-BE49-F238E27FC236}">
                <a16:creationId xmlns:a16="http://schemas.microsoft.com/office/drawing/2014/main" id="{586C2B95-3917-3EB0-AE3E-9BEF8D4192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0530" y="3362046"/>
            <a:ext cx="3944292" cy="180744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2">
            <a:extLst>
              <a:ext uri="{FF2B5EF4-FFF2-40B4-BE49-F238E27FC236}">
                <a16:creationId xmlns:a16="http://schemas.microsoft.com/office/drawing/2014/main" id="{2CAB6B07-254F-6F48-912B-1A6D9C4A12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7529"/>
          <a:stretch>
            <a:fillRect/>
          </a:stretch>
        </p:blipFill>
        <p:spPr bwMode="auto">
          <a:xfrm>
            <a:off x="6744072" y="3330732"/>
            <a:ext cx="3239715" cy="128629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Object 33">
            <a:extLst>
              <a:ext uri="{FF2B5EF4-FFF2-40B4-BE49-F238E27FC236}">
                <a16:creationId xmlns:a16="http://schemas.microsoft.com/office/drawing/2014/main" id="{31127385-3747-3A30-16F0-728A764148F3}"/>
              </a:ext>
            </a:extLst>
          </p:cNvPr>
          <p:cNvGraphicFramePr>
            <a:graphicFrameLocks noChangeAspect="1"/>
          </p:cNvGraphicFramePr>
          <p:nvPr/>
        </p:nvGraphicFramePr>
        <p:xfrm>
          <a:off x="3903663" y="5478463"/>
          <a:ext cx="3503612" cy="862012"/>
        </p:xfrm>
        <a:graphic>
          <a:graphicData uri="http://schemas.openxmlformats.org/presentationml/2006/ole">
            <mc:AlternateContent xmlns:mc="http://schemas.openxmlformats.org/markup-compatibility/2006">
              <mc:Choice xmlns:v="urn:schemas-microsoft-com:vml" Requires="v">
                <p:oleObj name="Equation" r:id="rId6" imgW="1752480" imgH="431640" progId="Equation.DSMT4">
                  <p:embed/>
                </p:oleObj>
              </mc:Choice>
              <mc:Fallback>
                <p:oleObj name="Equation" r:id="rId6" imgW="1752480" imgH="431640" progId="Equation.DSMT4">
                  <p:embed/>
                  <p:pic>
                    <p:nvPicPr>
                      <p:cNvPr id="16" name="Object 33">
                        <a:extLst>
                          <a:ext uri="{FF2B5EF4-FFF2-40B4-BE49-F238E27FC236}">
                            <a16:creationId xmlns:a16="http://schemas.microsoft.com/office/drawing/2014/main" id="{31127385-3747-3A30-16F0-728A764148F3}"/>
                          </a:ext>
                        </a:extLst>
                      </p:cNvPr>
                      <p:cNvPicPr>
                        <a:picLocks noChangeAspect="1" noChangeArrowheads="1"/>
                      </p:cNvPicPr>
                      <p:nvPr/>
                    </p:nvPicPr>
                    <p:blipFill>
                      <a:blip r:embed="rId7"/>
                      <a:srcRect/>
                      <a:stretch>
                        <a:fillRect/>
                      </a:stretch>
                    </p:blipFill>
                    <p:spPr bwMode="auto">
                      <a:xfrm>
                        <a:off x="3903663" y="5478463"/>
                        <a:ext cx="3503612" cy="862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AutoShape 34">
            <a:extLst>
              <a:ext uri="{FF2B5EF4-FFF2-40B4-BE49-F238E27FC236}">
                <a16:creationId xmlns:a16="http://schemas.microsoft.com/office/drawing/2014/main" id="{CBE00A3B-775F-09FC-2E67-98DB09E14675}"/>
              </a:ext>
            </a:extLst>
          </p:cNvPr>
          <p:cNvSpPr>
            <a:spLocks noChangeArrowheads="1"/>
          </p:cNvSpPr>
          <p:nvPr/>
        </p:nvSpPr>
        <p:spPr bwMode="auto">
          <a:xfrm>
            <a:off x="4034235" y="2596872"/>
            <a:ext cx="180975" cy="811212"/>
          </a:xfrm>
          <a:prstGeom prst="downArrow">
            <a:avLst>
              <a:gd name="adj1" fmla="val 50000"/>
              <a:gd name="adj2" fmla="val 112061"/>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 name="AutoShape 35">
            <a:extLst>
              <a:ext uri="{FF2B5EF4-FFF2-40B4-BE49-F238E27FC236}">
                <a16:creationId xmlns:a16="http://schemas.microsoft.com/office/drawing/2014/main" id="{BB8CA9D0-AD64-6DE1-7CB4-7B32485BADE6}"/>
              </a:ext>
            </a:extLst>
          </p:cNvPr>
          <p:cNvSpPr>
            <a:spLocks noChangeArrowheads="1"/>
          </p:cNvSpPr>
          <p:nvPr/>
        </p:nvSpPr>
        <p:spPr bwMode="auto">
          <a:xfrm>
            <a:off x="6194822" y="3946247"/>
            <a:ext cx="674688" cy="180975"/>
          </a:xfrm>
          <a:prstGeom prst="rightArrow">
            <a:avLst>
              <a:gd name="adj1" fmla="val 50000"/>
              <a:gd name="adj2" fmla="val 93202"/>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extLst>
      <p:ext uri="{BB962C8B-B14F-4D97-AF65-F5344CB8AC3E}">
        <p14:creationId xmlns:p14="http://schemas.microsoft.com/office/powerpoint/2010/main" val="181708652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linds(horizont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linds(horizont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linds(horizontal)">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ox(in)">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7" grpId="0" animBg="1"/>
      <p:bldP spid="18"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12" name="Rectangle 61">
            <a:extLst>
              <a:ext uri="{FF2B5EF4-FFF2-40B4-BE49-F238E27FC236}">
                <a16:creationId xmlns:a16="http://schemas.microsoft.com/office/drawing/2014/main" id="{55A2CE2A-C2E2-0590-752E-7456CAC75EA0}"/>
              </a:ext>
            </a:extLst>
          </p:cNvPr>
          <p:cNvSpPr>
            <a:spLocks noChangeArrowheads="1"/>
          </p:cNvSpPr>
          <p:nvPr/>
        </p:nvSpPr>
        <p:spPr bwMode="auto">
          <a:xfrm>
            <a:off x="1145449" y="980728"/>
            <a:ext cx="9901100" cy="2031050"/>
          </a:xfrm>
          <a:prstGeom prst="rect">
            <a:avLst/>
          </a:prstGeom>
          <a:solidFill>
            <a:srgbClr val="B9CDE5"/>
          </a:solidFill>
          <a:ln>
            <a:noFill/>
          </a:ln>
          <a:effectLst/>
        </p:spPr>
        <p:txBody>
          <a:bodyPr wrap="none" anchor="ctr"/>
          <a:lstStyle/>
          <a:p>
            <a:endParaRPr lang="zh-CN" altLang="en-US"/>
          </a:p>
        </p:txBody>
      </p:sp>
      <p:pic>
        <p:nvPicPr>
          <p:cNvPr id="2" name="Picture 11">
            <a:extLst>
              <a:ext uri="{FF2B5EF4-FFF2-40B4-BE49-F238E27FC236}">
                <a16:creationId xmlns:a16="http://schemas.microsoft.com/office/drawing/2014/main" id="{EAA4FBB4-046F-DFE1-F593-B78D1F9C7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065" y="1224233"/>
            <a:ext cx="3401870" cy="154991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13">
            <a:extLst>
              <a:ext uri="{FF2B5EF4-FFF2-40B4-BE49-F238E27FC236}">
                <a16:creationId xmlns:a16="http://schemas.microsoft.com/office/drawing/2014/main" id="{28382DFF-CDC1-E4CF-262F-F5E5E66594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889"/>
          <a:stretch>
            <a:fillRect/>
          </a:stretch>
        </p:blipFill>
        <p:spPr bwMode="auto">
          <a:xfrm>
            <a:off x="6456040" y="1349791"/>
            <a:ext cx="3800540" cy="113821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12">
            <a:extLst>
              <a:ext uri="{FF2B5EF4-FFF2-40B4-BE49-F238E27FC236}">
                <a16:creationId xmlns:a16="http://schemas.microsoft.com/office/drawing/2014/main" id="{A0D8C02A-FFBB-689A-C617-C2048B6B1AB0}"/>
              </a:ext>
            </a:extLst>
          </p:cNvPr>
          <p:cNvSpPr>
            <a:spLocks noChangeArrowheads="1"/>
          </p:cNvSpPr>
          <p:nvPr/>
        </p:nvSpPr>
        <p:spPr bwMode="auto">
          <a:xfrm rot="16200000">
            <a:off x="5912857" y="1603783"/>
            <a:ext cx="180975" cy="811212"/>
          </a:xfrm>
          <a:prstGeom prst="downArrow">
            <a:avLst>
              <a:gd name="adj1" fmla="val 50000"/>
              <a:gd name="adj2" fmla="val 112061"/>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 name="Group 5">
            <a:extLst>
              <a:ext uri="{FF2B5EF4-FFF2-40B4-BE49-F238E27FC236}">
                <a16:creationId xmlns:a16="http://schemas.microsoft.com/office/drawing/2014/main" id="{6E1E891B-F66E-A8F3-63BC-F796E8A9D373}"/>
              </a:ext>
            </a:extLst>
          </p:cNvPr>
          <p:cNvGrpSpPr>
            <a:grpSpLocks/>
          </p:cNvGrpSpPr>
          <p:nvPr/>
        </p:nvGrpSpPr>
        <p:grpSpPr bwMode="auto">
          <a:xfrm>
            <a:off x="3403286" y="3143784"/>
            <a:ext cx="5076564" cy="777795"/>
            <a:chOff x="942" y="3668"/>
            <a:chExt cx="3028" cy="436"/>
          </a:xfrm>
        </p:grpSpPr>
        <p:graphicFrame>
          <p:nvGraphicFramePr>
            <p:cNvPr id="6" name="Object 6">
              <a:extLst>
                <a:ext uri="{FF2B5EF4-FFF2-40B4-BE49-F238E27FC236}">
                  <a16:creationId xmlns:a16="http://schemas.microsoft.com/office/drawing/2014/main" id="{DB8DC29D-0E77-3C72-0DD7-AC1C49FFBA11}"/>
                </a:ext>
              </a:extLst>
            </p:cNvPr>
            <p:cNvGraphicFramePr>
              <a:graphicFrameLocks noChangeAspect="1"/>
            </p:cNvGraphicFramePr>
            <p:nvPr/>
          </p:nvGraphicFramePr>
          <p:xfrm>
            <a:off x="942" y="3668"/>
            <a:ext cx="3028" cy="436"/>
          </p:xfrm>
          <a:graphic>
            <a:graphicData uri="http://schemas.openxmlformats.org/presentationml/2006/ole">
              <mc:AlternateContent xmlns:mc="http://schemas.openxmlformats.org/markup-compatibility/2006">
                <mc:Choice xmlns:v="urn:schemas-microsoft-com:vml" Requires="v">
                  <p:oleObj name="Equation" r:id="rId5" imgW="3174840" imgH="457200" progId="Equation.DSMT4">
                    <p:embed/>
                  </p:oleObj>
                </mc:Choice>
                <mc:Fallback>
                  <p:oleObj name="Equation" r:id="rId5" imgW="3174840" imgH="457200" progId="Equation.DSMT4">
                    <p:embed/>
                    <p:pic>
                      <p:nvPicPr>
                        <p:cNvPr id="6" name="Object 6">
                          <a:extLst>
                            <a:ext uri="{FF2B5EF4-FFF2-40B4-BE49-F238E27FC236}">
                              <a16:creationId xmlns:a16="http://schemas.microsoft.com/office/drawing/2014/main" id="{DB8DC29D-0E77-3C72-0DD7-AC1C49FFBA11}"/>
                            </a:ext>
                          </a:extLst>
                        </p:cNvPr>
                        <p:cNvPicPr>
                          <a:picLocks noChangeAspect="1" noChangeArrowheads="1"/>
                        </p:cNvPicPr>
                        <p:nvPr/>
                      </p:nvPicPr>
                      <p:blipFill>
                        <a:blip r:embed="rId6"/>
                        <a:srcRect/>
                        <a:stretch>
                          <a:fillRect/>
                        </a:stretch>
                      </p:blipFill>
                      <p:spPr bwMode="auto">
                        <a:xfrm>
                          <a:off x="942" y="3668"/>
                          <a:ext cx="3028" cy="436"/>
                        </a:xfrm>
                        <a:prstGeom prst="rect">
                          <a:avLst/>
                        </a:prstGeom>
                        <a:solidFill>
                          <a:schemeClr val="bg1"/>
                        </a:solidFill>
                        <a:ln>
                          <a:noFill/>
                        </a:ln>
                        <a:effectLst/>
                      </p:spPr>
                    </p:pic>
                  </p:oleObj>
                </mc:Fallback>
              </mc:AlternateContent>
            </a:graphicData>
          </a:graphic>
        </p:graphicFrame>
        <p:sp>
          <p:nvSpPr>
            <p:cNvPr id="8" name="Freeform 7">
              <a:extLst>
                <a:ext uri="{FF2B5EF4-FFF2-40B4-BE49-F238E27FC236}">
                  <a16:creationId xmlns:a16="http://schemas.microsoft.com/office/drawing/2014/main" id="{8BB82EA8-DF56-D36E-D3C9-BD34943AF585}"/>
                </a:ext>
              </a:extLst>
            </p:cNvPr>
            <p:cNvSpPr>
              <a:spLocks/>
            </p:cNvSpPr>
            <p:nvPr/>
          </p:nvSpPr>
          <p:spPr bwMode="auto">
            <a:xfrm flipH="1">
              <a:off x="3669" y="3828"/>
              <a:ext cx="227" cy="137"/>
            </a:xfrm>
            <a:custGeom>
              <a:avLst/>
              <a:gdLst>
                <a:gd name="T0" fmla="*/ 0 w 726"/>
                <a:gd name="T1" fmla="*/ 317 h 317"/>
                <a:gd name="T2" fmla="*/ 182 w 726"/>
                <a:gd name="T3" fmla="*/ 45 h 317"/>
                <a:gd name="T4" fmla="*/ 545 w 726"/>
                <a:gd name="T5" fmla="*/ 45 h 317"/>
                <a:gd name="T6" fmla="*/ 726 w 726"/>
                <a:gd name="T7" fmla="*/ 317 h 317"/>
              </a:gdLst>
              <a:ahLst/>
              <a:cxnLst>
                <a:cxn ang="0">
                  <a:pos x="T0" y="T1"/>
                </a:cxn>
                <a:cxn ang="0">
                  <a:pos x="T2" y="T3"/>
                </a:cxn>
                <a:cxn ang="0">
                  <a:pos x="T4" y="T5"/>
                </a:cxn>
                <a:cxn ang="0">
                  <a:pos x="T6" y="T7"/>
                </a:cxn>
              </a:cxnLst>
              <a:rect l="0" t="0" r="r" b="b"/>
              <a:pathLst>
                <a:path w="726" h="317">
                  <a:moveTo>
                    <a:pt x="0" y="317"/>
                  </a:moveTo>
                  <a:cubicBezTo>
                    <a:pt x="45" y="203"/>
                    <a:pt x="91" y="90"/>
                    <a:pt x="182" y="45"/>
                  </a:cubicBezTo>
                  <a:cubicBezTo>
                    <a:pt x="273" y="0"/>
                    <a:pt x="454" y="0"/>
                    <a:pt x="545" y="45"/>
                  </a:cubicBezTo>
                  <a:cubicBezTo>
                    <a:pt x="636" y="90"/>
                    <a:pt x="681" y="203"/>
                    <a:pt x="726" y="317"/>
                  </a:cubicBezTo>
                </a:path>
              </a:pathLst>
            </a:custGeom>
            <a:noFill/>
            <a:ln w="19050" cap="flat" cmpd="sng">
              <a:solidFill>
                <a:schemeClr val="tx1"/>
              </a:solidFill>
              <a:prstDash val="solid"/>
              <a:round/>
              <a:headEnd/>
              <a:tailEnd type="triangl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19" name="Object 9">
            <a:extLst>
              <a:ext uri="{FF2B5EF4-FFF2-40B4-BE49-F238E27FC236}">
                <a16:creationId xmlns:a16="http://schemas.microsoft.com/office/drawing/2014/main" id="{4C6761D2-597C-7BCB-8FB6-2ADABE883BE3}"/>
              </a:ext>
            </a:extLst>
          </p:cNvPr>
          <p:cNvGraphicFramePr>
            <a:graphicFrameLocks noChangeAspect="1"/>
          </p:cNvGraphicFramePr>
          <p:nvPr/>
        </p:nvGraphicFramePr>
        <p:xfrm>
          <a:off x="3402589" y="4761033"/>
          <a:ext cx="6347867" cy="816336"/>
        </p:xfrm>
        <a:graphic>
          <a:graphicData uri="http://schemas.openxmlformats.org/presentationml/2006/ole">
            <mc:AlternateContent xmlns:mc="http://schemas.openxmlformats.org/markup-compatibility/2006">
              <mc:Choice xmlns:v="urn:schemas-microsoft-com:vml" Requires="v">
                <p:oleObj name="Equation" r:id="rId7" imgW="3555720" imgH="457200" progId="Equation.DSMT4">
                  <p:embed/>
                </p:oleObj>
              </mc:Choice>
              <mc:Fallback>
                <p:oleObj name="Equation" r:id="rId7" imgW="3555720" imgH="457200" progId="Equation.DSMT4">
                  <p:embed/>
                  <p:pic>
                    <p:nvPicPr>
                      <p:cNvPr id="19" name="Object 9">
                        <a:extLst>
                          <a:ext uri="{FF2B5EF4-FFF2-40B4-BE49-F238E27FC236}">
                            <a16:creationId xmlns:a16="http://schemas.microsoft.com/office/drawing/2014/main" id="{4C6761D2-597C-7BCB-8FB6-2ADABE883BE3}"/>
                          </a:ext>
                        </a:extLst>
                      </p:cNvPr>
                      <p:cNvPicPr>
                        <a:picLocks noChangeAspect="1" noChangeArrowheads="1"/>
                      </p:cNvPicPr>
                      <p:nvPr/>
                    </p:nvPicPr>
                    <p:blipFill>
                      <a:blip r:embed="rId8"/>
                      <a:srcRect/>
                      <a:stretch>
                        <a:fillRect/>
                      </a:stretch>
                    </p:blipFill>
                    <p:spPr bwMode="auto">
                      <a:xfrm>
                        <a:off x="3402589" y="4761033"/>
                        <a:ext cx="6347867" cy="816336"/>
                      </a:xfrm>
                      <a:prstGeom prst="rect">
                        <a:avLst/>
                      </a:prstGeom>
                      <a:noFill/>
                      <a:ln>
                        <a:noFill/>
                      </a:ln>
                      <a:effectLst/>
                    </p:spPr>
                  </p:pic>
                </p:oleObj>
              </mc:Fallback>
            </mc:AlternateContent>
          </a:graphicData>
        </a:graphic>
      </p:graphicFrame>
      <p:graphicFrame>
        <p:nvGraphicFramePr>
          <p:cNvPr id="20" name="Object 14">
            <a:extLst>
              <a:ext uri="{FF2B5EF4-FFF2-40B4-BE49-F238E27FC236}">
                <a16:creationId xmlns:a16="http://schemas.microsoft.com/office/drawing/2014/main" id="{17F72EDD-76C1-FF42-E5D8-0AEF918DF09E}"/>
              </a:ext>
            </a:extLst>
          </p:cNvPr>
          <p:cNvGraphicFramePr>
            <a:graphicFrameLocks noChangeAspect="1"/>
          </p:cNvGraphicFramePr>
          <p:nvPr/>
        </p:nvGraphicFramePr>
        <p:xfrm>
          <a:off x="3402589" y="3920788"/>
          <a:ext cx="4277587" cy="887388"/>
        </p:xfrm>
        <a:graphic>
          <a:graphicData uri="http://schemas.openxmlformats.org/presentationml/2006/ole">
            <mc:AlternateContent xmlns:mc="http://schemas.openxmlformats.org/markup-compatibility/2006">
              <mc:Choice xmlns:v="urn:schemas-microsoft-com:vml" Requires="v">
                <p:oleObj name="Equation" r:id="rId9" imgW="2323800" imgH="482400" progId="Equation.DSMT4">
                  <p:embed/>
                </p:oleObj>
              </mc:Choice>
              <mc:Fallback>
                <p:oleObj name="Equation" r:id="rId9" imgW="2323800" imgH="482400" progId="Equation.DSMT4">
                  <p:embed/>
                  <p:pic>
                    <p:nvPicPr>
                      <p:cNvPr id="20" name="Object 14">
                        <a:extLst>
                          <a:ext uri="{FF2B5EF4-FFF2-40B4-BE49-F238E27FC236}">
                            <a16:creationId xmlns:a16="http://schemas.microsoft.com/office/drawing/2014/main" id="{17F72EDD-76C1-FF42-E5D8-0AEF918DF09E}"/>
                          </a:ext>
                        </a:extLst>
                      </p:cNvPr>
                      <p:cNvPicPr>
                        <a:picLocks noChangeAspect="1" noChangeArrowheads="1"/>
                      </p:cNvPicPr>
                      <p:nvPr/>
                    </p:nvPicPr>
                    <p:blipFill>
                      <a:blip r:embed="rId10"/>
                      <a:srcRect/>
                      <a:stretch>
                        <a:fillRect/>
                      </a:stretch>
                    </p:blipFill>
                    <p:spPr bwMode="auto">
                      <a:xfrm>
                        <a:off x="3402589" y="3920788"/>
                        <a:ext cx="4277587" cy="887388"/>
                      </a:xfrm>
                      <a:prstGeom prst="rect">
                        <a:avLst/>
                      </a:prstGeom>
                      <a:noFill/>
                      <a:ln>
                        <a:noFill/>
                      </a:ln>
                      <a:effectLst/>
                    </p:spPr>
                  </p:pic>
                </p:oleObj>
              </mc:Fallback>
            </mc:AlternateContent>
          </a:graphicData>
        </a:graphic>
      </p:graphicFrame>
      <p:graphicFrame>
        <p:nvGraphicFramePr>
          <p:cNvPr id="21" name="Object 10">
            <a:extLst>
              <a:ext uri="{FF2B5EF4-FFF2-40B4-BE49-F238E27FC236}">
                <a16:creationId xmlns:a16="http://schemas.microsoft.com/office/drawing/2014/main" id="{6FC84690-EE65-E0FD-9B8A-2C418BED4623}"/>
              </a:ext>
            </a:extLst>
          </p:cNvPr>
          <p:cNvGraphicFramePr>
            <a:graphicFrameLocks noChangeAspect="1"/>
          </p:cNvGraphicFramePr>
          <p:nvPr/>
        </p:nvGraphicFramePr>
        <p:xfrm>
          <a:off x="3402589" y="5577369"/>
          <a:ext cx="3115605" cy="777795"/>
        </p:xfrm>
        <a:graphic>
          <a:graphicData uri="http://schemas.openxmlformats.org/presentationml/2006/ole">
            <mc:AlternateContent xmlns:mc="http://schemas.openxmlformats.org/markup-compatibility/2006">
              <mc:Choice xmlns:v="urn:schemas-microsoft-com:vml" Requires="v">
                <p:oleObj name="Equation" r:id="rId11" imgW="1676160" imgH="419040" progId="Equation.DSMT4">
                  <p:embed/>
                </p:oleObj>
              </mc:Choice>
              <mc:Fallback>
                <p:oleObj name="Equation" r:id="rId11" imgW="1676160" imgH="419040" progId="Equation.DSMT4">
                  <p:embed/>
                  <p:pic>
                    <p:nvPicPr>
                      <p:cNvPr id="21" name="Object 10">
                        <a:extLst>
                          <a:ext uri="{FF2B5EF4-FFF2-40B4-BE49-F238E27FC236}">
                            <a16:creationId xmlns:a16="http://schemas.microsoft.com/office/drawing/2014/main" id="{6FC84690-EE65-E0FD-9B8A-2C418BED4623}"/>
                          </a:ext>
                        </a:extLst>
                      </p:cNvPr>
                      <p:cNvPicPr>
                        <a:picLocks noChangeAspect="1" noChangeArrowheads="1"/>
                      </p:cNvPicPr>
                      <p:nvPr/>
                    </p:nvPicPr>
                    <p:blipFill>
                      <a:blip r:embed="rId12"/>
                      <a:srcRect/>
                      <a:stretch>
                        <a:fillRect/>
                      </a:stretch>
                    </p:blipFill>
                    <p:spPr bwMode="auto">
                      <a:xfrm>
                        <a:off x="3402589" y="5577369"/>
                        <a:ext cx="3115605" cy="777795"/>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05699537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linds(horizontal)">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blinds(horizontal)">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box(in)">
                                      <p:cBhvr>
                                        <p:cTn id="31" dur="500"/>
                                        <p:tgtEl>
                                          <p:spTgt spid="2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blinds(horizontal)">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16"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box(in)">
                                      <p:cBhvr>
                                        <p:cTn id="4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 name="Rectangle 2"/>
          <p:cNvSpPr>
            <a:spLocks noChangeArrowheads="1"/>
          </p:cNvSpPr>
          <p:nvPr/>
        </p:nvSpPr>
        <p:spPr bwMode="auto">
          <a:xfrm>
            <a:off x="164442" y="928670"/>
            <a:ext cx="9747982"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3000" i="0" dirty="0">
                <a:solidFill>
                  <a:schemeClr val="accent6">
                    <a:lumMod val="75000"/>
                  </a:schemeClr>
                </a:solidFill>
                <a:latin typeface="+mn-lt"/>
                <a:ea typeface="微软雅黑" panose="020B0503020204020204" pitchFamily="34" charset="-122"/>
              </a:rPr>
              <a:t>§10-4  </a:t>
            </a:r>
            <a:r>
              <a:rPr lang="zh-CN" altLang="en-US" sz="3000" i="0" dirty="0">
                <a:solidFill>
                  <a:schemeClr val="accent6">
                    <a:lumMod val="75000"/>
                  </a:schemeClr>
                </a:solidFill>
                <a:latin typeface="+mn-lt"/>
                <a:ea typeface="微软雅黑" panose="020B0503020204020204" pitchFamily="34" charset="-122"/>
              </a:rPr>
              <a:t>提高梁的强度和刚度的措施 </a:t>
            </a:r>
          </a:p>
        </p:txBody>
      </p:sp>
      <p:sp>
        <p:nvSpPr>
          <p:cNvPr id="111" name="矩形 110">
            <a:extLst>
              <a:ext uri="{FF2B5EF4-FFF2-40B4-BE49-F238E27FC236}">
                <a16:creationId xmlns:a16="http://schemas.microsoft.com/office/drawing/2014/main" id="{E8DB0D0A-8BE9-6ADA-6C58-96049487BA32}"/>
              </a:ext>
            </a:extLst>
          </p:cNvPr>
          <p:cNvSpPr/>
          <p:nvPr/>
        </p:nvSpPr>
        <p:spPr>
          <a:xfrm>
            <a:off x="695400" y="1728489"/>
            <a:ext cx="10729192" cy="2838277"/>
          </a:xfrm>
          <a:prstGeom prst="rect">
            <a:avLst/>
          </a:prstGeom>
        </p:spPr>
        <p:txBody>
          <a:bodyPr wrap="square">
            <a:spAutoFit/>
          </a:bodyPr>
          <a:lstStyle/>
          <a:p>
            <a:pPr lvl="0" algn="just">
              <a:lnSpc>
                <a:spcPct val="130000"/>
              </a:lnSpc>
              <a:defRPr/>
            </a:pPr>
            <a:r>
              <a:rPr kumimoji="1" lang="zh-CN" altLang="en-US" sz="2800" i="0" dirty="0">
                <a:solidFill>
                  <a:schemeClr val="tx1"/>
                </a:solidFill>
                <a:latin typeface="+mn-lt"/>
                <a:ea typeface="微软雅黑" panose="020B0503020204020204" pitchFamily="34" charset="-122"/>
              </a:rPr>
              <a:t>在从前几节可知，等直梁上的最大弯曲正应力和梁上的最大弯矩</a:t>
            </a:r>
            <a:r>
              <a:rPr kumimoji="1" lang="en-US" altLang="zh-CN" sz="2800" b="0" dirty="0" err="1">
                <a:solidFill>
                  <a:schemeClr val="tx1"/>
                </a:solidFill>
                <a:latin typeface="+mn-lt"/>
                <a:ea typeface="微软雅黑" panose="020B0503020204020204" pitchFamily="34" charset="-122"/>
              </a:rPr>
              <a:t>M</a:t>
            </a:r>
            <a:r>
              <a:rPr kumimoji="1" lang="en-US" altLang="zh-CN" sz="2800" b="0" i="0" baseline="-25000" dirty="0" err="1">
                <a:solidFill>
                  <a:schemeClr val="tx1"/>
                </a:solidFill>
                <a:latin typeface="+mn-lt"/>
                <a:ea typeface="微软雅黑" panose="020B0503020204020204" pitchFamily="34" charset="-122"/>
              </a:rPr>
              <a:t>max</a:t>
            </a:r>
            <a:r>
              <a:rPr kumimoji="1" lang="en-US" altLang="zh-CN" sz="2800" i="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成正比，和抗弯截面系数</a:t>
            </a:r>
            <a:r>
              <a:rPr kumimoji="1" lang="en-US" altLang="zh-CN" sz="2800" b="0" dirty="0" err="1">
                <a:solidFill>
                  <a:schemeClr val="tx1"/>
                </a:solidFill>
                <a:latin typeface="+mn-lt"/>
                <a:ea typeface="微软雅黑" panose="020B0503020204020204" pitchFamily="34" charset="-122"/>
              </a:rPr>
              <a:t>W</a:t>
            </a:r>
            <a:r>
              <a:rPr kumimoji="1" lang="en-US" altLang="zh-CN" sz="2800" b="0" baseline="-25000" dirty="0" err="1">
                <a:solidFill>
                  <a:schemeClr val="tx1"/>
                </a:solidFill>
                <a:latin typeface="+mn-lt"/>
                <a:ea typeface="微软雅黑" panose="020B0503020204020204" pitchFamily="34" charset="-122"/>
              </a:rPr>
              <a:t>z</a:t>
            </a:r>
            <a:r>
              <a:rPr kumimoji="1" lang="zh-CN" altLang="en-US" sz="2800" i="0" dirty="0">
                <a:solidFill>
                  <a:schemeClr val="tx1"/>
                </a:solidFill>
                <a:latin typeface="+mn-lt"/>
                <a:ea typeface="微软雅黑" panose="020B0503020204020204" pitchFamily="34" charset="-122"/>
              </a:rPr>
              <a:t>成反比。梁的变形和梁的跨度</a:t>
            </a:r>
            <a:r>
              <a:rPr kumimoji="1" lang="en-US" altLang="zh-CN" sz="2800" i="0" dirty="0">
                <a:solidFill>
                  <a:schemeClr val="tx1"/>
                </a:solidFill>
                <a:latin typeface="+mn-lt"/>
                <a:ea typeface="微软雅黑" panose="020B0503020204020204" pitchFamily="34" charset="-122"/>
              </a:rPr>
              <a:t>l</a:t>
            </a:r>
            <a:r>
              <a:rPr kumimoji="1" lang="zh-CN" altLang="en-US" sz="2800" i="0" dirty="0">
                <a:solidFill>
                  <a:schemeClr val="tx1"/>
                </a:solidFill>
                <a:latin typeface="+mn-lt"/>
                <a:ea typeface="微软雅黑" panose="020B0503020204020204" pitchFamily="34" charset="-122"/>
              </a:rPr>
              <a:t>的高次方成正比，和梁的抗弯刚度</a:t>
            </a:r>
            <a:r>
              <a:rPr kumimoji="1" lang="en-US" altLang="zh-CN" sz="2800" b="0" dirty="0" err="1">
                <a:solidFill>
                  <a:schemeClr val="tx1"/>
                </a:solidFill>
                <a:latin typeface="+mn-lt"/>
                <a:ea typeface="微软雅黑" panose="020B0503020204020204" pitchFamily="34" charset="-122"/>
              </a:rPr>
              <a:t>I</a:t>
            </a:r>
            <a:r>
              <a:rPr kumimoji="1" lang="en-US" altLang="zh-CN" sz="2800" b="0" baseline="-25000" dirty="0" err="1">
                <a:solidFill>
                  <a:schemeClr val="tx1"/>
                </a:solidFill>
                <a:latin typeface="+mn-lt"/>
                <a:ea typeface="微软雅黑" panose="020B0503020204020204" pitchFamily="34" charset="-122"/>
              </a:rPr>
              <a:t>z</a:t>
            </a:r>
            <a:r>
              <a:rPr kumimoji="1" lang="en-US" altLang="zh-CN" sz="2800" b="0" baseline="-25000" dirty="0">
                <a:solidFill>
                  <a:schemeClr val="tx1"/>
                </a:solidFill>
                <a:latin typeface="+mn-lt"/>
                <a:ea typeface="微软雅黑" panose="020B0503020204020204" pitchFamily="34" charset="-122"/>
              </a:rPr>
              <a:t> </a:t>
            </a:r>
            <a:r>
              <a:rPr kumimoji="1" lang="zh-CN" altLang="en-US" sz="2800" i="0" dirty="0">
                <a:solidFill>
                  <a:schemeClr val="tx1"/>
                </a:solidFill>
                <a:latin typeface="+mn-lt"/>
                <a:ea typeface="微软雅黑" panose="020B0503020204020204" pitchFamily="34" charset="-122"/>
              </a:rPr>
              <a:t>成反比。设计梁时，应满足安全性好而材料消耗少的目的，即省料、省钱而又尽量提高梁的强度和刚度。可从以下几方面入手。 </a:t>
            </a:r>
            <a:endParaRPr kumimoji="1" lang="en-US" altLang="zh-CN" sz="2800" i="0" dirty="0">
              <a:solidFill>
                <a:schemeClr val="tx1"/>
              </a:solidFill>
              <a:latin typeface="+mn-lt"/>
              <a:ea typeface="微软雅黑" panose="020B0503020204020204" pitchFamily="34" charset="-122"/>
            </a:endParaRPr>
          </a:p>
        </p:txBody>
      </p:sp>
    </p:spTree>
    <p:extLst>
      <p:ext uri="{BB962C8B-B14F-4D97-AF65-F5344CB8AC3E}">
        <p14:creationId xmlns:p14="http://schemas.microsoft.com/office/powerpoint/2010/main" val="379091380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3757229" y="832448"/>
            <a:ext cx="5299849"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合理安排梁的支承及增加约束 </a:t>
            </a:r>
          </a:p>
        </p:txBody>
      </p:sp>
      <p:sp>
        <p:nvSpPr>
          <p:cNvPr id="8" name="Text Box 1032"/>
          <p:cNvSpPr txBox="1">
            <a:spLocks noChangeArrowheads="1"/>
          </p:cNvSpPr>
          <p:nvPr/>
        </p:nvSpPr>
        <p:spPr bwMode="auto">
          <a:xfrm>
            <a:off x="434368" y="1341573"/>
            <a:ext cx="11557285" cy="23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zh-CN" altLang="en-US" sz="2600" i="0" dirty="0">
                <a:latin typeface="+mn-lt"/>
                <a:ea typeface="微软雅黑" panose="020B0503020204020204" pitchFamily="34" charset="-122"/>
              </a:rPr>
              <a:t>由</a:t>
            </a:r>
            <a:r>
              <a:rPr kumimoji="1" lang="zh-CN" altLang="en-US" sz="2600" i="0" dirty="0">
                <a:latin typeface="微软雅黑" panose="020B0503020204020204" pitchFamily="34" charset="-122"/>
                <a:ea typeface="微软雅黑" panose="020B0503020204020204" pitchFamily="34" charset="-122"/>
              </a:rPr>
              <a:t>当梁的尺寸和截面形状已定时，合理安排梁的支承或增加约束，可以缩小梁的跨度、降低梁上的最大弯矩。例如，受均布载荷的简支梁，若能改为两端外伸梁，则梁上的最大弯矩将大为降低。增加约束，缩短梁的跨度，对提高梁的刚度极为有效。若在图示简支梁中间加一活动铰支座，则梁的</a:t>
            </a:r>
            <a:r>
              <a:rPr kumimoji="1" lang="zh-CN" altLang="en-US" sz="2800" i="0" dirty="0">
                <a:latin typeface="微软雅黑" panose="020B0503020204020204" pitchFamily="34" charset="-122"/>
                <a:ea typeface="微软雅黑" panose="020B0503020204020204" pitchFamily="34" charset="-122"/>
              </a:rPr>
              <a:t>最大挠度只有原来的几十分之一。 </a:t>
            </a:r>
            <a:endParaRPr kumimoji="1" lang="en-US" altLang="zh-CN" sz="2800" i="0" dirty="0">
              <a:latin typeface="微软雅黑" panose="020B0503020204020204" pitchFamily="34" charset="-122"/>
              <a:ea typeface="微软雅黑" panose="020B0503020204020204" pitchFamily="34" charset="-122"/>
            </a:endParaRPr>
          </a:p>
        </p:txBody>
      </p:sp>
      <p:sp>
        <p:nvSpPr>
          <p:cNvPr id="2" name="Rectangle 61">
            <a:extLst>
              <a:ext uri="{FF2B5EF4-FFF2-40B4-BE49-F238E27FC236}">
                <a16:creationId xmlns:a16="http://schemas.microsoft.com/office/drawing/2014/main" id="{1D09204E-49B9-E9D6-D761-C19407DE8CFD}"/>
              </a:ext>
            </a:extLst>
          </p:cNvPr>
          <p:cNvSpPr>
            <a:spLocks noChangeArrowheads="1"/>
          </p:cNvSpPr>
          <p:nvPr/>
        </p:nvSpPr>
        <p:spPr bwMode="auto">
          <a:xfrm>
            <a:off x="1235460" y="3566978"/>
            <a:ext cx="10135127" cy="2721557"/>
          </a:xfrm>
          <a:prstGeom prst="rect">
            <a:avLst/>
          </a:prstGeom>
          <a:solidFill>
            <a:srgbClr val="B9CDE5"/>
          </a:solidFill>
          <a:ln>
            <a:noFill/>
          </a:ln>
          <a:effectLst/>
        </p:spPr>
        <p:txBody>
          <a:bodyPr wrap="none" anchor="ctr"/>
          <a:lstStyle/>
          <a:p>
            <a:endParaRPr lang="zh-CN" altLang="en-US"/>
          </a:p>
        </p:txBody>
      </p:sp>
      <p:grpSp>
        <p:nvGrpSpPr>
          <p:cNvPr id="46" name="Group 12">
            <a:extLst>
              <a:ext uri="{FF2B5EF4-FFF2-40B4-BE49-F238E27FC236}">
                <a16:creationId xmlns:a16="http://schemas.microsoft.com/office/drawing/2014/main" id="{F9F45FE7-F0B2-2F40-2282-4B7460E1BBB2}"/>
              </a:ext>
            </a:extLst>
          </p:cNvPr>
          <p:cNvGrpSpPr>
            <a:grpSpLocks/>
          </p:cNvGrpSpPr>
          <p:nvPr/>
        </p:nvGrpSpPr>
        <p:grpSpPr bwMode="auto">
          <a:xfrm flipV="1">
            <a:off x="5260921" y="5017441"/>
            <a:ext cx="2360613" cy="1246187"/>
            <a:chOff x="2276" y="1308"/>
            <a:chExt cx="1487" cy="785"/>
          </a:xfrm>
        </p:grpSpPr>
        <p:sp>
          <p:nvSpPr>
            <p:cNvPr id="47" name="Freeform 13" descr="浅色竖线">
              <a:extLst>
                <a:ext uri="{FF2B5EF4-FFF2-40B4-BE49-F238E27FC236}">
                  <a16:creationId xmlns:a16="http://schemas.microsoft.com/office/drawing/2014/main" id="{B5BE73C4-0764-F6F9-1175-F482947F3223}"/>
                </a:ext>
              </a:extLst>
            </p:cNvPr>
            <p:cNvSpPr>
              <a:spLocks/>
            </p:cNvSpPr>
            <p:nvPr/>
          </p:nvSpPr>
          <p:spPr bwMode="auto">
            <a:xfrm>
              <a:off x="2336" y="1548"/>
              <a:ext cx="1304" cy="240"/>
            </a:xfrm>
            <a:custGeom>
              <a:avLst/>
              <a:gdLst>
                <a:gd name="T0" fmla="*/ 0 w 1304"/>
                <a:gd name="T1" fmla="*/ 122 h 240"/>
                <a:gd name="T2" fmla="*/ 52 w 1304"/>
                <a:gd name="T3" fmla="*/ 116 h 240"/>
                <a:gd name="T4" fmla="*/ 102 w 1304"/>
                <a:gd name="T5" fmla="*/ 100 h 240"/>
                <a:gd name="T6" fmla="*/ 142 w 1304"/>
                <a:gd name="T7" fmla="*/ 88 h 240"/>
                <a:gd name="T8" fmla="*/ 160 w 1304"/>
                <a:gd name="T9" fmla="*/ 78 h 240"/>
                <a:gd name="T10" fmla="*/ 180 w 1304"/>
                <a:gd name="T11" fmla="*/ 62 h 240"/>
                <a:gd name="T12" fmla="*/ 194 w 1304"/>
                <a:gd name="T13" fmla="*/ 48 h 240"/>
                <a:gd name="T14" fmla="*/ 212 w 1304"/>
                <a:gd name="T15" fmla="*/ 0 h 240"/>
                <a:gd name="T16" fmla="*/ 238 w 1304"/>
                <a:gd name="T17" fmla="*/ 38 h 240"/>
                <a:gd name="T18" fmla="*/ 266 w 1304"/>
                <a:gd name="T19" fmla="*/ 74 h 240"/>
                <a:gd name="T20" fmla="*/ 292 w 1304"/>
                <a:gd name="T21" fmla="*/ 102 h 240"/>
                <a:gd name="T22" fmla="*/ 328 w 1304"/>
                <a:gd name="T23" fmla="*/ 128 h 240"/>
                <a:gd name="T24" fmla="*/ 394 w 1304"/>
                <a:gd name="T25" fmla="*/ 172 h 240"/>
                <a:gd name="T26" fmla="*/ 500 w 1304"/>
                <a:gd name="T27" fmla="*/ 214 h 240"/>
                <a:gd name="T28" fmla="*/ 546 w 1304"/>
                <a:gd name="T29" fmla="*/ 228 h 240"/>
                <a:gd name="T30" fmla="*/ 616 w 1304"/>
                <a:gd name="T31" fmla="*/ 240 h 240"/>
                <a:gd name="T32" fmla="*/ 752 w 1304"/>
                <a:gd name="T33" fmla="*/ 228 h 240"/>
                <a:gd name="T34" fmla="*/ 808 w 1304"/>
                <a:gd name="T35" fmla="*/ 214 h 240"/>
                <a:gd name="T36" fmla="*/ 872 w 1304"/>
                <a:gd name="T37" fmla="*/ 190 h 240"/>
                <a:gd name="T38" fmla="*/ 906 w 1304"/>
                <a:gd name="T39" fmla="*/ 170 h 240"/>
                <a:gd name="T40" fmla="*/ 954 w 1304"/>
                <a:gd name="T41" fmla="*/ 146 h 240"/>
                <a:gd name="T42" fmla="*/ 986 w 1304"/>
                <a:gd name="T43" fmla="*/ 124 h 240"/>
                <a:gd name="T44" fmla="*/ 1002 w 1304"/>
                <a:gd name="T45" fmla="*/ 108 h 240"/>
                <a:gd name="T46" fmla="*/ 1032 w 1304"/>
                <a:gd name="T47" fmla="*/ 84 h 240"/>
                <a:gd name="T48" fmla="*/ 1050 w 1304"/>
                <a:gd name="T49" fmla="*/ 62 h 240"/>
                <a:gd name="T50" fmla="*/ 1074 w 1304"/>
                <a:gd name="T51" fmla="*/ 34 h 240"/>
                <a:gd name="T52" fmla="*/ 1088 w 1304"/>
                <a:gd name="T53" fmla="*/ 6 h 240"/>
                <a:gd name="T54" fmla="*/ 1096 w 1304"/>
                <a:gd name="T55" fmla="*/ 14 h 240"/>
                <a:gd name="T56" fmla="*/ 1116 w 1304"/>
                <a:gd name="T57" fmla="*/ 54 h 240"/>
                <a:gd name="T58" fmla="*/ 1176 w 1304"/>
                <a:gd name="T59" fmla="*/ 88 h 240"/>
                <a:gd name="T60" fmla="*/ 1270 w 1304"/>
                <a:gd name="T61" fmla="*/ 120 h 240"/>
                <a:gd name="T62" fmla="*/ 1304 w 1304"/>
                <a:gd name="T63" fmla="*/ 124 h 240"/>
                <a:gd name="T64" fmla="*/ 0 w 1304"/>
                <a:gd name="T65" fmla="*/ 122 h 24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04"/>
                <a:gd name="T100" fmla="*/ 0 h 240"/>
                <a:gd name="T101" fmla="*/ 1304 w 1304"/>
                <a:gd name="T102" fmla="*/ 240 h 24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04" h="240">
                  <a:moveTo>
                    <a:pt x="0" y="122"/>
                  </a:moveTo>
                  <a:cubicBezTo>
                    <a:pt x="18" y="116"/>
                    <a:pt x="34" y="120"/>
                    <a:pt x="52" y="116"/>
                  </a:cubicBezTo>
                  <a:cubicBezTo>
                    <a:pt x="59" y="114"/>
                    <a:pt x="78" y="110"/>
                    <a:pt x="102" y="100"/>
                  </a:cubicBezTo>
                  <a:cubicBezTo>
                    <a:pt x="125" y="94"/>
                    <a:pt x="120" y="95"/>
                    <a:pt x="142" y="88"/>
                  </a:cubicBezTo>
                  <a:cubicBezTo>
                    <a:pt x="149" y="86"/>
                    <a:pt x="153" y="80"/>
                    <a:pt x="160" y="78"/>
                  </a:cubicBezTo>
                  <a:cubicBezTo>
                    <a:pt x="165" y="71"/>
                    <a:pt x="173" y="66"/>
                    <a:pt x="180" y="62"/>
                  </a:cubicBezTo>
                  <a:cubicBezTo>
                    <a:pt x="187" y="56"/>
                    <a:pt x="182" y="62"/>
                    <a:pt x="194" y="48"/>
                  </a:cubicBezTo>
                  <a:cubicBezTo>
                    <a:pt x="201" y="39"/>
                    <a:pt x="206" y="34"/>
                    <a:pt x="212" y="0"/>
                  </a:cubicBezTo>
                  <a:cubicBezTo>
                    <a:pt x="219" y="11"/>
                    <a:pt x="226" y="34"/>
                    <a:pt x="238" y="38"/>
                  </a:cubicBezTo>
                  <a:cubicBezTo>
                    <a:pt x="241" y="46"/>
                    <a:pt x="257" y="68"/>
                    <a:pt x="266" y="74"/>
                  </a:cubicBezTo>
                  <a:cubicBezTo>
                    <a:pt x="268" y="79"/>
                    <a:pt x="287" y="99"/>
                    <a:pt x="292" y="102"/>
                  </a:cubicBezTo>
                  <a:cubicBezTo>
                    <a:pt x="301" y="116"/>
                    <a:pt x="312" y="123"/>
                    <a:pt x="328" y="128"/>
                  </a:cubicBezTo>
                  <a:cubicBezTo>
                    <a:pt x="338" y="142"/>
                    <a:pt x="378" y="162"/>
                    <a:pt x="394" y="172"/>
                  </a:cubicBezTo>
                  <a:cubicBezTo>
                    <a:pt x="421" y="190"/>
                    <a:pt x="469" y="204"/>
                    <a:pt x="500" y="214"/>
                  </a:cubicBezTo>
                  <a:cubicBezTo>
                    <a:pt x="510" y="217"/>
                    <a:pt x="535" y="226"/>
                    <a:pt x="546" y="228"/>
                  </a:cubicBezTo>
                  <a:cubicBezTo>
                    <a:pt x="568" y="232"/>
                    <a:pt x="594" y="236"/>
                    <a:pt x="616" y="240"/>
                  </a:cubicBezTo>
                  <a:cubicBezTo>
                    <a:pt x="668" y="238"/>
                    <a:pt x="701" y="234"/>
                    <a:pt x="752" y="228"/>
                  </a:cubicBezTo>
                  <a:cubicBezTo>
                    <a:pt x="785" y="217"/>
                    <a:pt x="774" y="224"/>
                    <a:pt x="808" y="214"/>
                  </a:cubicBezTo>
                  <a:cubicBezTo>
                    <a:pt x="834" y="204"/>
                    <a:pt x="863" y="193"/>
                    <a:pt x="872" y="190"/>
                  </a:cubicBezTo>
                  <a:cubicBezTo>
                    <a:pt x="878" y="181"/>
                    <a:pt x="896" y="176"/>
                    <a:pt x="906" y="170"/>
                  </a:cubicBezTo>
                  <a:cubicBezTo>
                    <a:pt x="922" y="161"/>
                    <a:pt x="938" y="155"/>
                    <a:pt x="954" y="146"/>
                  </a:cubicBezTo>
                  <a:cubicBezTo>
                    <a:pt x="968" y="138"/>
                    <a:pt x="971" y="129"/>
                    <a:pt x="986" y="124"/>
                  </a:cubicBezTo>
                  <a:cubicBezTo>
                    <a:pt x="990" y="117"/>
                    <a:pt x="995" y="110"/>
                    <a:pt x="1002" y="108"/>
                  </a:cubicBezTo>
                  <a:cubicBezTo>
                    <a:pt x="1006" y="101"/>
                    <a:pt x="1026" y="88"/>
                    <a:pt x="1032" y="84"/>
                  </a:cubicBezTo>
                  <a:cubicBezTo>
                    <a:pt x="1035" y="75"/>
                    <a:pt x="1042" y="67"/>
                    <a:pt x="1050" y="62"/>
                  </a:cubicBezTo>
                  <a:cubicBezTo>
                    <a:pt x="1057" y="54"/>
                    <a:pt x="1068" y="43"/>
                    <a:pt x="1074" y="34"/>
                  </a:cubicBezTo>
                  <a:cubicBezTo>
                    <a:pt x="1079" y="26"/>
                    <a:pt x="1082" y="28"/>
                    <a:pt x="1088" y="6"/>
                  </a:cubicBezTo>
                  <a:cubicBezTo>
                    <a:pt x="1092" y="3"/>
                    <a:pt x="1091" y="6"/>
                    <a:pt x="1096" y="14"/>
                  </a:cubicBezTo>
                  <a:cubicBezTo>
                    <a:pt x="1107" y="30"/>
                    <a:pt x="1096" y="40"/>
                    <a:pt x="1116" y="54"/>
                  </a:cubicBezTo>
                  <a:cubicBezTo>
                    <a:pt x="1122" y="63"/>
                    <a:pt x="1164" y="85"/>
                    <a:pt x="1176" y="88"/>
                  </a:cubicBezTo>
                  <a:cubicBezTo>
                    <a:pt x="1194" y="100"/>
                    <a:pt x="1247" y="118"/>
                    <a:pt x="1270" y="120"/>
                  </a:cubicBezTo>
                  <a:cubicBezTo>
                    <a:pt x="1281" y="123"/>
                    <a:pt x="1292" y="124"/>
                    <a:pt x="1304" y="124"/>
                  </a:cubicBezTo>
                  <a:lnTo>
                    <a:pt x="0" y="122"/>
                  </a:lnTo>
                  <a:close/>
                </a:path>
              </a:pathLst>
            </a:custGeom>
            <a:pattFill prst="ltVert">
              <a:fgClr>
                <a:srgbClr val="000000"/>
              </a:fgClr>
              <a:bgClr>
                <a:srgbClr val="BDFFDE"/>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endParaRPr kumimoji="1" lang="zh-CN" altLang="en-US" b="0" i="0">
                <a:solidFill>
                  <a:srgbClr val="FFFFFF"/>
                </a:solidFill>
                <a:ea typeface="黑体" panose="02010609060101010101" pitchFamily="49" charset="-122"/>
              </a:endParaRPr>
            </a:p>
          </p:txBody>
        </p:sp>
        <p:sp>
          <p:nvSpPr>
            <p:cNvPr id="48" name="Line 14">
              <a:extLst>
                <a:ext uri="{FF2B5EF4-FFF2-40B4-BE49-F238E27FC236}">
                  <a16:creationId xmlns:a16="http://schemas.microsoft.com/office/drawing/2014/main" id="{FC56EED4-CB72-264D-7131-4CD15C13433A}"/>
                </a:ext>
              </a:extLst>
            </p:cNvPr>
            <p:cNvSpPr>
              <a:spLocks noChangeAspect="1" noChangeShapeType="1"/>
            </p:cNvSpPr>
            <p:nvPr/>
          </p:nvSpPr>
          <p:spPr bwMode="auto">
            <a:xfrm>
              <a:off x="2330" y="1672"/>
              <a:ext cx="1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49" name="Arc 15">
              <a:extLst>
                <a:ext uri="{FF2B5EF4-FFF2-40B4-BE49-F238E27FC236}">
                  <a16:creationId xmlns:a16="http://schemas.microsoft.com/office/drawing/2014/main" id="{9D38BDE3-D5AC-CDEB-C911-4892D00AABF0}"/>
                </a:ext>
              </a:extLst>
            </p:cNvPr>
            <p:cNvSpPr>
              <a:spLocks noChangeAspect="1"/>
            </p:cNvSpPr>
            <p:nvPr/>
          </p:nvSpPr>
          <p:spPr bwMode="auto">
            <a:xfrm rot="5400000">
              <a:off x="2749" y="1108"/>
              <a:ext cx="480" cy="880"/>
            </a:xfrm>
            <a:custGeom>
              <a:avLst/>
              <a:gdLst>
                <a:gd name="T0" fmla="*/ 5 w 21600"/>
                <a:gd name="T1" fmla="*/ 0 h 37426"/>
                <a:gd name="T2" fmla="*/ 5 w 21600"/>
                <a:gd name="T3" fmla="*/ 21 h 37426"/>
                <a:gd name="T4" fmla="*/ 0 w 21600"/>
                <a:gd name="T5" fmla="*/ 10 h 37426"/>
                <a:gd name="T6" fmla="*/ 0 60000 65536"/>
                <a:gd name="T7" fmla="*/ 0 60000 65536"/>
                <a:gd name="T8" fmla="*/ 0 60000 65536"/>
                <a:gd name="T9" fmla="*/ 0 w 21600"/>
                <a:gd name="T10" fmla="*/ 0 h 37426"/>
                <a:gd name="T11" fmla="*/ 21600 w 21600"/>
                <a:gd name="T12" fmla="*/ 37426 h 37426"/>
              </a:gdLst>
              <a:ahLst/>
              <a:cxnLst>
                <a:cxn ang="T6">
                  <a:pos x="T0" y="T1"/>
                </a:cxn>
                <a:cxn ang="T7">
                  <a:pos x="T2" y="T3"/>
                </a:cxn>
                <a:cxn ang="T8">
                  <a:pos x="T4" y="T5"/>
                </a:cxn>
              </a:cxnLst>
              <a:rect l="T9" t="T10" r="T11" b="T12"/>
              <a:pathLst>
                <a:path w="21600" h="37426" fill="none" extrusionOk="0">
                  <a:moveTo>
                    <a:pt x="10723" y="0"/>
                  </a:moveTo>
                  <a:cubicBezTo>
                    <a:pt x="17449" y="3846"/>
                    <a:pt x="21600" y="11001"/>
                    <a:pt x="21600" y="18750"/>
                  </a:cubicBezTo>
                  <a:cubicBezTo>
                    <a:pt x="21600" y="26445"/>
                    <a:pt x="17505" y="33560"/>
                    <a:pt x="10851" y="37426"/>
                  </a:cubicBezTo>
                </a:path>
                <a:path w="21600" h="37426" stroke="0" extrusionOk="0">
                  <a:moveTo>
                    <a:pt x="10723" y="0"/>
                  </a:moveTo>
                  <a:cubicBezTo>
                    <a:pt x="17449" y="3846"/>
                    <a:pt x="21600" y="11001"/>
                    <a:pt x="21600" y="18750"/>
                  </a:cubicBezTo>
                  <a:cubicBezTo>
                    <a:pt x="21600" y="26445"/>
                    <a:pt x="17505" y="33560"/>
                    <a:pt x="10851" y="37426"/>
                  </a:cubicBezTo>
                  <a:lnTo>
                    <a:pt x="0" y="1875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50" name="Text Box 16">
              <a:extLst>
                <a:ext uri="{FF2B5EF4-FFF2-40B4-BE49-F238E27FC236}">
                  <a16:creationId xmlns:a16="http://schemas.microsoft.com/office/drawing/2014/main" id="{899A7199-D307-38CA-A9A6-1B5E9F34A6F7}"/>
                </a:ext>
              </a:extLst>
            </p:cNvPr>
            <p:cNvSpPr txBox="1">
              <a:spLocks noChangeAspect="1" noChangeArrowheads="1"/>
            </p:cNvSpPr>
            <p:nvPr/>
          </p:nvSpPr>
          <p:spPr bwMode="auto">
            <a:xfrm flipV="1">
              <a:off x="2745" y="1787"/>
              <a:ext cx="647"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ql</a:t>
              </a:r>
              <a:r>
                <a:rPr lang="en-US" altLang="zh-CN" b="0" i="0" baseline="30000" dirty="0">
                  <a:solidFill>
                    <a:srgbClr val="000000"/>
                  </a:solidFill>
                  <a:latin typeface="+mj-lt"/>
                  <a:ea typeface="宋体" panose="02010600030101010101" pitchFamily="2" charset="-122"/>
                </a:rPr>
                <a:t>2</a:t>
              </a:r>
              <a:r>
                <a:rPr lang="en-US" altLang="zh-CN" b="0" i="0" dirty="0">
                  <a:solidFill>
                    <a:srgbClr val="000000"/>
                  </a:solidFill>
                  <a:latin typeface="+mj-lt"/>
                  <a:ea typeface="宋体" panose="02010600030101010101" pitchFamily="2" charset="-122"/>
                </a:rPr>
                <a:t>/40</a:t>
              </a:r>
            </a:p>
          </p:txBody>
        </p:sp>
        <p:sp>
          <p:nvSpPr>
            <p:cNvPr id="51" name="Arc 17">
              <a:extLst>
                <a:ext uri="{FF2B5EF4-FFF2-40B4-BE49-F238E27FC236}">
                  <a16:creationId xmlns:a16="http://schemas.microsoft.com/office/drawing/2014/main" id="{0D1E6260-5ACE-22E6-BF39-5BD99D24EA4E}"/>
                </a:ext>
              </a:extLst>
            </p:cNvPr>
            <p:cNvSpPr>
              <a:spLocks noChangeAspect="1"/>
            </p:cNvSpPr>
            <p:nvPr/>
          </p:nvSpPr>
          <p:spPr bwMode="auto">
            <a:xfrm flipV="1">
              <a:off x="2337" y="1541"/>
              <a:ext cx="212" cy="123"/>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52" name="Arc 18">
              <a:extLst>
                <a:ext uri="{FF2B5EF4-FFF2-40B4-BE49-F238E27FC236}">
                  <a16:creationId xmlns:a16="http://schemas.microsoft.com/office/drawing/2014/main" id="{C9231F28-E177-ACE2-A2D5-B1DA3C3D3E30}"/>
                </a:ext>
              </a:extLst>
            </p:cNvPr>
            <p:cNvSpPr>
              <a:spLocks noChangeAspect="1"/>
            </p:cNvSpPr>
            <p:nvPr/>
          </p:nvSpPr>
          <p:spPr bwMode="auto">
            <a:xfrm flipH="1" flipV="1">
              <a:off x="3429" y="1543"/>
              <a:ext cx="229" cy="124"/>
            </a:xfrm>
            <a:custGeom>
              <a:avLst/>
              <a:gdLst>
                <a:gd name="T0" fmla="*/ 0 w 21600"/>
                <a:gd name="T1" fmla="*/ 0 h 21600"/>
                <a:gd name="T2" fmla="*/ 2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54" name="Text Box 19">
              <a:extLst>
                <a:ext uri="{FF2B5EF4-FFF2-40B4-BE49-F238E27FC236}">
                  <a16:creationId xmlns:a16="http://schemas.microsoft.com/office/drawing/2014/main" id="{49342A75-BE1B-8972-D6CC-299C87A85840}"/>
                </a:ext>
              </a:extLst>
            </p:cNvPr>
            <p:cNvSpPr txBox="1">
              <a:spLocks noChangeAspect="1" noChangeArrowheads="1"/>
            </p:cNvSpPr>
            <p:nvPr/>
          </p:nvSpPr>
          <p:spPr bwMode="auto">
            <a:xfrm flipV="1">
              <a:off x="2276" y="1311"/>
              <a:ext cx="597"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20000"/>
                </a:lnSpc>
              </a:pPr>
              <a:r>
                <a:rPr lang="en-US" altLang="zh-CN" b="0" dirty="0">
                  <a:solidFill>
                    <a:srgbClr val="000000"/>
                  </a:solidFill>
                  <a:latin typeface="+mj-lt"/>
                  <a:ea typeface="宋体" panose="02010600030101010101" pitchFamily="2" charset="-122"/>
                </a:rPr>
                <a:t>ql</a:t>
              </a:r>
              <a:r>
                <a:rPr lang="en-US" altLang="zh-CN" b="0" i="0" baseline="30000" dirty="0">
                  <a:solidFill>
                    <a:srgbClr val="000000"/>
                  </a:solidFill>
                  <a:latin typeface="+mj-lt"/>
                  <a:ea typeface="宋体" panose="02010600030101010101" pitchFamily="2" charset="-122"/>
                </a:rPr>
                <a:t>2</a:t>
              </a:r>
              <a:r>
                <a:rPr lang="en-US" altLang="zh-CN" b="0" i="0" dirty="0">
                  <a:solidFill>
                    <a:srgbClr val="000000"/>
                  </a:solidFill>
                  <a:latin typeface="+mj-lt"/>
                  <a:ea typeface="宋体" panose="02010600030101010101" pitchFamily="2" charset="-122"/>
                </a:rPr>
                <a:t>/50</a:t>
              </a:r>
            </a:p>
          </p:txBody>
        </p:sp>
        <p:sp>
          <p:nvSpPr>
            <p:cNvPr id="55" name="Text Box 20">
              <a:extLst>
                <a:ext uri="{FF2B5EF4-FFF2-40B4-BE49-F238E27FC236}">
                  <a16:creationId xmlns:a16="http://schemas.microsoft.com/office/drawing/2014/main" id="{0E1728C0-FA5D-0022-7DB4-86963579771B}"/>
                </a:ext>
              </a:extLst>
            </p:cNvPr>
            <p:cNvSpPr txBox="1">
              <a:spLocks noChangeAspect="1" noChangeArrowheads="1"/>
            </p:cNvSpPr>
            <p:nvPr/>
          </p:nvSpPr>
          <p:spPr bwMode="auto">
            <a:xfrm flipV="1">
              <a:off x="3173" y="1328"/>
              <a:ext cx="590"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120000"/>
                </a:lnSpc>
              </a:pPr>
              <a:r>
                <a:rPr lang="en-US" altLang="zh-CN" b="0" dirty="0">
                  <a:solidFill>
                    <a:srgbClr val="000000"/>
                  </a:solidFill>
                  <a:latin typeface="+mj-lt"/>
                  <a:ea typeface="宋体" panose="02010600030101010101" pitchFamily="2" charset="-122"/>
                </a:rPr>
                <a:t>ql</a:t>
              </a:r>
              <a:r>
                <a:rPr lang="en-US" altLang="zh-CN" b="0" i="0" baseline="30000" dirty="0">
                  <a:solidFill>
                    <a:srgbClr val="000000"/>
                  </a:solidFill>
                  <a:latin typeface="+mj-lt"/>
                  <a:ea typeface="宋体" panose="02010600030101010101" pitchFamily="2" charset="-122"/>
                </a:rPr>
                <a:t>2</a:t>
              </a:r>
              <a:r>
                <a:rPr lang="en-US" altLang="zh-CN" b="0" i="0" dirty="0">
                  <a:solidFill>
                    <a:srgbClr val="000000"/>
                  </a:solidFill>
                  <a:latin typeface="+mj-lt"/>
                  <a:ea typeface="宋体" panose="02010600030101010101" pitchFamily="2" charset="-122"/>
                </a:rPr>
                <a:t>/50</a:t>
              </a:r>
            </a:p>
          </p:txBody>
        </p:sp>
      </p:grpSp>
      <p:grpSp>
        <p:nvGrpSpPr>
          <p:cNvPr id="56" name="Group 21">
            <a:extLst>
              <a:ext uri="{FF2B5EF4-FFF2-40B4-BE49-F238E27FC236}">
                <a16:creationId xmlns:a16="http://schemas.microsoft.com/office/drawing/2014/main" id="{8A21A36D-B51A-EFB1-C04F-502C29DA76B5}"/>
              </a:ext>
            </a:extLst>
          </p:cNvPr>
          <p:cNvGrpSpPr>
            <a:grpSpLocks/>
          </p:cNvGrpSpPr>
          <p:nvPr/>
        </p:nvGrpSpPr>
        <p:grpSpPr bwMode="auto">
          <a:xfrm flipV="1">
            <a:off x="8210496" y="5069036"/>
            <a:ext cx="2254250" cy="1076325"/>
            <a:chOff x="4274" y="1311"/>
            <a:chExt cx="1420" cy="678"/>
          </a:xfrm>
        </p:grpSpPr>
        <p:sp>
          <p:nvSpPr>
            <p:cNvPr id="57" name="Freeform 22" descr="浅色竖线">
              <a:extLst>
                <a:ext uri="{FF2B5EF4-FFF2-40B4-BE49-F238E27FC236}">
                  <a16:creationId xmlns:a16="http://schemas.microsoft.com/office/drawing/2014/main" id="{35583E3C-A7DC-97C1-CFF6-33E3AC5302AC}"/>
                </a:ext>
              </a:extLst>
            </p:cNvPr>
            <p:cNvSpPr>
              <a:spLocks/>
            </p:cNvSpPr>
            <p:nvPr/>
          </p:nvSpPr>
          <p:spPr bwMode="auto">
            <a:xfrm>
              <a:off x="4281" y="1488"/>
              <a:ext cx="1323" cy="246"/>
            </a:xfrm>
            <a:custGeom>
              <a:avLst/>
              <a:gdLst>
                <a:gd name="T0" fmla="*/ 0 w 1323"/>
                <a:gd name="T1" fmla="*/ 171 h 246"/>
                <a:gd name="T2" fmla="*/ 75 w 1323"/>
                <a:gd name="T3" fmla="*/ 213 h 246"/>
                <a:gd name="T4" fmla="*/ 201 w 1323"/>
                <a:gd name="T5" fmla="*/ 240 h 246"/>
                <a:gd name="T6" fmla="*/ 246 w 1323"/>
                <a:gd name="T7" fmla="*/ 246 h 246"/>
                <a:gd name="T8" fmla="*/ 336 w 1323"/>
                <a:gd name="T9" fmla="*/ 234 h 246"/>
                <a:gd name="T10" fmla="*/ 450 w 1323"/>
                <a:gd name="T11" fmla="*/ 204 h 246"/>
                <a:gd name="T12" fmla="*/ 501 w 1323"/>
                <a:gd name="T13" fmla="*/ 180 h 246"/>
                <a:gd name="T14" fmla="*/ 546 w 1323"/>
                <a:gd name="T15" fmla="*/ 153 h 246"/>
                <a:gd name="T16" fmla="*/ 567 w 1323"/>
                <a:gd name="T17" fmla="*/ 132 h 246"/>
                <a:gd name="T18" fmla="*/ 589 w 1323"/>
                <a:gd name="T19" fmla="*/ 104 h 246"/>
                <a:gd name="T20" fmla="*/ 633 w 1323"/>
                <a:gd name="T21" fmla="*/ 54 h 246"/>
                <a:gd name="T22" fmla="*/ 663 w 1323"/>
                <a:gd name="T23" fmla="*/ 0 h 246"/>
                <a:gd name="T24" fmla="*/ 660 w 1323"/>
                <a:gd name="T25" fmla="*/ 9 h 246"/>
                <a:gd name="T26" fmla="*/ 667 w 1323"/>
                <a:gd name="T27" fmla="*/ 22 h 246"/>
                <a:gd name="T28" fmla="*/ 697 w 1323"/>
                <a:gd name="T29" fmla="*/ 72 h 246"/>
                <a:gd name="T30" fmla="*/ 723 w 1323"/>
                <a:gd name="T31" fmla="*/ 93 h 246"/>
                <a:gd name="T32" fmla="*/ 787 w 1323"/>
                <a:gd name="T33" fmla="*/ 156 h 246"/>
                <a:gd name="T34" fmla="*/ 816 w 1323"/>
                <a:gd name="T35" fmla="*/ 174 h 246"/>
                <a:gd name="T36" fmla="*/ 867 w 1323"/>
                <a:gd name="T37" fmla="*/ 195 h 246"/>
                <a:gd name="T38" fmla="*/ 887 w 1323"/>
                <a:gd name="T39" fmla="*/ 206 h 246"/>
                <a:gd name="T40" fmla="*/ 966 w 1323"/>
                <a:gd name="T41" fmla="*/ 234 h 246"/>
                <a:gd name="T42" fmla="*/ 1026 w 1323"/>
                <a:gd name="T43" fmla="*/ 243 h 246"/>
                <a:gd name="T44" fmla="*/ 1122 w 1323"/>
                <a:gd name="T45" fmla="*/ 243 h 246"/>
                <a:gd name="T46" fmla="*/ 1233 w 1323"/>
                <a:gd name="T47" fmla="*/ 225 h 246"/>
                <a:gd name="T48" fmla="*/ 1278 w 1323"/>
                <a:gd name="T49" fmla="*/ 204 h 246"/>
                <a:gd name="T50" fmla="*/ 1323 w 1323"/>
                <a:gd name="T51" fmla="*/ 171 h 246"/>
                <a:gd name="T52" fmla="*/ 0 w 1323"/>
                <a:gd name="T53" fmla="*/ 171 h 2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323"/>
                <a:gd name="T82" fmla="*/ 0 h 246"/>
                <a:gd name="T83" fmla="*/ 1323 w 1323"/>
                <a:gd name="T84" fmla="*/ 246 h 24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323" h="246">
                  <a:moveTo>
                    <a:pt x="0" y="171"/>
                  </a:moveTo>
                  <a:cubicBezTo>
                    <a:pt x="15" y="181"/>
                    <a:pt x="58" y="205"/>
                    <a:pt x="75" y="213"/>
                  </a:cubicBezTo>
                  <a:cubicBezTo>
                    <a:pt x="138" y="237"/>
                    <a:pt x="147" y="234"/>
                    <a:pt x="201" y="240"/>
                  </a:cubicBezTo>
                  <a:cubicBezTo>
                    <a:pt x="214" y="244"/>
                    <a:pt x="233" y="242"/>
                    <a:pt x="246" y="246"/>
                  </a:cubicBezTo>
                  <a:cubicBezTo>
                    <a:pt x="279" y="242"/>
                    <a:pt x="295" y="246"/>
                    <a:pt x="336" y="234"/>
                  </a:cubicBezTo>
                  <a:cubicBezTo>
                    <a:pt x="362" y="230"/>
                    <a:pt x="427" y="220"/>
                    <a:pt x="450" y="204"/>
                  </a:cubicBezTo>
                  <a:cubicBezTo>
                    <a:pt x="466" y="193"/>
                    <a:pt x="482" y="184"/>
                    <a:pt x="501" y="180"/>
                  </a:cubicBezTo>
                  <a:cubicBezTo>
                    <a:pt x="514" y="171"/>
                    <a:pt x="532" y="158"/>
                    <a:pt x="546" y="153"/>
                  </a:cubicBezTo>
                  <a:cubicBezTo>
                    <a:pt x="560" y="132"/>
                    <a:pt x="551" y="137"/>
                    <a:pt x="567" y="132"/>
                  </a:cubicBezTo>
                  <a:cubicBezTo>
                    <a:pt x="575" y="125"/>
                    <a:pt x="578" y="117"/>
                    <a:pt x="589" y="104"/>
                  </a:cubicBezTo>
                  <a:cubicBezTo>
                    <a:pt x="605" y="88"/>
                    <a:pt x="615" y="78"/>
                    <a:pt x="633" y="54"/>
                  </a:cubicBezTo>
                  <a:cubicBezTo>
                    <a:pt x="645" y="36"/>
                    <a:pt x="659" y="7"/>
                    <a:pt x="663" y="0"/>
                  </a:cubicBezTo>
                  <a:cubicBezTo>
                    <a:pt x="662" y="3"/>
                    <a:pt x="659" y="6"/>
                    <a:pt x="660" y="9"/>
                  </a:cubicBezTo>
                  <a:cubicBezTo>
                    <a:pt x="661" y="12"/>
                    <a:pt x="665" y="19"/>
                    <a:pt x="667" y="22"/>
                  </a:cubicBezTo>
                  <a:cubicBezTo>
                    <a:pt x="683" y="52"/>
                    <a:pt x="686" y="55"/>
                    <a:pt x="697" y="72"/>
                  </a:cubicBezTo>
                  <a:cubicBezTo>
                    <a:pt x="708" y="89"/>
                    <a:pt x="708" y="84"/>
                    <a:pt x="723" y="93"/>
                  </a:cubicBezTo>
                  <a:cubicBezTo>
                    <a:pt x="744" y="113"/>
                    <a:pt x="764" y="135"/>
                    <a:pt x="787" y="156"/>
                  </a:cubicBezTo>
                  <a:cubicBezTo>
                    <a:pt x="796" y="162"/>
                    <a:pt x="807" y="168"/>
                    <a:pt x="816" y="174"/>
                  </a:cubicBezTo>
                  <a:cubicBezTo>
                    <a:pt x="824" y="179"/>
                    <a:pt x="867" y="195"/>
                    <a:pt x="867" y="195"/>
                  </a:cubicBezTo>
                  <a:cubicBezTo>
                    <a:pt x="881" y="217"/>
                    <a:pt x="857" y="190"/>
                    <a:pt x="887" y="206"/>
                  </a:cubicBezTo>
                  <a:cubicBezTo>
                    <a:pt x="917" y="218"/>
                    <a:pt x="938" y="225"/>
                    <a:pt x="966" y="234"/>
                  </a:cubicBezTo>
                  <a:cubicBezTo>
                    <a:pt x="975" y="237"/>
                    <a:pt x="1017" y="240"/>
                    <a:pt x="1026" y="243"/>
                  </a:cubicBezTo>
                  <a:cubicBezTo>
                    <a:pt x="1032" y="245"/>
                    <a:pt x="1122" y="243"/>
                    <a:pt x="1122" y="243"/>
                  </a:cubicBezTo>
                  <a:cubicBezTo>
                    <a:pt x="1266" y="222"/>
                    <a:pt x="1173" y="228"/>
                    <a:pt x="1233" y="225"/>
                  </a:cubicBezTo>
                  <a:cubicBezTo>
                    <a:pt x="1221" y="213"/>
                    <a:pt x="1254" y="216"/>
                    <a:pt x="1278" y="204"/>
                  </a:cubicBezTo>
                  <a:cubicBezTo>
                    <a:pt x="1291" y="196"/>
                    <a:pt x="1305" y="192"/>
                    <a:pt x="1323" y="171"/>
                  </a:cubicBezTo>
                  <a:cubicBezTo>
                    <a:pt x="1109" y="165"/>
                    <a:pt x="213" y="168"/>
                    <a:pt x="0" y="171"/>
                  </a:cubicBezTo>
                  <a:close/>
                </a:path>
              </a:pathLst>
            </a:custGeom>
            <a:pattFill prst="ltVert">
              <a:fgClr>
                <a:srgbClr val="000000"/>
              </a:fgClr>
              <a:bgClr>
                <a:srgbClr val="BDFFDE"/>
              </a:bgClr>
            </a:pattFill>
            <a:ln>
              <a:noFill/>
            </a:ln>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Lst>
          </p:spPr>
          <p:txBody>
            <a:bodyPr/>
            <a:lstStyle/>
            <a:p>
              <a:endParaRPr kumimoji="1" lang="zh-CN" altLang="en-US" b="0" i="0">
                <a:solidFill>
                  <a:srgbClr val="FFFFFF"/>
                </a:solidFill>
                <a:ea typeface="黑体" panose="02010609060101010101" pitchFamily="49" charset="-122"/>
              </a:endParaRPr>
            </a:p>
          </p:txBody>
        </p:sp>
        <p:sp>
          <p:nvSpPr>
            <p:cNvPr id="58" name="Line 23">
              <a:extLst>
                <a:ext uri="{FF2B5EF4-FFF2-40B4-BE49-F238E27FC236}">
                  <a16:creationId xmlns:a16="http://schemas.microsoft.com/office/drawing/2014/main" id="{F0D961EA-509A-1040-70A0-5F67E366C8FB}"/>
                </a:ext>
              </a:extLst>
            </p:cNvPr>
            <p:cNvSpPr>
              <a:spLocks noChangeAspect="1" noChangeShapeType="1"/>
            </p:cNvSpPr>
            <p:nvPr/>
          </p:nvSpPr>
          <p:spPr bwMode="auto">
            <a:xfrm>
              <a:off x="4277" y="1661"/>
              <a:ext cx="133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kumimoji="1" lang="zh-CN" altLang="en-US" b="0" i="0">
                <a:solidFill>
                  <a:srgbClr val="FFFFFF"/>
                </a:solidFill>
                <a:ea typeface="黑体" panose="02010609060101010101" pitchFamily="49" charset="-122"/>
              </a:endParaRPr>
            </a:p>
          </p:txBody>
        </p:sp>
        <p:sp>
          <p:nvSpPr>
            <p:cNvPr id="59" name="Arc 24">
              <a:extLst>
                <a:ext uri="{FF2B5EF4-FFF2-40B4-BE49-F238E27FC236}">
                  <a16:creationId xmlns:a16="http://schemas.microsoft.com/office/drawing/2014/main" id="{F6B0F540-2BF5-2C8A-F05E-E39991E06863}"/>
                </a:ext>
              </a:extLst>
            </p:cNvPr>
            <p:cNvSpPr>
              <a:spLocks noChangeAspect="1"/>
            </p:cNvSpPr>
            <p:nvPr/>
          </p:nvSpPr>
          <p:spPr bwMode="auto">
            <a:xfrm rot="5595428" flipV="1">
              <a:off x="5080" y="1193"/>
              <a:ext cx="393" cy="679"/>
            </a:xfrm>
            <a:custGeom>
              <a:avLst/>
              <a:gdLst>
                <a:gd name="T0" fmla="*/ 3 w 21600"/>
                <a:gd name="T1" fmla="*/ 0 h 32876"/>
                <a:gd name="T2" fmla="*/ 6 w 21600"/>
                <a:gd name="T3" fmla="*/ 14 h 32876"/>
                <a:gd name="T4" fmla="*/ 0 w 21600"/>
                <a:gd name="T5" fmla="*/ 8 h 32876"/>
                <a:gd name="T6" fmla="*/ 0 60000 65536"/>
                <a:gd name="T7" fmla="*/ 0 60000 65536"/>
                <a:gd name="T8" fmla="*/ 0 60000 65536"/>
                <a:gd name="T9" fmla="*/ 0 w 21600"/>
                <a:gd name="T10" fmla="*/ 0 h 32876"/>
                <a:gd name="T11" fmla="*/ 21600 w 21600"/>
                <a:gd name="T12" fmla="*/ 32876 h 32876"/>
              </a:gdLst>
              <a:ahLst/>
              <a:cxnLst>
                <a:cxn ang="T6">
                  <a:pos x="T0" y="T1"/>
                </a:cxn>
                <a:cxn ang="T7">
                  <a:pos x="T2" y="T3"/>
                </a:cxn>
                <a:cxn ang="T8">
                  <a:pos x="T4" y="T5"/>
                </a:cxn>
              </a:cxnLst>
              <a:rect l="T9" t="T10" r="T11" b="T12"/>
              <a:pathLst>
                <a:path w="21600" h="32876" fill="none" extrusionOk="0">
                  <a:moveTo>
                    <a:pt x="9132" y="-1"/>
                  </a:moveTo>
                  <a:cubicBezTo>
                    <a:pt x="16738" y="3547"/>
                    <a:pt x="21600" y="11181"/>
                    <a:pt x="21600" y="19574"/>
                  </a:cubicBezTo>
                  <a:cubicBezTo>
                    <a:pt x="21600" y="24395"/>
                    <a:pt x="19987" y="29077"/>
                    <a:pt x="17018" y="32876"/>
                  </a:cubicBezTo>
                </a:path>
                <a:path w="21600" h="32876" stroke="0" extrusionOk="0">
                  <a:moveTo>
                    <a:pt x="9132" y="-1"/>
                  </a:moveTo>
                  <a:cubicBezTo>
                    <a:pt x="16738" y="3547"/>
                    <a:pt x="21600" y="11181"/>
                    <a:pt x="21600" y="19574"/>
                  </a:cubicBezTo>
                  <a:cubicBezTo>
                    <a:pt x="21600" y="24395"/>
                    <a:pt x="19987" y="29077"/>
                    <a:pt x="17018" y="32876"/>
                  </a:cubicBezTo>
                  <a:lnTo>
                    <a:pt x="0" y="1957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60" name="Arc 25">
              <a:extLst>
                <a:ext uri="{FF2B5EF4-FFF2-40B4-BE49-F238E27FC236}">
                  <a16:creationId xmlns:a16="http://schemas.microsoft.com/office/drawing/2014/main" id="{84317D9B-762A-719E-D815-C5A3A8566D2F}"/>
                </a:ext>
              </a:extLst>
            </p:cNvPr>
            <p:cNvSpPr>
              <a:spLocks noChangeAspect="1"/>
            </p:cNvSpPr>
            <p:nvPr/>
          </p:nvSpPr>
          <p:spPr bwMode="auto">
            <a:xfrm rot="-5595428" flipH="1" flipV="1">
              <a:off x="4414" y="1196"/>
              <a:ext cx="394" cy="673"/>
            </a:xfrm>
            <a:custGeom>
              <a:avLst/>
              <a:gdLst>
                <a:gd name="T0" fmla="*/ 3 w 21600"/>
                <a:gd name="T1" fmla="*/ 0 h 32876"/>
                <a:gd name="T2" fmla="*/ 6 w 21600"/>
                <a:gd name="T3" fmla="*/ 14 h 32876"/>
                <a:gd name="T4" fmla="*/ 0 w 21600"/>
                <a:gd name="T5" fmla="*/ 8 h 32876"/>
                <a:gd name="T6" fmla="*/ 0 60000 65536"/>
                <a:gd name="T7" fmla="*/ 0 60000 65536"/>
                <a:gd name="T8" fmla="*/ 0 60000 65536"/>
                <a:gd name="T9" fmla="*/ 0 w 21600"/>
                <a:gd name="T10" fmla="*/ 0 h 32876"/>
                <a:gd name="T11" fmla="*/ 21600 w 21600"/>
                <a:gd name="T12" fmla="*/ 32876 h 32876"/>
              </a:gdLst>
              <a:ahLst/>
              <a:cxnLst>
                <a:cxn ang="T6">
                  <a:pos x="T0" y="T1"/>
                </a:cxn>
                <a:cxn ang="T7">
                  <a:pos x="T2" y="T3"/>
                </a:cxn>
                <a:cxn ang="T8">
                  <a:pos x="T4" y="T5"/>
                </a:cxn>
              </a:cxnLst>
              <a:rect l="T9" t="T10" r="T11" b="T12"/>
              <a:pathLst>
                <a:path w="21600" h="32876" fill="none" extrusionOk="0">
                  <a:moveTo>
                    <a:pt x="9132" y="-1"/>
                  </a:moveTo>
                  <a:cubicBezTo>
                    <a:pt x="16738" y="3547"/>
                    <a:pt x="21600" y="11181"/>
                    <a:pt x="21600" y="19574"/>
                  </a:cubicBezTo>
                  <a:cubicBezTo>
                    <a:pt x="21600" y="24395"/>
                    <a:pt x="19987" y="29077"/>
                    <a:pt x="17018" y="32876"/>
                  </a:cubicBezTo>
                </a:path>
                <a:path w="21600" h="32876" stroke="0" extrusionOk="0">
                  <a:moveTo>
                    <a:pt x="9132" y="-1"/>
                  </a:moveTo>
                  <a:cubicBezTo>
                    <a:pt x="16738" y="3547"/>
                    <a:pt x="21600" y="11181"/>
                    <a:pt x="21600" y="19574"/>
                  </a:cubicBezTo>
                  <a:cubicBezTo>
                    <a:pt x="21600" y="24395"/>
                    <a:pt x="19987" y="29077"/>
                    <a:pt x="17018" y="32876"/>
                  </a:cubicBezTo>
                  <a:lnTo>
                    <a:pt x="0" y="19574"/>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kumimoji="1" lang="zh-CN" altLang="en-US" b="0" i="0">
                <a:solidFill>
                  <a:srgbClr val="FFFFFF"/>
                </a:solidFill>
                <a:ea typeface="黑体" panose="02010609060101010101" pitchFamily="49" charset="-122"/>
              </a:endParaRPr>
            </a:p>
          </p:txBody>
        </p:sp>
        <p:sp>
          <p:nvSpPr>
            <p:cNvPr id="61" name="Text Box 26">
              <a:extLst>
                <a:ext uri="{FF2B5EF4-FFF2-40B4-BE49-F238E27FC236}">
                  <a16:creationId xmlns:a16="http://schemas.microsoft.com/office/drawing/2014/main" id="{92E4291F-80D0-ABB7-CA09-ED8AAB3C8D6B}"/>
                </a:ext>
              </a:extLst>
            </p:cNvPr>
            <p:cNvSpPr txBox="1">
              <a:spLocks noChangeAspect="1" noChangeArrowheads="1"/>
            </p:cNvSpPr>
            <p:nvPr/>
          </p:nvSpPr>
          <p:spPr bwMode="auto">
            <a:xfrm flipV="1">
              <a:off x="4630" y="1311"/>
              <a:ext cx="586" cy="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n-lt"/>
                  <a:ea typeface="宋体" panose="02010600030101010101" pitchFamily="2" charset="-122"/>
                </a:rPr>
                <a:t>ql</a:t>
              </a:r>
              <a:r>
                <a:rPr lang="en-US" altLang="zh-CN" b="0" i="0" baseline="30000" dirty="0">
                  <a:solidFill>
                    <a:srgbClr val="000000"/>
                  </a:solidFill>
                  <a:latin typeface="+mn-lt"/>
                  <a:ea typeface="宋体" panose="02010600030101010101" pitchFamily="2" charset="-122"/>
                </a:rPr>
                <a:t>2</a:t>
              </a:r>
              <a:r>
                <a:rPr lang="en-US" altLang="zh-CN" b="0" i="0" dirty="0">
                  <a:solidFill>
                    <a:srgbClr val="000000"/>
                  </a:solidFill>
                  <a:latin typeface="+mn-lt"/>
                  <a:ea typeface="宋体" panose="02010600030101010101" pitchFamily="2" charset="-122"/>
                </a:rPr>
                <a:t>/32</a:t>
              </a:r>
            </a:p>
          </p:txBody>
        </p:sp>
        <p:sp>
          <p:nvSpPr>
            <p:cNvPr id="62" name="Text Box 27">
              <a:extLst>
                <a:ext uri="{FF2B5EF4-FFF2-40B4-BE49-F238E27FC236}">
                  <a16:creationId xmlns:a16="http://schemas.microsoft.com/office/drawing/2014/main" id="{3F981F12-FA5E-F700-3B72-B8FC6D6DEC0C}"/>
                </a:ext>
              </a:extLst>
            </p:cNvPr>
            <p:cNvSpPr txBox="1">
              <a:spLocks noChangeAspect="1" noChangeArrowheads="1"/>
            </p:cNvSpPr>
            <p:nvPr/>
          </p:nvSpPr>
          <p:spPr bwMode="auto">
            <a:xfrm flipV="1">
              <a:off x="4298" y="1754"/>
              <a:ext cx="57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r>
                <a:rPr lang="en-US" altLang="zh-CN" b="0" dirty="0">
                  <a:solidFill>
                    <a:srgbClr val="000000"/>
                  </a:solidFill>
                  <a:latin typeface="+mj-lt"/>
                  <a:ea typeface="宋体" panose="02010600030101010101" pitchFamily="2" charset="-122"/>
                </a:rPr>
                <a:t>ql</a:t>
              </a:r>
              <a:r>
                <a:rPr lang="en-US" altLang="zh-CN" b="0" i="0" baseline="30000" dirty="0">
                  <a:solidFill>
                    <a:srgbClr val="000000"/>
                  </a:solidFill>
                  <a:latin typeface="+mj-lt"/>
                  <a:ea typeface="宋体" panose="02010600030101010101" pitchFamily="2" charset="-122"/>
                </a:rPr>
                <a:t>2</a:t>
              </a:r>
              <a:r>
                <a:rPr lang="en-US" altLang="zh-CN" b="0" i="0" dirty="0">
                  <a:solidFill>
                    <a:srgbClr val="000000"/>
                  </a:solidFill>
                  <a:latin typeface="+mj-lt"/>
                  <a:ea typeface="宋体" panose="02010600030101010101" pitchFamily="2" charset="-122"/>
                </a:rPr>
                <a:t>/64</a:t>
              </a:r>
            </a:p>
          </p:txBody>
        </p:sp>
        <p:sp>
          <p:nvSpPr>
            <p:cNvPr id="63" name="Text Box 28">
              <a:extLst>
                <a:ext uri="{FF2B5EF4-FFF2-40B4-BE49-F238E27FC236}">
                  <a16:creationId xmlns:a16="http://schemas.microsoft.com/office/drawing/2014/main" id="{EDDCF632-BC6D-0003-8765-3B4A4EB94BED}"/>
                </a:ext>
              </a:extLst>
            </p:cNvPr>
            <p:cNvSpPr txBox="1">
              <a:spLocks noChangeAspect="1" noChangeArrowheads="1"/>
            </p:cNvSpPr>
            <p:nvPr/>
          </p:nvSpPr>
          <p:spPr bwMode="auto">
            <a:xfrm flipV="1">
              <a:off x="5117" y="1738"/>
              <a:ext cx="57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hangingPunct="1">
                <a:lnSpc>
                  <a:spcPct val="85000"/>
                </a:lnSpc>
              </a:pPr>
              <a:r>
                <a:rPr lang="en-US" altLang="zh-CN" b="0" dirty="0">
                  <a:solidFill>
                    <a:srgbClr val="000000"/>
                  </a:solidFill>
                  <a:latin typeface="+mn-lt"/>
                  <a:ea typeface="宋体" panose="02010600030101010101" pitchFamily="2" charset="-122"/>
                </a:rPr>
                <a:t>ql</a:t>
              </a:r>
              <a:r>
                <a:rPr lang="en-US" altLang="zh-CN" b="0" i="0" baseline="30000" dirty="0">
                  <a:solidFill>
                    <a:srgbClr val="000000"/>
                  </a:solidFill>
                  <a:latin typeface="+mn-lt"/>
                  <a:ea typeface="宋体" panose="02010600030101010101" pitchFamily="2" charset="-122"/>
                </a:rPr>
                <a:t>2</a:t>
              </a:r>
              <a:r>
                <a:rPr lang="en-US" altLang="zh-CN" b="0" i="0" dirty="0">
                  <a:solidFill>
                    <a:srgbClr val="000000"/>
                  </a:solidFill>
                  <a:latin typeface="+mn-lt"/>
                  <a:ea typeface="宋体" panose="02010600030101010101" pitchFamily="2" charset="-122"/>
                </a:rPr>
                <a:t>/64</a:t>
              </a:r>
            </a:p>
          </p:txBody>
        </p:sp>
      </p:grpSp>
      <p:grpSp>
        <p:nvGrpSpPr>
          <p:cNvPr id="64" name="Group 29">
            <a:extLst>
              <a:ext uri="{FF2B5EF4-FFF2-40B4-BE49-F238E27FC236}">
                <a16:creationId xmlns:a16="http://schemas.microsoft.com/office/drawing/2014/main" id="{E57F60BE-8B12-53F5-E4F6-5D1478FFA5FE}"/>
              </a:ext>
            </a:extLst>
          </p:cNvPr>
          <p:cNvGrpSpPr>
            <a:grpSpLocks/>
          </p:cNvGrpSpPr>
          <p:nvPr/>
        </p:nvGrpSpPr>
        <p:grpSpPr bwMode="auto">
          <a:xfrm>
            <a:off x="2255784" y="3440261"/>
            <a:ext cx="2955925" cy="1620837"/>
            <a:chOff x="2090" y="644"/>
            <a:chExt cx="1862" cy="1021"/>
          </a:xfrm>
        </p:grpSpPr>
        <p:sp>
          <p:nvSpPr>
            <p:cNvPr id="65" name="Text Box 30">
              <a:extLst>
                <a:ext uri="{FF2B5EF4-FFF2-40B4-BE49-F238E27FC236}">
                  <a16:creationId xmlns:a16="http://schemas.microsoft.com/office/drawing/2014/main" id="{D7FBADEE-A812-6E33-5639-F1719593069B}"/>
                </a:ext>
              </a:extLst>
            </p:cNvPr>
            <p:cNvSpPr txBox="1">
              <a:spLocks noChangeAspect="1" noChangeArrowheads="1"/>
            </p:cNvSpPr>
            <p:nvPr/>
          </p:nvSpPr>
          <p:spPr bwMode="auto">
            <a:xfrm>
              <a:off x="3609" y="971"/>
              <a:ext cx="34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B</a:t>
              </a:r>
            </a:p>
          </p:txBody>
        </p:sp>
        <p:grpSp>
          <p:nvGrpSpPr>
            <p:cNvPr id="66" name="Group 31">
              <a:extLst>
                <a:ext uri="{FF2B5EF4-FFF2-40B4-BE49-F238E27FC236}">
                  <a16:creationId xmlns:a16="http://schemas.microsoft.com/office/drawing/2014/main" id="{10B1958B-9F54-DB6B-02AA-AEE721940C68}"/>
                </a:ext>
              </a:extLst>
            </p:cNvPr>
            <p:cNvGrpSpPr>
              <a:grpSpLocks/>
            </p:cNvGrpSpPr>
            <p:nvPr/>
          </p:nvGrpSpPr>
          <p:grpSpPr bwMode="auto">
            <a:xfrm>
              <a:off x="3519" y="1285"/>
              <a:ext cx="247" cy="98"/>
              <a:chOff x="3486" y="1285"/>
              <a:chExt cx="295" cy="98"/>
            </a:xfrm>
          </p:grpSpPr>
          <p:sp>
            <p:nvSpPr>
              <p:cNvPr id="93" name="Rectangle 32" descr="宽上对角线">
                <a:extLst>
                  <a:ext uri="{FF2B5EF4-FFF2-40B4-BE49-F238E27FC236}">
                    <a16:creationId xmlns:a16="http://schemas.microsoft.com/office/drawing/2014/main" id="{7DBA98CC-1CFE-27EC-5607-45F1AE88FFFB}"/>
                  </a:ext>
                </a:extLst>
              </p:cNvPr>
              <p:cNvSpPr>
                <a:spLocks noChangeAspect="1" noChangeArrowheads="1"/>
              </p:cNvSpPr>
              <p:nvPr/>
            </p:nvSpPr>
            <p:spPr bwMode="auto">
              <a:xfrm>
                <a:off x="3489" y="1285"/>
                <a:ext cx="292"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4" name="Line 33">
                <a:extLst>
                  <a:ext uri="{FF2B5EF4-FFF2-40B4-BE49-F238E27FC236}">
                    <a16:creationId xmlns:a16="http://schemas.microsoft.com/office/drawing/2014/main" id="{BD80CFBA-B688-48E1-5574-67E73A4E9450}"/>
                  </a:ext>
                </a:extLst>
              </p:cNvPr>
              <p:cNvSpPr>
                <a:spLocks noChangeAspect="1" noChangeShapeType="1"/>
              </p:cNvSpPr>
              <p:nvPr/>
            </p:nvSpPr>
            <p:spPr bwMode="auto">
              <a:xfrm>
                <a:off x="3486" y="1285"/>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67" name="AutoShape 34">
              <a:extLst>
                <a:ext uri="{FF2B5EF4-FFF2-40B4-BE49-F238E27FC236}">
                  <a16:creationId xmlns:a16="http://schemas.microsoft.com/office/drawing/2014/main" id="{937A8F4F-6D91-BDEB-6AE4-1446F17B7F2B}"/>
                </a:ext>
              </a:extLst>
            </p:cNvPr>
            <p:cNvSpPr>
              <a:spLocks noChangeAspect="1" noChangeArrowheads="1"/>
            </p:cNvSpPr>
            <p:nvPr/>
          </p:nvSpPr>
          <p:spPr bwMode="auto">
            <a:xfrm>
              <a:off x="2291" y="1106"/>
              <a:ext cx="107" cy="142"/>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68" name="Line 35">
              <a:extLst>
                <a:ext uri="{FF2B5EF4-FFF2-40B4-BE49-F238E27FC236}">
                  <a16:creationId xmlns:a16="http://schemas.microsoft.com/office/drawing/2014/main" id="{D2202FC9-EED3-DBC7-BC40-A3360EA423BC}"/>
                </a:ext>
              </a:extLst>
            </p:cNvPr>
            <p:cNvSpPr>
              <a:spLocks noChangeAspect="1" noChangeShapeType="1"/>
            </p:cNvSpPr>
            <p:nvPr/>
          </p:nvSpPr>
          <p:spPr bwMode="auto">
            <a:xfrm>
              <a:off x="3641" y="1142"/>
              <a:ext cx="0" cy="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69" name="Group 36">
              <a:extLst>
                <a:ext uri="{FF2B5EF4-FFF2-40B4-BE49-F238E27FC236}">
                  <a16:creationId xmlns:a16="http://schemas.microsoft.com/office/drawing/2014/main" id="{2B4BE78F-D5FE-6F8B-49AE-168863B677F8}"/>
                </a:ext>
              </a:extLst>
            </p:cNvPr>
            <p:cNvGrpSpPr>
              <a:grpSpLocks/>
            </p:cNvGrpSpPr>
            <p:nvPr/>
          </p:nvGrpSpPr>
          <p:grpSpPr bwMode="auto">
            <a:xfrm>
              <a:off x="2211" y="1255"/>
              <a:ext cx="261" cy="100"/>
              <a:chOff x="2190" y="1255"/>
              <a:chExt cx="297" cy="100"/>
            </a:xfrm>
          </p:grpSpPr>
          <p:sp>
            <p:nvSpPr>
              <p:cNvPr id="91" name="Rectangle 37" descr="宽上对角线">
                <a:extLst>
                  <a:ext uri="{FF2B5EF4-FFF2-40B4-BE49-F238E27FC236}">
                    <a16:creationId xmlns:a16="http://schemas.microsoft.com/office/drawing/2014/main" id="{B1446572-8328-BEB5-B635-4BA571F3129F}"/>
                  </a:ext>
                </a:extLst>
              </p:cNvPr>
              <p:cNvSpPr>
                <a:spLocks noChangeAspect="1" noChangeArrowheads="1"/>
              </p:cNvSpPr>
              <p:nvPr/>
            </p:nvSpPr>
            <p:spPr bwMode="auto">
              <a:xfrm>
                <a:off x="2196" y="1255"/>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92" name="Line 38">
                <a:extLst>
                  <a:ext uri="{FF2B5EF4-FFF2-40B4-BE49-F238E27FC236}">
                    <a16:creationId xmlns:a16="http://schemas.microsoft.com/office/drawing/2014/main" id="{AC5CA003-B778-F491-7418-C354168794D0}"/>
                  </a:ext>
                </a:extLst>
              </p:cNvPr>
              <p:cNvSpPr>
                <a:spLocks noChangeAspect="1" noChangeShapeType="1"/>
              </p:cNvSpPr>
              <p:nvPr/>
            </p:nvSpPr>
            <p:spPr bwMode="auto">
              <a:xfrm>
                <a:off x="2190" y="1255"/>
                <a:ext cx="29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70" name="Text Box 39">
              <a:extLst>
                <a:ext uri="{FF2B5EF4-FFF2-40B4-BE49-F238E27FC236}">
                  <a16:creationId xmlns:a16="http://schemas.microsoft.com/office/drawing/2014/main" id="{D0819644-6671-2664-A1DE-84B1D4B241F2}"/>
                </a:ext>
              </a:extLst>
            </p:cNvPr>
            <p:cNvSpPr txBox="1">
              <a:spLocks noChangeAspect="1" noChangeArrowheads="1"/>
            </p:cNvSpPr>
            <p:nvPr/>
          </p:nvSpPr>
          <p:spPr bwMode="auto">
            <a:xfrm>
              <a:off x="2090" y="958"/>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A</a:t>
              </a:r>
            </a:p>
          </p:txBody>
        </p:sp>
        <p:sp>
          <p:nvSpPr>
            <p:cNvPr id="71" name="Line 40">
              <a:extLst>
                <a:ext uri="{FF2B5EF4-FFF2-40B4-BE49-F238E27FC236}">
                  <a16:creationId xmlns:a16="http://schemas.microsoft.com/office/drawing/2014/main" id="{0B0CEC21-2B8C-7B9F-0DA3-B3DD1E7808B3}"/>
                </a:ext>
              </a:extLst>
            </p:cNvPr>
            <p:cNvSpPr>
              <a:spLocks noChangeAspect="1" noChangeShapeType="1"/>
            </p:cNvSpPr>
            <p:nvPr/>
          </p:nvSpPr>
          <p:spPr bwMode="auto">
            <a:xfrm>
              <a:off x="2344" y="1383"/>
              <a:ext cx="0" cy="2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2" name="Line 41">
              <a:extLst>
                <a:ext uri="{FF2B5EF4-FFF2-40B4-BE49-F238E27FC236}">
                  <a16:creationId xmlns:a16="http://schemas.microsoft.com/office/drawing/2014/main" id="{A8158654-1BF1-9910-2026-70B5B6FF1854}"/>
                </a:ext>
              </a:extLst>
            </p:cNvPr>
            <p:cNvSpPr>
              <a:spLocks noChangeAspect="1" noChangeShapeType="1"/>
            </p:cNvSpPr>
            <p:nvPr/>
          </p:nvSpPr>
          <p:spPr bwMode="auto">
            <a:xfrm>
              <a:off x="3639" y="1395"/>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3" name="Line 42">
              <a:extLst>
                <a:ext uri="{FF2B5EF4-FFF2-40B4-BE49-F238E27FC236}">
                  <a16:creationId xmlns:a16="http://schemas.microsoft.com/office/drawing/2014/main" id="{173C4911-AFE0-C62C-2860-D214DA55E582}"/>
                </a:ext>
              </a:extLst>
            </p:cNvPr>
            <p:cNvSpPr>
              <a:spLocks noChangeAspect="1" noChangeShapeType="1"/>
            </p:cNvSpPr>
            <p:nvPr/>
          </p:nvSpPr>
          <p:spPr bwMode="auto">
            <a:xfrm>
              <a:off x="2344" y="1597"/>
              <a:ext cx="1292"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74" name="Text Box 43">
              <a:extLst>
                <a:ext uri="{FF2B5EF4-FFF2-40B4-BE49-F238E27FC236}">
                  <a16:creationId xmlns:a16="http://schemas.microsoft.com/office/drawing/2014/main" id="{67267083-22BC-F68B-239A-15AE86EEA372}"/>
                </a:ext>
              </a:extLst>
            </p:cNvPr>
            <p:cNvSpPr txBox="1">
              <a:spLocks noChangeAspect="1" noChangeArrowheads="1"/>
            </p:cNvSpPr>
            <p:nvPr/>
          </p:nvSpPr>
          <p:spPr bwMode="auto">
            <a:xfrm>
              <a:off x="2856" y="1341"/>
              <a:ext cx="28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l</a:t>
              </a:r>
            </a:p>
          </p:txBody>
        </p:sp>
        <p:sp>
          <p:nvSpPr>
            <p:cNvPr id="75" name="Text Box 44">
              <a:extLst>
                <a:ext uri="{FF2B5EF4-FFF2-40B4-BE49-F238E27FC236}">
                  <a16:creationId xmlns:a16="http://schemas.microsoft.com/office/drawing/2014/main" id="{EB80AF31-57BB-221D-A95E-6172F97F69B6}"/>
                </a:ext>
              </a:extLst>
            </p:cNvPr>
            <p:cNvSpPr txBox="1">
              <a:spLocks noChangeAspect="1" noChangeArrowheads="1"/>
            </p:cNvSpPr>
            <p:nvPr/>
          </p:nvSpPr>
          <p:spPr bwMode="auto">
            <a:xfrm>
              <a:off x="2841" y="644"/>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n-lt"/>
                  <a:ea typeface="宋体" panose="02010600030101010101" pitchFamily="2" charset="-122"/>
                </a:rPr>
                <a:t>q</a:t>
              </a:r>
            </a:p>
          </p:txBody>
        </p:sp>
        <p:sp>
          <p:nvSpPr>
            <p:cNvPr id="76" name="Line 45">
              <a:extLst>
                <a:ext uri="{FF2B5EF4-FFF2-40B4-BE49-F238E27FC236}">
                  <a16:creationId xmlns:a16="http://schemas.microsoft.com/office/drawing/2014/main" id="{F0789F2C-270B-7F67-C8EB-954340967197}"/>
                </a:ext>
              </a:extLst>
            </p:cNvPr>
            <p:cNvSpPr>
              <a:spLocks noChangeAspect="1" noChangeShapeType="1"/>
            </p:cNvSpPr>
            <p:nvPr/>
          </p:nvSpPr>
          <p:spPr bwMode="auto">
            <a:xfrm>
              <a:off x="2350" y="1096"/>
              <a:ext cx="13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77" name="Group 46">
              <a:extLst>
                <a:ext uri="{FF2B5EF4-FFF2-40B4-BE49-F238E27FC236}">
                  <a16:creationId xmlns:a16="http://schemas.microsoft.com/office/drawing/2014/main" id="{75CAF49D-40E9-5046-3F5E-9EA8C39B5699}"/>
                </a:ext>
              </a:extLst>
            </p:cNvPr>
            <p:cNvGrpSpPr>
              <a:grpSpLocks/>
            </p:cNvGrpSpPr>
            <p:nvPr/>
          </p:nvGrpSpPr>
          <p:grpSpPr bwMode="auto">
            <a:xfrm>
              <a:off x="2344" y="917"/>
              <a:ext cx="1296" cy="171"/>
              <a:chOff x="2344" y="929"/>
              <a:chExt cx="1296" cy="171"/>
            </a:xfrm>
          </p:grpSpPr>
          <p:sp>
            <p:nvSpPr>
              <p:cNvPr id="81" name="Line 47">
                <a:extLst>
                  <a:ext uri="{FF2B5EF4-FFF2-40B4-BE49-F238E27FC236}">
                    <a16:creationId xmlns:a16="http://schemas.microsoft.com/office/drawing/2014/main" id="{71896277-8ACE-681C-6D47-8F38C121925E}"/>
                  </a:ext>
                </a:extLst>
              </p:cNvPr>
              <p:cNvSpPr>
                <a:spLocks noChangeAspect="1" noChangeShapeType="1"/>
              </p:cNvSpPr>
              <p:nvPr/>
            </p:nvSpPr>
            <p:spPr bwMode="auto">
              <a:xfrm>
                <a:off x="3166"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2" name="Line 48">
                <a:extLst>
                  <a:ext uri="{FF2B5EF4-FFF2-40B4-BE49-F238E27FC236}">
                    <a16:creationId xmlns:a16="http://schemas.microsoft.com/office/drawing/2014/main" id="{F38826D6-9B80-E3A1-A761-DDCF33920475}"/>
                  </a:ext>
                </a:extLst>
              </p:cNvPr>
              <p:cNvSpPr>
                <a:spLocks noChangeAspect="1" noChangeShapeType="1"/>
              </p:cNvSpPr>
              <p:nvPr/>
            </p:nvSpPr>
            <p:spPr bwMode="auto">
              <a:xfrm>
                <a:off x="333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3" name="Line 49">
                <a:extLst>
                  <a:ext uri="{FF2B5EF4-FFF2-40B4-BE49-F238E27FC236}">
                    <a16:creationId xmlns:a16="http://schemas.microsoft.com/office/drawing/2014/main" id="{5FE3D5F0-0B74-89C9-3339-E90F112ED4FA}"/>
                  </a:ext>
                </a:extLst>
              </p:cNvPr>
              <p:cNvSpPr>
                <a:spLocks noChangeAspect="1" noChangeShapeType="1"/>
              </p:cNvSpPr>
              <p:nvPr/>
            </p:nvSpPr>
            <p:spPr bwMode="auto">
              <a:xfrm>
                <a:off x="3491"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4" name="Line 50">
                <a:extLst>
                  <a:ext uri="{FF2B5EF4-FFF2-40B4-BE49-F238E27FC236}">
                    <a16:creationId xmlns:a16="http://schemas.microsoft.com/office/drawing/2014/main" id="{AE557C64-6B72-5B53-E1EF-3E1619223C7C}"/>
                  </a:ext>
                </a:extLst>
              </p:cNvPr>
              <p:cNvSpPr>
                <a:spLocks noChangeAspect="1" noChangeShapeType="1"/>
              </p:cNvSpPr>
              <p:nvPr/>
            </p:nvSpPr>
            <p:spPr bwMode="auto">
              <a:xfrm>
                <a:off x="36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5" name="Line 51">
                <a:extLst>
                  <a:ext uri="{FF2B5EF4-FFF2-40B4-BE49-F238E27FC236}">
                    <a16:creationId xmlns:a16="http://schemas.microsoft.com/office/drawing/2014/main" id="{65C3D9E8-BEDE-CDDB-F7FC-27DE99DC78BC}"/>
                  </a:ext>
                </a:extLst>
              </p:cNvPr>
              <p:cNvSpPr>
                <a:spLocks noChangeAspect="1" noChangeShapeType="1"/>
              </p:cNvSpPr>
              <p:nvPr/>
            </p:nvSpPr>
            <p:spPr bwMode="auto">
              <a:xfrm>
                <a:off x="2508"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6" name="Line 52">
                <a:extLst>
                  <a:ext uri="{FF2B5EF4-FFF2-40B4-BE49-F238E27FC236}">
                    <a16:creationId xmlns:a16="http://schemas.microsoft.com/office/drawing/2014/main" id="{2B9AEC67-C44E-E514-42E8-8AA1AA9513E2}"/>
                  </a:ext>
                </a:extLst>
              </p:cNvPr>
              <p:cNvSpPr>
                <a:spLocks noChangeAspect="1" noChangeShapeType="1"/>
              </p:cNvSpPr>
              <p:nvPr/>
            </p:nvSpPr>
            <p:spPr bwMode="auto">
              <a:xfrm>
                <a:off x="2677"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7" name="Line 53">
                <a:extLst>
                  <a:ext uri="{FF2B5EF4-FFF2-40B4-BE49-F238E27FC236}">
                    <a16:creationId xmlns:a16="http://schemas.microsoft.com/office/drawing/2014/main" id="{5221F04E-F068-6BB0-395F-714314867015}"/>
                  </a:ext>
                </a:extLst>
              </p:cNvPr>
              <p:cNvSpPr>
                <a:spLocks noChangeAspect="1" noChangeShapeType="1"/>
              </p:cNvSpPr>
              <p:nvPr/>
            </p:nvSpPr>
            <p:spPr bwMode="auto">
              <a:xfrm>
                <a:off x="28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8" name="Line 54">
                <a:extLst>
                  <a:ext uri="{FF2B5EF4-FFF2-40B4-BE49-F238E27FC236}">
                    <a16:creationId xmlns:a16="http://schemas.microsoft.com/office/drawing/2014/main" id="{82C933C7-992D-761A-8D97-6C494BE27E34}"/>
                  </a:ext>
                </a:extLst>
              </p:cNvPr>
              <p:cNvSpPr>
                <a:spLocks noChangeAspect="1" noChangeShapeType="1"/>
              </p:cNvSpPr>
              <p:nvPr/>
            </p:nvSpPr>
            <p:spPr bwMode="auto">
              <a:xfrm>
                <a:off x="300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89" name="Line 55">
                <a:extLst>
                  <a:ext uri="{FF2B5EF4-FFF2-40B4-BE49-F238E27FC236}">
                    <a16:creationId xmlns:a16="http://schemas.microsoft.com/office/drawing/2014/main" id="{88BE82A5-CB71-8D88-3C22-FED7344E271C}"/>
                  </a:ext>
                </a:extLst>
              </p:cNvPr>
              <p:cNvSpPr>
                <a:spLocks noChangeAspect="1" noChangeShapeType="1"/>
              </p:cNvSpPr>
              <p:nvPr/>
            </p:nvSpPr>
            <p:spPr bwMode="auto">
              <a:xfrm>
                <a:off x="2344" y="929"/>
                <a:ext cx="1293"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0" name="Line 56">
                <a:extLst>
                  <a:ext uri="{FF2B5EF4-FFF2-40B4-BE49-F238E27FC236}">
                    <a16:creationId xmlns:a16="http://schemas.microsoft.com/office/drawing/2014/main" id="{062A7DD1-B4A4-1682-CA74-6C0DA5D947AE}"/>
                  </a:ext>
                </a:extLst>
              </p:cNvPr>
              <p:cNvSpPr>
                <a:spLocks noChangeAspect="1" noChangeShapeType="1"/>
              </p:cNvSpPr>
              <p:nvPr/>
            </p:nvSpPr>
            <p:spPr bwMode="auto">
              <a:xfrm>
                <a:off x="234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78" name="Oval 57">
              <a:extLst>
                <a:ext uri="{FF2B5EF4-FFF2-40B4-BE49-F238E27FC236}">
                  <a16:creationId xmlns:a16="http://schemas.microsoft.com/office/drawing/2014/main" id="{7501F8A7-2EED-B041-B83A-23FD4BF3ADB4}"/>
                </a:ext>
              </a:extLst>
            </p:cNvPr>
            <p:cNvSpPr>
              <a:spLocks noChangeArrowheads="1"/>
            </p:cNvSpPr>
            <p:nvPr/>
          </p:nvSpPr>
          <p:spPr bwMode="auto">
            <a:xfrm>
              <a:off x="3613" y="1219"/>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79" name="Oval 58">
              <a:extLst>
                <a:ext uri="{FF2B5EF4-FFF2-40B4-BE49-F238E27FC236}">
                  <a16:creationId xmlns:a16="http://schemas.microsoft.com/office/drawing/2014/main" id="{4590CE3E-7CB1-61DA-DEC9-3F99A4656E8D}"/>
                </a:ext>
              </a:extLst>
            </p:cNvPr>
            <p:cNvSpPr>
              <a:spLocks noChangeArrowheads="1"/>
            </p:cNvSpPr>
            <p:nvPr/>
          </p:nvSpPr>
          <p:spPr bwMode="auto">
            <a:xfrm>
              <a:off x="3611" y="1082"/>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80" name="Oval 59">
              <a:extLst>
                <a:ext uri="{FF2B5EF4-FFF2-40B4-BE49-F238E27FC236}">
                  <a16:creationId xmlns:a16="http://schemas.microsoft.com/office/drawing/2014/main" id="{18E70359-A3A7-3EAD-551E-6D61DC93D80B}"/>
                </a:ext>
              </a:extLst>
            </p:cNvPr>
            <p:cNvSpPr>
              <a:spLocks noChangeArrowheads="1"/>
            </p:cNvSpPr>
            <p:nvPr/>
          </p:nvSpPr>
          <p:spPr bwMode="auto">
            <a:xfrm>
              <a:off x="2318" y="1088"/>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95" name="Text Box 60">
            <a:extLst>
              <a:ext uri="{FF2B5EF4-FFF2-40B4-BE49-F238E27FC236}">
                <a16:creationId xmlns:a16="http://schemas.microsoft.com/office/drawing/2014/main" id="{34883EA3-FC62-DA78-3E19-71558F287840}"/>
              </a:ext>
            </a:extLst>
          </p:cNvPr>
          <p:cNvSpPr txBox="1">
            <a:spLocks noChangeArrowheads="1"/>
          </p:cNvSpPr>
          <p:nvPr/>
        </p:nvSpPr>
        <p:spPr bwMode="auto">
          <a:xfrm>
            <a:off x="1717621" y="5361136"/>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ct val="5000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M</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grpSp>
        <p:nvGrpSpPr>
          <p:cNvPr id="96" name="Group 100">
            <a:extLst>
              <a:ext uri="{FF2B5EF4-FFF2-40B4-BE49-F238E27FC236}">
                <a16:creationId xmlns:a16="http://schemas.microsoft.com/office/drawing/2014/main" id="{A2703584-BF09-FA1A-E5CC-FF31739ECB44}"/>
              </a:ext>
            </a:extLst>
          </p:cNvPr>
          <p:cNvGrpSpPr>
            <a:grpSpLocks/>
          </p:cNvGrpSpPr>
          <p:nvPr/>
        </p:nvGrpSpPr>
        <p:grpSpPr bwMode="auto">
          <a:xfrm>
            <a:off x="9089971" y="4214961"/>
            <a:ext cx="392113" cy="477837"/>
            <a:chOff x="3492" y="577"/>
            <a:chExt cx="247" cy="301"/>
          </a:xfrm>
        </p:grpSpPr>
        <p:grpSp>
          <p:nvGrpSpPr>
            <p:cNvPr id="97" name="Group 101">
              <a:extLst>
                <a:ext uri="{FF2B5EF4-FFF2-40B4-BE49-F238E27FC236}">
                  <a16:creationId xmlns:a16="http://schemas.microsoft.com/office/drawing/2014/main" id="{55A37ADF-2F19-CDB3-B01F-B3711B216005}"/>
                </a:ext>
              </a:extLst>
            </p:cNvPr>
            <p:cNvGrpSpPr>
              <a:grpSpLocks/>
            </p:cNvGrpSpPr>
            <p:nvPr/>
          </p:nvGrpSpPr>
          <p:grpSpPr bwMode="auto">
            <a:xfrm>
              <a:off x="3492" y="780"/>
              <a:ext cx="247" cy="98"/>
              <a:chOff x="3486" y="1285"/>
              <a:chExt cx="295" cy="98"/>
            </a:xfrm>
          </p:grpSpPr>
          <p:sp>
            <p:nvSpPr>
              <p:cNvPr id="101" name="Rectangle 102" descr="宽上对角线">
                <a:extLst>
                  <a:ext uri="{FF2B5EF4-FFF2-40B4-BE49-F238E27FC236}">
                    <a16:creationId xmlns:a16="http://schemas.microsoft.com/office/drawing/2014/main" id="{55F2BA9E-73BA-2F46-A0CF-82F11155A711}"/>
                  </a:ext>
                </a:extLst>
              </p:cNvPr>
              <p:cNvSpPr>
                <a:spLocks noChangeAspect="1" noChangeArrowheads="1"/>
              </p:cNvSpPr>
              <p:nvPr/>
            </p:nvSpPr>
            <p:spPr bwMode="auto">
              <a:xfrm>
                <a:off x="3489" y="1285"/>
                <a:ext cx="292"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2" name="Line 103">
                <a:extLst>
                  <a:ext uri="{FF2B5EF4-FFF2-40B4-BE49-F238E27FC236}">
                    <a16:creationId xmlns:a16="http://schemas.microsoft.com/office/drawing/2014/main" id="{51DED285-F7A8-FB48-790D-9F31CF4771CD}"/>
                  </a:ext>
                </a:extLst>
              </p:cNvPr>
              <p:cNvSpPr>
                <a:spLocks noChangeAspect="1" noChangeShapeType="1"/>
              </p:cNvSpPr>
              <p:nvPr/>
            </p:nvSpPr>
            <p:spPr bwMode="auto">
              <a:xfrm>
                <a:off x="3486" y="1285"/>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98" name="Line 104">
              <a:extLst>
                <a:ext uri="{FF2B5EF4-FFF2-40B4-BE49-F238E27FC236}">
                  <a16:creationId xmlns:a16="http://schemas.microsoft.com/office/drawing/2014/main" id="{6847928B-DA21-8E33-9002-350C64FBE339}"/>
                </a:ext>
              </a:extLst>
            </p:cNvPr>
            <p:cNvSpPr>
              <a:spLocks noChangeAspect="1" noChangeShapeType="1"/>
            </p:cNvSpPr>
            <p:nvPr/>
          </p:nvSpPr>
          <p:spPr bwMode="auto">
            <a:xfrm>
              <a:off x="3614" y="637"/>
              <a:ext cx="0" cy="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99" name="Oval 105">
              <a:extLst>
                <a:ext uri="{FF2B5EF4-FFF2-40B4-BE49-F238E27FC236}">
                  <a16:creationId xmlns:a16="http://schemas.microsoft.com/office/drawing/2014/main" id="{1BA2A4A1-8C89-7889-33B5-4A03404024A6}"/>
                </a:ext>
              </a:extLst>
            </p:cNvPr>
            <p:cNvSpPr>
              <a:spLocks noChangeArrowheads="1"/>
            </p:cNvSpPr>
            <p:nvPr/>
          </p:nvSpPr>
          <p:spPr bwMode="auto">
            <a:xfrm>
              <a:off x="3586" y="714"/>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00" name="Oval 106">
              <a:extLst>
                <a:ext uri="{FF2B5EF4-FFF2-40B4-BE49-F238E27FC236}">
                  <a16:creationId xmlns:a16="http://schemas.microsoft.com/office/drawing/2014/main" id="{03C35E82-5E13-DBAC-662D-EBB4571E519F}"/>
                </a:ext>
              </a:extLst>
            </p:cNvPr>
            <p:cNvSpPr>
              <a:spLocks noChangeArrowheads="1"/>
            </p:cNvSpPr>
            <p:nvPr/>
          </p:nvSpPr>
          <p:spPr bwMode="auto">
            <a:xfrm>
              <a:off x="3584" y="577"/>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03" name="Group 107">
            <a:extLst>
              <a:ext uri="{FF2B5EF4-FFF2-40B4-BE49-F238E27FC236}">
                <a16:creationId xmlns:a16="http://schemas.microsoft.com/office/drawing/2014/main" id="{4F058CA5-8F80-0959-64D7-B13095709E3C}"/>
              </a:ext>
            </a:extLst>
          </p:cNvPr>
          <p:cNvGrpSpPr>
            <a:grpSpLocks/>
          </p:cNvGrpSpPr>
          <p:nvPr/>
        </p:nvGrpSpPr>
        <p:grpSpPr bwMode="auto">
          <a:xfrm>
            <a:off x="7842196" y="3476773"/>
            <a:ext cx="2962275" cy="1604963"/>
            <a:chOff x="3858" y="149"/>
            <a:chExt cx="1866" cy="1011"/>
          </a:xfrm>
        </p:grpSpPr>
        <p:sp>
          <p:nvSpPr>
            <p:cNvPr id="104" name="Text Box 108">
              <a:extLst>
                <a:ext uri="{FF2B5EF4-FFF2-40B4-BE49-F238E27FC236}">
                  <a16:creationId xmlns:a16="http://schemas.microsoft.com/office/drawing/2014/main" id="{FB4D35ED-964B-8176-10C8-FD6F781A22C8}"/>
                </a:ext>
              </a:extLst>
            </p:cNvPr>
            <p:cNvSpPr txBox="1">
              <a:spLocks noChangeAspect="1" noChangeArrowheads="1"/>
            </p:cNvSpPr>
            <p:nvPr/>
          </p:nvSpPr>
          <p:spPr bwMode="auto">
            <a:xfrm>
              <a:off x="5381" y="464"/>
              <a:ext cx="34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B</a:t>
              </a:r>
            </a:p>
          </p:txBody>
        </p:sp>
        <p:sp>
          <p:nvSpPr>
            <p:cNvPr id="105" name="Line 109">
              <a:extLst>
                <a:ext uri="{FF2B5EF4-FFF2-40B4-BE49-F238E27FC236}">
                  <a16:creationId xmlns:a16="http://schemas.microsoft.com/office/drawing/2014/main" id="{1A4207AC-920D-DCA7-698D-3C1E4C360256}"/>
                </a:ext>
              </a:extLst>
            </p:cNvPr>
            <p:cNvSpPr>
              <a:spLocks noChangeAspect="1" noChangeShapeType="1"/>
            </p:cNvSpPr>
            <p:nvPr/>
          </p:nvSpPr>
          <p:spPr bwMode="auto">
            <a:xfrm>
              <a:off x="4103" y="869"/>
              <a:ext cx="0"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6" name="Line 110">
              <a:extLst>
                <a:ext uri="{FF2B5EF4-FFF2-40B4-BE49-F238E27FC236}">
                  <a16:creationId xmlns:a16="http://schemas.microsoft.com/office/drawing/2014/main" id="{FC276236-AC10-34CC-FA2D-DCB4DF4A63F1}"/>
                </a:ext>
              </a:extLst>
            </p:cNvPr>
            <p:cNvSpPr>
              <a:spLocks noChangeAspect="1" noChangeShapeType="1"/>
            </p:cNvSpPr>
            <p:nvPr/>
          </p:nvSpPr>
          <p:spPr bwMode="auto">
            <a:xfrm>
              <a:off x="5413" y="884"/>
              <a:ext cx="0" cy="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7" name="Line 111">
              <a:extLst>
                <a:ext uri="{FF2B5EF4-FFF2-40B4-BE49-F238E27FC236}">
                  <a16:creationId xmlns:a16="http://schemas.microsoft.com/office/drawing/2014/main" id="{830C2A13-BECA-733E-0D72-94E25294634C}"/>
                </a:ext>
              </a:extLst>
            </p:cNvPr>
            <p:cNvSpPr>
              <a:spLocks noChangeAspect="1" noChangeShapeType="1"/>
            </p:cNvSpPr>
            <p:nvPr/>
          </p:nvSpPr>
          <p:spPr bwMode="auto">
            <a:xfrm>
              <a:off x="4105" y="1087"/>
              <a:ext cx="669"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8" name="Line 112">
              <a:extLst>
                <a:ext uri="{FF2B5EF4-FFF2-40B4-BE49-F238E27FC236}">
                  <a16:creationId xmlns:a16="http://schemas.microsoft.com/office/drawing/2014/main" id="{6C38902A-A93F-F05F-9FB3-237771140526}"/>
                </a:ext>
              </a:extLst>
            </p:cNvPr>
            <p:cNvSpPr>
              <a:spLocks noChangeAspect="1" noChangeShapeType="1"/>
            </p:cNvSpPr>
            <p:nvPr/>
          </p:nvSpPr>
          <p:spPr bwMode="auto">
            <a:xfrm>
              <a:off x="4765" y="884"/>
              <a:ext cx="0" cy="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09" name="Text Box 113">
              <a:extLst>
                <a:ext uri="{FF2B5EF4-FFF2-40B4-BE49-F238E27FC236}">
                  <a16:creationId xmlns:a16="http://schemas.microsoft.com/office/drawing/2014/main" id="{7EC24A17-23D1-DE24-43CE-9C7C8E013C52}"/>
                </a:ext>
              </a:extLst>
            </p:cNvPr>
            <p:cNvSpPr txBox="1">
              <a:spLocks noChangeAspect="1" noChangeArrowheads="1"/>
            </p:cNvSpPr>
            <p:nvPr/>
          </p:nvSpPr>
          <p:spPr bwMode="auto">
            <a:xfrm>
              <a:off x="4205" y="848"/>
              <a:ext cx="44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n-lt"/>
                  <a:ea typeface="宋体" panose="02010600030101010101" pitchFamily="2" charset="-122"/>
                </a:rPr>
                <a:t>0.5</a:t>
              </a:r>
              <a:r>
                <a:rPr lang="en-US" altLang="zh-CN" b="0" kern="0" dirty="0">
                  <a:solidFill>
                    <a:srgbClr val="000000"/>
                  </a:solidFill>
                  <a:latin typeface="+mn-lt"/>
                  <a:ea typeface="宋体" panose="02010600030101010101" pitchFamily="2" charset="-122"/>
                </a:rPr>
                <a:t>l</a:t>
              </a:r>
            </a:p>
          </p:txBody>
        </p:sp>
        <p:sp>
          <p:nvSpPr>
            <p:cNvPr id="110" name="Text Box 114">
              <a:extLst>
                <a:ext uri="{FF2B5EF4-FFF2-40B4-BE49-F238E27FC236}">
                  <a16:creationId xmlns:a16="http://schemas.microsoft.com/office/drawing/2014/main" id="{EE3F4077-10F4-FEB1-E7D2-541E3C0CC0D6}"/>
                </a:ext>
              </a:extLst>
            </p:cNvPr>
            <p:cNvSpPr txBox="1">
              <a:spLocks noChangeAspect="1" noChangeArrowheads="1"/>
            </p:cNvSpPr>
            <p:nvPr/>
          </p:nvSpPr>
          <p:spPr bwMode="auto">
            <a:xfrm>
              <a:off x="4897" y="848"/>
              <a:ext cx="44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n-lt"/>
                  <a:ea typeface="宋体" panose="02010600030101010101" pitchFamily="2" charset="-122"/>
                </a:rPr>
                <a:t>0.5</a:t>
              </a:r>
              <a:r>
                <a:rPr lang="en-US" altLang="zh-CN" b="0" kern="0" dirty="0">
                  <a:solidFill>
                    <a:srgbClr val="000000"/>
                  </a:solidFill>
                  <a:latin typeface="+mn-lt"/>
                  <a:ea typeface="宋体" panose="02010600030101010101" pitchFamily="2" charset="-122"/>
                </a:rPr>
                <a:t>l</a:t>
              </a:r>
            </a:p>
          </p:txBody>
        </p:sp>
        <p:sp>
          <p:nvSpPr>
            <p:cNvPr id="111" name="Line 115">
              <a:extLst>
                <a:ext uri="{FF2B5EF4-FFF2-40B4-BE49-F238E27FC236}">
                  <a16:creationId xmlns:a16="http://schemas.microsoft.com/office/drawing/2014/main" id="{97968627-BC1F-35C1-A165-B9AEA03701DE}"/>
                </a:ext>
              </a:extLst>
            </p:cNvPr>
            <p:cNvSpPr>
              <a:spLocks noChangeAspect="1" noChangeShapeType="1"/>
            </p:cNvSpPr>
            <p:nvPr/>
          </p:nvSpPr>
          <p:spPr bwMode="auto">
            <a:xfrm>
              <a:off x="4767" y="1087"/>
              <a:ext cx="641"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12" name="Group 116">
              <a:extLst>
                <a:ext uri="{FF2B5EF4-FFF2-40B4-BE49-F238E27FC236}">
                  <a16:creationId xmlns:a16="http://schemas.microsoft.com/office/drawing/2014/main" id="{B0B3FCA4-3A2D-8885-89DF-119DB695646E}"/>
                </a:ext>
              </a:extLst>
            </p:cNvPr>
            <p:cNvGrpSpPr>
              <a:grpSpLocks/>
            </p:cNvGrpSpPr>
            <p:nvPr/>
          </p:nvGrpSpPr>
          <p:grpSpPr bwMode="auto">
            <a:xfrm>
              <a:off x="5287" y="790"/>
              <a:ext cx="247" cy="98"/>
              <a:chOff x="3486" y="1285"/>
              <a:chExt cx="295" cy="98"/>
            </a:xfrm>
          </p:grpSpPr>
          <p:sp>
            <p:nvSpPr>
              <p:cNvPr id="135" name="Rectangle 117" descr="宽上对角线">
                <a:extLst>
                  <a:ext uri="{FF2B5EF4-FFF2-40B4-BE49-F238E27FC236}">
                    <a16:creationId xmlns:a16="http://schemas.microsoft.com/office/drawing/2014/main" id="{9E9437CC-5819-FDAA-E2A3-DC19709E03DC}"/>
                  </a:ext>
                </a:extLst>
              </p:cNvPr>
              <p:cNvSpPr>
                <a:spLocks noChangeAspect="1" noChangeArrowheads="1"/>
              </p:cNvSpPr>
              <p:nvPr/>
            </p:nvSpPr>
            <p:spPr bwMode="auto">
              <a:xfrm>
                <a:off x="3489" y="1285"/>
                <a:ext cx="292"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6" name="Line 118">
                <a:extLst>
                  <a:ext uri="{FF2B5EF4-FFF2-40B4-BE49-F238E27FC236}">
                    <a16:creationId xmlns:a16="http://schemas.microsoft.com/office/drawing/2014/main" id="{3CB7158B-FE11-5978-FF17-7399054CE972}"/>
                  </a:ext>
                </a:extLst>
              </p:cNvPr>
              <p:cNvSpPr>
                <a:spLocks noChangeAspect="1" noChangeShapeType="1"/>
              </p:cNvSpPr>
              <p:nvPr/>
            </p:nvSpPr>
            <p:spPr bwMode="auto">
              <a:xfrm>
                <a:off x="3486" y="1285"/>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3" name="AutoShape 119">
              <a:extLst>
                <a:ext uri="{FF2B5EF4-FFF2-40B4-BE49-F238E27FC236}">
                  <a16:creationId xmlns:a16="http://schemas.microsoft.com/office/drawing/2014/main" id="{8179892D-0211-B4BF-A0CB-AFE0EAA710BF}"/>
                </a:ext>
              </a:extLst>
            </p:cNvPr>
            <p:cNvSpPr>
              <a:spLocks noChangeAspect="1" noChangeArrowheads="1"/>
            </p:cNvSpPr>
            <p:nvPr/>
          </p:nvSpPr>
          <p:spPr bwMode="auto">
            <a:xfrm>
              <a:off x="4059" y="611"/>
              <a:ext cx="107" cy="142"/>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14" name="Line 120">
              <a:extLst>
                <a:ext uri="{FF2B5EF4-FFF2-40B4-BE49-F238E27FC236}">
                  <a16:creationId xmlns:a16="http://schemas.microsoft.com/office/drawing/2014/main" id="{171A2EAF-45E9-6ACB-CE7B-511B1465BD2D}"/>
                </a:ext>
              </a:extLst>
            </p:cNvPr>
            <p:cNvSpPr>
              <a:spLocks noChangeAspect="1" noChangeShapeType="1"/>
            </p:cNvSpPr>
            <p:nvPr/>
          </p:nvSpPr>
          <p:spPr bwMode="auto">
            <a:xfrm>
              <a:off x="5409" y="647"/>
              <a:ext cx="0" cy="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15" name="Group 121">
              <a:extLst>
                <a:ext uri="{FF2B5EF4-FFF2-40B4-BE49-F238E27FC236}">
                  <a16:creationId xmlns:a16="http://schemas.microsoft.com/office/drawing/2014/main" id="{39AA3B1A-6F1E-14F2-6F60-64E910D78A46}"/>
                </a:ext>
              </a:extLst>
            </p:cNvPr>
            <p:cNvGrpSpPr>
              <a:grpSpLocks/>
            </p:cNvGrpSpPr>
            <p:nvPr/>
          </p:nvGrpSpPr>
          <p:grpSpPr bwMode="auto">
            <a:xfrm>
              <a:off x="3979" y="760"/>
              <a:ext cx="261" cy="100"/>
              <a:chOff x="2190" y="1255"/>
              <a:chExt cx="297" cy="100"/>
            </a:xfrm>
          </p:grpSpPr>
          <p:sp>
            <p:nvSpPr>
              <p:cNvPr id="133" name="Rectangle 122" descr="宽上对角线">
                <a:extLst>
                  <a:ext uri="{FF2B5EF4-FFF2-40B4-BE49-F238E27FC236}">
                    <a16:creationId xmlns:a16="http://schemas.microsoft.com/office/drawing/2014/main" id="{83BA0221-9F33-5E17-17BD-85C42B8005F3}"/>
                  </a:ext>
                </a:extLst>
              </p:cNvPr>
              <p:cNvSpPr>
                <a:spLocks noChangeAspect="1" noChangeArrowheads="1"/>
              </p:cNvSpPr>
              <p:nvPr/>
            </p:nvSpPr>
            <p:spPr bwMode="auto">
              <a:xfrm>
                <a:off x="2196" y="1255"/>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4" name="Line 123">
                <a:extLst>
                  <a:ext uri="{FF2B5EF4-FFF2-40B4-BE49-F238E27FC236}">
                    <a16:creationId xmlns:a16="http://schemas.microsoft.com/office/drawing/2014/main" id="{730E2C79-5BD6-7307-A0B6-BCDAAC8458CC}"/>
                  </a:ext>
                </a:extLst>
              </p:cNvPr>
              <p:cNvSpPr>
                <a:spLocks noChangeAspect="1" noChangeShapeType="1"/>
              </p:cNvSpPr>
              <p:nvPr/>
            </p:nvSpPr>
            <p:spPr bwMode="auto">
              <a:xfrm>
                <a:off x="2190" y="1255"/>
                <a:ext cx="29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16" name="Text Box 124">
              <a:extLst>
                <a:ext uri="{FF2B5EF4-FFF2-40B4-BE49-F238E27FC236}">
                  <a16:creationId xmlns:a16="http://schemas.microsoft.com/office/drawing/2014/main" id="{1804E0C4-B365-CF6B-B9C5-09BFAD362C81}"/>
                </a:ext>
              </a:extLst>
            </p:cNvPr>
            <p:cNvSpPr txBox="1">
              <a:spLocks noChangeAspect="1" noChangeArrowheads="1"/>
            </p:cNvSpPr>
            <p:nvPr/>
          </p:nvSpPr>
          <p:spPr bwMode="auto">
            <a:xfrm>
              <a:off x="3858" y="463"/>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117" name="Text Box 125">
              <a:extLst>
                <a:ext uri="{FF2B5EF4-FFF2-40B4-BE49-F238E27FC236}">
                  <a16:creationId xmlns:a16="http://schemas.microsoft.com/office/drawing/2014/main" id="{49955646-20E7-627F-7DB3-813CD1BEB1F3}"/>
                </a:ext>
              </a:extLst>
            </p:cNvPr>
            <p:cNvSpPr txBox="1">
              <a:spLocks noChangeAspect="1" noChangeArrowheads="1"/>
            </p:cNvSpPr>
            <p:nvPr/>
          </p:nvSpPr>
          <p:spPr bwMode="auto">
            <a:xfrm>
              <a:off x="4609" y="149"/>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n-lt"/>
                  <a:ea typeface="宋体" panose="02010600030101010101" pitchFamily="2" charset="-122"/>
                </a:rPr>
                <a:t>q</a:t>
              </a:r>
            </a:p>
          </p:txBody>
        </p:sp>
        <p:sp>
          <p:nvSpPr>
            <p:cNvPr id="118" name="Line 126">
              <a:extLst>
                <a:ext uri="{FF2B5EF4-FFF2-40B4-BE49-F238E27FC236}">
                  <a16:creationId xmlns:a16="http://schemas.microsoft.com/office/drawing/2014/main" id="{915A09A5-A261-E17A-03D0-810EDB482AF4}"/>
                </a:ext>
              </a:extLst>
            </p:cNvPr>
            <p:cNvSpPr>
              <a:spLocks noChangeAspect="1" noChangeShapeType="1"/>
            </p:cNvSpPr>
            <p:nvPr/>
          </p:nvSpPr>
          <p:spPr bwMode="auto">
            <a:xfrm>
              <a:off x="4118" y="601"/>
              <a:ext cx="13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19" name="Group 127">
              <a:extLst>
                <a:ext uri="{FF2B5EF4-FFF2-40B4-BE49-F238E27FC236}">
                  <a16:creationId xmlns:a16="http://schemas.microsoft.com/office/drawing/2014/main" id="{8261533F-644D-4A44-4256-67C380E82562}"/>
                </a:ext>
              </a:extLst>
            </p:cNvPr>
            <p:cNvGrpSpPr>
              <a:grpSpLocks/>
            </p:cNvGrpSpPr>
            <p:nvPr/>
          </p:nvGrpSpPr>
          <p:grpSpPr bwMode="auto">
            <a:xfrm>
              <a:off x="4112" y="422"/>
              <a:ext cx="1296" cy="171"/>
              <a:chOff x="2344" y="929"/>
              <a:chExt cx="1296" cy="171"/>
            </a:xfrm>
          </p:grpSpPr>
          <p:sp>
            <p:nvSpPr>
              <p:cNvPr id="123" name="Line 128">
                <a:extLst>
                  <a:ext uri="{FF2B5EF4-FFF2-40B4-BE49-F238E27FC236}">
                    <a16:creationId xmlns:a16="http://schemas.microsoft.com/office/drawing/2014/main" id="{30762746-3C2D-9DCF-6709-2C877AF644E0}"/>
                  </a:ext>
                </a:extLst>
              </p:cNvPr>
              <p:cNvSpPr>
                <a:spLocks noChangeAspect="1" noChangeShapeType="1"/>
              </p:cNvSpPr>
              <p:nvPr/>
            </p:nvSpPr>
            <p:spPr bwMode="auto">
              <a:xfrm>
                <a:off x="3166"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4" name="Line 129">
                <a:extLst>
                  <a:ext uri="{FF2B5EF4-FFF2-40B4-BE49-F238E27FC236}">
                    <a16:creationId xmlns:a16="http://schemas.microsoft.com/office/drawing/2014/main" id="{73C07944-EE93-824A-567B-EEA0240378BA}"/>
                  </a:ext>
                </a:extLst>
              </p:cNvPr>
              <p:cNvSpPr>
                <a:spLocks noChangeAspect="1" noChangeShapeType="1"/>
              </p:cNvSpPr>
              <p:nvPr/>
            </p:nvSpPr>
            <p:spPr bwMode="auto">
              <a:xfrm>
                <a:off x="333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5" name="Line 130">
                <a:extLst>
                  <a:ext uri="{FF2B5EF4-FFF2-40B4-BE49-F238E27FC236}">
                    <a16:creationId xmlns:a16="http://schemas.microsoft.com/office/drawing/2014/main" id="{E68728CF-5410-D2B1-7750-35EA92E14270}"/>
                  </a:ext>
                </a:extLst>
              </p:cNvPr>
              <p:cNvSpPr>
                <a:spLocks noChangeAspect="1" noChangeShapeType="1"/>
              </p:cNvSpPr>
              <p:nvPr/>
            </p:nvSpPr>
            <p:spPr bwMode="auto">
              <a:xfrm>
                <a:off x="3491"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6" name="Line 131">
                <a:extLst>
                  <a:ext uri="{FF2B5EF4-FFF2-40B4-BE49-F238E27FC236}">
                    <a16:creationId xmlns:a16="http://schemas.microsoft.com/office/drawing/2014/main" id="{4C08CA55-98D0-E41A-54DB-B0FEC7E40B78}"/>
                  </a:ext>
                </a:extLst>
              </p:cNvPr>
              <p:cNvSpPr>
                <a:spLocks noChangeAspect="1" noChangeShapeType="1"/>
              </p:cNvSpPr>
              <p:nvPr/>
            </p:nvSpPr>
            <p:spPr bwMode="auto">
              <a:xfrm>
                <a:off x="36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7" name="Line 132">
                <a:extLst>
                  <a:ext uri="{FF2B5EF4-FFF2-40B4-BE49-F238E27FC236}">
                    <a16:creationId xmlns:a16="http://schemas.microsoft.com/office/drawing/2014/main" id="{C41C1490-E5A9-DA6A-901B-17619B67E293}"/>
                  </a:ext>
                </a:extLst>
              </p:cNvPr>
              <p:cNvSpPr>
                <a:spLocks noChangeAspect="1" noChangeShapeType="1"/>
              </p:cNvSpPr>
              <p:nvPr/>
            </p:nvSpPr>
            <p:spPr bwMode="auto">
              <a:xfrm>
                <a:off x="2508"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Line 133">
                <a:extLst>
                  <a:ext uri="{FF2B5EF4-FFF2-40B4-BE49-F238E27FC236}">
                    <a16:creationId xmlns:a16="http://schemas.microsoft.com/office/drawing/2014/main" id="{87C48B66-E999-F5C8-A3FB-E6771CC7067A}"/>
                  </a:ext>
                </a:extLst>
              </p:cNvPr>
              <p:cNvSpPr>
                <a:spLocks noChangeAspect="1" noChangeShapeType="1"/>
              </p:cNvSpPr>
              <p:nvPr/>
            </p:nvSpPr>
            <p:spPr bwMode="auto">
              <a:xfrm>
                <a:off x="2677"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9" name="Line 134">
                <a:extLst>
                  <a:ext uri="{FF2B5EF4-FFF2-40B4-BE49-F238E27FC236}">
                    <a16:creationId xmlns:a16="http://schemas.microsoft.com/office/drawing/2014/main" id="{7871DB95-C87E-6118-3DA0-117F2569F461}"/>
                  </a:ext>
                </a:extLst>
              </p:cNvPr>
              <p:cNvSpPr>
                <a:spLocks noChangeAspect="1" noChangeShapeType="1"/>
              </p:cNvSpPr>
              <p:nvPr/>
            </p:nvSpPr>
            <p:spPr bwMode="auto">
              <a:xfrm>
                <a:off x="28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0" name="Line 135">
                <a:extLst>
                  <a:ext uri="{FF2B5EF4-FFF2-40B4-BE49-F238E27FC236}">
                    <a16:creationId xmlns:a16="http://schemas.microsoft.com/office/drawing/2014/main" id="{E99D5BFB-B25A-4E0A-0996-79CF478D7363}"/>
                  </a:ext>
                </a:extLst>
              </p:cNvPr>
              <p:cNvSpPr>
                <a:spLocks noChangeAspect="1" noChangeShapeType="1"/>
              </p:cNvSpPr>
              <p:nvPr/>
            </p:nvSpPr>
            <p:spPr bwMode="auto">
              <a:xfrm>
                <a:off x="300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1" name="Line 136">
                <a:extLst>
                  <a:ext uri="{FF2B5EF4-FFF2-40B4-BE49-F238E27FC236}">
                    <a16:creationId xmlns:a16="http://schemas.microsoft.com/office/drawing/2014/main" id="{324AE71C-833B-B30C-0D1A-C7D5A9C18AF6}"/>
                  </a:ext>
                </a:extLst>
              </p:cNvPr>
              <p:cNvSpPr>
                <a:spLocks noChangeAspect="1" noChangeShapeType="1"/>
              </p:cNvSpPr>
              <p:nvPr/>
            </p:nvSpPr>
            <p:spPr bwMode="auto">
              <a:xfrm>
                <a:off x="2344" y="929"/>
                <a:ext cx="1293"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2" name="Line 137">
                <a:extLst>
                  <a:ext uri="{FF2B5EF4-FFF2-40B4-BE49-F238E27FC236}">
                    <a16:creationId xmlns:a16="http://schemas.microsoft.com/office/drawing/2014/main" id="{5521244A-1E93-30BE-85EB-AA75726DB190}"/>
                  </a:ext>
                </a:extLst>
              </p:cNvPr>
              <p:cNvSpPr>
                <a:spLocks noChangeAspect="1" noChangeShapeType="1"/>
              </p:cNvSpPr>
              <p:nvPr/>
            </p:nvSpPr>
            <p:spPr bwMode="auto">
              <a:xfrm>
                <a:off x="234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20" name="Oval 138">
              <a:extLst>
                <a:ext uri="{FF2B5EF4-FFF2-40B4-BE49-F238E27FC236}">
                  <a16:creationId xmlns:a16="http://schemas.microsoft.com/office/drawing/2014/main" id="{031D56FB-6A3C-B277-D784-B3962015A840}"/>
                </a:ext>
              </a:extLst>
            </p:cNvPr>
            <p:cNvSpPr>
              <a:spLocks noChangeArrowheads="1"/>
            </p:cNvSpPr>
            <p:nvPr/>
          </p:nvSpPr>
          <p:spPr bwMode="auto">
            <a:xfrm>
              <a:off x="5381" y="724"/>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1" name="Oval 139">
              <a:extLst>
                <a:ext uri="{FF2B5EF4-FFF2-40B4-BE49-F238E27FC236}">
                  <a16:creationId xmlns:a16="http://schemas.microsoft.com/office/drawing/2014/main" id="{E7D6BC7B-92B4-FDB5-3C16-1D6FE95FF6ED}"/>
                </a:ext>
              </a:extLst>
            </p:cNvPr>
            <p:cNvSpPr>
              <a:spLocks noChangeArrowheads="1"/>
            </p:cNvSpPr>
            <p:nvPr/>
          </p:nvSpPr>
          <p:spPr bwMode="auto">
            <a:xfrm>
              <a:off x="5379" y="587"/>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2" name="Oval 140">
              <a:extLst>
                <a:ext uri="{FF2B5EF4-FFF2-40B4-BE49-F238E27FC236}">
                  <a16:creationId xmlns:a16="http://schemas.microsoft.com/office/drawing/2014/main" id="{4BBE0F37-0D29-6472-39AB-6E3AE847657D}"/>
                </a:ext>
              </a:extLst>
            </p:cNvPr>
            <p:cNvSpPr>
              <a:spLocks noChangeArrowheads="1"/>
            </p:cNvSpPr>
            <p:nvPr/>
          </p:nvSpPr>
          <p:spPr bwMode="auto">
            <a:xfrm>
              <a:off x="4086" y="593"/>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37" name="Group 141">
            <a:extLst>
              <a:ext uri="{FF2B5EF4-FFF2-40B4-BE49-F238E27FC236}">
                <a16:creationId xmlns:a16="http://schemas.microsoft.com/office/drawing/2014/main" id="{513A3662-3741-9E26-3B55-87DDCCEC71D4}"/>
              </a:ext>
            </a:extLst>
          </p:cNvPr>
          <p:cNvGrpSpPr>
            <a:grpSpLocks/>
          </p:cNvGrpSpPr>
          <p:nvPr/>
        </p:nvGrpSpPr>
        <p:grpSpPr bwMode="auto">
          <a:xfrm flipV="1">
            <a:off x="2652659" y="4969024"/>
            <a:ext cx="2078037" cy="1484312"/>
            <a:chOff x="572" y="1348"/>
            <a:chExt cx="1309" cy="935"/>
          </a:xfrm>
        </p:grpSpPr>
        <p:sp>
          <p:nvSpPr>
            <p:cNvPr id="138" name="Freeform 142" descr="浅色竖线">
              <a:extLst>
                <a:ext uri="{FF2B5EF4-FFF2-40B4-BE49-F238E27FC236}">
                  <a16:creationId xmlns:a16="http://schemas.microsoft.com/office/drawing/2014/main" id="{63CBB16E-DC67-B63F-DA38-CF930159C247}"/>
                </a:ext>
              </a:extLst>
            </p:cNvPr>
            <p:cNvSpPr>
              <a:spLocks/>
            </p:cNvSpPr>
            <p:nvPr/>
          </p:nvSpPr>
          <p:spPr bwMode="auto">
            <a:xfrm>
              <a:off x="573" y="1555"/>
              <a:ext cx="1308" cy="436"/>
            </a:xfrm>
            <a:custGeom>
              <a:avLst/>
              <a:gdLst>
                <a:gd name="T0" fmla="*/ 0 w 1308"/>
                <a:gd name="T1" fmla="*/ 0 h 436"/>
                <a:gd name="T2" fmla="*/ 109 w 1308"/>
                <a:gd name="T3" fmla="*/ 187 h 436"/>
                <a:gd name="T4" fmla="*/ 235 w 1308"/>
                <a:gd name="T5" fmla="*/ 301 h 436"/>
                <a:gd name="T6" fmla="*/ 303 w 1308"/>
                <a:gd name="T7" fmla="*/ 339 h 436"/>
                <a:gd name="T8" fmla="*/ 409 w 1308"/>
                <a:gd name="T9" fmla="*/ 385 h 436"/>
                <a:gd name="T10" fmla="*/ 536 w 1308"/>
                <a:gd name="T11" fmla="*/ 419 h 436"/>
                <a:gd name="T12" fmla="*/ 808 w 1308"/>
                <a:gd name="T13" fmla="*/ 411 h 436"/>
                <a:gd name="T14" fmla="*/ 899 w 1308"/>
                <a:gd name="T15" fmla="*/ 381 h 436"/>
                <a:gd name="T16" fmla="*/ 1043 w 1308"/>
                <a:gd name="T17" fmla="*/ 315 h 436"/>
                <a:gd name="T18" fmla="*/ 1157 w 1308"/>
                <a:gd name="T19" fmla="*/ 223 h 436"/>
                <a:gd name="T20" fmla="*/ 1213 w 1308"/>
                <a:gd name="T21" fmla="*/ 161 h 436"/>
                <a:gd name="T22" fmla="*/ 1252 w 1308"/>
                <a:gd name="T23" fmla="*/ 92 h 436"/>
                <a:gd name="T24" fmla="*/ 1280 w 1308"/>
                <a:gd name="T25" fmla="*/ 50 h 436"/>
                <a:gd name="T26" fmla="*/ 1308 w 1308"/>
                <a:gd name="T27" fmla="*/ 0 h 436"/>
                <a:gd name="T28" fmla="*/ 0 w 1308"/>
                <a:gd name="T29" fmla="*/ 0 h 4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08"/>
                <a:gd name="T46" fmla="*/ 0 h 436"/>
                <a:gd name="T47" fmla="*/ 1308 w 1308"/>
                <a:gd name="T48" fmla="*/ 436 h 4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08" h="436">
                  <a:moveTo>
                    <a:pt x="0" y="0"/>
                  </a:moveTo>
                  <a:cubicBezTo>
                    <a:pt x="55" y="117"/>
                    <a:pt x="68" y="141"/>
                    <a:pt x="109" y="187"/>
                  </a:cubicBezTo>
                  <a:cubicBezTo>
                    <a:pt x="148" y="237"/>
                    <a:pt x="203" y="276"/>
                    <a:pt x="235" y="301"/>
                  </a:cubicBezTo>
                  <a:cubicBezTo>
                    <a:pt x="252" y="313"/>
                    <a:pt x="286" y="324"/>
                    <a:pt x="303" y="339"/>
                  </a:cubicBezTo>
                  <a:cubicBezTo>
                    <a:pt x="337" y="370"/>
                    <a:pt x="372" y="377"/>
                    <a:pt x="409" y="385"/>
                  </a:cubicBezTo>
                  <a:cubicBezTo>
                    <a:pt x="448" y="413"/>
                    <a:pt x="495" y="405"/>
                    <a:pt x="536" y="419"/>
                  </a:cubicBezTo>
                  <a:cubicBezTo>
                    <a:pt x="632" y="436"/>
                    <a:pt x="716" y="428"/>
                    <a:pt x="808" y="411"/>
                  </a:cubicBezTo>
                  <a:cubicBezTo>
                    <a:pt x="836" y="392"/>
                    <a:pt x="869" y="397"/>
                    <a:pt x="899" y="381"/>
                  </a:cubicBezTo>
                  <a:cubicBezTo>
                    <a:pt x="952" y="367"/>
                    <a:pt x="997" y="349"/>
                    <a:pt x="1043" y="315"/>
                  </a:cubicBezTo>
                  <a:cubicBezTo>
                    <a:pt x="1072" y="294"/>
                    <a:pt x="1134" y="256"/>
                    <a:pt x="1157" y="223"/>
                  </a:cubicBezTo>
                  <a:cubicBezTo>
                    <a:pt x="1171" y="202"/>
                    <a:pt x="1197" y="176"/>
                    <a:pt x="1213" y="161"/>
                  </a:cubicBezTo>
                  <a:cubicBezTo>
                    <a:pt x="1235" y="140"/>
                    <a:pt x="1231" y="122"/>
                    <a:pt x="1252" y="92"/>
                  </a:cubicBezTo>
                  <a:cubicBezTo>
                    <a:pt x="1269" y="73"/>
                    <a:pt x="1270" y="67"/>
                    <a:pt x="1280" y="50"/>
                  </a:cubicBezTo>
                  <a:cubicBezTo>
                    <a:pt x="1287" y="36"/>
                    <a:pt x="1288" y="34"/>
                    <a:pt x="1308" y="0"/>
                  </a:cubicBezTo>
                  <a:cubicBezTo>
                    <a:pt x="654" y="0"/>
                    <a:pt x="0" y="0"/>
                    <a:pt x="0" y="0"/>
                  </a:cubicBezTo>
                  <a:close/>
                </a:path>
              </a:pathLst>
            </a:custGeom>
            <a:pattFill prst="ltVert">
              <a:fgClr>
                <a:srgbClr val="000000"/>
              </a:fgClr>
              <a:bgClr>
                <a:srgbClr val="BDFFDE"/>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9" name="Line 143">
              <a:extLst>
                <a:ext uri="{FF2B5EF4-FFF2-40B4-BE49-F238E27FC236}">
                  <a16:creationId xmlns:a16="http://schemas.microsoft.com/office/drawing/2014/main" id="{5C3AFB5F-C147-E8C5-9A2C-35A8918A0CB6}"/>
                </a:ext>
              </a:extLst>
            </p:cNvPr>
            <p:cNvSpPr>
              <a:spLocks noChangeAspect="1" noChangeShapeType="1"/>
            </p:cNvSpPr>
            <p:nvPr/>
          </p:nvSpPr>
          <p:spPr bwMode="auto">
            <a:xfrm>
              <a:off x="573" y="1559"/>
              <a:ext cx="13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0" name="Text Box 144">
              <a:extLst>
                <a:ext uri="{FF2B5EF4-FFF2-40B4-BE49-F238E27FC236}">
                  <a16:creationId xmlns:a16="http://schemas.microsoft.com/office/drawing/2014/main" id="{0415E10F-2F3D-1C47-6623-9ACF3F26740D}"/>
                </a:ext>
              </a:extLst>
            </p:cNvPr>
            <p:cNvSpPr txBox="1">
              <a:spLocks noChangeAspect="1" noChangeArrowheads="1"/>
            </p:cNvSpPr>
            <p:nvPr/>
          </p:nvSpPr>
          <p:spPr bwMode="auto">
            <a:xfrm flipV="1">
              <a:off x="978" y="1957"/>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n-lt"/>
                  <a:ea typeface="宋体" panose="02010600030101010101" pitchFamily="2" charset="-122"/>
                </a:rPr>
                <a:t>ql</a:t>
              </a:r>
              <a:r>
                <a:rPr kumimoji="1" lang="en-US" altLang="zh-CN" sz="2400" b="0" i="0" u="none" strike="noStrike" kern="0" cap="none" spc="0" normalizeH="0" baseline="30000" noProof="0" dirty="0">
                  <a:ln>
                    <a:noFill/>
                  </a:ln>
                  <a:solidFill>
                    <a:srgbClr val="000000"/>
                  </a:solidFill>
                  <a:effectLst/>
                  <a:uLnTx/>
                  <a:uFillTx/>
                  <a:latin typeface="+mn-lt"/>
                  <a:ea typeface="宋体" panose="02010600030101010101" pitchFamily="2" charset="-122"/>
                </a:rPr>
                <a:t>2</a:t>
              </a:r>
              <a:r>
                <a:rPr kumimoji="1" lang="en-US" altLang="zh-CN" sz="2400" b="0" i="0" u="none" strike="noStrike" kern="0" cap="none" spc="0" normalizeH="0" baseline="0" noProof="0" dirty="0">
                  <a:ln>
                    <a:noFill/>
                  </a:ln>
                  <a:solidFill>
                    <a:srgbClr val="000000"/>
                  </a:solidFill>
                  <a:effectLst/>
                  <a:uLnTx/>
                  <a:uFillTx/>
                  <a:latin typeface="+mn-lt"/>
                  <a:ea typeface="宋体" panose="02010600030101010101" pitchFamily="2" charset="-122"/>
                </a:rPr>
                <a:t>/8</a:t>
              </a:r>
              <a:endParaRPr kumimoji="1" lang="en-US" altLang="zh-CN" sz="2000" b="0" i="0" u="none" strike="noStrike" kern="0" cap="none" spc="0" normalizeH="0" baseline="0" noProof="0" dirty="0">
                <a:ln>
                  <a:noFill/>
                </a:ln>
                <a:solidFill>
                  <a:srgbClr val="000000"/>
                </a:solidFill>
                <a:effectLst/>
                <a:uLnTx/>
                <a:uFillTx/>
                <a:latin typeface="+mn-lt"/>
                <a:ea typeface="宋体" panose="02010600030101010101" pitchFamily="2" charset="-122"/>
              </a:endParaRPr>
            </a:p>
          </p:txBody>
        </p:sp>
        <p:sp>
          <p:nvSpPr>
            <p:cNvPr id="141" name="Arc 145">
              <a:extLst>
                <a:ext uri="{FF2B5EF4-FFF2-40B4-BE49-F238E27FC236}">
                  <a16:creationId xmlns:a16="http://schemas.microsoft.com/office/drawing/2014/main" id="{54C52442-CACC-E533-F13A-8B8D20521770}"/>
                </a:ext>
              </a:extLst>
            </p:cNvPr>
            <p:cNvSpPr>
              <a:spLocks/>
            </p:cNvSpPr>
            <p:nvPr/>
          </p:nvSpPr>
          <p:spPr bwMode="auto">
            <a:xfrm flipV="1">
              <a:off x="572" y="1348"/>
              <a:ext cx="1305" cy="637"/>
            </a:xfrm>
            <a:custGeom>
              <a:avLst/>
              <a:gdLst>
                <a:gd name="T0" fmla="*/ 0 w 40771"/>
                <a:gd name="T1" fmla="*/ 13 h 21600"/>
                <a:gd name="T2" fmla="*/ 42 w 40771"/>
                <a:gd name="T3" fmla="*/ 13 h 21600"/>
                <a:gd name="T4" fmla="*/ 21 w 40771"/>
                <a:gd name="T5" fmla="*/ 19 h 21600"/>
                <a:gd name="T6" fmla="*/ 0 60000 65536"/>
                <a:gd name="T7" fmla="*/ 0 60000 65536"/>
                <a:gd name="T8" fmla="*/ 0 60000 65536"/>
                <a:gd name="T9" fmla="*/ 0 w 40771"/>
                <a:gd name="T10" fmla="*/ 0 h 21600"/>
                <a:gd name="T11" fmla="*/ 40771 w 40771"/>
                <a:gd name="T12" fmla="*/ 21600 h 21600"/>
              </a:gdLst>
              <a:ahLst/>
              <a:cxnLst>
                <a:cxn ang="T6">
                  <a:pos x="T0" y="T1"/>
                </a:cxn>
                <a:cxn ang="T7">
                  <a:pos x="T2" y="T3"/>
                </a:cxn>
                <a:cxn ang="T8">
                  <a:pos x="T4" y="T5"/>
                </a:cxn>
              </a:cxnLst>
              <a:rect l="T9" t="T10" r="T11" b="T12"/>
              <a:pathLst>
                <a:path w="40771" h="21600" fill="none" extrusionOk="0">
                  <a:moveTo>
                    <a:pt x="-1" y="14477"/>
                  </a:moveTo>
                  <a:cubicBezTo>
                    <a:pt x="3028" y="5807"/>
                    <a:pt x="11207" y="-1"/>
                    <a:pt x="20392" y="0"/>
                  </a:cubicBezTo>
                  <a:cubicBezTo>
                    <a:pt x="29562" y="0"/>
                    <a:pt x="37732" y="5790"/>
                    <a:pt x="40771" y="14441"/>
                  </a:cubicBezTo>
                </a:path>
                <a:path w="40771" h="21600" stroke="0" extrusionOk="0">
                  <a:moveTo>
                    <a:pt x="-1" y="14477"/>
                  </a:moveTo>
                  <a:cubicBezTo>
                    <a:pt x="3028" y="5807"/>
                    <a:pt x="11207" y="-1"/>
                    <a:pt x="20392" y="0"/>
                  </a:cubicBezTo>
                  <a:cubicBezTo>
                    <a:pt x="29562" y="0"/>
                    <a:pt x="37732" y="5790"/>
                    <a:pt x="40771" y="14441"/>
                  </a:cubicBezTo>
                  <a:lnTo>
                    <a:pt x="20392" y="21600"/>
                  </a:lnTo>
                  <a:close/>
                </a:path>
              </a:pathLst>
            </a:cu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42" name="Oval 146">
            <a:extLst>
              <a:ext uri="{FF2B5EF4-FFF2-40B4-BE49-F238E27FC236}">
                <a16:creationId xmlns:a16="http://schemas.microsoft.com/office/drawing/2014/main" id="{2F545E4F-0448-58C0-488D-A8E82537C929}"/>
              </a:ext>
            </a:extLst>
          </p:cNvPr>
          <p:cNvSpPr>
            <a:spLocks noChangeArrowheads="1"/>
          </p:cNvSpPr>
          <p:nvPr/>
        </p:nvSpPr>
        <p:spPr bwMode="auto">
          <a:xfrm>
            <a:off x="8759771" y="5451624"/>
            <a:ext cx="61913" cy="61912"/>
          </a:xfrm>
          <a:prstGeom prst="ellipse">
            <a:avLst/>
          </a:prstGeom>
          <a:solidFill>
            <a:srgbClr val="FF0000"/>
          </a:soli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3" name="Oval 147">
            <a:extLst>
              <a:ext uri="{FF2B5EF4-FFF2-40B4-BE49-F238E27FC236}">
                <a16:creationId xmlns:a16="http://schemas.microsoft.com/office/drawing/2014/main" id="{6E78CF10-6A54-641B-DC0E-04863B5ABE49}"/>
              </a:ext>
            </a:extLst>
          </p:cNvPr>
          <p:cNvSpPr>
            <a:spLocks noChangeArrowheads="1"/>
          </p:cNvSpPr>
          <p:nvPr/>
        </p:nvSpPr>
        <p:spPr bwMode="auto">
          <a:xfrm>
            <a:off x="9734496" y="5456386"/>
            <a:ext cx="61913" cy="61913"/>
          </a:xfrm>
          <a:prstGeom prst="ellipse">
            <a:avLst/>
          </a:prstGeom>
          <a:solidFill>
            <a:srgbClr val="FF0000"/>
          </a:solidFill>
          <a:ln w="28575" algn="ctr">
            <a:solidFill>
              <a:srgbClr val="000000"/>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44" name="Group 150">
            <a:extLst>
              <a:ext uri="{FF2B5EF4-FFF2-40B4-BE49-F238E27FC236}">
                <a16:creationId xmlns:a16="http://schemas.microsoft.com/office/drawing/2014/main" id="{DC342E18-1183-A52A-F1AE-126EA6E9D42B}"/>
              </a:ext>
            </a:extLst>
          </p:cNvPr>
          <p:cNvGrpSpPr>
            <a:grpSpLocks/>
          </p:cNvGrpSpPr>
          <p:nvPr/>
        </p:nvGrpSpPr>
        <p:grpSpPr bwMode="auto">
          <a:xfrm>
            <a:off x="4684659" y="3460898"/>
            <a:ext cx="3581399" cy="1668463"/>
            <a:chOff x="1905" y="2316"/>
            <a:chExt cx="2256" cy="1051"/>
          </a:xfrm>
        </p:grpSpPr>
        <p:sp>
          <p:nvSpPr>
            <p:cNvPr id="145" name="Line 62">
              <a:extLst>
                <a:ext uri="{FF2B5EF4-FFF2-40B4-BE49-F238E27FC236}">
                  <a16:creationId xmlns:a16="http://schemas.microsoft.com/office/drawing/2014/main" id="{9D65F5AC-665D-BFA4-7A6C-A51C145A88D6}"/>
                </a:ext>
              </a:extLst>
            </p:cNvPr>
            <p:cNvSpPr>
              <a:spLocks noChangeAspect="1" noChangeShapeType="1"/>
            </p:cNvSpPr>
            <p:nvPr/>
          </p:nvSpPr>
          <p:spPr bwMode="auto">
            <a:xfrm>
              <a:off x="2340" y="3061"/>
              <a:ext cx="0" cy="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6" name="Line 63">
              <a:extLst>
                <a:ext uri="{FF2B5EF4-FFF2-40B4-BE49-F238E27FC236}">
                  <a16:creationId xmlns:a16="http://schemas.microsoft.com/office/drawing/2014/main" id="{9068C95C-8C6A-1DF5-9F46-D8086A50A5AA}"/>
                </a:ext>
              </a:extLst>
            </p:cNvPr>
            <p:cNvSpPr>
              <a:spLocks noChangeAspect="1" noChangeShapeType="1"/>
            </p:cNvSpPr>
            <p:nvPr/>
          </p:nvSpPr>
          <p:spPr bwMode="auto">
            <a:xfrm>
              <a:off x="3656" y="3088"/>
              <a:ext cx="0"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7" name="Line 64">
              <a:extLst>
                <a:ext uri="{FF2B5EF4-FFF2-40B4-BE49-F238E27FC236}">
                  <a16:creationId xmlns:a16="http://schemas.microsoft.com/office/drawing/2014/main" id="{2CC6ACFF-6BFC-C5E3-2BF7-40568D2B24FA}"/>
                </a:ext>
              </a:extLst>
            </p:cNvPr>
            <p:cNvSpPr>
              <a:spLocks noChangeAspect="1" noChangeShapeType="1"/>
            </p:cNvSpPr>
            <p:nvPr/>
          </p:nvSpPr>
          <p:spPr bwMode="auto">
            <a:xfrm>
              <a:off x="2340" y="3280"/>
              <a:ext cx="226"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8" name="Text Box 65">
              <a:extLst>
                <a:ext uri="{FF2B5EF4-FFF2-40B4-BE49-F238E27FC236}">
                  <a16:creationId xmlns:a16="http://schemas.microsoft.com/office/drawing/2014/main" id="{9DB75289-3156-44CD-5AFD-391BAABAB026}"/>
                </a:ext>
              </a:extLst>
            </p:cNvPr>
            <p:cNvSpPr txBox="1">
              <a:spLocks noChangeAspect="1" noChangeArrowheads="1"/>
            </p:cNvSpPr>
            <p:nvPr/>
          </p:nvSpPr>
          <p:spPr bwMode="auto">
            <a:xfrm>
              <a:off x="2817" y="3034"/>
              <a:ext cx="517" cy="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n-lt"/>
                  <a:ea typeface="宋体" panose="02010600030101010101" pitchFamily="2" charset="-122"/>
                </a:rPr>
                <a:t>0.6</a:t>
              </a:r>
              <a:r>
                <a:rPr lang="en-US" altLang="zh-CN" b="0" kern="0" dirty="0">
                  <a:solidFill>
                    <a:srgbClr val="000000"/>
                  </a:solidFill>
                  <a:latin typeface="+mn-lt"/>
                  <a:ea typeface="宋体" panose="02010600030101010101" pitchFamily="2" charset="-122"/>
                </a:rPr>
                <a:t>l</a:t>
              </a:r>
            </a:p>
          </p:txBody>
        </p:sp>
        <p:sp>
          <p:nvSpPr>
            <p:cNvPr id="149" name="Line 66">
              <a:extLst>
                <a:ext uri="{FF2B5EF4-FFF2-40B4-BE49-F238E27FC236}">
                  <a16:creationId xmlns:a16="http://schemas.microsoft.com/office/drawing/2014/main" id="{14496C9A-A275-F156-8059-B4858E063212}"/>
                </a:ext>
              </a:extLst>
            </p:cNvPr>
            <p:cNvSpPr>
              <a:spLocks noChangeAspect="1" noChangeShapeType="1"/>
            </p:cNvSpPr>
            <p:nvPr/>
          </p:nvSpPr>
          <p:spPr bwMode="auto">
            <a:xfrm>
              <a:off x="2573" y="3061"/>
              <a:ext cx="0" cy="2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0" name="Line 67">
              <a:extLst>
                <a:ext uri="{FF2B5EF4-FFF2-40B4-BE49-F238E27FC236}">
                  <a16:creationId xmlns:a16="http://schemas.microsoft.com/office/drawing/2014/main" id="{9CA78066-8BA3-1C9B-9DE1-0C92409F2E5F}"/>
                </a:ext>
              </a:extLst>
            </p:cNvPr>
            <p:cNvSpPr>
              <a:spLocks noChangeAspect="1" noChangeShapeType="1"/>
            </p:cNvSpPr>
            <p:nvPr/>
          </p:nvSpPr>
          <p:spPr bwMode="auto">
            <a:xfrm>
              <a:off x="3432" y="3090"/>
              <a:ext cx="0" cy="27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1" name="Line 68">
              <a:extLst>
                <a:ext uri="{FF2B5EF4-FFF2-40B4-BE49-F238E27FC236}">
                  <a16:creationId xmlns:a16="http://schemas.microsoft.com/office/drawing/2014/main" id="{F926EF0D-C8AD-4351-6F5B-159F5AFE87F7}"/>
                </a:ext>
              </a:extLst>
            </p:cNvPr>
            <p:cNvSpPr>
              <a:spLocks noChangeAspect="1" noChangeShapeType="1"/>
            </p:cNvSpPr>
            <p:nvPr/>
          </p:nvSpPr>
          <p:spPr bwMode="auto">
            <a:xfrm>
              <a:off x="3432" y="3280"/>
              <a:ext cx="227"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2" name="Line 69">
              <a:extLst>
                <a:ext uri="{FF2B5EF4-FFF2-40B4-BE49-F238E27FC236}">
                  <a16:creationId xmlns:a16="http://schemas.microsoft.com/office/drawing/2014/main" id="{BF4D05E7-8346-B39E-2566-B0EC7DE55572}"/>
                </a:ext>
              </a:extLst>
            </p:cNvPr>
            <p:cNvSpPr>
              <a:spLocks noChangeAspect="1" noChangeShapeType="1"/>
            </p:cNvSpPr>
            <p:nvPr/>
          </p:nvSpPr>
          <p:spPr bwMode="auto">
            <a:xfrm>
              <a:off x="2566" y="3280"/>
              <a:ext cx="866"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3" name="Text Box 70">
              <a:extLst>
                <a:ext uri="{FF2B5EF4-FFF2-40B4-BE49-F238E27FC236}">
                  <a16:creationId xmlns:a16="http://schemas.microsoft.com/office/drawing/2014/main" id="{8A07FF8A-0021-2B49-CD5F-3DE8118D2A75}"/>
                </a:ext>
              </a:extLst>
            </p:cNvPr>
            <p:cNvSpPr txBox="1">
              <a:spLocks noChangeAspect="1" noChangeArrowheads="1"/>
            </p:cNvSpPr>
            <p:nvPr/>
          </p:nvSpPr>
          <p:spPr bwMode="auto">
            <a:xfrm>
              <a:off x="1905" y="3037"/>
              <a:ext cx="490"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n-lt"/>
                  <a:ea typeface="宋体" panose="02010600030101010101" pitchFamily="2" charset="-122"/>
                </a:rPr>
                <a:t>0.2</a:t>
              </a:r>
              <a:r>
                <a:rPr lang="en-US" altLang="zh-CN" b="0" kern="0" dirty="0">
                  <a:solidFill>
                    <a:srgbClr val="000000"/>
                  </a:solidFill>
                  <a:latin typeface="+mn-lt"/>
                  <a:ea typeface="宋体" panose="02010600030101010101" pitchFamily="2" charset="-122"/>
                </a:rPr>
                <a:t>l</a:t>
              </a:r>
            </a:p>
          </p:txBody>
        </p:sp>
        <p:sp>
          <p:nvSpPr>
            <p:cNvPr id="154" name="Text Box 71">
              <a:extLst>
                <a:ext uri="{FF2B5EF4-FFF2-40B4-BE49-F238E27FC236}">
                  <a16:creationId xmlns:a16="http://schemas.microsoft.com/office/drawing/2014/main" id="{913E7080-4BD1-6773-6AB6-6EFFA74ECE32}"/>
                </a:ext>
              </a:extLst>
            </p:cNvPr>
            <p:cNvSpPr txBox="1">
              <a:spLocks noChangeAspect="1" noChangeArrowheads="1"/>
            </p:cNvSpPr>
            <p:nvPr/>
          </p:nvSpPr>
          <p:spPr bwMode="auto">
            <a:xfrm>
              <a:off x="3629" y="3046"/>
              <a:ext cx="532"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i="0" kern="0" dirty="0">
                  <a:solidFill>
                    <a:srgbClr val="000000"/>
                  </a:solidFill>
                  <a:latin typeface="+mn-lt"/>
                  <a:ea typeface="宋体" panose="02010600030101010101" pitchFamily="2" charset="-122"/>
                </a:rPr>
                <a:t>0.2</a:t>
              </a:r>
              <a:r>
                <a:rPr lang="en-US" altLang="zh-CN" b="0" kern="0" dirty="0">
                  <a:solidFill>
                    <a:srgbClr val="000000"/>
                  </a:solidFill>
                  <a:latin typeface="+mn-lt"/>
                  <a:ea typeface="宋体" panose="02010600030101010101" pitchFamily="2" charset="-122"/>
                </a:rPr>
                <a:t>l</a:t>
              </a:r>
            </a:p>
          </p:txBody>
        </p:sp>
        <p:sp>
          <p:nvSpPr>
            <p:cNvPr id="155" name="Text Box 72">
              <a:extLst>
                <a:ext uri="{FF2B5EF4-FFF2-40B4-BE49-F238E27FC236}">
                  <a16:creationId xmlns:a16="http://schemas.microsoft.com/office/drawing/2014/main" id="{9455097B-28A6-A3B5-0F49-6251E845D536}"/>
                </a:ext>
              </a:extLst>
            </p:cNvPr>
            <p:cNvSpPr txBox="1">
              <a:spLocks noChangeAspect="1" noChangeArrowheads="1"/>
            </p:cNvSpPr>
            <p:nvPr/>
          </p:nvSpPr>
          <p:spPr bwMode="auto">
            <a:xfrm>
              <a:off x="3426" y="2709"/>
              <a:ext cx="34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B</a:t>
              </a:r>
            </a:p>
          </p:txBody>
        </p:sp>
        <p:sp>
          <p:nvSpPr>
            <p:cNvPr id="156" name="Text Box 73">
              <a:extLst>
                <a:ext uri="{FF2B5EF4-FFF2-40B4-BE49-F238E27FC236}">
                  <a16:creationId xmlns:a16="http://schemas.microsoft.com/office/drawing/2014/main" id="{2E7886BB-0E72-67FF-136A-3C38348A371C}"/>
                </a:ext>
              </a:extLst>
            </p:cNvPr>
            <p:cNvSpPr txBox="1">
              <a:spLocks noChangeAspect="1" noChangeArrowheads="1"/>
            </p:cNvSpPr>
            <p:nvPr/>
          </p:nvSpPr>
          <p:spPr bwMode="auto">
            <a:xfrm>
              <a:off x="2316" y="2714"/>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000000"/>
                  </a:solidFill>
                  <a:latin typeface="+mn-lt"/>
                  <a:ea typeface="宋体" panose="02010600030101010101" pitchFamily="2" charset="-122"/>
                </a:rPr>
                <a:t>A</a:t>
              </a:r>
            </a:p>
          </p:txBody>
        </p:sp>
        <p:sp>
          <p:nvSpPr>
            <p:cNvPr id="157" name="Text Box 74">
              <a:extLst>
                <a:ext uri="{FF2B5EF4-FFF2-40B4-BE49-F238E27FC236}">
                  <a16:creationId xmlns:a16="http://schemas.microsoft.com/office/drawing/2014/main" id="{43047891-7B1D-4FBF-9C48-E60A009DA3EA}"/>
                </a:ext>
              </a:extLst>
            </p:cNvPr>
            <p:cNvSpPr txBox="1">
              <a:spLocks noChangeAspect="1" noChangeArrowheads="1"/>
            </p:cNvSpPr>
            <p:nvPr/>
          </p:nvSpPr>
          <p:spPr bwMode="auto">
            <a:xfrm>
              <a:off x="2850" y="2316"/>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algn="just" eaLnBrk="1" fontAlgn="auto" hangingPunct="1">
                <a:spcBef>
                  <a:spcPts val="0"/>
                </a:spcBef>
                <a:spcAft>
                  <a:spcPts val="0"/>
                </a:spcAft>
              </a:pPr>
              <a:r>
                <a:rPr lang="en-US" altLang="zh-CN" b="0" kern="0" dirty="0">
                  <a:solidFill>
                    <a:srgbClr val="FF0000"/>
                  </a:solidFill>
                  <a:latin typeface="+mn-lt"/>
                  <a:ea typeface="宋体" panose="02010600030101010101" pitchFamily="2" charset="-122"/>
                </a:rPr>
                <a:t>q</a:t>
              </a:r>
            </a:p>
          </p:txBody>
        </p:sp>
        <p:sp>
          <p:nvSpPr>
            <p:cNvPr id="158" name="Line 75">
              <a:extLst>
                <a:ext uri="{FF2B5EF4-FFF2-40B4-BE49-F238E27FC236}">
                  <a16:creationId xmlns:a16="http://schemas.microsoft.com/office/drawing/2014/main" id="{41CBA2A1-0F5F-AC92-F54E-4264019FDF19}"/>
                </a:ext>
              </a:extLst>
            </p:cNvPr>
            <p:cNvSpPr>
              <a:spLocks noChangeAspect="1" noChangeShapeType="1"/>
            </p:cNvSpPr>
            <p:nvPr/>
          </p:nvSpPr>
          <p:spPr bwMode="auto">
            <a:xfrm>
              <a:off x="2347" y="2768"/>
              <a:ext cx="13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59" name="Group 76">
              <a:extLst>
                <a:ext uri="{FF2B5EF4-FFF2-40B4-BE49-F238E27FC236}">
                  <a16:creationId xmlns:a16="http://schemas.microsoft.com/office/drawing/2014/main" id="{6836C3B8-E6DB-385A-296A-F294B532350A}"/>
                </a:ext>
              </a:extLst>
            </p:cNvPr>
            <p:cNvGrpSpPr>
              <a:grpSpLocks/>
            </p:cNvGrpSpPr>
            <p:nvPr/>
          </p:nvGrpSpPr>
          <p:grpSpPr bwMode="auto">
            <a:xfrm>
              <a:off x="2347" y="2589"/>
              <a:ext cx="1305" cy="171"/>
              <a:chOff x="2344" y="929"/>
              <a:chExt cx="1296" cy="171"/>
            </a:xfrm>
          </p:grpSpPr>
          <p:sp>
            <p:nvSpPr>
              <p:cNvPr id="175" name="Line 77">
                <a:extLst>
                  <a:ext uri="{FF2B5EF4-FFF2-40B4-BE49-F238E27FC236}">
                    <a16:creationId xmlns:a16="http://schemas.microsoft.com/office/drawing/2014/main" id="{7D44D7A3-A4F0-7A7B-8FF3-91BB90C4B76E}"/>
                  </a:ext>
                </a:extLst>
              </p:cNvPr>
              <p:cNvSpPr>
                <a:spLocks noChangeAspect="1" noChangeShapeType="1"/>
              </p:cNvSpPr>
              <p:nvPr/>
            </p:nvSpPr>
            <p:spPr bwMode="auto">
              <a:xfrm>
                <a:off x="3166"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6" name="Line 78">
                <a:extLst>
                  <a:ext uri="{FF2B5EF4-FFF2-40B4-BE49-F238E27FC236}">
                    <a16:creationId xmlns:a16="http://schemas.microsoft.com/office/drawing/2014/main" id="{3B163561-B74B-C64C-1AF2-9607FBB3B383}"/>
                  </a:ext>
                </a:extLst>
              </p:cNvPr>
              <p:cNvSpPr>
                <a:spLocks noChangeAspect="1" noChangeShapeType="1"/>
              </p:cNvSpPr>
              <p:nvPr/>
            </p:nvSpPr>
            <p:spPr bwMode="auto">
              <a:xfrm>
                <a:off x="333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7" name="Line 79">
                <a:extLst>
                  <a:ext uri="{FF2B5EF4-FFF2-40B4-BE49-F238E27FC236}">
                    <a16:creationId xmlns:a16="http://schemas.microsoft.com/office/drawing/2014/main" id="{982E90F9-8629-3605-A91C-1382233C5AE7}"/>
                  </a:ext>
                </a:extLst>
              </p:cNvPr>
              <p:cNvSpPr>
                <a:spLocks noChangeAspect="1" noChangeShapeType="1"/>
              </p:cNvSpPr>
              <p:nvPr/>
            </p:nvSpPr>
            <p:spPr bwMode="auto">
              <a:xfrm>
                <a:off x="3491"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8" name="Line 80">
                <a:extLst>
                  <a:ext uri="{FF2B5EF4-FFF2-40B4-BE49-F238E27FC236}">
                    <a16:creationId xmlns:a16="http://schemas.microsoft.com/office/drawing/2014/main" id="{2CFCF7FA-47B4-7374-2829-201654232EDD}"/>
                  </a:ext>
                </a:extLst>
              </p:cNvPr>
              <p:cNvSpPr>
                <a:spLocks noChangeAspect="1" noChangeShapeType="1"/>
              </p:cNvSpPr>
              <p:nvPr/>
            </p:nvSpPr>
            <p:spPr bwMode="auto">
              <a:xfrm>
                <a:off x="36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9" name="Line 81">
                <a:extLst>
                  <a:ext uri="{FF2B5EF4-FFF2-40B4-BE49-F238E27FC236}">
                    <a16:creationId xmlns:a16="http://schemas.microsoft.com/office/drawing/2014/main" id="{286F4FDB-31E3-7E41-856E-3159A1AC275B}"/>
                  </a:ext>
                </a:extLst>
              </p:cNvPr>
              <p:cNvSpPr>
                <a:spLocks noChangeAspect="1" noChangeShapeType="1"/>
              </p:cNvSpPr>
              <p:nvPr/>
            </p:nvSpPr>
            <p:spPr bwMode="auto">
              <a:xfrm>
                <a:off x="2508"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0" name="Line 82">
                <a:extLst>
                  <a:ext uri="{FF2B5EF4-FFF2-40B4-BE49-F238E27FC236}">
                    <a16:creationId xmlns:a16="http://schemas.microsoft.com/office/drawing/2014/main" id="{89CCD61B-6DF0-9FAF-C2EE-534A145263A4}"/>
                  </a:ext>
                </a:extLst>
              </p:cNvPr>
              <p:cNvSpPr>
                <a:spLocks noChangeAspect="1" noChangeShapeType="1"/>
              </p:cNvSpPr>
              <p:nvPr/>
            </p:nvSpPr>
            <p:spPr bwMode="auto">
              <a:xfrm>
                <a:off x="2677"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1" name="Line 83">
                <a:extLst>
                  <a:ext uri="{FF2B5EF4-FFF2-40B4-BE49-F238E27FC236}">
                    <a16:creationId xmlns:a16="http://schemas.microsoft.com/office/drawing/2014/main" id="{140F0393-9534-6552-9481-375474B8C76F}"/>
                  </a:ext>
                </a:extLst>
              </p:cNvPr>
              <p:cNvSpPr>
                <a:spLocks noChangeAspect="1" noChangeShapeType="1"/>
              </p:cNvSpPr>
              <p:nvPr/>
            </p:nvSpPr>
            <p:spPr bwMode="auto">
              <a:xfrm>
                <a:off x="28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2" name="Line 84">
                <a:extLst>
                  <a:ext uri="{FF2B5EF4-FFF2-40B4-BE49-F238E27FC236}">
                    <a16:creationId xmlns:a16="http://schemas.microsoft.com/office/drawing/2014/main" id="{095254B9-0E75-3D65-0F68-79B195A12B24}"/>
                  </a:ext>
                </a:extLst>
              </p:cNvPr>
              <p:cNvSpPr>
                <a:spLocks noChangeAspect="1" noChangeShapeType="1"/>
              </p:cNvSpPr>
              <p:nvPr/>
            </p:nvSpPr>
            <p:spPr bwMode="auto">
              <a:xfrm>
                <a:off x="300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3" name="Line 85">
                <a:extLst>
                  <a:ext uri="{FF2B5EF4-FFF2-40B4-BE49-F238E27FC236}">
                    <a16:creationId xmlns:a16="http://schemas.microsoft.com/office/drawing/2014/main" id="{DB23E22E-420E-6934-4F70-EFCC8E541BB9}"/>
                  </a:ext>
                </a:extLst>
              </p:cNvPr>
              <p:cNvSpPr>
                <a:spLocks noChangeAspect="1" noChangeShapeType="1"/>
              </p:cNvSpPr>
              <p:nvPr/>
            </p:nvSpPr>
            <p:spPr bwMode="auto">
              <a:xfrm>
                <a:off x="2344" y="929"/>
                <a:ext cx="1293"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4" name="Line 86">
                <a:extLst>
                  <a:ext uri="{FF2B5EF4-FFF2-40B4-BE49-F238E27FC236}">
                    <a16:creationId xmlns:a16="http://schemas.microsoft.com/office/drawing/2014/main" id="{FADC02FB-FF5C-FDE9-2352-CE6C71C8C8B4}"/>
                  </a:ext>
                </a:extLst>
              </p:cNvPr>
              <p:cNvSpPr>
                <a:spLocks noChangeAspect="1" noChangeShapeType="1"/>
              </p:cNvSpPr>
              <p:nvPr/>
            </p:nvSpPr>
            <p:spPr bwMode="auto">
              <a:xfrm>
                <a:off x="234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60" name="Group 87">
              <a:extLst>
                <a:ext uri="{FF2B5EF4-FFF2-40B4-BE49-F238E27FC236}">
                  <a16:creationId xmlns:a16="http://schemas.microsoft.com/office/drawing/2014/main" id="{8DACBD78-279C-6229-5DBF-BF897DBB54FD}"/>
                </a:ext>
              </a:extLst>
            </p:cNvPr>
            <p:cNvGrpSpPr>
              <a:grpSpLocks/>
            </p:cNvGrpSpPr>
            <p:nvPr/>
          </p:nvGrpSpPr>
          <p:grpSpPr bwMode="auto">
            <a:xfrm>
              <a:off x="3306" y="2772"/>
              <a:ext cx="247" cy="301"/>
              <a:chOff x="3492" y="577"/>
              <a:chExt cx="247" cy="301"/>
            </a:xfrm>
          </p:grpSpPr>
          <p:grpSp>
            <p:nvGrpSpPr>
              <p:cNvPr id="169" name="Group 88">
                <a:extLst>
                  <a:ext uri="{FF2B5EF4-FFF2-40B4-BE49-F238E27FC236}">
                    <a16:creationId xmlns:a16="http://schemas.microsoft.com/office/drawing/2014/main" id="{FF2AA042-0DAE-4945-6910-E3C00B9DFDB1}"/>
                  </a:ext>
                </a:extLst>
              </p:cNvPr>
              <p:cNvGrpSpPr>
                <a:grpSpLocks/>
              </p:cNvGrpSpPr>
              <p:nvPr/>
            </p:nvGrpSpPr>
            <p:grpSpPr bwMode="auto">
              <a:xfrm>
                <a:off x="3492" y="780"/>
                <a:ext cx="247" cy="98"/>
                <a:chOff x="3486" y="1285"/>
                <a:chExt cx="295" cy="98"/>
              </a:xfrm>
            </p:grpSpPr>
            <p:sp>
              <p:nvSpPr>
                <p:cNvPr id="173" name="Rectangle 89" descr="宽上对角线">
                  <a:extLst>
                    <a:ext uri="{FF2B5EF4-FFF2-40B4-BE49-F238E27FC236}">
                      <a16:creationId xmlns:a16="http://schemas.microsoft.com/office/drawing/2014/main" id="{A9F4BC6B-65C2-1CE9-C7CE-518768192F99}"/>
                    </a:ext>
                  </a:extLst>
                </p:cNvPr>
                <p:cNvSpPr>
                  <a:spLocks noChangeAspect="1" noChangeArrowheads="1"/>
                </p:cNvSpPr>
                <p:nvPr/>
              </p:nvSpPr>
              <p:spPr bwMode="auto">
                <a:xfrm>
                  <a:off x="3489" y="1285"/>
                  <a:ext cx="292"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4" name="Line 90">
                  <a:extLst>
                    <a:ext uri="{FF2B5EF4-FFF2-40B4-BE49-F238E27FC236}">
                      <a16:creationId xmlns:a16="http://schemas.microsoft.com/office/drawing/2014/main" id="{054F9647-7B9F-978F-B6C1-2C04274714D9}"/>
                    </a:ext>
                  </a:extLst>
                </p:cNvPr>
                <p:cNvSpPr>
                  <a:spLocks noChangeAspect="1" noChangeShapeType="1"/>
                </p:cNvSpPr>
                <p:nvPr/>
              </p:nvSpPr>
              <p:spPr bwMode="auto">
                <a:xfrm>
                  <a:off x="3486" y="1285"/>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0" name="Line 91">
                <a:extLst>
                  <a:ext uri="{FF2B5EF4-FFF2-40B4-BE49-F238E27FC236}">
                    <a16:creationId xmlns:a16="http://schemas.microsoft.com/office/drawing/2014/main" id="{2487B1FF-5EFC-CD09-C232-C33EF92BE553}"/>
                  </a:ext>
                </a:extLst>
              </p:cNvPr>
              <p:cNvSpPr>
                <a:spLocks noChangeAspect="1" noChangeShapeType="1"/>
              </p:cNvSpPr>
              <p:nvPr/>
            </p:nvSpPr>
            <p:spPr bwMode="auto">
              <a:xfrm>
                <a:off x="3614" y="637"/>
                <a:ext cx="0" cy="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1" name="Oval 92">
                <a:extLst>
                  <a:ext uri="{FF2B5EF4-FFF2-40B4-BE49-F238E27FC236}">
                    <a16:creationId xmlns:a16="http://schemas.microsoft.com/office/drawing/2014/main" id="{709B2958-22ED-DE0A-2FA9-FC5504988578}"/>
                  </a:ext>
                </a:extLst>
              </p:cNvPr>
              <p:cNvSpPr>
                <a:spLocks noChangeArrowheads="1"/>
              </p:cNvSpPr>
              <p:nvPr/>
            </p:nvSpPr>
            <p:spPr bwMode="auto">
              <a:xfrm>
                <a:off x="3586" y="714"/>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2" name="Oval 93">
                <a:extLst>
                  <a:ext uri="{FF2B5EF4-FFF2-40B4-BE49-F238E27FC236}">
                    <a16:creationId xmlns:a16="http://schemas.microsoft.com/office/drawing/2014/main" id="{EC739FF7-17DA-B112-BF79-458213E6519C}"/>
                  </a:ext>
                </a:extLst>
              </p:cNvPr>
              <p:cNvSpPr>
                <a:spLocks noChangeArrowheads="1"/>
              </p:cNvSpPr>
              <p:nvPr/>
            </p:nvSpPr>
            <p:spPr bwMode="auto">
              <a:xfrm>
                <a:off x="3584" y="577"/>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61" name="Group 94">
              <a:extLst>
                <a:ext uri="{FF2B5EF4-FFF2-40B4-BE49-F238E27FC236}">
                  <a16:creationId xmlns:a16="http://schemas.microsoft.com/office/drawing/2014/main" id="{D47F9813-6689-D3F0-A6AE-6401E229318A}"/>
                </a:ext>
              </a:extLst>
            </p:cNvPr>
            <p:cNvGrpSpPr>
              <a:grpSpLocks/>
            </p:cNvGrpSpPr>
            <p:nvPr/>
          </p:nvGrpSpPr>
          <p:grpSpPr bwMode="auto">
            <a:xfrm>
              <a:off x="2436" y="2778"/>
              <a:ext cx="261" cy="267"/>
              <a:chOff x="2184" y="583"/>
              <a:chExt cx="261" cy="267"/>
            </a:xfrm>
          </p:grpSpPr>
          <p:sp>
            <p:nvSpPr>
              <p:cNvPr id="164" name="AutoShape 95">
                <a:extLst>
                  <a:ext uri="{FF2B5EF4-FFF2-40B4-BE49-F238E27FC236}">
                    <a16:creationId xmlns:a16="http://schemas.microsoft.com/office/drawing/2014/main" id="{018760AA-A65C-6C22-F015-B7C22CF804A7}"/>
                  </a:ext>
                </a:extLst>
              </p:cNvPr>
              <p:cNvSpPr>
                <a:spLocks noChangeAspect="1" noChangeArrowheads="1"/>
              </p:cNvSpPr>
              <p:nvPr/>
            </p:nvSpPr>
            <p:spPr bwMode="auto">
              <a:xfrm>
                <a:off x="2264" y="601"/>
                <a:ext cx="107" cy="142"/>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165" name="Group 96">
                <a:extLst>
                  <a:ext uri="{FF2B5EF4-FFF2-40B4-BE49-F238E27FC236}">
                    <a16:creationId xmlns:a16="http://schemas.microsoft.com/office/drawing/2014/main" id="{1A8BF0B9-7B7F-F1CC-CF71-02EFB45B0EF7}"/>
                  </a:ext>
                </a:extLst>
              </p:cNvPr>
              <p:cNvGrpSpPr>
                <a:grpSpLocks/>
              </p:cNvGrpSpPr>
              <p:nvPr/>
            </p:nvGrpSpPr>
            <p:grpSpPr bwMode="auto">
              <a:xfrm>
                <a:off x="2184" y="750"/>
                <a:ext cx="261" cy="100"/>
                <a:chOff x="2190" y="1255"/>
                <a:chExt cx="297" cy="100"/>
              </a:xfrm>
            </p:grpSpPr>
            <p:sp>
              <p:nvSpPr>
                <p:cNvPr id="167" name="Rectangle 97" descr="宽上对角线">
                  <a:extLst>
                    <a:ext uri="{FF2B5EF4-FFF2-40B4-BE49-F238E27FC236}">
                      <a16:creationId xmlns:a16="http://schemas.microsoft.com/office/drawing/2014/main" id="{3E0BD26B-C486-C40D-4447-EFCDE4B5A812}"/>
                    </a:ext>
                  </a:extLst>
                </p:cNvPr>
                <p:cNvSpPr>
                  <a:spLocks noChangeAspect="1" noChangeArrowheads="1"/>
                </p:cNvSpPr>
                <p:nvPr/>
              </p:nvSpPr>
              <p:spPr bwMode="auto">
                <a:xfrm>
                  <a:off x="2196" y="1255"/>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8" name="Line 98">
                  <a:extLst>
                    <a:ext uri="{FF2B5EF4-FFF2-40B4-BE49-F238E27FC236}">
                      <a16:creationId xmlns:a16="http://schemas.microsoft.com/office/drawing/2014/main" id="{A3BE1816-3365-E4E9-AAA7-FA7816E76739}"/>
                    </a:ext>
                  </a:extLst>
                </p:cNvPr>
                <p:cNvSpPr>
                  <a:spLocks noChangeAspect="1" noChangeShapeType="1"/>
                </p:cNvSpPr>
                <p:nvPr/>
              </p:nvSpPr>
              <p:spPr bwMode="auto">
                <a:xfrm>
                  <a:off x="2190" y="1255"/>
                  <a:ext cx="29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66" name="Oval 99">
                <a:extLst>
                  <a:ext uri="{FF2B5EF4-FFF2-40B4-BE49-F238E27FC236}">
                    <a16:creationId xmlns:a16="http://schemas.microsoft.com/office/drawing/2014/main" id="{6A70EFC2-DB9B-8516-3CDA-87DFE391FD94}"/>
                  </a:ext>
                </a:extLst>
              </p:cNvPr>
              <p:cNvSpPr>
                <a:spLocks noChangeArrowheads="1"/>
              </p:cNvSpPr>
              <p:nvPr/>
            </p:nvSpPr>
            <p:spPr bwMode="auto">
              <a:xfrm>
                <a:off x="2291" y="583"/>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sp>
          <p:nvSpPr>
            <p:cNvPr id="162" name="Line 148">
              <a:extLst>
                <a:ext uri="{FF2B5EF4-FFF2-40B4-BE49-F238E27FC236}">
                  <a16:creationId xmlns:a16="http://schemas.microsoft.com/office/drawing/2014/main" id="{64D6AF8C-0137-6F77-2E4C-BAA3021C8D64}"/>
                </a:ext>
              </a:extLst>
            </p:cNvPr>
            <p:cNvSpPr>
              <a:spLocks noChangeShapeType="1"/>
            </p:cNvSpPr>
            <p:nvPr/>
          </p:nvSpPr>
          <p:spPr bwMode="auto">
            <a:xfrm flipH="1">
              <a:off x="2024" y="3279"/>
              <a:ext cx="3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3" name="Line 149">
              <a:extLst>
                <a:ext uri="{FF2B5EF4-FFF2-40B4-BE49-F238E27FC236}">
                  <a16:creationId xmlns:a16="http://schemas.microsoft.com/office/drawing/2014/main" id="{2F3A2D3C-F0E2-E414-387A-6A12BDC88EF9}"/>
                </a:ext>
              </a:extLst>
            </p:cNvPr>
            <p:cNvSpPr>
              <a:spLocks noChangeShapeType="1"/>
            </p:cNvSpPr>
            <p:nvPr/>
          </p:nvSpPr>
          <p:spPr bwMode="auto">
            <a:xfrm flipH="1">
              <a:off x="3650" y="3280"/>
              <a:ext cx="3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Tree>
    <p:extLst>
      <p:ext uri="{BB962C8B-B14F-4D97-AF65-F5344CB8AC3E}">
        <p14:creationId xmlns:p14="http://schemas.microsoft.com/office/powerpoint/2010/main" val="117605587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8" presetClass="entr" presetSubtype="16" fill="hold" nodeType="with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diamond(in)">
                                      <p:cBhvr>
                                        <p:cTn id="11" dur="5000"/>
                                        <p:tgtEl>
                                          <p:spTgt spid="64"/>
                                        </p:tgtEl>
                                      </p:cBhvr>
                                    </p:animEffect>
                                  </p:childTnLst>
                                </p:cTn>
                              </p:par>
                              <p:par>
                                <p:cTn id="12" presetID="19" presetClass="entr" presetSubtype="10" fill="hold" nodeType="withEffect">
                                  <p:stCondLst>
                                    <p:cond delay="0"/>
                                  </p:stCondLst>
                                  <p:childTnLst>
                                    <p:set>
                                      <p:cBhvr>
                                        <p:cTn id="13" dur="1" fill="hold">
                                          <p:stCondLst>
                                            <p:cond delay="0"/>
                                          </p:stCondLst>
                                        </p:cTn>
                                        <p:tgtEl>
                                          <p:spTgt spid="95"/>
                                        </p:tgtEl>
                                        <p:attrNameLst>
                                          <p:attrName>style.visibility</p:attrName>
                                        </p:attrNameLst>
                                      </p:cBhvr>
                                      <p:to>
                                        <p:strVal val="visible"/>
                                      </p:to>
                                    </p:set>
                                    <p:anim calcmode="lin" valueType="num">
                                      <p:cBhvr>
                                        <p:cTn id="14" dur="5000" fill="hold"/>
                                        <p:tgtEl>
                                          <p:spTgt spid="95"/>
                                        </p:tgtEl>
                                        <p:attrNameLst>
                                          <p:attrName>ppt_w</p:attrName>
                                        </p:attrNameLst>
                                      </p:cBhvr>
                                      <p:tavLst>
                                        <p:tav tm="0" fmla="#ppt_w*sin(2.5*pi*$)">
                                          <p:val>
                                            <p:fltVal val="0"/>
                                          </p:val>
                                        </p:tav>
                                        <p:tav tm="100000">
                                          <p:val>
                                            <p:fltVal val="1"/>
                                          </p:val>
                                        </p:tav>
                                      </p:tavLst>
                                    </p:anim>
                                    <p:anim calcmode="lin" valueType="num">
                                      <p:cBhvr>
                                        <p:cTn id="15" dur="5000" fill="hold"/>
                                        <p:tgtEl>
                                          <p:spTgt spid="95"/>
                                        </p:tgtEl>
                                        <p:attrNameLst>
                                          <p:attrName>ppt_h</p:attrName>
                                        </p:attrNameLst>
                                      </p:cBhvr>
                                      <p:tavLst>
                                        <p:tav tm="0">
                                          <p:val>
                                            <p:strVal val="#ppt_h"/>
                                          </p:val>
                                        </p:tav>
                                        <p:tav tm="100000">
                                          <p:val>
                                            <p:strVal val="#ppt_h"/>
                                          </p:val>
                                        </p:tav>
                                      </p:tavLst>
                                    </p:anim>
                                  </p:childTnLst>
                                </p:cTn>
                              </p:par>
                              <p:par>
                                <p:cTn id="16" presetID="16" presetClass="entr" presetSubtype="37" fill="hold" nodeType="withEffect">
                                  <p:stCondLst>
                                    <p:cond delay="3000"/>
                                  </p:stCondLst>
                                  <p:childTnLst>
                                    <p:set>
                                      <p:cBhvr>
                                        <p:cTn id="17" dur="1" fill="hold">
                                          <p:stCondLst>
                                            <p:cond delay="0"/>
                                          </p:stCondLst>
                                        </p:cTn>
                                        <p:tgtEl>
                                          <p:spTgt spid="137"/>
                                        </p:tgtEl>
                                        <p:attrNameLst>
                                          <p:attrName>style.visibility</p:attrName>
                                        </p:attrNameLst>
                                      </p:cBhvr>
                                      <p:to>
                                        <p:strVal val="visible"/>
                                      </p:to>
                                    </p:set>
                                    <p:animEffect transition="in" filter="barn(outVertical)">
                                      <p:cBhvr>
                                        <p:cTn id="18" dur="3000"/>
                                        <p:tgtEl>
                                          <p:spTgt spid="137"/>
                                        </p:tgtEl>
                                      </p:cBhvr>
                                    </p:animEffect>
                                  </p:childTnLst>
                                </p:cTn>
                              </p:par>
                            </p:childTnLst>
                          </p:cTn>
                        </p:par>
                        <p:par>
                          <p:cTn id="19" fill="hold">
                            <p:stCondLst>
                              <p:cond delay="6000"/>
                            </p:stCondLst>
                            <p:childTnLst>
                              <p:par>
                                <p:cTn id="20" presetID="8" presetClass="entr" presetSubtype="16" fill="hold" nodeType="afterEffect">
                                  <p:stCondLst>
                                    <p:cond delay="0"/>
                                  </p:stCondLst>
                                  <p:childTnLst>
                                    <p:set>
                                      <p:cBhvr>
                                        <p:cTn id="21" dur="1" fill="hold">
                                          <p:stCondLst>
                                            <p:cond delay="0"/>
                                          </p:stCondLst>
                                        </p:cTn>
                                        <p:tgtEl>
                                          <p:spTgt spid="144"/>
                                        </p:tgtEl>
                                        <p:attrNameLst>
                                          <p:attrName>style.visibility</p:attrName>
                                        </p:attrNameLst>
                                      </p:cBhvr>
                                      <p:to>
                                        <p:strVal val="visible"/>
                                      </p:to>
                                    </p:set>
                                    <p:animEffect transition="in" filter="diamond(in)">
                                      <p:cBhvr>
                                        <p:cTn id="22" dur="5000"/>
                                        <p:tgtEl>
                                          <p:spTgt spid="144"/>
                                        </p:tgtEl>
                                      </p:cBhvr>
                                    </p:animEffect>
                                  </p:childTnLst>
                                </p:cTn>
                              </p:par>
                            </p:childTnLst>
                          </p:cTn>
                        </p:par>
                        <p:par>
                          <p:cTn id="23" fill="hold">
                            <p:stCondLst>
                              <p:cond delay="11000"/>
                            </p:stCondLst>
                            <p:childTnLst>
                              <p:par>
                                <p:cTn id="24" presetID="16" presetClass="entr" presetSubtype="37" fill="hold" nodeType="afterEffect">
                                  <p:stCondLst>
                                    <p:cond delay="0"/>
                                  </p:stCondLst>
                                  <p:childTnLst>
                                    <p:set>
                                      <p:cBhvr>
                                        <p:cTn id="25" dur="1" fill="hold">
                                          <p:stCondLst>
                                            <p:cond delay="0"/>
                                          </p:stCondLst>
                                        </p:cTn>
                                        <p:tgtEl>
                                          <p:spTgt spid="46"/>
                                        </p:tgtEl>
                                        <p:attrNameLst>
                                          <p:attrName>style.visibility</p:attrName>
                                        </p:attrNameLst>
                                      </p:cBhvr>
                                      <p:to>
                                        <p:strVal val="visible"/>
                                      </p:to>
                                    </p:set>
                                    <p:animEffect transition="in" filter="barn(outVertical)">
                                      <p:cBhvr>
                                        <p:cTn id="26" dur="3000"/>
                                        <p:tgtEl>
                                          <p:spTgt spid="46"/>
                                        </p:tgtEl>
                                      </p:cBhvr>
                                    </p:animEffect>
                                  </p:childTnLst>
                                </p:cTn>
                              </p:par>
                            </p:childTnLst>
                          </p:cTn>
                        </p:par>
                        <p:par>
                          <p:cTn id="27" fill="hold">
                            <p:stCondLst>
                              <p:cond delay="14000"/>
                            </p:stCondLst>
                            <p:childTnLst>
                              <p:par>
                                <p:cTn id="28" presetID="8" presetClass="entr" presetSubtype="16" fill="hold" nodeType="afterEffect">
                                  <p:stCondLst>
                                    <p:cond delay="0"/>
                                  </p:stCondLst>
                                  <p:childTnLst>
                                    <p:set>
                                      <p:cBhvr>
                                        <p:cTn id="29" dur="1" fill="hold">
                                          <p:stCondLst>
                                            <p:cond delay="0"/>
                                          </p:stCondLst>
                                        </p:cTn>
                                        <p:tgtEl>
                                          <p:spTgt spid="103"/>
                                        </p:tgtEl>
                                        <p:attrNameLst>
                                          <p:attrName>style.visibility</p:attrName>
                                        </p:attrNameLst>
                                      </p:cBhvr>
                                      <p:to>
                                        <p:strVal val="visible"/>
                                      </p:to>
                                    </p:set>
                                    <p:animEffect transition="in" filter="diamond(in)">
                                      <p:cBhvr>
                                        <p:cTn id="30" dur="2000"/>
                                        <p:tgtEl>
                                          <p:spTgt spid="103"/>
                                        </p:tgtEl>
                                      </p:cBhvr>
                                    </p:animEffect>
                                  </p:childTnLst>
                                </p:cTn>
                              </p:par>
                            </p:childTnLst>
                          </p:cTn>
                        </p:par>
                        <p:par>
                          <p:cTn id="31" fill="hold">
                            <p:stCondLst>
                              <p:cond delay="16000"/>
                            </p:stCondLst>
                            <p:childTnLst>
                              <p:par>
                                <p:cTn id="32" presetID="8" presetClass="entr" presetSubtype="16" fill="hold" nodeType="afterEffect">
                                  <p:stCondLst>
                                    <p:cond delay="0"/>
                                  </p:stCondLst>
                                  <p:childTnLst>
                                    <p:set>
                                      <p:cBhvr>
                                        <p:cTn id="33" dur="1" fill="hold">
                                          <p:stCondLst>
                                            <p:cond delay="0"/>
                                          </p:stCondLst>
                                        </p:cTn>
                                        <p:tgtEl>
                                          <p:spTgt spid="96"/>
                                        </p:tgtEl>
                                        <p:attrNameLst>
                                          <p:attrName>style.visibility</p:attrName>
                                        </p:attrNameLst>
                                      </p:cBhvr>
                                      <p:to>
                                        <p:strVal val="visible"/>
                                      </p:to>
                                    </p:set>
                                    <p:animEffect transition="in" filter="diamond(in)">
                                      <p:cBhvr>
                                        <p:cTn id="34" dur="2000"/>
                                        <p:tgtEl>
                                          <p:spTgt spid="96"/>
                                        </p:tgtEl>
                                      </p:cBhvr>
                                    </p:animEffect>
                                  </p:childTnLst>
                                </p:cTn>
                              </p:par>
                            </p:childTnLst>
                          </p:cTn>
                        </p:par>
                        <p:par>
                          <p:cTn id="35" fill="hold">
                            <p:stCondLst>
                              <p:cond delay="18000"/>
                            </p:stCondLst>
                            <p:childTnLst>
                              <p:par>
                                <p:cTn id="36" presetID="16" presetClass="entr" presetSubtype="37" fill="hold" nodeType="afterEffect">
                                  <p:stCondLst>
                                    <p:cond delay="0"/>
                                  </p:stCondLst>
                                  <p:childTnLst>
                                    <p:set>
                                      <p:cBhvr>
                                        <p:cTn id="37" dur="1" fill="hold">
                                          <p:stCondLst>
                                            <p:cond delay="0"/>
                                          </p:stCondLst>
                                        </p:cTn>
                                        <p:tgtEl>
                                          <p:spTgt spid="56"/>
                                        </p:tgtEl>
                                        <p:attrNameLst>
                                          <p:attrName>style.visibility</p:attrName>
                                        </p:attrNameLst>
                                      </p:cBhvr>
                                      <p:to>
                                        <p:strVal val="visible"/>
                                      </p:to>
                                    </p:set>
                                    <p:animEffect transition="in" filter="barn(outVertical)">
                                      <p:cBhvr>
                                        <p:cTn id="38" dur="3000"/>
                                        <p:tgtEl>
                                          <p:spTgt spid="56"/>
                                        </p:tgtEl>
                                      </p:cBhvr>
                                    </p:animEffect>
                                  </p:childTnLst>
                                </p:cTn>
                              </p:par>
                              <p:par>
                                <p:cTn id="39" presetID="35" presetClass="entr" presetSubtype="0" fill="hold" grpId="0" nodeType="withEffect">
                                  <p:stCondLst>
                                    <p:cond delay="0"/>
                                  </p:stCondLst>
                                  <p:childTnLst>
                                    <p:set>
                                      <p:cBhvr>
                                        <p:cTn id="40" dur="1" fill="hold">
                                          <p:stCondLst>
                                            <p:cond delay="0"/>
                                          </p:stCondLst>
                                        </p:cTn>
                                        <p:tgtEl>
                                          <p:spTgt spid="143"/>
                                        </p:tgtEl>
                                        <p:attrNameLst>
                                          <p:attrName>style.visibility</p:attrName>
                                        </p:attrNameLst>
                                      </p:cBhvr>
                                      <p:to>
                                        <p:strVal val="visible"/>
                                      </p:to>
                                    </p:set>
                                    <p:animEffect transition="in" filter="fade">
                                      <p:cBhvr>
                                        <p:cTn id="41" dur="2000"/>
                                        <p:tgtEl>
                                          <p:spTgt spid="143"/>
                                        </p:tgtEl>
                                      </p:cBhvr>
                                    </p:animEffect>
                                    <p:anim calcmode="lin" valueType="num">
                                      <p:cBhvr>
                                        <p:cTn id="42" dur="2000" fill="hold"/>
                                        <p:tgtEl>
                                          <p:spTgt spid="143"/>
                                        </p:tgtEl>
                                        <p:attrNameLst>
                                          <p:attrName>style.rotation</p:attrName>
                                        </p:attrNameLst>
                                      </p:cBhvr>
                                      <p:tavLst>
                                        <p:tav tm="0">
                                          <p:val>
                                            <p:fltVal val="720"/>
                                          </p:val>
                                        </p:tav>
                                        <p:tav tm="100000">
                                          <p:val>
                                            <p:fltVal val="0"/>
                                          </p:val>
                                        </p:tav>
                                      </p:tavLst>
                                    </p:anim>
                                    <p:anim calcmode="lin" valueType="num">
                                      <p:cBhvr>
                                        <p:cTn id="43" dur="2000" fill="hold"/>
                                        <p:tgtEl>
                                          <p:spTgt spid="143"/>
                                        </p:tgtEl>
                                        <p:attrNameLst>
                                          <p:attrName>ppt_h</p:attrName>
                                        </p:attrNameLst>
                                      </p:cBhvr>
                                      <p:tavLst>
                                        <p:tav tm="0">
                                          <p:val>
                                            <p:fltVal val="0"/>
                                          </p:val>
                                        </p:tav>
                                        <p:tav tm="100000">
                                          <p:val>
                                            <p:strVal val="#ppt_h"/>
                                          </p:val>
                                        </p:tav>
                                      </p:tavLst>
                                    </p:anim>
                                    <p:anim calcmode="lin" valueType="num">
                                      <p:cBhvr>
                                        <p:cTn id="44" dur="2000" fill="hold"/>
                                        <p:tgtEl>
                                          <p:spTgt spid="143"/>
                                        </p:tgtEl>
                                        <p:attrNameLst>
                                          <p:attrName>ppt_w</p:attrName>
                                        </p:attrNameLst>
                                      </p:cBhvr>
                                      <p:tavLst>
                                        <p:tav tm="0">
                                          <p:val>
                                            <p:fltVal val="0"/>
                                          </p:val>
                                        </p:tav>
                                        <p:tav tm="100000">
                                          <p:val>
                                            <p:strVal val="#ppt_w"/>
                                          </p:val>
                                        </p:tav>
                                      </p:tavLst>
                                    </p:anim>
                                  </p:childTnLst>
                                </p:cTn>
                              </p:par>
                              <p:par>
                                <p:cTn id="45" presetID="35" presetClass="entr" presetSubtype="0" fill="hold" grpId="0" nodeType="withEffect">
                                  <p:stCondLst>
                                    <p:cond delay="0"/>
                                  </p:stCondLst>
                                  <p:childTnLst>
                                    <p:set>
                                      <p:cBhvr>
                                        <p:cTn id="46" dur="1" fill="hold">
                                          <p:stCondLst>
                                            <p:cond delay="0"/>
                                          </p:stCondLst>
                                        </p:cTn>
                                        <p:tgtEl>
                                          <p:spTgt spid="142"/>
                                        </p:tgtEl>
                                        <p:attrNameLst>
                                          <p:attrName>style.visibility</p:attrName>
                                        </p:attrNameLst>
                                      </p:cBhvr>
                                      <p:to>
                                        <p:strVal val="visible"/>
                                      </p:to>
                                    </p:set>
                                    <p:animEffect transition="in" filter="fade">
                                      <p:cBhvr>
                                        <p:cTn id="47" dur="2000"/>
                                        <p:tgtEl>
                                          <p:spTgt spid="142"/>
                                        </p:tgtEl>
                                      </p:cBhvr>
                                    </p:animEffect>
                                    <p:anim calcmode="lin" valueType="num">
                                      <p:cBhvr>
                                        <p:cTn id="48" dur="2000" fill="hold"/>
                                        <p:tgtEl>
                                          <p:spTgt spid="142"/>
                                        </p:tgtEl>
                                        <p:attrNameLst>
                                          <p:attrName>style.rotation</p:attrName>
                                        </p:attrNameLst>
                                      </p:cBhvr>
                                      <p:tavLst>
                                        <p:tav tm="0">
                                          <p:val>
                                            <p:fltVal val="720"/>
                                          </p:val>
                                        </p:tav>
                                        <p:tav tm="100000">
                                          <p:val>
                                            <p:fltVal val="0"/>
                                          </p:val>
                                        </p:tav>
                                      </p:tavLst>
                                    </p:anim>
                                    <p:anim calcmode="lin" valueType="num">
                                      <p:cBhvr>
                                        <p:cTn id="49" dur="2000" fill="hold"/>
                                        <p:tgtEl>
                                          <p:spTgt spid="142"/>
                                        </p:tgtEl>
                                        <p:attrNameLst>
                                          <p:attrName>ppt_h</p:attrName>
                                        </p:attrNameLst>
                                      </p:cBhvr>
                                      <p:tavLst>
                                        <p:tav tm="0">
                                          <p:val>
                                            <p:fltVal val="0"/>
                                          </p:val>
                                        </p:tav>
                                        <p:tav tm="100000">
                                          <p:val>
                                            <p:strVal val="#ppt_h"/>
                                          </p:val>
                                        </p:tav>
                                      </p:tavLst>
                                    </p:anim>
                                    <p:anim calcmode="lin" valueType="num">
                                      <p:cBhvr>
                                        <p:cTn id="50" dur="2000" fill="hold"/>
                                        <p:tgtEl>
                                          <p:spTgt spid="142"/>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2" grpId="0" animBg="1"/>
      <p:bldP spid="142" grpId="0" animBg="1"/>
      <p:bldP spid="14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231103" y="957461"/>
            <a:ext cx="3376245"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选择梁的合理截面 </a:t>
            </a:r>
          </a:p>
        </p:txBody>
      </p:sp>
      <p:sp>
        <p:nvSpPr>
          <p:cNvPr id="8" name="Text Box 1032"/>
          <p:cNvSpPr txBox="1">
            <a:spLocks noChangeArrowheads="1"/>
          </p:cNvSpPr>
          <p:nvPr/>
        </p:nvSpPr>
        <p:spPr bwMode="auto">
          <a:xfrm>
            <a:off x="1019436" y="1556792"/>
            <a:ext cx="10560872" cy="3150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800" i="0" dirty="0">
                <a:latin typeface="+mn-lt"/>
                <a:ea typeface="微软雅黑" panose="020B0503020204020204" pitchFamily="34" charset="-122"/>
              </a:rPr>
              <a:t>梁的抗弯截面系数</a:t>
            </a:r>
            <a:r>
              <a:rPr kumimoji="1" lang="en-US" altLang="zh-CN" sz="2800" b="0" dirty="0" err="1">
                <a:latin typeface="+mn-lt"/>
                <a:ea typeface="微软雅黑" panose="020B0503020204020204" pitchFamily="34" charset="-122"/>
              </a:rPr>
              <a:t>W</a:t>
            </a:r>
            <a:r>
              <a:rPr kumimoji="1" lang="en-US" altLang="zh-CN" sz="2800" b="0" baseline="-25000" dirty="0" err="1">
                <a:latin typeface="+mn-lt"/>
                <a:ea typeface="微软雅黑" panose="020B0503020204020204" pitchFamily="34" charset="-122"/>
              </a:rPr>
              <a:t>z</a:t>
            </a:r>
            <a:r>
              <a:rPr kumimoji="1" lang="zh-CN" altLang="en-US" sz="2800" i="0" dirty="0">
                <a:latin typeface="+mn-lt"/>
                <a:ea typeface="微软雅黑" panose="020B0503020204020204" pitchFamily="34" charset="-122"/>
              </a:rPr>
              <a:t>与截面的面积、形状有关，在满足</a:t>
            </a:r>
            <a:r>
              <a:rPr kumimoji="1" lang="en-US" altLang="zh-CN" sz="2800" b="0" dirty="0" err="1">
                <a:latin typeface="+mn-lt"/>
                <a:ea typeface="微软雅黑" panose="020B0503020204020204" pitchFamily="34" charset="-122"/>
              </a:rPr>
              <a:t>W</a:t>
            </a:r>
            <a:r>
              <a:rPr kumimoji="1" lang="en-US" altLang="zh-CN" sz="2800" b="0" baseline="-25000" dirty="0" err="1">
                <a:latin typeface="+mn-lt"/>
                <a:ea typeface="微软雅黑" panose="020B0503020204020204" pitchFamily="34" charset="-122"/>
              </a:rPr>
              <a:t>z</a:t>
            </a:r>
            <a:r>
              <a:rPr kumimoji="1" lang="en-US" altLang="zh-CN" sz="2800" b="0" i="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的情况下选择适当的截面形状，使其面积减小，可达到节约材料、减轻自重的目的。由于横截面上的正应力和各点到中性轴的距离成正比，靠近中性轴的材料正应力较小，未能充分发挥其潜力，故将靠近中性轴的材料移至界面的边缘，必然使</a:t>
            </a:r>
            <a:r>
              <a:rPr kumimoji="1" lang="en-US" altLang="zh-CN" sz="2800" b="0" dirty="0" err="1">
                <a:latin typeface="+mn-lt"/>
                <a:ea typeface="微软雅黑" panose="020B0503020204020204" pitchFamily="34" charset="-122"/>
              </a:rPr>
              <a:t>W</a:t>
            </a:r>
            <a:r>
              <a:rPr kumimoji="1" lang="en-US" altLang="zh-CN" sz="2800" b="0" baseline="-25000" dirty="0" err="1">
                <a:latin typeface="+mn-lt"/>
                <a:ea typeface="微软雅黑" panose="020B0503020204020204" pitchFamily="34" charset="-122"/>
              </a:rPr>
              <a:t>z</a:t>
            </a:r>
            <a:r>
              <a:rPr kumimoji="1" lang="en-US" altLang="zh-CN" sz="2800" b="0" baseline="-25000" dirty="0">
                <a:latin typeface="+mn-lt"/>
                <a:ea typeface="微软雅黑" panose="020B0503020204020204" pitchFamily="34" charset="-122"/>
              </a:rPr>
              <a:t> </a:t>
            </a:r>
            <a:r>
              <a:rPr kumimoji="1" lang="zh-CN" altLang="en-US" sz="2800" i="0" dirty="0">
                <a:latin typeface="+mn-lt"/>
                <a:ea typeface="微软雅黑" panose="020B0503020204020204" pitchFamily="34" charset="-122"/>
              </a:rPr>
              <a:t>增大。工字钢和槽钢制成的梁的截面较为合理。</a:t>
            </a:r>
            <a:endParaRPr lang="en-US" altLang="zh-CN" sz="2800" i="0" dirty="0">
              <a:latin typeface="+mn-lt"/>
              <a:ea typeface="微软雅黑" panose="020B0503020204020204" pitchFamily="34" charset="-122"/>
            </a:endParaRPr>
          </a:p>
        </p:txBody>
      </p:sp>
    </p:spTree>
    <p:extLst>
      <p:ext uri="{BB962C8B-B14F-4D97-AF65-F5344CB8AC3E}">
        <p14:creationId xmlns:p14="http://schemas.microsoft.com/office/powerpoint/2010/main" val="19747892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53" name="矩形 52"/>
          <p:cNvSpPr/>
          <p:nvPr/>
        </p:nvSpPr>
        <p:spPr>
          <a:xfrm>
            <a:off x="4231103" y="957461"/>
            <a:ext cx="2991525" cy="599331"/>
          </a:xfrm>
          <a:prstGeom prst="rect">
            <a:avLst/>
          </a:prstGeom>
        </p:spPr>
        <p:txBody>
          <a:bodyPr wrap="none">
            <a:spAutoFit/>
          </a:bodyPr>
          <a:lstStyle/>
          <a:p>
            <a:pPr>
              <a:lnSpc>
                <a:spcPct val="120000"/>
              </a:lnSpc>
            </a:pPr>
            <a:r>
              <a:rPr lang="zh-CN" altLang="en-US" sz="3000" i="0" dirty="0">
                <a:solidFill>
                  <a:srgbClr val="4F81BD"/>
                </a:solidFill>
                <a:latin typeface="微软雅黑" panose="020B0503020204020204" pitchFamily="34" charset="-122"/>
                <a:ea typeface="微软雅黑" panose="020B0503020204020204" pitchFamily="34" charset="-122"/>
              </a:rPr>
              <a:t>合理地布置载荷 </a:t>
            </a:r>
          </a:p>
        </p:txBody>
      </p:sp>
      <p:sp>
        <p:nvSpPr>
          <p:cNvPr id="8" name="Text Box 1032"/>
          <p:cNvSpPr txBox="1">
            <a:spLocks noChangeArrowheads="1"/>
          </p:cNvSpPr>
          <p:nvPr/>
        </p:nvSpPr>
        <p:spPr bwMode="auto">
          <a:xfrm>
            <a:off x="335360" y="1556792"/>
            <a:ext cx="11665296" cy="1971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just">
              <a:lnSpc>
                <a:spcPct val="120000"/>
              </a:lnSpc>
            </a:pPr>
            <a:r>
              <a:rPr kumimoji="1" lang="zh-CN" altLang="en-US" sz="2600" i="0" dirty="0">
                <a:latin typeface="+mn-lt"/>
                <a:ea typeface="微软雅黑" panose="020B0503020204020204" pitchFamily="34" charset="-122"/>
              </a:rPr>
              <a:t>当载荷已确定时，合理地布置载荷可以减小梁上的最大弯矩，提高梁的承载能力。例如，图示桥梁可简化成一简支梁，其额定最大承载能力系指载荷在桥中间时的最大值，超出额定载荷的物体要过桥时，采用长平板车将集中载荷分为几个载荷，就能安全过桥。吊车采用副梁可以吊起更重的物体也是这个道理。</a:t>
            </a:r>
            <a:endParaRPr kumimoji="1" lang="en-US" altLang="zh-CN" sz="2600" i="0" dirty="0">
              <a:latin typeface="+mn-lt"/>
              <a:ea typeface="微软雅黑" panose="020B0503020204020204" pitchFamily="34" charset="-122"/>
            </a:endParaRPr>
          </a:p>
        </p:txBody>
      </p:sp>
      <p:sp>
        <p:nvSpPr>
          <p:cNvPr id="2" name="Rectangle 61">
            <a:extLst>
              <a:ext uri="{FF2B5EF4-FFF2-40B4-BE49-F238E27FC236}">
                <a16:creationId xmlns:a16="http://schemas.microsoft.com/office/drawing/2014/main" id="{19DB921F-BAD2-893B-1660-1630D4787323}"/>
              </a:ext>
            </a:extLst>
          </p:cNvPr>
          <p:cNvSpPr>
            <a:spLocks noChangeArrowheads="1"/>
          </p:cNvSpPr>
          <p:nvPr/>
        </p:nvSpPr>
        <p:spPr bwMode="auto">
          <a:xfrm>
            <a:off x="1235460" y="3566978"/>
            <a:ext cx="10135127" cy="2721557"/>
          </a:xfrm>
          <a:prstGeom prst="rect">
            <a:avLst/>
          </a:prstGeom>
          <a:solidFill>
            <a:srgbClr val="B9CDE5"/>
          </a:solidFill>
          <a:ln>
            <a:noFill/>
          </a:ln>
          <a:effectLst/>
        </p:spPr>
        <p:txBody>
          <a:bodyPr wrap="none" anchor="ctr"/>
          <a:lstStyle/>
          <a:p>
            <a:endParaRPr lang="zh-CN" altLang="en-US"/>
          </a:p>
        </p:txBody>
      </p:sp>
      <p:grpSp>
        <p:nvGrpSpPr>
          <p:cNvPr id="119" name="Group 8">
            <a:extLst>
              <a:ext uri="{FF2B5EF4-FFF2-40B4-BE49-F238E27FC236}">
                <a16:creationId xmlns:a16="http://schemas.microsoft.com/office/drawing/2014/main" id="{107E318D-74AC-EE1E-B65B-F4876FF3ABFA}"/>
              </a:ext>
            </a:extLst>
          </p:cNvPr>
          <p:cNvGrpSpPr>
            <a:grpSpLocks/>
          </p:cNvGrpSpPr>
          <p:nvPr/>
        </p:nvGrpSpPr>
        <p:grpSpPr bwMode="auto">
          <a:xfrm flipV="1">
            <a:off x="2308091" y="5230679"/>
            <a:ext cx="2074862" cy="968375"/>
            <a:chOff x="201" y="1892"/>
            <a:chExt cx="1307" cy="610"/>
          </a:xfrm>
        </p:grpSpPr>
        <p:sp>
          <p:nvSpPr>
            <p:cNvPr id="120" name="Line 9">
              <a:extLst>
                <a:ext uri="{FF2B5EF4-FFF2-40B4-BE49-F238E27FC236}">
                  <a16:creationId xmlns:a16="http://schemas.microsoft.com/office/drawing/2014/main" id="{080673DF-327C-9EDE-9DFE-76CF646B9EB5}"/>
                </a:ext>
              </a:extLst>
            </p:cNvPr>
            <p:cNvSpPr>
              <a:spLocks noChangeAspect="1" noChangeShapeType="1"/>
            </p:cNvSpPr>
            <p:nvPr/>
          </p:nvSpPr>
          <p:spPr bwMode="auto">
            <a:xfrm>
              <a:off x="201" y="1892"/>
              <a:ext cx="13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1" name="AutoShape 10" descr="浅色竖线">
              <a:extLst>
                <a:ext uri="{FF2B5EF4-FFF2-40B4-BE49-F238E27FC236}">
                  <a16:creationId xmlns:a16="http://schemas.microsoft.com/office/drawing/2014/main" id="{24BB825F-2EBA-569F-1970-0A3C80E3F9F3}"/>
                </a:ext>
              </a:extLst>
            </p:cNvPr>
            <p:cNvSpPr>
              <a:spLocks noChangeAspect="1" noChangeArrowheads="1"/>
            </p:cNvSpPr>
            <p:nvPr/>
          </p:nvSpPr>
          <p:spPr bwMode="auto">
            <a:xfrm flipV="1">
              <a:off x="202" y="1892"/>
              <a:ext cx="1306" cy="342"/>
            </a:xfrm>
            <a:prstGeom prst="triangle">
              <a:avLst>
                <a:gd name="adj" fmla="val 50000"/>
              </a:avLst>
            </a:prstGeom>
            <a:pattFill prst="ltVert">
              <a:fgClr>
                <a:srgbClr val="000000"/>
              </a:fgClr>
              <a:bgClr>
                <a:srgbClr val="BDFFDE"/>
              </a:bgClr>
            </a:pattFill>
            <a:ln w="952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2" name="Text Box 11">
              <a:extLst>
                <a:ext uri="{FF2B5EF4-FFF2-40B4-BE49-F238E27FC236}">
                  <a16:creationId xmlns:a16="http://schemas.microsoft.com/office/drawing/2014/main" id="{8A97A083-8A7C-61E2-BF05-4B0C9AA17878}"/>
                </a:ext>
              </a:extLst>
            </p:cNvPr>
            <p:cNvSpPr txBox="1">
              <a:spLocks noChangeAspect="1" noChangeArrowheads="1"/>
            </p:cNvSpPr>
            <p:nvPr/>
          </p:nvSpPr>
          <p:spPr bwMode="auto">
            <a:xfrm flipV="1">
              <a:off x="613" y="2147"/>
              <a:ext cx="511"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err="1">
                  <a:solidFill>
                    <a:srgbClr val="000000"/>
                  </a:solidFill>
                  <a:latin typeface="+mj-lt"/>
                  <a:ea typeface="宋体" panose="02010600030101010101" pitchFamily="2" charset="-122"/>
                </a:rPr>
                <a:t>ql</a:t>
              </a:r>
              <a:r>
                <a:rPr kumimoji="1" lang="en-US" altLang="zh-CN" sz="2400" b="0" i="0" u="none" strike="noStrike" kern="0" cap="none" spc="0" normalizeH="0" baseline="30000" noProof="0" dirty="0">
                  <a:ln>
                    <a:noFill/>
                  </a:ln>
                  <a:solidFill>
                    <a:srgbClr val="000000"/>
                  </a:solidFill>
                  <a:effectLst/>
                  <a:uLnTx/>
                  <a:uFillTx/>
                  <a:latin typeface="" pitchFamily="18" charset="-52"/>
                  <a:ea typeface="宋体" panose="02010600030101010101" pitchFamily="2" charset="-122"/>
                </a:rPr>
                <a:t>2</a:t>
              </a:r>
              <a:r>
                <a:rPr lang="en-US" altLang="zh-CN" b="0" i="0" kern="0" dirty="0">
                  <a:solidFill>
                    <a:srgbClr val="000000"/>
                  </a:solidFill>
                  <a:latin typeface="+mn-lt"/>
                  <a:ea typeface="宋体" panose="02010600030101010101" pitchFamily="2" charset="-122"/>
                </a:rPr>
                <a:t>/4</a:t>
              </a:r>
            </a:p>
          </p:txBody>
        </p:sp>
        <p:sp>
          <p:nvSpPr>
            <p:cNvPr id="123" name="Oval 12">
              <a:extLst>
                <a:ext uri="{FF2B5EF4-FFF2-40B4-BE49-F238E27FC236}">
                  <a16:creationId xmlns:a16="http://schemas.microsoft.com/office/drawing/2014/main" id="{6ABF8315-4EAA-22FA-A571-00229D0E2F8D}"/>
                </a:ext>
              </a:extLst>
            </p:cNvPr>
            <p:cNvSpPr>
              <a:spLocks noChangeAspect="1" noChangeArrowheads="1"/>
            </p:cNvSpPr>
            <p:nvPr/>
          </p:nvSpPr>
          <p:spPr bwMode="auto">
            <a:xfrm>
              <a:off x="798" y="1977"/>
              <a:ext cx="127" cy="128"/>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24" name="Text Box 13">
              <a:extLst>
                <a:ext uri="{FF2B5EF4-FFF2-40B4-BE49-F238E27FC236}">
                  <a16:creationId xmlns:a16="http://schemas.microsoft.com/office/drawing/2014/main" id="{CBE555B1-581F-BE94-005F-53C565094EDF}"/>
                </a:ext>
              </a:extLst>
            </p:cNvPr>
            <p:cNvSpPr txBox="1">
              <a:spLocks noChangeAspect="1" noChangeArrowheads="1"/>
            </p:cNvSpPr>
            <p:nvPr/>
          </p:nvSpPr>
          <p:spPr bwMode="auto">
            <a:xfrm>
              <a:off x="766" y="1918"/>
              <a:ext cx="27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grpSp>
        <p:nvGrpSpPr>
          <p:cNvPr id="125" name="Group 14">
            <a:extLst>
              <a:ext uri="{FF2B5EF4-FFF2-40B4-BE49-F238E27FC236}">
                <a16:creationId xmlns:a16="http://schemas.microsoft.com/office/drawing/2014/main" id="{B94BB814-6D2B-A18E-6453-F3E61F36480C}"/>
              </a:ext>
            </a:extLst>
          </p:cNvPr>
          <p:cNvGrpSpPr>
            <a:grpSpLocks/>
          </p:cNvGrpSpPr>
          <p:nvPr/>
        </p:nvGrpSpPr>
        <p:grpSpPr bwMode="auto">
          <a:xfrm flipV="1">
            <a:off x="5437053" y="5373553"/>
            <a:ext cx="2074863" cy="850900"/>
            <a:chOff x="4238" y="1898"/>
            <a:chExt cx="1307" cy="536"/>
          </a:xfrm>
        </p:grpSpPr>
        <p:sp>
          <p:nvSpPr>
            <p:cNvPr id="126" name="Line 15">
              <a:extLst>
                <a:ext uri="{FF2B5EF4-FFF2-40B4-BE49-F238E27FC236}">
                  <a16:creationId xmlns:a16="http://schemas.microsoft.com/office/drawing/2014/main" id="{9E1C54AA-6022-7A21-A26D-538227967573}"/>
                </a:ext>
              </a:extLst>
            </p:cNvPr>
            <p:cNvSpPr>
              <a:spLocks noChangeAspect="1" noChangeShapeType="1"/>
            </p:cNvSpPr>
            <p:nvPr/>
          </p:nvSpPr>
          <p:spPr bwMode="auto">
            <a:xfrm>
              <a:off x="4239" y="1920"/>
              <a:ext cx="13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7" name="AutoShape 16" descr="浅色竖线">
              <a:extLst>
                <a:ext uri="{FF2B5EF4-FFF2-40B4-BE49-F238E27FC236}">
                  <a16:creationId xmlns:a16="http://schemas.microsoft.com/office/drawing/2014/main" id="{26875B5F-0CF0-7F18-AF67-AA478A411C79}"/>
                </a:ext>
              </a:extLst>
            </p:cNvPr>
            <p:cNvSpPr>
              <a:spLocks noChangeAspect="1" noChangeArrowheads="1"/>
            </p:cNvSpPr>
            <p:nvPr/>
          </p:nvSpPr>
          <p:spPr bwMode="auto">
            <a:xfrm>
              <a:off x="4238" y="1920"/>
              <a:ext cx="1301" cy="185"/>
            </a:xfrm>
            <a:custGeom>
              <a:avLst/>
              <a:gdLst>
                <a:gd name="T0" fmla="*/ 68 w 21600"/>
                <a:gd name="T1" fmla="*/ 1 h 21600"/>
                <a:gd name="T2" fmla="*/ 39 w 21600"/>
                <a:gd name="T3" fmla="*/ 2 h 21600"/>
                <a:gd name="T4" fmla="*/ 10 w 21600"/>
                <a:gd name="T5" fmla="*/ 1 h 21600"/>
                <a:gd name="T6" fmla="*/ 39 w 21600"/>
                <a:gd name="T7" fmla="*/ 0 h 21600"/>
                <a:gd name="T8" fmla="*/ 0 60000 65536"/>
                <a:gd name="T9" fmla="*/ 0 60000 65536"/>
                <a:gd name="T10" fmla="*/ 0 60000 65536"/>
                <a:gd name="T11" fmla="*/ 0 60000 65536"/>
                <a:gd name="T12" fmla="*/ 4682 w 21600"/>
                <a:gd name="T13" fmla="*/ 4670 h 21600"/>
                <a:gd name="T14" fmla="*/ 16918 w 21600"/>
                <a:gd name="T15" fmla="*/ 16930 h 21600"/>
              </a:gdLst>
              <a:ahLst/>
              <a:cxnLst>
                <a:cxn ang="T8">
                  <a:pos x="T0" y="T1"/>
                </a:cxn>
                <a:cxn ang="T9">
                  <a:pos x="T2" y="T3"/>
                </a:cxn>
                <a:cxn ang="T10">
                  <a:pos x="T4" y="T5"/>
                </a:cxn>
                <a:cxn ang="T11">
                  <a:pos x="T6" y="T7"/>
                </a:cxn>
              </a:cxnLst>
              <a:rect l="T12" t="T13" r="T14" b="T15"/>
              <a:pathLst>
                <a:path w="21600" h="21600">
                  <a:moveTo>
                    <a:pt x="0" y="0"/>
                  </a:moveTo>
                  <a:lnTo>
                    <a:pt x="5748" y="21600"/>
                  </a:lnTo>
                  <a:lnTo>
                    <a:pt x="15852" y="21600"/>
                  </a:lnTo>
                  <a:lnTo>
                    <a:pt x="21600" y="0"/>
                  </a:lnTo>
                  <a:close/>
                </a:path>
              </a:pathLst>
            </a:custGeom>
            <a:pattFill prst="ltVert">
              <a:fgClr>
                <a:srgbClr val="000000"/>
              </a:fgClr>
              <a:bgClr>
                <a:srgbClr val="BDFFDE"/>
              </a:bgClr>
            </a:pattFill>
            <a:ln w="9525">
              <a:solidFill>
                <a:srgbClr val="000000"/>
              </a:solidFill>
              <a:miter lim="800000"/>
              <a:headEnd/>
              <a:tailE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28" name="Text Box 17">
              <a:extLst>
                <a:ext uri="{FF2B5EF4-FFF2-40B4-BE49-F238E27FC236}">
                  <a16:creationId xmlns:a16="http://schemas.microsoft.com/office/drawing/2014/main" id="{C090A0FB-D4E7-9DEB-0FE9-47C8B414267A}"/>
                </a:ext>
              </a:extLst>
            </p:cNvPr>
            <p:cNvSpPr txBox="1">
              <a:spLocks noChangeAspect="1" noChangeArrowheads="1"/>
            </p:cNvSpPr>
            <p:nvPr/>
          </p:nvSpPr>
          <p:spPr bwMode="auto">
            <a:xfrm flipV="1">
              <a:off x="4645" y="2078"/>
              <a:ext cx="511"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err="1">
                  <a:solidFill>
                    <a:srgbClr val="000000"/>
                  </a:solidFill>
                  <a:latin typeface="+mj-lt"/>
                  <a:ea typeface="宋体" panose="02010600030101010101" pitchFamily="2" charset="-122"/>
                </a:rPr>
                <a:t>ql</a:t>
              </a:r>
              <a:r>
                <a:rPr kumimoji="1" lang="en-US" altLang="zh-CN" sz="2400" b="0" i="0" u="none" strike="noStrike" kern="0" cap="none" spc="0" normalizeH="0" baseline="30000" noProof="0" dirty="0">
                  <a:ln>
                    <a:noFill/>
                  </a:ln>
                  <a:solidFill>
                    <a:srgbClr val="000000"/>
                  </a:solidFill>
                  <a:effectLst/>
                  <a:uLnTx/>
                  <a:uFillTx/>
                  <a:latin typeface="" pitchFamily="18" charset="-52"/>
                  <a:ea typeface="宋体" panose="02010600030101010101" pitchFamily="2" charset="-122"/>
                </a:rPr>
                <a:t>2</a:t>
              </a:r>
              <a:r>
                <a:rPr lang="en-US" altLang="zh-CN" b="0" i="0" kern="0" dirty="0">
                  <a:solidFill>
                    <a:srgbClr val="000000"/>
                  </a:solidFill>
                  <a:latin typeface="+mn-lt"/>
                  <a:ea typeface="宋体" panose="02010600030101010101" pitchFamily="2" charset="-122"/>
                </a:rPr>
                <a:t>/8</a:t>
              </a:r>
            </a:p>
          </p:txBody>
        </p:sp>
        <p:sp>
          <p:nvSpPr>
            <p:cNvPr id="129" name="Oval 18">
              <a:extLst>
                <a:ext uri="{FF2B5EF4-FFF2-40B4-BE49-F238E27FC236}">
                  <a16:creationId xmlns:a16="http://schemas.microsoft.com/office/drawing/2014/main" id="{3E29C2EA-0661-8A8E-AB6C-EEB16D7F85AA}"/>
                </a:ext>
              </a:extLst>
            </p:cNvPr>
            <p:cNvSpPr>
              <a:spLocks noChangeAspect="1" noChangeArrowheads="1"/>
            </p:cNvSpPr>
            <p:nvPr/>
          </p:nvSpPr>
          <p:spPr bwMode="auto">
            <a:xfrm>
              <a:off x="4837" y="1957"/>
              <a:ext cx="127" cy="129"/>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0" name="Text Box 19">
              <a:extLst>
                <a:ext uri="{FF2B5EF4-FFF2-40B4-BE49-F238E27FC236}">
                  <a16:creationId xmlns:a16="http://schemas.microsoft.com/office/drawing/2014/main" id="{CFF3913C-0F48-A509-C5AC-8C5831BEDC26}"/>
                </a:ext>
              </a:extLst>
            </p:cNvPr>
            <p:cNvSpPr txBox="1">
              <a:spLocks noChangeAspect="1" noChangeArrowheads="1"/>
            </p:cNvSpPr>
            <p:nvPr/>
          </p:nvSpPr>
          <p:spPr bwMode="auto">
            <a:xfrm>
              <a:off x="4804" y="1898"/>
              <a:ext cx="278"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grpSp>
      <p:grpSp>
        <p:nvGrpSpPr>
          <p:cNvPr id="131" name="Group 20">
            <a:extLst>
              <a:ext uri="{FF2B5EF4-FFF2-40B4-BE49-F238E27FC236}">
                <a16:creationId xmlns:a16="http://schemas.microsoft.com/office/drawing/2014/main" id="{52045863-279D-CDF0-86D8-CD6CBD95062E}"/>
              </a:ext>
            </a:extLst>
          </p:cNvPr>
          <p:cNvGrpSpPr>
            <a:grpSpLocks/>
          </p:cNvGrpSpPr>
          <p:nvPr/>
        </p:nvGrpSpPr>
        <p:grpSpPr bwMode="auto">
          <a:xfrm flipV="1">
            <a:off x="8218353" y="5303702"/>
            <a:ext cx="2076450" cy="1939779"/>
            <a:chOff x="2332" y="1238"/>
            <a:chExt cx="1308" cy="1204"/>
          </a:xfrm>
        </p:grpSpPr>
        <p:sp>
          <p:nvSpPr>
            <p:cNvPr id="132" name="Freeform 21" descr="浅色竖线">
              <a:extLst>
                <a:ext uri="{FF2B5EF4-FFF2-40B4-BE49-F238E27FC236}">
                  <a16:creationId xmlns:a16="http://schemas.microsoft.com/office/drawing/2014/main" id="{2E596A7B-37AF-DE8A-88DE-74E43F1F2EF9}"/>
                </a:ext>
              </a:extLst>
            </p:cNvPr>
            <p:cNvSpPr>
              <a:spLocks/>
            </p:cNvSpPr>
            <p:nvPr/>
          </p:nvSpPr>
          <p:spPr bwMode="auto">
            <a:xfrm>
              <a:off x="2332" y="1916"/>
              <a:ext cx="1308" cy="208"/>
            </a:xfrm>
            <a:custGeom>
              <a:avLst/>
              <a:gdLst>
                <a:gd name="T0" fmla="*/ 0 w 1308"/>
                <a:gd name="T1" fmla="*/ 0 h 208"/>
                <a:gd name="T2" fmla="*/ 248 w 1308"/>
                <a:gd name="T3" fmla="*/ 132 h 208"/>
                <a:gd name="T4" fmla="*/ 300 w 1308"/>
                <a:gd name="T5" fmla="*/ 152 h 208"/>
                <a:gd name="T6" fmla="*/ 412 w 1308"/>
                <a:gd name="T7" fmla="*/ 180 h 208"/>
                <a:gd name="T8" fmla="*/ 536 w 1308"/>
                <a:gd name="T9" fmla="*/ 200 h 208"/>
                <a:gd name="T10" fmla="*/ 808 w 1308"/>
                <a:gd name="T11" fmla="*/ 196 h 208"/>
                <a:gd name="T12" fmla="*/ 896 w 1308"/>
                <a:gd name="T13" fmla="*/ 180 h 208"/>
                <a:gd name="T14" fmla="*/ 1032 w 1308"/>
                <a:gd name="T15" fmla="*/ 136 h 208"/>
                <a:gd name="T16" fmla="*/ 1144 w 1308"/>
                <a:gd name="T17" fmla="*/ 92 h 208"/>
                <a:gd name="T18" fmla="*/ 1196 w 1308"/>
                <a:gd name="T19" fmla="*/ 72 h 208"/>
                <a:gd name="T20" fmla="*/ 1252 w 1308"/>
                <a:gd name="T21" fmla="*/ 44 h 208"/>
                <a:gd name="T22" fmla="*/ 1280 w 1308"/>
                <a:gd name="T23" fmla="*/ 24 h 208"/>
                <a:gd name="T24" fmla="*/ 1308 w 1308"/>
                <a:gd name="T25" fmla="*/ 0 h 208"/>
                <a:gd name="T26" fmla="*/ 0 w 1308"/>
                <a:gd name="T27" fmla="*/ 0 h 20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08"/>
                <a:gd name="T43" fmla="*/ 0 h 208"/>
                <a:gd name="T44" fmla="*/ 1308 w 1308"/>
                <a:gd name="T45" fmla="*/ 208 h 20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08" h="208">
                  <a:moveTo>
                    <a:pt x="0" y="0"/>
                  </a:moveTo>
                  <a:cubicBezTo>
                    <a:pt x="79" y="53"/>
                    <a:pt x="158" y="102"/>
                    <a:pt x="248" y="132"/>
                  </a:cubicBezTo>
                  <a:cubicBezTo>
                    <a:pt x="265" y="138"/>
                    <a:pt x="283" y="145"/>
                    <a:pt x="300" y="152"/>
                  </a:cubicBezTo>
                  <a:cubicBezTo>
                    <a:pt x="334" y="167"/>
                    <a:pt x="375" y="176"/>
                    <a:pt x="412" y="180"/>
                  </a:cubicBezTo>
                  <a:cubicBezTo>
                    <a:pt x="451" y="193"/>
                    <a:pt x="495" y="193"/>
                    <a:pt x="536" y="200"/>
                  </a:cubicBezTo>
                  <a:cubicBezTo>
                    <a:pt x="632" y="208"/>
                    <a:pt x="716" y="204"/>
                    <a:pt x="808" y="196"/>
                  </a:cubicBezTo>
                  <a:cubicBezTo>
                    <a:pt x="836" y="187"/>
                    <a:pt x="867" y="189"/>
                    <a:pt x="896" y="180"/>
                  </a:cubicBezTo>
                  <a:cubicBezTo>
                    <a:pt x="942" y="166"/>
                    <a:pt x="983" y="143"/>
                    <a:pt x="1032" y="136"/>
                  </a:cubicBezTo>
                  <a:cubicBezTo>
                    <a:pt x="1061" y="126"/>
                    <a:pt x="1121" y="108"/>
                    <a:pt x="1144" y="92"/>
                  </a:cubicBezTo>
                  <a:cubicBezTo>
                    <a:pt x="1158" y="82"/>
                    <a:pt x="1180" y="79"/>
                    <a:pt x="1196" y="72"/>
                  </a:cubicBezTo>
                  <a:cubicBezTo>
                    <a:pt x="1218" y="62"/>
                    <a:pt x="1231" y="58"/>
                    <a:pt x="1252" y="44"/>
                  </a:cubicBezTo>
                  <a:cubicBezTo>
                    <a:pt x="1269" y="35"/>
                    <a:pt x="1270" y="32"/>
                    <a:pt x="1280" y="24"/>
                  </a:cubicBezTo>
                  <a:cubicBezTo>
                    <a:pt x="1287" y="17"/>
                    <a:pt x="1288" y="16"/>
                    <a:pt x="1308" y="0"/>
                  </a:cubicBezTo>
                  <a:cubicBezTo>
                    <a:pt x="654" y="0"/>
                    <a:pt x="0" y="0"/>
                    <a:pt x="0" y="0"/>
                  </a:cubicBezTo>
                  <a:close/>
                </a:path>
              </a:pathLst>
            </a:custGeom>
            <a:pattFill prst="ltVert">
              <a:fgClr>
                <a:srgbClr val="000000"/>
              </a:fgClr>
              <a:bgClr>
                <a:srgbClr val="BDFFDE"/>
              </a:bgClr>
            </a:patt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3" name="Line 22">
              <a:extLst>
                <a:ext uri="{FF2B5EF4-FFF2-40B4-BE49-F238E27FC236}">
                  <a16:creationId xmlns:a16="http://schemas.microsoft.com/office/drawing/2014/main" id="{27593CD3-D2ED-29E0-EE50-A4238890D49A}"/>
                </a:ext>
              </a:extLst>
            </p:cNvPr>
            <p:cNvSpPr>
              <a:spLocks noChangeAspect="1" noChangeShapeType="1"/>
            </p:cNvSpPr>
            <p:nvPr/>
          </p:nvSpPr>
          <p:spPr bwMode="auto">
            <a:xfrm>
              <a:off x="2332" y="1920"/>
              <a:ext cx="1306"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34" name="Text Box 23">
              <a:extLst>
                <a:ext uri="{FF2B5EF4-FFF2-40B4-BE49-F238E27FC236}">
                  <a16:creationId xmlns:a16="http://schemas.microsoft.com/office/drawing/2014/main" id="{BC4C0AAE-8054-7AFE-3D44-138C2686A0A8}"/>
                </a:ext>
              </a:extLst>
            </p:cNvPr>
            <p:cNvSpPr txBox="1">
              <a:spLocks noChangeAspect="1" noChangeArrowheads="1"/>
            </p:cNvSpPr>
            <p:nvPr/>
          </p:nvSpPr>
          <p:spPr bwMode="auto">
            <a:xfrm flipV="1">
              <a:off x="2744" y="2116"/>
              <a:ext cx="51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err="1">
                  <a:solidFill>
                    <a:srgbClr val="000000"/>
                  </a:solidFill>
                  <a:latin typeface="+mn-lt"/>
                  <a:ea typeface="宋体" panose="02010600030101010101" pitchFamily="2" charset="-122"/>
                </a:rPr>
                <a:t>ql</a:t>
              </a:r>
              <a:r>
                <a:rPr kumimoji="1" lang="en-US" altLang="zh-CN" sz="2400" b="0" i="0" u="none" strike="noStrike" kern="0" cap="none" spc="0" normalizeH="0" baseline="30000" noProof="0" dirty="0">
                  <a:ln>
                    <a:noFill/>
                  </a:ln>
                  <a:solidFill>
                    <a:srgbClr val="000000"/>
                  </a:solidFill>
                  <a:effectLst/>
                  <a:uLnTx/>
                  <a:uFillTx/>
                  <a:latin typeface="" pitchFamily="18" charset="-52"/>
                  <a:ea typeface="宋体" panose="02010600030101010101" pitchFamily="2" charset="-122"/>
                </a:rPr>
                <a:t>2</a:t>
              </a:r>
              <a:r>
                <a:rPr lang="en-US" altLang="zh-CN" b="0" i="0" kern="0" dirty="0">
                  <a:solidFill>
                    <a:srgbClr val="000000"/>
                  </a:solidFill>
                  <a:latin typeface="+mn-lt"/>
                  <a:ea typeface="宋体" panose="02010600030101010101" pitchFamily="2" charset="-122"/>
                </a:rPr>
                <a:t>/8</a:t>
              </a:r>
            </a:p>
          </p:txBody>
        </p:sp>
        <p:sp>
          <p:nvSpPr>
            <p:cNvPr id="135" name="Oval 24">
              <a:extLst>
                <a:ext uri="{FF2B5EF4-FFF2-40B4-BE49-F238E27FC236}">
                  <a16:creationId xmlns:a16="http://schemas.microsoft.com/office/drawing/2014/main" id="{7B72B94C-179F-21DF-13AE-7EACDC9BEF85}"/>
                </a:ext>
              </a:extLst>
            </p:cNvPr>
            <p:cNvSpPr>
              <a:spLocks noChangeAspect="1" noChangeArrowheads="1"/>
            </p:cNvSpPr>
            <p:nvPr/>
          </p:nvSpPr>
          <p:spPr bwMode="auto">
            <a:xfrm>
              <a:off x="2921" y="1957"/>
              <a:ext cx="127" cy="128"/>
            </a:xfrm>
            <a:prstGeom prst="ellipse">
              <a:avLst/>
            </a:prstGeom>
            <a:solidFill>
              <a:srgbClr val="0000FF"/>
            </a:solidFill>
            <a:ln w="9525">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36" name="Text Box 25">
              <a:extLst>
                <a:ext uri="{FF2B5EF4-FFF2-40B4-BE49-F238E27FC236}">
                  <a16:creationId xmlns:a16="http://schemas.microsoft.com/office/drawing/2014/main" id="{A4ED53E9-B4E6-3ECE-FF95-E46E59DB6096}"/>
                </a:ext>
              </a:extLst>
            </p:cNvPr>
            <p:cNvSpPr txBox="1">
              <a:spLocks noChangeAspect="1" noChangeArrowheads="1"/>
            </p:cNvSpPr>
            <p:nvPr/>
          </p:nvSpPr>
          <p:spPr bwMode="auto">
            <a:xfrm>
              <a:off x="2889" y="1898"/>
              <a:ext cx="27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1" lang="en-US" altLang="zh-CN" sz="2000" b="0" i="0" u="none" strike="noStrike" kern="0" cap="none" spc="0" normalizeH="0" baseline="0" noProof="0">
                  <a:ln>
                    <a:noFill/>
                  </a:ln>
                  <a:solidFill>
                    <a:srgbClr val="FFFFFF"/>
                  </a:solidFill>
                  <a:effectLst/>
                  <a:uLnTx/>
                  <a:uFillTx/>
                  <a:latin typeface="" pitchFamily="18" charset="-52"/>
                  <a:ea typeface="宋体" panose="02010600030101010101" pitchFamily="2" charset="-122"/>
                </a:rPr>
                <a:t>+</a:t>
              </a:r>
            </a:p>
          </p:txBody>
        </p:sp>
        <p:sp>
          <p:nvSpPr>
            <p:cNvPr id="137" name="Arc 26">
              <a:extLst>
                <a:ext uri="{FF2B5EF4-FFF2-40B4-BE49-F238E27FC236}">
                  <a16:creationId xmlns:a16="http://schemas.microsoft.com/office/drawing/2014/main" id="{B6A2035D-59D9-5145-02FC-CD25C1278AB7}"/>
                </a:ext>
              </a:extLst>
            </p:cNvPr>
            <p:cNvSpPr>
              <a:spLocks noChangeAspect="1"/>
            </p:cNvSpPr>
            <p:nvPr/>
          </p:nvSpPr>
          <p:spPr bwMode="auto">
            <a:xfrm rot="8289063">
              <a:off x="2404" y="1238"/>
              <a:ext cx="1181" cy="1076"/>
            </a:xfrm>
            <a:custGeom>
              <a:avLst/>
              <a:gdLst>
                <a:gd name="T0" fmla="*/ 12 w 21278"/>
                <a:gd name="T1" fmla="*/ 0 h 21273"/>
                <a:gd name="T2" fmla="*/ 66 w 21278"/>
                <a:gd name="T3" fmla="*/ 45 h 21273"/>
                <a:gd name="T4" fmla="*/ 0 w 21278"/>
                <a:gd name="T5" fmla="*/ 54 h 21273"/>
                <a:gd name="T6" fmla="*/ 0 60000 65536"/>
                <a:gd name="T7" fmla="*/ 0 60000 65536"/>
                <a:gd name="T8" fmla="*/ 0 60000 65536"/>
                <a:gd name="T9" fmla="*/ 0 w 21278"/>
                <a:gd name="T10" fmla="*/ 0 h 21273"/>
                <a:gd name="T11" fmla="*/ 21278 w 21278"/>
                <a:gd name="T12" fmla="*/ 21273 h 21273"/>
              </a:gdLst>
              <a:ahLst/>
              <a:cxnLst>
                <a:cxn ang="T6">
                  <a:pos x="T0" y="T1"/>
                </a:cxn>
                <a:cxn ang="T7">
                  <a:pos x="T2" y="T3"/>
                </a:cxn>
                <a:cxn ang="T8">
                  <a:pos x="T4" y="T5"/>
                </a:cxn>
              </a:cxnLst>
              <a:rect l="T9" t="T10" r="T11" b="T12"/>
              <a:pathLst>
                <a:path w="21278" h="21273" fill="none" extrusionOk="0">
                  <a:moveTo>
                    <a:pt x="3746" y="0"/>
                  </a:moveTo>
                  <a:cubicBezTo>
                    <a:pt x="12704" y="1578"/>
                    <a:pt x="19714" y="8598"/>
                    <a:pt x="21278" y="17558"/>
                  </a:cubicBezTo>
                </a:path>
                <a:path w="21278" h="21273" stroke="0" extrusionOk="0">
                  <a:moveTo>
                    <a:pt x="3746" y="0"/>
                  </a:moveTo>
                  <a:cubicBezTo>
                    <a:pt x="12704" y="1578"/>
                    <a:pt x="19714" y="8598"/>
                    <a:pt x="21278" y="17558"/>
                  </a:cubicBezTo>
                  <a:lnTo>
                    <a:pt x="0" y="21273"/>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grpSp>
        <p:nvGrpSpPr>
          <p:cNvPr id="138" name="Group 27">
            <a:extLst>
              <a:ext uri="{FF2B5EF4-FFF2-40B4-BE49-F238E27FC236}">
                <a16:creationId xmlns:a16="http://schemas.microsoft.com/office/drawing/2014/main" id="{859D73A3-7D9A-0763-7201-F4F6B751892F}"/>
              </a:ext>
            </a:extLst>
          </p:cNvPr>
          <p:cNvGrpSpPr>
            <a:grpSpLocks/>
          </p:cNvGrpSpPr>
          <p:nvPr/>
        </p:nvGrpSpPr>
        <p:grpSpPr bwMode="auto">
          <a:xfrm>
            <a:off x="7888153" y="3566978"/>
            <a:ext cx="2955925" cy="1620837"/>
            <a:chOff x="2090" y="644"/>
            <a:chExt cx="1862" cy="1021"/>
          </a:xfrm>
        </p:grpSpPr>
        <p:sp>
          <p:nvSpPr>
            <p:cNvPr id="139" name="Text Box 28">
              <a:extLst>
                <a:ext uri="{FF2B5EF4-FFF2-40B4-BE49-F238E27FC236}">
                  <a16:creationId xmlns:a16="http://schemas.microsoft.com/office/drawing/2014/main" id="{644AC2C7-5E19-58C3-8331-CF9F76D0387B}"/>
                </a:ext>
              </a:extLst>
            </p:cNvPr>
            <p:cNvSpPr txBox="1">
              <a:spLocks noChangeAspect="1" noChangeArrowheads="1"/>
            </p:cNvSpPr>
            <p:nvPr/>
          </p:nvSpPr>
          <p:spPr bwMode="auto">
            <a:xfrm>
              <a:off x="3609" y="971"/>
              <a:ext cx="34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B</a:t>
              </a:r>
            </a:p>
          </p:txBody>
        </p:sp>
        <p:grpSp>
          <p:nvGrpSpPr>
            <p:cNvPr id="140" name="Group 29">
              <a:extLst>
                <a:ext uri="{FF2B5EF4-FFF2-40B4-BE49-F238E27FC236}">
                  <a16:creationId xmlns:a16="http://schemas.microsoft.com/office/drawing/2014/main" id="{3F95A944-800D-9CF1-B678-88126B685D84}"/>
                </a:ext>
              </a:extLst>
            </p:cNvPr>
            <p:cNvGrpSpPr>
              <a:grpSpLocks/>
            </p:cNvGrpSpPr>
            <p:nvPr/>
          </p:nvGrpSpPr>
          <p:grpSpPr bwMode="auto">
            <a:xfrm>
              <a:off x="3519" y="1285"/>
              <a:ext cx="247" cy="98"/>
              <a:chOff x="3486" y="1285"/>
              <a:chExt cx="295" cy="98"/>
            </a:xfrm>
          </p:grpSpPr>
          <p:sp>
            <p:nvSpPr>
              <p:cNvPr id="167" name="Rectangle 30" descr="宽上对角线">
                <a:extLst>
                  <a:ext uri="{FF2B5EF4-FFF2-40B4-BE49-F238E27FC236}">
                    <a16:creationId xmlns:a16="http://schemas.microsoft.com/office/drawing/2014/main" id="{CF527F69-4729-B095-0552-0C53D8E067C3}"/>
                  </a:ext>
                </a:extLst>
              </p:cNvPr>
              <p:cNvSpPr>
                <a:spLocks noChangeAspect="1" noChangeArrowheads="1"/>
              </p:cNvSpPr>
              <p:nvPr/>
            </p:nvSpPr>
            <p:spPr bwMode="auto">
              <a:xfrm>
                <a:off x="3489" y="1285"/>
                <a:ext cx="292"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8" name="Line 31">
                <a:extLst>
                  <a:ext uri="{FF2B5EF4-FFF2-40B4-BE49-F238E27FC236}">
                    <a16:creationId xmlns:a16="http://schemas.microsoft.com/office/drawing/2014/main" id="{2A3875CE-ABFA-F4B2-F4FC-87B0CB89C897}"/>
                  </a:ext>
                </a:extLst>
              </p:cNvPr>
              <p:cNvSpPr>
                <a:spLocks noChangeAspect="1" noChangeShapeType="1"/>
              </p:cNvSpPr>
              <p:nvPr/>
            </p:nvSpPr>
            <p:spPr bwMode="auto">
              <a:xfrm>
                <a:off x="3486" y="1285"/>
                <a:ext cx="29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41" name="AutoShape 32">
              <a:extLst>
                <a:ext uri="{FF2B5EF4-FFF2-40B4-BE49-F238E27FC236}">
                  <a16:creationId xmlns:a16="http://schemas.microsoft.com/office/drawing/2014/main" id="{945960A4-4857-6CF4-B1E3-A1404CF16DC8}"/>
                </a:ext>
              </a:extLst>
            </p:cNvPr>
            <p:cNvSpPr>
              <a:spLocks noChangeAspect="1" noChangeArrowheads="1"/>
            </p:cNvSpPr>
            <p:nvPr/>
          </p:nvSpPr>
          <p:spPr bwMode="auto">
            <a:xfrm>
              <a:off x="2291" y="1106"/>
              <a:ext cx="107" cy="142"/>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42" name="Line 33">
              <a:extLst>
                <a:ext uri="{FF2B5EF4-FFF2-40B4-BE49-F238E27FC236}">
                  <a16:creationId xmlns:a16="http://schemas.microsoft.com/office/drawing/2014/main" id="{89CAC8F5-C33C-ABBC-308A-BA44E4BCB39E}"/>
                </a:ext>
              </a:extLst>
            </p:cNvPr>
            <p:cNvSpPr>
              <a:spLocks noChangeAspect="1" noChangeShapeType="1"/>
            </p:cNvSpPr>
            <p:nvPr/>
          </p:nvSpPr>
          <p:spPr bwMode="auto">
            <a:xfrm>
              <a:off x="3641" y="1142"/>
              <a:ext cx="0" cy="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43" name="Group 34">
              <a:extLst>
                <a:ext uri="{FF2B5EF4-FFF2-40B4-BE49-F238E27FC236}">
                  <a16:creationId xmlns:a16="http://schemas.microsoft.com/office/drawing/2014/main" id="{8E4C60F1-08F1-741E-5317-F5BC476DF789}"/>
                </a:ext>
              </a:extLst>
            </p:cNvPr>
            <p:cNvGrpSpPr>
              <a:grpSpLocks/>
            </p:cNvGrpSpPr>
            <p:nvPr/>
          </p:nvGrpSpPr>
          <p:grpSpPr bwMode="auto">
            <a:xfrm>
              <a:off x="2211" y="1255"/>
              <a:ext cx="261" cy="100"/>
              <a:chOff x="2190" y="1255"/>
              <a:chExt cx="297" cy="100"/>
            </a:xfrm>
          </p:grpSpPr>
          <p:sp>
            <p:nvSpPr>
              <p:cNvPr id="165" name="Rectangle 35" descr="宽上对角线">
                <a:extLst>
                  <a:ext uri="{FF2B5EF4-FFF2-40B4-BE49-F238E27FC236}">
                    <a16:creationId xmlns:a16="http://schemas.microsoft.com/office/drawing/2014/main" id="{47D221B7-2945-3A56-5B7C-BED1D1639FC0}"/>
                  </a:ext>
                </a:extLst>
              </p:cNvPr>
              <p:cNvSpPr>
                <a:spLocks noChangeAspect="1" noChangeArrowheads="1"/>
              </p:cNvSpPr>
              <p:nvPr/>
            </p:nvSpPr>
            <p:spPr bwMode="auto">
              <a:xfrm>
                <a:off x="2196" y="1255"/>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66" name="Line 36">
                <a:extLst>
                  <a:ext uri="{FF2B5EF4-FFF2-40B4-BE49-F238E27FC236}">
                    <a16:creationId xmlns:a16="http://schemas.microsoft.com/office/drawing/2014/main" id="{357D5C11-748A-718D-FA57-BFDEB72E8316}"/>
                  </a:ext>
                </a:extLst>
              </p:cNvPr>
              <p:cNvSpPr>
                <a:spLocks noChangeAspect="1" noChangeShapeType="1"/>
              </p:cNvSpPr>
              <p:nvPr/>
            </p:nvSpPr>
            <p:spPr bwMode="auto">
              <a:xfrm>
                <a:off x="2190" y="1255"/>
                <a:ext cx="297"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44" name="Text Box 37">
              <a:extLst>
                <a:ext uri="{FF2B5EF4-FFF2-40B4-BE49-F238E27FC236}">
                  <a16:creationId xmlns:a16="http://schemas.microsoft.com/office/drawing/2014/main" id="{DD0C7C92-D770-66E8-7815-53F803F6B2A3}"/>
                </a:ext>
              </a:extLst>
            </p:cNvPr>
            <p:cNvSpPr txBox="1">
              <a:spLocks noChangeAspect="1" noChangeArrowheads="1"/>
            </p:cNvSpPr>
            <p:nvPr/>
          </p:nvSpPr>
          <p:spPr bwMode="auto">
            <a:xfrm>
              <a:off x="2090" y="958"/>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A</a:t>
              </a:r>
            </a:p>
          </p:txBody>
        </p:sp>
        <p:sp>
          <p:nvSpPr>
            <p:cNvPr id="145" name="Line 38">
              <a:extLst>
                <a:ext uri="{FF2B5EF4-FFF2-40B4-BE49-F238E27FC236}">
                  <a16:creationId xmlns:a16="http://schemas.microsoft.com/office/drawing/2014/main" id="{C655E35F-095A-5676-1558-1446860BDDBE}"/>
                </a:ext>
              </a:extLst>
            </p:cNvPr>
            <p:cNvSpPr>
              <a:spLocks noChangeAspect="1" noChangeShapeType="1"/>
            </p:cNvSpPr>
            <p:nvPr/>
          </p:nvSpPr>
          <p:spPr bwMode="auto">
            <a:xfrm>
              <a:off x="2344" y="1383"/>
              <a:ext cx="0" cy="2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6" name="Line 39">
              <a:extLst>
                <a:ext uri="{FF2B5EF4-FFF2-40B4-BE49-F238E27FC236}">
                  <a16:creationId xmlns:a16="http://schemas.microsoft.com/office/drawing/2014/main" id="{41AE781E-9541-227F-4AC5-83BC88EBEEE7}"/>
                </a:ext>
              </a:extLst>
            </p:cNvPr>
            <p:cNvSpPr>
              <a:spLocks noChangeAspect="1" noChangeShapeType="1"/>
            </p:cNvSpPr>
            <p:nvPr/>
          </p:nvSpPr>
          <p:spPr bwMode="auto">
            <a:xfrm>
              <a:off x="3639" y="1395"/>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7" name="Line 40">
              <a:extLst>
                <a:ext uri="{FF2B5EF4-FFF2-40B4-BE49-F238E27FC236}">
                  <a16:creationId xmlns:a16="http://schemas.microsoft.com/office/drawing/2014/main" id="{DBCF79F8-F462-9CF4-5C0F-6F36E8DB6D38}"/>
                </a:ext>
              </a:extLst>
            </p:cNvPr>
            <p:cNvSpPr>
              <a:spLocks noChangeAspect="1" noChangeShapeType="1"/>
            </p:cNvSpPr>
            <p:nvPr/>
          </p:nvSpPr>
          <p:spPr bwMode="auto">
            <a:xfrm>
              <a:off x="2344" y="1597"/>
              <a:ext cx="1292"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48" name="Text Box 41">
              <a:extLst>
                <a:ext uri="{FF2B5EF4-FFF2-40B4-BE49-F238E27FC236}">
                  <a16:creationId xmlns:a16="http://schemas.microsoft.com/office/drawing/2014/main" id="{EA778ACB-B254-D7F4-439F-B63FB2F5F550}"/>
                </a:ext>
              </a:extLst>
            </p:cNvPr>
            <p:cNvSpPr txBox="1">
              <a:spLocks noChangeAspect="1" noChangeArrowheads="1"/>
            </p:cNvSpPr>
            <p:nvPr/>
          </p:nvSpPr>
          <p:spPr bwMode="auto">
            <a:xfrm>
              <a:off x="2856" y="1341"/>
              <a:ext cx="284"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p>
          </p:txBody>
        </p:sp>
        <p:sp>
          <p:nvSpPr>
            <p:cNvPr id="149" name="Text Box 42">
              <a:extLst>
                <a:ext uri="{FF2B5EF4-FFF2-40B4-BE49-F238E27FC236}">
                  <a16:creationId xmlns:a16="http://schemas.microsoft.com/office/drawing/2014/main" id="{F61D8038-9C2A-5381-6E64-CC6E13B9D3E2}"/>
                </a:ext>
              </a:extLst>
            </p:cNvPr>
            <p:cNvSpPr txBox="1">
              <a:spLocks noChangeAspect="1" noChangeArrowheads="1"/>
            </p:cNvSpPr>
            <p:nvPr/>
          </p:nvSpPr>
          <p:spPr bwMode="auto">
            <a:xfrm>
              <a:off x="2841" y="644"/>
              <a:ext cx="34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FF0000"/>
                  </a:solidFill>
                  <a:latin typeface="+mj-lt"/>
                  <a:ea typeface="宋体" panose="02010600030101010101" pitchFamily="2" charset="-122"/>
                </a:rPr>
                <a:t>q</a:t>
              </a:r>
            </a:p>
          </p:txBody>
        </p:sp>
        <p:sp>
          <p:nvSpPr>
            <p:cNvPr id="150" name="Line 43">
              <a:extLst>
                <a:ext uri="{FF2B5EF4-FFF2-40B4-BE49-F238E27FC236}">
                  <a16:creationId xmlns:a16="http://schemas.microsoft.com/office/drawing/2014/main" id="{E58F16F3-9879-EDAF-77E8-B0201BF81823}"/>
                </a:ext>
              </a:extLst>
            </p:cNvPr>
            <p:cNvSpPr>
              <a:spLocks noChangeAspect="1" noChangeShapeType="1"/>
            </p:cNvSpPr>
            <p:nvPr/>
          </p:nvSpPr>
          <p:spPr bwMode="auto">
            <a:xfrm>
              <a:off x="2350" y="1096"/>
              <a:ext cx="1306"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51" name="Group 44">
              <a:extLst>
                <a:ext uri="{FF2B5EF4-FFF2-40B4-BE49-F238E27FC236}">
                  <a16:creationId xmlns:a16="http://schemas.microsoft.com/office/drawing/2014/main" id="{201239DE-F5A3-674C-5D33-39EDDD574970}"/>
                </a:ext>
              </a:extLst>
            </p:cNvPr>
            <p:cNvGrpSpPr>
              <a:grpSpLocks/>
            </p:cNvGrpSpPr>
            <p:nvPr/>
          </p:nvGrpSpPr>
          <p:grpSpPr bwMode="auto">
            <a:xfrm>
              <a:off x="2344" y="917"/>
              <a:ext cx="1296" cy="171"/>
              <a:chOff x="2344" y="929"/>
              <a:chExt cx="1296" cy="171"/>
            </a:xfrm>
          </p:grpSpPr>
          <p:sp>
            <p:nvSpPr>
              <p:cNvPr id="155" name="Line 45">
                <a:extLst>
                  <a:ext uri="{FF2B5EF4-FFF2-40B4-BE49-F238E27FC236}">
                    <a16:creationId xmlns:a16="http://schemas.microsoft.com/office/drawing/2014/main" id="{F7E50061-4D60-D6CB-76FE-12F71365128D}"/>
                  </a:ext>
                </a:extLst>
              </p:cNvPr>
              <p:cNvSpPr>
                <a:spLocks noChangeAspect="1" noChangeShapeType="1"/>
              </p:cNvSpPr>
              <p:nvPr/>
            </p:nvSpPr>
            <p:spPr bwMode="auto">
              <a:xfrm>
                <a:off x="3166"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6" name="Line 46">
                <a:extLst>
                  <a:ext uri="{FF2B5EF4-FFF2-40B4-BE49-F238E27FC236}">
                    <a16:creationId xmlns:a16="http://schemas.microsoft.com/office/drawing/2014/main" id="{679D3367-A49B-21E9-8869-CAB56DBCA98B}"/>
                  </a:ext>
                </a:extLst>
              </p:cNvPr>
              <p:cNvSpPr>
                <a:spLocks noChangeAspect="1" noChangeShapeType="1"/>
              </p:cNvSpPr>
              <p:nvPr/>
            </p:nvSpPr>
            <p:spPr bwMode="auto">
              <a:xfrm>
                <a:off x="333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7" name="Line 47">
                <a:extLst>
                  <a:ext uri="{FF2B5EF4-FFF2-40B4-BE49-F238E27FC236}">
                    <a16:creationId xmlns:a16="http://schemas.microsoft.com/office/drawing/2014/main" id="{336FC8B3-0646-AC89-E158-722B91F1BC5C}"/>
                  </a:ext>
                </a:extLst>
              </p:cNvPr>
              <p:cNvSpPr>
                <a:spLocks noChangeAspect="1" noChangeShapeType="1"/>
              </p:cNvSpPr>
              <p:nvPr/>
            </p:nvSpPr>
            <p:spPr bwMode="auto">
              <a:xfrm>
                <a:off x="3491"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8" name="Line 48">
                <a:extLst>
                  <a:ext uri="{FF2B5EF4-FFF2-40B4-BE49-F238E27FC236}">
                    <a16:creationId xmlns:a16="http://schemas.microsoft.com/office/drawing/2014/main" id="{9DE9DF82-EB6A-90A1-9A27-3D7440817198}"/>
                  </a:ext>
                </a:extLst>
              </p:cNvPr>
              <p:cNvSpPr>
                <a:spLocks noChangeAspect="1" noChangeShapeType="1"/>
              </p:cNvSpPr>
              <p:nvPr/>
            </p:nvSpPr>
            <p:spPr bwMode="auto">
              <a:xfrm>
                <a:off x="36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59" name="Line 49">
                <a:extLst>
                  <a:ext uri="{FF2B5EF4-FFF2-40B4-BE49-F238E27FC236}">
                    <a16:creationId xmlns:a16="http://schemas.microsoft.com/office/drawing/2014/main" id="{F5D534E5-AC0F-E999-FAC7-3363D89CE558}"/>
                  </a:ext>
                </a:extLst>
              </p:cNvPr>
              <p:cNvSpPr>
                <a:spLocks noChangeAspect="1" noChangeShapeType="1"/>
              </p:cNvSpPr>
              <p:nvPr/>
            </p:nvSpPr>
            <p:spPr bwMode="auto">
              <a:xfrm>
                <a:off x="2508"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0" name="Line 50">
                <a:extLst>
                  <a:ext uri="{FF2B5EF4-FFF2-40B4-BE49-F238E27FC236}">
                    <a16:creationId xmlns:a16="http://schemas.microsoft.com/office/drawing/2014/main" id="{ACA92243-DB84-68A5-8789-6ECD9C1D0735}"/>
                  </a:ext>
                </a:extLst>
              </p:cNvPr>
              <p:cNvSpPr>
                <a:spLocks noChangeAspect="1" noChangeShapeType="1"/>
              </p:cNvSpPr>
              <p:nvPr/>
            </p:nvSpPr>
            <p:spPr bwMode="auto">
              <a:xfrm>
                <a:off x="2677"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1" name="Line 51">
                <a:extLst>
                  <a:ext uri="{FF2B5EF4-FFF2-40B4-BE49-F238E27FC236}">
                    <a16:creationId xmlns:a16="http://schemas.microsoft.com/office/drawing/2014/main" id="{68B7701E-CF75-E7A0-1F63-5A9D003065BF}"/>
                  </a:ext>
                </a:extLst>
              </p:cNvPr>
              <p:cNvSpPr>
                <a:spLocks noChangeAspect="1" noChangeShapeType="1"/>
              </p:cNvSpPr>
              <p:nvPr/>
            </p:nvSpPr>
            <p:spPr bwMode="auto">
              <a:xfrm>
                <a:off x="284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2" name="Line 52">
                <a:extLst>
                  <a:ext uri="{FF2B5EF4-FFF2-40B4-BE49-F238E27FC236}">
                    <a16:creationId xmlns:a16="http://schemas.microsoft.com/office/drawing/2014/main" id="{B162CBC6-C7B3-8AAF-49F3-4C20B71AF505}"/>
                  </a:ext>
                </a:extLst>
              </p:cNvPr>
              <p:cNvSpPr>
                <a:spLocks noChangeAspect="1" noChangeShapeType="1"/>
              </p:cNvSpPr>
              <p:nvPr/>
            </p:nvSpPr>
            <p:spPr bwMode="auto">
              <a:xfrm>
                <a:off x="3000"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3" name="Line 53">
                <a:extLst>
                  <a:ext uri="{FF2B5EF4-FFF2-40B4-BE49-F238E27FC236}">
                    <a16:creationId xmlns:a16="http://schemas.microsoft.com/office/drawing/2014/main" id="{B9335991-CE2F-7A42-1A98-EEE12EE49637}"/>
                  </a:ext>
                </a:extLst>
              </p:cNvPr>
              <p:cNvSpPr>
                <a:spLocks noChangeAspect="1" noChangeShapeType="1"/>
              </p:cNvSpPr>
              <p:nvPr/>
            </p:nvSpPr>
            <p:spPr bwMode="auto">
              <a:xfrm>
                <a:off x="2344" y="929"/>
                <a:ext cx="1293"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64" name="Line 54">
                <a:extLst>
                  <a:ext uri="{FF2B5EF4-FFF2-40B4-BE49-F238E27FC236}">
                    <a16:creationId xmlns:a16="http://schemas.microsoft.com/office/drawing/2014/main" id="{969F096C-E0F3-B9EF-FAE4-A83C096E5216}"/>
                  </a:ext>
                </a:extLst>
              </p:cNvPr>
              <p:cNvSpPr>
                <a:spLocks noChangeAspect="1" noChangeShapeType="1"/>
              </p:cNvSpPr>
              <p:nvPr/>
            </p:nvSpPr>
            <p:spPr bwMode="auto">
              <a:xfrm>
                <a:off x="2344" y="929"/>
                <a:ext cx="0" cy="171"/>
              </a:xfrm>
              <a:prstGeom prst="line">
                <a:avLst/>
              </a:prstGeom>
              <a:noFill/>
              <a:ln w="12700">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52" name="Oval 55">
              <a:extLst>
                <a:ext uri="{FF2B5EF4-FFF2-40B4-BE49-F238E27FC236}">
                  <a16:creationId xmlns:a16="http://schemas.microsoft.com/office/drawing/2014/main" id="{50B24108-983A-8850-5075-7E449D15B6BC}"/>
                </a:ext>
              </a:extLst>
            </p:cNvPr>
            <p:cNvSpPr>
              <a:spLocks noChangeArrowheads="1"/>
            </p:cNvSpPr>
            <p:nvPr/>
          </p:nvSpPr>
          <p:spPr bwMode="auto">
            <a:xfrm>
              <a:off x="3613" y="1219"/>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3" name="Oval 56">
              <a:extLst>
                <a:ext uri="{FF2B5EF4-FFF2-40B4-BE49-F238E27FC236}">
                  <a16:creationId xmlns:a16="http://schemas.microsoft.com/office/drawing/2014/main" id="{9A06E084-7726-3A2F-4A28-A3DACC7689C7}"/>
                </a:ext>
              </a:extLst>
            </p:cNvPr>
            <p:cNvSpPr>
              <a:spLocks noChangeArrowheads="1"/>
            </p:cNvSpPr>
            <p:nvPr/>
          </p:nvSpPr>
          <p:spPr bwMode="auto">
            <a:xfrm>
              <a:off x="3611" y="1082"/>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54" name="Oval 57">
              <a:extLst>
                <a:ext uri="{FF2B5EF4-FFF2-40B4-BE49-F238E27FC236}">
                  <a16:creationId xmlns:a16="http://schemas.microsoft.com/office/drawing/2014/main" id="{9B6EA26A-B700-5B2F-1B9E-8E5CB27A5D8D}"/>
                </a:ext>
              </a:extLst>
            </p:cNvPr>
            <p:cNvSpPr>
              <a:spLocks noChangeArrowheads="1"/>
            </p:cNvSpPr>
            <p:nvPr/>
          </p:nvSpPr>
          <p:spPr bwMode="auto">
            <a:xfrm>
              <a:off x="2318" y="1088"/>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69" name="Group 58">
            <a:extLst>
              <a:ext uri="{FF2B5EF4-FFF2-40B4-BE49-F238E27FC236}">
                <a16:creationId xmlns:a16="http://schemas.microsoft.com/office/drawing/2014/main" id="{530DE32E-3E57-E583-FB1A-614389BA76B5}"/>
              </a:ext>
            </a:extLst>
          </p:cNvPr>
          <p:cNvGrpSpPr>
            <a:grpSpLocks/>
          </p:cNvGrpSpPr>
          <p:nvPr/>
        </p:nvGrpSpPr>
        <p:grpSpPr bwMode="auto">
          <a:xfrm>
            <a:off x="1989003" y="3611427"/>
            <a:ext cx="3019426" cy="1603375"/>
            <a:chOff x="0" y="672"/>
            <a:chExt cx="1902" cy="1010"/>
          </a:xfrm>
        </p:grpSpPr>
        <p:sp>
          <p:nvSpPr>
            <p:cNvPr id="170" name="Text Box 59">
              <a:extLst>
                <a:ext uri="{FF2B5EF4-FFF2-40B4-BE49-F238E27FC236}">
                  <a16:creationId xmlns:a16="http://schemas.microsoft.com/office/drawing/2014/main" id="{384CBA85-B3B8-DF3B-D023-C4CCDC6F3A5A}"/>
                </a:ext>
              </a:extLst>
            </p:cNvPr>
            <p:cNvSpPr txBox="1">
              <a:spLocks noChangeAspect="1" noChangeArrowheads="1"/>
            </p:cNvSpPr>
            <p:nvPr/>
          </p:nvSpPr>
          <p:spPr bwMode="auto">
            <a:xfrm>
              <a:off x="1559" y="958"/>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B</a:t>
              </a:r>
            </a:p>
          </p:txBody>
        </p:sp>
        <p:sp>
          <p:nvSpPr>
            <p:cNvPr id="171" name="Line 60">
              <a:extLst>
                <a:ext uri="{FF2B5EF4-FFF2-40B4-BE49-F238E27FC236}">
                  <a16:creationId xmlns:a16="http://schemas.microsoft.com/office/drawing/2014/main" id="{96A5C44F-D5D7-0434-1310-BF577ADD371A}"/>
                </a:ext>
              </a:extLst>
            </p:cNvPr>
            <p:cNvSpPr>
              <a:spLocks noChangeAspect="1" noChangeShapeType="1"/>
            </p:cNvSpPr>
            <p:nvPr/>
          </p:nvSpPr>
          <p:spPr bwMode="auto">
            <a:xfrm>
              <a:off x="1551" y="1100"/>
              <a:ext cx="0" cy="12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72" name="Group 61">
              <a:extLst>
                <a:ext uri="{FF2B5EF4-FFF2-40B4-BE49-F238E27FC236}">
                  <a16:creationId xmlns:a16="http://schemas.microsoft.com/office/drawing/2014/main" id="{28894E93-0D81-3CB4-038A-BB7C2587A5A0}"/>
                </a:ext>
              </a:extLst>
            </p:cNvPr>
            <p:cNvGrpSpPr>
              <a:grpSpLocks/>
            </p:cNvGrpSpPr>
            <p:nvPr/>
          </p:nvGrpSpPr>
          <p:grpSpPr bwMode="auto">
            <a:xfrm>
              <a:off x="1427" y="1270"/>
              <a:ext cx="255" cy="100"/>
              <a:chOff x="1400" y="1270"/>
              <a:chExt cx="291" cy="100"/>
            </a:xfrm>
          </p:grpSpPr>
          <p:sp>
            <p:nvSpPr>
              <p:cNvPr id="192" name="Rectangle 62" descr="宽上对角线">
                <a:extLst>
                  <a:ext uri="{FF2B5EF4-FFF2-40B4-BE49-F238E27FC236}">
                    <a16:creationId xmlns:a16="http://schemas.microsoft.com/office/drawing/2014/main" id="{03008638-9685-2E0B-1E1A-22D8ED7AD855}"/>
                  </a:ext>
                </a:extLst>
              </p:cNvPr>
              <p:cNvSpPr>
                <a:spLocks noChangeAspect="1" noChangeArrowheads="1"/>
              </p:cNvSpPr>
              <p:nvPr/>
            </p:nvSpPr>
            <p:spPr bwMode="auto">
              <a:xfrm>
                <a:off x="1400" y="1270"/>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3" name="Line 63">
                <a:extLst>
                  <a:ext uri="{FF2B5EF4-FFF2-40B4-BE49-F238E27FC236}">
                    <a16:creationId xmlns:a16="http://schemas.microsoft.com/office/drawing/2014/main" id="{F341F939-712C-873D-C1D5-B004B8A5AF23}"/>
                  </a:ext>
                </a:extLst>
              </p:cNvPr>
              <p:cNvSpPr>
                <a:spLocks noChangeAspect="1" noChangeShapeType="1"/>
              </p:cNvSpPr>
              <p:nvPr/>
            </p:nvSpPr>
            <p:spPr bwMode="auto">
              <a:xfrm>
                <a:off x="1405" y="1270"/>
                <a:ext cx="286"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3" name="AutoShape 64">
              <a:extLst>
                <a:ext uri="{FF2B5EF4-FFF2-40B4-BE49-F238E27FC236}">
                  <a16:creationId xmlns:a16="http://schemas.microsoft.com/office/drawing/2014/main" id="{7EDD33A5-897E-3BD1-7C52-4B0596CFCF93}"/>
                </a:ext>
              </a:extLst>
            </p:cNvPr>
            <p:cNvSpPr>
              <a:spLocks noChangeAspect="1" noChangeArrowheads="1"/>
            </p:cNvSpPr>
            <p:nvPr/>
          </p:nvSpPr>
          <p:spPr bwMode="auto">
            <a:xfrm>
              <a:off x="208" y="1088"/>
              <a:ext cx="96" cy="162"/>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74" name="Line 65">
              <a:extLst>
                <a:ext uri="{FF2B5EF4-FFF2-40B4-BE49-F238E27FC236}">
                  <a16:creationId xmlns:a16="http://schemas.microsoft.com/office/drawing/2014/main" id="{CC9780D5-92C5-45F4-A22E-F57D40179C8B}"/>
                </a:ext>
              </a:extLst>
            </p:cNvPr>
            <p:cNvSpPr>
              <a:spLocks noChangeAspect="1" noChangeShapeType="1"/>
            </p:cNvSpPr>
            <p:nvPr/>
          </p:nvSpPr>
          <p:spPr bwMode="auto">
            <a:xfrm>
              <a:off x="261" y="1093"/>
              <a:ext cx="130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75" name="Group 66">
              <a:extLst>
                <a:ext uri="{FF2B5EF4-FFF2-40B4-BE49-F238E27FC236}">
                  <a16:creationId xmlns:a16="http://schemas.microsoft.com/office/drawing/2014/main" id="{D6CD77AB-52D1-EBC1-1871-0963E6C89C9E}"/>
                </a:ext>
              </a:extLst>
            </p:cNvPr>
            <p:cNvGrpSpPr>
              <a:grpSpLocks/>
            </p:cNvGrpSpPr>
            <p:nvPr/>
          </p:nvGrpSpPr>
          <p:grpSpPr bwMode="auto">
            <a:xfrm>
              <a:off x="127" y="1242"/>
              <a:ext cx="253" cy="99"/>
              <a:chOff x="106" y="1242"/>
              <a:chExt cx="292" cy="99"/>
            </a:xfrm>
          </p:grpSpPr>
          <p:sp>
            <p:nvSpPr>
              <p:cNvPr id="190" name="Rectangle 67" descr="宽上对角线">
                <a:extLst>
                  <a:ext uri="{FF2B5EF4-FFF2-40B4-BE49-F238E27FC236}">
                    <a16:creationId xmlns:a16="http://schemas.microsoft.com/office/drawing/2014/main" id="{C152D6EA-020A-BCA3-41AA-41D008880197}"/>
                  </a:ext>
                </a:extLst>
              </p:cNvPr>
              <p:cNvSpPr>
                <a:spLocks noChangeAspect="1" noChangeArrowheads="1"/>
              </p:cNvSpPr>
              <p:nvPr/>
            </p:nvSpPr>
            <p:spPr bwMode="auto">
              <a:xfrm>
                <a:off x="106" y="1242"/>
                <a:ext cx="292" cy="99"/>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1" name="Line 68">
                <a:extLst>
                  <a:ext uri="{FF2B5EF4-FFF2-40B4-BE49-F238E27FC236}">
                    <a16:creationId xmlns:a16="http://schemas.microsoft.com/office/drawing/2014/main" id="{5DEB2CD9-35FE-6A1F-E8BC-6994ABDD82B1}"/>
                  </a:ext>
                </a:extLst>
              </p:cNvPr>
              <p:cNvSpPr>
                <a:spLocks noChangeAspect="1" noChangeShapeType="1"/>
              </p:cNvSpPr>
              <p:nvPr/>
            </p:nvSpPr>
            <p:spPr bwMode="auto">
              <a:xfrm>
                <a:off x="108" y="1242"/>
                <a:ext cx="290"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76" name="Text Box 69">
              <a:extLst>
                <a:ext uri="{FF2B5EF4-FFF2-40B4-BE49-F238E27FC236}">
                  <a16:creationId xmlns:a16="http://schemas.microsoft.com/office/drawing/2014/main" id="{2F862476-D378-E544-0B76-04C36B54B5AE}"/>
                </a:ext>
              </a:extLst>
            </p:cNvPr>
            <p:cNvSpPr txBox="1">
              <a:spLocks noChangeAspect="1" noChangeArrowheads="1"/>
            </p:cNvSpPr>
            <p:nvPr/>
          </p:nvSpPr>
          <p:spPr bwMode="auto">
            <a:xfrm>
              <a:off x="0" y="943"/>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000000"/>
                  </a:solidFill>
                  <a:effectLst/>
                  <a:uLnTx/>
                  <a:uFillTx/>
                  <a:latin typeface="+mj-lt"/>
                  <a:ea typeface="宋体" panose="02010600030101010101" pitchFamily="2" charset="-122"/>
                </a:rPr>
                <a:t>A</a:t>
              </a:r>
            </a:p>
          </p:txBody>
        </p:sp>
        <p:sp>
          <p:nvSpPr>
            <p:cNvPr id="177" name="Line 70">
              <a:extLst>
                <a:ext uri="{FF2B5EF4-FFF2-40B4-BE49-F238E27FC236}">
                  <a16:creationId xmlns:a16="http://schemas.microsoft.com/office/drawing/2014/main" id="{061F7155-5DF8-982F-53DB-9A46CAE44D70}"/>
                </a:ext>
              </a:extLst>
            </p:cNvPr>
            <p:cNvSpPr>
              <a:spLocks noChangeAspect="1" noChangeShapeType="1"/>
            </p:cNvSpPr>
            <p:nvPr/>
          </p:nvSpPr>
          <p:spPr bwMode="auto">
            <a:xfrm>
              <a:off x="255" y="1370"/>
              <a:ext cx="0" cy="26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8" name="Line 71">
              <a:extLst>
                <a:ext uri="{FF2B5EF4-FFF2-40B4-BE49-F238E27FC236}">
                  <a16:creationId xmlns:a16="http://schemas.microsoft.com/office/drawing/2014/main" id="{3806901D-82E6-CD35-85ED-934E08C597C4}"/>
                </a:ext>
              </a:extLst>
            </p:cNvPr>
            <p:cNvSpPr>
              <a:spLocks noChangeAspect="1" noChangeShapeType="1"/>
            </p:cNvSpPr>
            <p:nvPr/>
          </p:nvSpPr>
          <p:spPr bwMode="auto">
            <a:xfrm>
              <a:off x="1552" y="1383"/>
              <a:ext cx="0" cy="2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79" name="Line 72">
              <a:extLst>
                <a:ext uri="{FF2B5EF4-FFF2-40B4-BE49-F238E27FC236}">
                  <a16:creationId xmlns:a16="http://schemas.microsoft.com/office/drawing/2014/main" id="{B3BAE046-A84F-0DAB-3FA3-8C793D5DFD82}"/>
                </a:ext>
              </a:extLst>
            </p:cNvPr>
            <p:cNvSpPr>
              <a:spLocks noChangeAspect="1" noChangeShapeType="1"/>
            </p:cNvSpPr>
            <p:nvPr/>
          </p:nvSpPr>
          <p:spPr bwMode="auto">
            <a:xfrm flipV="1">
              <a:off x="255" y="1582"/>
              <a:ext cx="645"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0" name="Text Box 73">
              <a:extLst>
                <a:ext uri="{FF2B5EF4-FFF2-40B4-BE49-F238E27FC236}">
                  <a16:creationId xmlns:a16="http://schemas.microsoft.com/office/drawing/2014/main" id="{A3AD0CE6-592D-73F1-8203-95741072A1F6}"/>
                </a:ext>
              </a:extLst>
            </p:cNvPr>
            <p:cNvSpPr txBox="1">
              <a:spLocks noChangeAspect="1" noChangeArrowheads="1"/>
            </p:cNvSpPr>
            <p:nvPr/>
          </p:nvSpPr>
          <p:spPr bwMode="auto">
            <a:xfrm>
              <a:off x="378" y="1333"/>
              <a:ext cx="4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r>
                <a:rPr kumimoji="1" lang="en-US" altLang="zh-CN" sz="2400" b="0" i="0" u="none" strike="noStrike" kern="0" cap="none" spc="0" normalizeH="0" baseline="0" noProof="0" dirty="0">
                  <a:ln>
                    <a:noFill/>
                  </a:ln>
                  <a:solidFill>
                    <a:srgbClr val="000000"/>
                  </a:solidFill>
                  <a:effectLst/>
                  <a:uLnTx/>
                  <a:uFillTx/>
                  <a:latin typeface="+mn-lt"/>
                  <a:ea typeface="宋体" panose="02010600030101010101" pitchFamily="2" charset="-122"/>
                </a:rPr>
                <a:t>/2</a:t>
              </a:r>
            </a:p>
          </p:txBody>
        </p:sp>
        <p:sp>
          <p:nvSpPr>
            <p:cNvPr id="181" name="Line 74">
              <a:extLst>
                <a:ext uri="{FF2B5EF4-FFF2-40B4-BE49-F238E27FC236}">
                  <a16:creationId xmlns:a16="http://schemas.microsoft.com/office/drawing/2014/main" id="{557A53B4-D4CE-0272-1FDF-0F46BD4ED31C}"/>
                </a:ext>
              </a:extLst>
            </p:cNvPr>
            <p:cNvSpPr>
              <a:spLocks noChangeAspect="1" noChangeShapeType="1"/>
            </p:cNvSpPr>
            <p:nvPr/>
          </p:nvSpPr>
          <p:spPr bwMode="auto">
            <a:xfrm>
              <a:off x="883" y="784"/>
              <a:ext cx="0" cy="301"/>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2" name="Text Box 75">
              <a:extLst>
                <a:ext uri="{FF2B5EF4-FFF2-40B4-BE49-F238E27FC236}">
                  <a16:creationId xmlns:a16="http://schemas.microsoft.com/office/drawing/2014/main" id="{FF16FE4A-DD75-EBD1-EF05-95A97C6A8387}"/>
                </a:ext>
              </a:extLst>
            </p:cNvPr>
            <p:cNvSpPr txBox="1">
              <a:spLocks noChangeAspect="1" noChangeArrowheads="1"/>
            </p:cNvSpPr>
            <p:nvPr/>
          </p:nvSpPr>
          <p:spPr bwMode="auto">
            <a:xfrm>
              <a:off x="861" y="672"/>
              <a:ext cx="68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rPr>
                <a:t>F=</a:t>
              </a:r>
              <a:r>
                <a:rPr kumimoji="1" lang="en-US" altLang="zh-CN" sz="2400" b="0" u="none" strike="noStrike" kern="0" cap="none" spc="0" normalizeH="0" baseline="0" noProof="0" dirty="0" err="1">
                  <a:ln>
                    <a:noFill/>
                  </a:ln>
                  <a:solidFill>
                    <a:srgbClr val="FF0000"/>
                  </a:solidFill>
                  <a:effectLst/>
                  <a:uLnTx/>
                  <a:uFillTx/>
                  <a:latin typeface="+mj-lt"/>
                  <a:ea typeface="宋体" panose="02010600030101010101" pitchFamily="2" charset="-122"/>
                </a:rPr>
                <a:t>ql</a:t>
              </a:r>
              <a:endParaRPr kumimoji="1" lang="en-US" altLang="zh-CN" sz="2400" b="0" u="none" strike="noStrike" kern="0" cap="none" spc="0" normalizeH="0" baseline="0" noProof="0" dirty="0">
                <a:ln>
                  <a:noFill/>
                </a:ln>
                <a:solidFill>
                  <a:srgbClr val="FF0000"/>
                </a:solidFill>
                <a:effectLst/>
                <a:uLnTx/>
                <a:uFillTx/>
                <a:latin typeface="+mj-lt"/>
                <a:ea typeface="宋体" panose="02010600030101010101" pitchFamily="2" charset="-122"/>
              </a:endParaRPr>
            </a:p>
          </p:txBody>
        </p:sp>
        <p:sp>
          <p:nvSpPr>
            <p:cNvPr id="183" name="Text Box 76">
              <a:extLst>
                <a:ext uri="{FF2B5EF4-FFF2-40B4-BE49-F238E27FC236}">
                  <a16:creationId xmlns:a16="http://schemas.microsoft.com/office/drawing/2014/main" id="{F988B92E-335E-AC79-2D5F-2CC4DA11558D}"/>
                </a:ext>
              </a:extLst>
            </p:cNvPr>
            <p:cNvSpPr txBox="1">
              <a:spLocks noChangeAspect="1" noChangeArrowheads="1"/>
            </p:cNvSpPr>
            <p:nvPr/>
          </p:nvSpPr>
          <p:spPr bwMode="auto">
            <a:xfrm>
              <a:off x="780" y="1050"/>
              <a:ext cx="343"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C</a:t>
              </a:r>
            </a:p>
          </p:txBody>
        </p:sp>
        <p:sp>
          <p:nvSpPr>
            <p:cNvPr id="184" name="Line 77">
              <a:extLst>
                <a:ext uri="{FF2B5EF4-FFF2-40B4-BE49-F238E27FC236}">
                  <a16:creationId xmlns:a16="http://schemas.microsoft.com/office/drawing/2014/main" id="{AA9CA5EE-22A6-2295-1DCF-0C72875D9366}"/>
                </a:ext>
              </a:extLst>
            </p:cNvPr>
            <p:cNvSpPr>
              <a:spLocks noChangeAspect="1" noChangeShapeType="1"/>
            </p:cNvSpPr>
            <p:nvPr/>
          </p:nvSpPr>
          <p:spPr bwMode="auto">
            <a:xfrm>
              <a:off x="903" y="1412"/>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5" name="Line 78">
              <a:extLst>
                <a:ext uri="{FF2B5EF4-FFF2-40B4-BE49-F238E27FC236}">
                  <a16:creationId xmlns:a16="http://schemas.microsoft.com/office/drawing/2014/main" id="{F1D24D23-B10D-25D0-17D7-94BCF5844655}"/>
                </a:ext>
              </a:extLst>
            </p:cNvPr>
            <p:cNvSpPr>
              <a:spLocks noChangeAspect="1" noChangeShapeType="1"/>
            </p:cNvSpPr>
            <p:nvPr/>
          </p:nvSpPr>
          <p:spPr bwMode="auto">
            <a:xfrm flipV="1">
              <a:off x="900" y="1582"/>
              <a:ext cx="652"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186" name="Text Box 79">
              <a:extLst>
                <a:ext uri="{FF2B5EF4-FFF2-40B4-BE49-F238E27FC236}">
                  <a16:creationId xmlns:a16="http://schemas.microsoft.com/office/drawing/2014/main" id="{F42E188F-C1FB-7392-6439-A92BEA907BE4}"/>
                </a:ext>
              </a:extLst>
            </p:cNvPr>
            <p:cNvSpPr txBox="1">
              <a:spLocks noChangeAspect="1" noChangeArrowheads="1"/>
            </p:cNvSpPr>
            <p:nvPr/>
          </p:nvSpPr>
          <p:spPr bwMode="auto">
            <a:xfrm>
              <a:off x="1015" y="1330"/>
              <a:ext cx="4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r>
                <a:rPr lang="en-US" altLang="zh-CN" b="0" i="0" kern="0" dirty="0">
                  <a:solidFill>
                    <a:srgbClr val="000000"/>
                  </a:solidFill>
                  <a:latin typeface="+mn-lt"/>
                  <a:ea typeface="宋体" panose="02010600030101010101" pitchFamily="2" charset="-122"/>
                </a:rPr>
                <a:t>/2</a:t>
              </a:r>
            </a:p>
          </p:txBody>
        </p:sp>
        <p:sp>
          <p:nvSpPr>
            <p:cNvPr id="187" name="Oval 80">
              <a:extLst>
                <a:ext uri="{FF2B5EF4-FFF2-40B4-BE49-F238E27FC236}">
                  <a16:creationId xmlns:a16="http://schemas.microsoft.com/office/drawing/2014/main" id="{FE0A82B5-254F-EE27-10E5-93F142007D48}"/>
                </a:ext>
              </a:extLst>
            </p:cNvPr>
            <p:cNvSpPr>
              <a:spLocks noChangeArrowheads="1"/>
            </p:cNvSpPr>
            <p:nvPr/>
          </p:nvSpPr>
          <p:spPr bwMode="auto">
            <a:xfrm>
              <a:off x="1521" y="1217"/>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8" name="Oval 81">
              <a:extLst>
                <a:ext uri="{FF2B5EF4-FFF2-40B4-BE49-F238E27FC236}">
                  <a16:creationId xmlns:a16="http://schemas.microsoft.com/office/drawing/2014/main" id="{8ED67C96-FB4B-073D-E95B-6A25FD454090}"/>
                </a:ext>
              </a:extLst>
            </p:cNvPr>
            <p:cNvSpPr>
              <a:spLocks noChangeArrowheads="1"/>
            </p:cNvSpPr>
            <p:nvPr/>
          </p:nvSpPr>
          <p:spPr bwMode="auto">
            <a:xfrm>
              <a:off x="1522" y="1077"/>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89" name="Oval 82">
              <a:extLst>
                <a:ext uri="{FF2B5EF4-FFF2-40B4-BE49-F238E27FC236}">
                  <a16:creationId xmlns:a16="http://schemas.microsoft.com/office/drawing/2014/main" id="{BD1B55DD-7F36-FE37-0142-1CEB5315D28C}"/>
                </a:ext>
              </a:extLst>
            </p:cNvPr>
            <p:cNvSpPr>
              <a:spLocks noChangeArrowheads="1"/>
            </p:cNvSpPr>
            <p:nvPr/>
          </p:nvSpPr>
          <p:spPr bwMode="auto">
            <a:xfrm>
              <a:off x="229" y="1065"/>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nvGrpSpPr>
          <p:cNvPr id="194" name="Group 83">
            <a:extLst>
              <a:ext uri="{FF2B5EF4-FFF2-40B4-BE49-F238E27FC236}">
                <a16:creationId xmlns:a16="http://schemas.microsoft.com/office/drawing/2014/main" id="{C3394A18-4C2B-EFC1-7146-419FD802B4E3}"/>
              </a:ext>
            </a:extLst>
          </p:cNvPr>
          <p:cNvGrpSpPr>
            <a:grpSpLocks/>
          </p:cNvGrpSpPr>
          <p:nvPr/>
        </p:nvGrpSpPr>
        <p:grpSpPr bwMode="auto">
          <a:xfrm>
            <a:off x="5005253" y="3566978"/>
            <a:ext cx="2955925" cy="1652588"/>
            <a:chOff x="3966" y="641"/>
            <a:chExt cx="1862" cy="1041"/>
          </a:xfrm>
        </p:grpSpPr>
        <p:sp>
          <p:nvSpPr>
            <p:cNvPr id="195" name="Text Box 84">
              <a:extLst>
                <a:ext uri="{FF2B5EF4-FFF2-40B4-BE49-F238E27FC236}">
                  <a16:creationId xmlns:a16="http://schemas.microsoft.com/office/drawing/2014/main" id="{6C881E10-8526-580A-37A3-26F88899B706}"/>
                </a:ext>
              </a:extLst>
            </p:cNvPr>
            <p:cNvSpPr txBox="1">
              <a:spLocks noChangeAspect="1" noChangeArrowheads="1"/>
            </p:cNvSpPr>
            <p:nvPr/>
          </p:nvSpPr>
          <p:spPr bwMode="auto">
            <a:xfrm>
              <a:off x="5485" y="971"/>
              <a:ext cx="343"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B</a:t>
              </a:r>
            </a:p>
          </p:txBody>
        </p:sp>
        <p:sp>
          <p:nvSpPr>
            <p:cNvPr id="196" name="Line 85">
              <a:extLst>
                <a:ext uri="{FF2B5EF4-FFF2-40B4-BE49-F238E27FC236}">
                  <a16:creationId xmlns:a16="http://schemas.microsoft.com/office/drawing/2014/main" id="{92E5E564-2F88-E568-30EB-4CA026ED4EEC}"/>
                </a:ext>
              </a:extLst>
            </p:cNvPr>
            <p:cNvSpPr>
              <a:spLocks noChangeAspect="1" noChangeShapeType="1"/>
            </p:cNvSpPr>
            <p:nvPr/>
          </p:nvSpPr>
          <p:spPr bwMode="auto">
            <a:xfrm>
              <a:off x="5517" y="1113"/>
              <a:ext cx="0" cy="12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197" name="Group 86">
              <a:extLst>
                <a:ext uri="{FF2B5EF4-FFF2-40B4-BE49-F238E27FC236}">
                  <a16:creationId xmlns:a16="http://schemas.microsoft.com/office/drawing/2014/main" id="{D900429F-00DD-7250-BF1B-1EE4329A6D92}"/>
                </a:ext>
              </a:extLst>
            </p:cNvPr>
            <p:cNvGrpSpPr>
              <a:grpSpLocks/>
            </p:cNvGrpSpPr>
            <p:nvPr/>
          </p:nvGrpSpPr>
          <p:grpSpPr bwMode="auto">
            <a:xfrm>
              <a:off x="5402" y="1285"/>
              <a:ext cx="233" cy="98"/>
              <a:chOff x="5393" y="1285"/>
              <a:chExt cx="260" cy="98"/>
            </a:xfrm>
          </p:grpSpPr>
          <p:sp>
            <p:nvSpPr>
              <p:cNvPr id="229" name="Rectangle 87" descr="宽上对角线">
                <a:extLst>
                  <a:ext uri="{FF2B5EF4-FFF2-40B4-BE49-F238E27FC236}">
                    <a16:creationId xmlns:a16="http://schemas.microsoft.com/office/drawing/2014/main" id="{30A7CF72-E3F7-D6AE-8941-48F744E3EFF0}"/>
                  </a:ext>
                </a:extLst>
              </p:cNvPr>
              <p:cNvSpPr>
                <a:spLocks noChangeAspect="1" noChangeArrowheads="1"/>
              </p:cNvSpPr>
              <p:nvPr/>
            </p:nvSpPr>
            <p:spPr bwMode="auto">
              <a:xfrm>
                <a:off x="5393" y="1285"/>
                <a:ext cx="260" cy="98"/>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30" name="Line 88">
                <a:extLst>
                  <a:ext uri="{FF2B5EF4-FFF2-40B4-BE49-F238E27FC236}">
                    <a16:creationId xmlns:a16="http://schemas.microsoft.com/office/drawing/2014/main" id="{30B61F30-A255-006A-7C8B-EE9C0DB5C564}"/>
                  </a:ext>
                </a:extLst>
              </p:cNvPr>
              <p:cNvSpPr>
                <a:spLocks noChangeAspect="1" noChangeShapeType="1"/>
              </p:cNvSpPr>
              <p:nvPr/>
            </p:nvSpPr>
            <p:spPr bwMode="auto">
              <a:xfrm>
                <a:off x="5396" y="1285"/>
                <a:ext cx="253"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198" name="AutoShape 89">
              <a:extLst>
                <a:ext uri="{FF2B5EF4-FFF2-40B4-BE49-F238E27FC236}">
                  <a16:creationId xmlns:a16="http://schemas.microsoft.com/office/drawing/2014/main" id="{D2958D93-942D-FA5B-5708-74952D55D78F}"/>
                </a:ext>
              </a:extLst>
            </p:cNvPr>
            <p:cNvSpPr>
              <a:spLocks noChangeAspect="1" noChangeArrowheads="1"/>
            </p:cNvSpPr>
            <p:nvPr/>
          </p:nvSpPr>
          <p:spPr bwMode="auto">
            <a:xfrm>
              <a:off x="4173" y="1100"/>
              <a:ext cx="101" cy="161"/>
            </a:xfrm>
            <a:prstGeom prst="triangle">
              <a:avLst>
                <a:gd name="adj" fmla="val 50000"/>
              </a:avLst>
            </a:prstGeom>
            <a:solidFill>
              <a:srgbClr val="66FF99"/>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199" name="Line 90">
              <a:extLst>
                <a:ext uri="{FF2B5EF4-FFF2-40B4-BE49-F238E27FC236}">
                  <a16:creationId xmlns:a16="http://schemas.microsoft.com/office/drawing/2014/main" id="{4EDE2667-3B8C-DB8E-699F-D194565A3930}"/>
                </a:ext>
              </a:extLst>
            </p:cNvPr>
            <p:cNvSpPr>
              <a:spLocks noChangeAspect="1" noChangeShapeType="1"/>
            </p:cNvSpPr>
            <p:nvPr/>
          </p:nvSpPr>
          <p:spPr bwMode="auto">
            <a:xfrm>
              <a:off x="4227" y="1108"/>
              <a:ext cx="1305"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nvGrpSpPr>
            <p:cNvPr id="200" name="Group 91">
              <a:extLst>
                <a:ext uri="{FF2B5EF4-FFF2-40B4-BE49-F238E27FC236}">
                  <a16:creationId xmlns:a16="http://schemas.microsoft.com/office/drawing/2014/main" id="{840D280E-10B9-B5F9-6B18-175634219DBD}"/>
                </a:ext>
              </a:extLst>
            </p:cNvPr>
            <p:cNvGrpSpPr>
              <a:grpSpLocks/>
            </p:cNvGrpSpPr>
            <p:nvPr/>
          </p:nvGrpSpPr>
          <p:grpSpPr bwMode="auto">
            <a:xfrm>
              <a:off x="4103" y="1255"/>
              <a:ext cx="234" cy="100"/>
              <a:chOff x="4070" y="1255"/>
              <a:chExt cx="294" cy="100"/>
            </a:xfrm>
          </p:grpSpPr>
          <p:sp>
            <p:nvSpPr>
              <p:cNvPr id="227" name="Rectangle 92" descr="宽上对角线">
                <a:extLst>
                  <a:ext uri="{FF2B5EF4-FFF2-40B4-BE49-F238E27FC236}">
                    <a16:creationId xmlns:a16="http://schemas.microsoft.com/office/drawing/2014/main" id="{8E79E046-68B1-B453-A210-DF25FAA3E2B0}"/>
                  </a:ext>
                </a:extLst>
              </p:cNvPr>
              <p:cNvSpPr>
                <a:spLocks noChangeAspect="1" noChangeArrowheads="1"/>
              </p:cNvSpPr>
              <p:nvPr/>
            </p:nvSpPr>
            <p:spPr bwMode="auto">
              <a:xfrm>
                <a:off x="4073" y="1255"/>
                <a:ext cx="291" cy="100"/>
              </a:xfrm>
              <a:prstGeom prst="rect">
                <a:avLst/>
              </a:prstGeom>
              <a:pattFill prst="wdUpDiag">
                <a:fgClr>
                  <a:srgbClr val="000000"/>
                </a:fgClr>
                <a:bgClr>
                  <a:srgbClr val="FFFFCC"/>
                </a:bgClr>
              </a:patt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8" name="Line 93">
                <a:extLst>
                  <a:ext uri="{FF2B5EF4-FFF2-40B4-BE49-F238E27FC236}">
                    <a16:creationId xmlns:a16="http://schemas.microsoft.com/office/drawing/2014/main" id="{F98C0E4E-B7FC-E2C4-3E1A-0F2206A83673}"/>
                  </a:ext>
                </a:extLst>
              </p:cNvPr>
              <p:cNvSpPr>
                <a:spLocks noChangeAspect="1" noChangeShapeType="1"/>
              </p:cNvSpPr>
              <p:nvPr/>
            </p:nvSpPr>
            <p:spPr bwMode="auto">
              <a:xfrm>
                <a:off x="4070" y="1255"/>
                <a:ext cx="294" cy="1"/>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grpSp>
        <p:sp>
          <p:nvSpPr>
            <p:cNvPr id="201" name="Text Box 94">
              <a:extLst>
                <a:ext uri="{FF2B5EF4-FFF2-40B4-BE49-F238E27FC236}">
                  <a16:creationId xmlns:a16="http://schemas.microsoft.com/office/drawing/2014/main" id="{9DEA99C5-F006-DC07-20BF-2298E72F123C}"/>
                </a:ext>
              </a:extLst>
            </p:cNvPr>
            <p:cNvSpPr txBox="1">
              <a:spLocks noChangeAspect="1" noChangeArrowheads="1"/>
            </p:cNvSpPr>
            <p:nvPr/>
          </p:nvSpPr>
          <p:spPr bwMode="auto">
            <a:xfrm>
              <a:off x="3966" y="958"/>
              <a:ext cx="34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A</a:t>
              </a:r>
            </a:p>
          </p:txBody>
        </p:sp>
        <p:sp>
          <p:nvSpPr>
            <p:cNvPr id="202" name="Line 95">
              <a:extLst>
                <a:ext uri="{FF2B5EF4-FFF2-40B4-BE49-F238E27FC236}">
                  <a16:creationId xmlns:a16="http://schemas.microsoft.com/office/drawing/2014/main" id="{B3F2C273-AEE7-B340-AD96-A9ADF4899541}"/>
                </a:ext>
              </a:extLst>
            </p:cNvPr>
            <p:cNvSpPr>
              <a:spLocks noChangeAspect="1" noChangeShapeType="1"/>
            </p:cNvSpPr>
            <p:nvPr/>
          </p:nvSpPr>
          <p:spPr bwMode="auto">
            <a:xfrm>
              <a:off x="4220" y="1383"/>
              <a:ext cx="0" cy="27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3" name="Line 96">
              <a:extLst>
                <a:ext uri="{FF2B5EF4-FFF2-40B4-BE49-F238E27FC236}">
                  <a16:creationId xmlns:a16="http://schemas.microsoft.com/office/drawing/2014/main" id="{1C0891FA-F78A-A9DD-89D2-7BD41C237417}"/>
                </a:ext>
              </a:extLst>
            </p:cNvPr>
            <p:cNvSpPr>
              <a:spLocks noChangeAspect="1" noChangeShapeType="1"/>
            </p:cNvSpPr>
            <p:nvPr/>
          </p:nvSpPr>
          <p:spPr bwMode="auto">
            <a:xfrm>
              <a:off x="5520" y="1398"/>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4" name="Line 97">
              <a:extLst>
                <a:ext uri="{FF2B5EF4-FFF2-40B4-BE49-F238E27FC236}">
                  <a16:creationId xmlns:a16="http://schemas.microsoft.com/office/drawing/2014/main" id="{F9B24537-8A1B-7758-9908-1C20B10E421C}"/>
                </a:ext>
              </a:extLst>
            </p:cNvPr>
            <p:cNvSpPr>
              <a:spLocks noChangeAspect="1" noChangeShapeType="1"/>
            </p:cNvSpPr>
            <p:nvPr/>
          </p:nvSpPr>
          <p:spPr bwMode="auto">
            <a:xfrm flipV="1">
              <a:off x="4220" y="1597"/>
              <a:ext cx="349"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5" name="Text Box 98">
              <a:extLst>
                <a:ext uri="{FF2B5EF4-FFF2-40B4-BE49-F238E27FC236}">
                  <a16:creationId xmlns:a16="http://schemas.microsoft.com/office/drawing/2014/main" id="{3FE2B7EA-1184-9EB7-10B3-7FC7BEE8DA56}"/>
                </a:ext>
              </a:extLst>
            </p:cNvPr>
            <p:cNvSpPr txBox="1">
              <a:spLocks noChangeAspect="1" noChangeArrowheads="1"/>
            </p:cNvSpPr>
            <p:nvPr/>
          </p:nvSpPr>
          <p:spPr bwMode="auto">
            <a:xfrm>
              <a:off x="4744" y="1359"/>
              <a:ext cx="41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r>
                <a:rPr lang="en-US" altLang="zh-CN" b="0" i="0" kern="0" dirty="0">
                  <a:solidFill>
                    <a:srgbClr val="000000"/>
                  </a:solidFill>
                  <a:latin typeface="+mn-lt"/>
                  <a:ea typeface="宋体" panose="02010600030101010101" pitchFamily="2" charset="-122"/>
                </a:rPr>
                <a:t>/2</a:t>
              </a:r>
            </a:p>
          </p:txBody>
        </p:sp>
        <p:sp>
          <p:nvSpPr>
            <p:cNvPr id="206" name="Line 99">
              <a:extLst>
                <a:ext uri="{FF2B5EF4-FFF2-40B4-BE49-F238E27FC236}">
                  <a16:creationId xmlns:a16="http://schemas.microsoft.com/office/drawing/2014/main" id="{C8EA2F40-7C7A-F256-2615-753556DCBCFE}"/>
                </a:ext>
              </a:extLst>
            </p:cNvPr>
            <p:cNvSpPr>
              <a:spLocks noChangeAspect="1" noChangeShapeType="1"/>
            </p:cNvSpPr>
            <p:nvPr/>
          </p:nvSpPr>
          <p:spPr bwMode="auto">
            <a:xfrm>
              <a:off x="4874" y="736"/>
              <a:ext cx="0" cy="264"/>
            </a:xfrm>
            <a:prstGeom prst="line">
              <a:avLst/>
            </a:prstGeom>
            <a:noFill/>
            <a:ln w="28575">
              <a:solidFill>
                <a:srgbClr val="FF0000"/>
              </a:solidFill>
              <a:round/>
              <a:headEnd/>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07" name="Text Box 100">
              <a:extLst>
                <a:ext uri="{FF2B5EF4-FFF2-40B4-BE49-F238E27FC236}">
                  <a16:creationId xmlns:a16="http://schemas.microsoft.com/office/drawing/2014/main" id="{E77593F0-3B6C-5C33-6227-7ECE1AB85AE4}"/>
                </a:ext>
              </a:extLst>
            </p:cNvPr>
            <p:cNvSpPr txBox="1">
              <a:spLocks noChangeAspect="1" noChangeArrowheads="1"/>
            </p:cNvSpPr>
            <p:nvPr/>
          </p:nvSpPr>
          <p:spPr bwMode="auto">
            <a:xfrm>
              <a:off x="4880" y="641"/>
              <a:ext cx="6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FF0000"/>
                  </a:solidFill>
                  <a:latin typeface="+mj-lt"/>
                  <a:ea typeface="宋体" panose="02010600030101010101" pitchFamily="2" charset="-122"/>
                </a:rPr>
                <a:t>F=</a:t>
              </a:r>
              <a:r>
                <a:rPr lang="en-US" altLang="zh-CN" b="0" kern="0" dirty="0" err="1">
                  <a:solidFill>
                    <a:srgbClr val="FF0000"/>
                  </a:solidFill>
                  <a:latin typeface="+mj-lt"/>
                  <a:ea typeface="宋体" panose="02010600030101010101" pitchFamily="2" charset="-122"/>
                </a:rPr>
                <a:t>ql</a:t>
              </a:r>
              <a:endParaRPr lang="en-US" altLang="zh-CN" b="0" kern="0" dirty="0">
                <a:solidFill>
                  <a:srgbClr val="FF0000"/>
                </a:solidFill>
                <a:latin typeface="+mj-lt"/>
                <a:ea typeface="宋体" panose="02010600030101010101" pitchFamily="2" charset="-122"/>
              </a:endParaRPr>
            </a:p>
          </p:txBody>
        </p:sp>
        <p:sp>
          <p:nvSpPr>
            <p:cNvPr id="208" name="Text Box 101">
              <a:extLst>
                <a:ext uri="{FF2B5EF4-FFF2-40B4-BE49-F238E27FC236}">
                  <a16:creationId xmlns:a16="http://schemas.microsoft.com/office/drawing/2014/main" id="{9BD48505-AB85-057F-DC81-3962F8CA88B0}"/>
                </a:ext>
              </a:extLst>
            </p:cNvPr>
            <p:cNvSpPr txBox="1">
              <a:spLocks noChangeAspect="1" noChangeArrowheads="1"/>
            </p:cNvSpPr>
            <p:nvPr/>
          </p:nvSpPr>
          <p:spPr bwMode="auto">
            <a:xfrm>
              <a:off x="4747" y="1055"/>
              <a:ext cx="342"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C</a:t>
              </a:r>
            </a:p>
          </p:txBody>
        </p:sp>
        <p:sp>
          <p:nvSpPr>
            <p:cNvPr id="209" name="Line 102">
              <a:extLst>
                <a:ext uri="{FF2B5EF4-FFF2-40B4-BE49-F238E27FC236}">
                  <a16:creationId xmlns:a16="http://schemas.microsoft.com/office/drawing/2014/main" id="{FF9A27EA-F8F0-B52F-0258-AFF64ED26578}"/>
                </a:ext>
              </a:extLst>
            </p:cNvPr>
            <p:cNvSpPr>
              <a:spLocks noChangeAspect="1" noChangeShapeType="1"/>
            </p:cNvSpPr>
            <p:nvPr/>
          </p:nvSpPr>
          <p:spPr bwMode="auto">
            <a:xfrm>
              <a:off x="4562" y="1398"/>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10" name="Line 103">
              <a:extLst>
                <a:ext uri="{FF2B5EF4-FFF2-40B4-BE49-F238E27FC236}">
                  <a16:creationId xmlns:a16="http://schemas.microsoft.com/office/drawing/2014/main" id="{1E9E20A9-E907-B79D-0AE7-C769707E8E05}"/>
                </a:ext>
              </a:extLst>
            </p:cNvPr>
            <p:cNvSpPr>
              <a:spLocks noChangeAspect="1" noChangeShapeType="1"/>
            </p:cNvSpPr>
            <p:nvPr/>
          </p:nvSpPr>
          <p:spPr bwMode="auto">
            <a:xfrm flipV="1">
              <a:off x="5204" y="1597"/>
              <a:ext cx="315"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11" name="Text Box 104">
              <a:extLst>
                <a:ext uri="{FF2B5EF4-FFF2-40B4-BE49-F238E27FC236}">
                  <a16:creationId xmlns:a16="http://schemas.microsoft.com/office/drawing/2014/main" id="{D34ED164-FF37-71F9-F56F-5BED9B3E5906}"/>
                </a:ext>
              </a:extLst>
            </p:cNvPr>
            <p:cNvSpPr txBox="1">
              <a:spLocks noChangeAspect="1" noChangeArrowheads="1"/>
            </p:cNvSpPr>
            <p:nvPr/>
          </p:nvSpPr>
          <p:spPr bwMode="auto">
            <a:xfrm>
              <a:off x="5210" y="1363"/>
              <a:ext cx="38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med" len="lg"/>
                  <a:tailEnd type="none" w="med"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r>
                <a:rPr lang="en-US" altLang="zh-CN" b="0" i="0" kern="0" dirty="0">
                  <a:solidFill>
                    <a:srgbClr val="000000"/>
                  </a:solidFill>
                  <a:latin typeface="+mn-lt"/>
                  <a:ea typeface="宋体" panose="02010600030101010101" pitchFamily="2" charset="-122"/>
                </a:rPr>
                <a:t>/4</a:t>
              </a:r>
            </a:p>
          </p:txBody>
        </p:sp>
        <p:sp>
          <p:nvSpPr>
            <p:cNvPr id="212" name="Line 105">
              <a:extLst>
                <a:ext uri="{FF2B5EF4-FFF2-40B4-BE49-F238E27FC236}">
                  <a16:creationId xmlns:a16="http://schemas.microsoft.com/office/drawing/2014/main" id="{DB79A8AB-82F2-1D2A-B768-F9F2ADE343D2}"/>
                </a:ext>
              </a:extLst>
            </p:cNvPr>
            <p:cNvSpPr>
              <a:spLocks noChangeAspect="1" noChangeShapeType="1"/>
            </p:cNvSpPr>
            <p:nvPr/>
          </p:nvSpPr>
          <p:spPr bwMode="auto">
            <a:xfrm>
              <a:off x="5201" y="1412"/>
              <a:ext cx="0" cy="2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13" name="Line 106">
              <a:extLst>
                <a:ext uri="{FF2B5EF4-FFF2-40B4-BE49-F238E27FC236}">
                  <a16:creationId xmlns:a16="http://schemas.microsoft.com/office/drawing/2014/main" id="{FB1F59FF-FA69-5651-5482-6CF2D6BAFE3C}"/>
                </a:ext>
              </a:extLst>
            </p:cNvPr>
            <p:cNvSpPr>
              <a:spLocks noChangeAspect="1" noChangeShapeType="1"/>
            </p:cNvSpPr>
            <p:nvPr/>
          </p:nvSpPr>
          <p:spPr bwMode="auto">
            <a:xfrm flipV="1">
              <a:off x="4569" y="1597"/>
              <a:ext cx="640" cy="0"/>
            </a:xfrm>
            <a:prstGeom prst="line">
              <a:avLst/>
            </a:prstGeom>
            <a:noFill/>
            <a:ln w="12700">
              <a:solidFill>
                <a:srgbClr val="000000"/>
              </a:solidFill>
              <a:round/>
              <a:headEnd type="stealth" w="med" len="lg"/>
              <a:tailEnd type="stealth" w="med"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14" name="Text Box 107">
              <a:extLst>
                <a:ext uri="{FF2B5EF4-FFF2-40B4-BE49-F238E27FC236}">
                  <a16:creationId xmlns:a16="http://schemas.microsoft.com/office/drawing/2014/main" id="{C1D1E07E-672E-ECE8-4149-2F938A28167C}"/>
                </a:ext>
              </a:extLst>
            </p:cNvPr>
            <p:cNvSpPr txBox="1">
              <a:spLocks noChangeAspect="1" noChangeArrowheads="1"/>
            </p:cNvSpPr>
            <p:nvPr/>
          </p:nvSpPr>
          <p:spPr bwMode="auto">
            <a:xfrm>
              <a:off x="4240" y="1363"/>
              <a:ext cx="412"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type="none" w="med" len="lg"/>
                  <a:tailEnd type="none" w="med" len="lg"/>
                </a14:hiddenLine>
              </a:ext>
            </a:extLst>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altLang="zh-CN" b="0" kern="0" dirty="0">
                  <a:solidFill>
                    <a:srgbClr val="000000"/>
                  </a:solidFill>
                  <a:latin typeface="+mj-lt"/>
                  <a:ea typeface="宋体" panose="02010600030101010101" pitchFamily="2" charset="-122"/>
                </a:rPr>
                <a:t>l</a:t>
              </a:r>
              <a:r>
                <a:rPr lang="en-US" altLang="zh-CN" b="0" i="0" kern="0" dirty="0">
                  <a:solidFill>
                    <a:srgbClr val="000000"/>
                  </a:solidFill>
                  <a:latin typeface="+mn-lt"/>
                  <a:ea typeface="宋体" panose="02010600030101010101" pitchFamily="2" charset="-122"/>
                </a:rPr>
                <a:t>/4</a:t>
              </a:r>
            </a:p>
          </p:txBody>
        </p:sp>
        <p:sp>
          <p:nvSpPr>
            <p:cNvPr id="215" name="Oval 108">
              <a:extLst>
                <a:ext uri="{FF2B5EF4-FFF2-40B4-BE49-F238E27FC236}">
                  <a16:creationId xmlns:a16="http://schemas.microsoft.com/office/drawing/2014/main" id="{E72C7629-308B-6A4B-E613-908BA765ED8E}"/>
                </a:ext>
              </a:extLst>
            </p:cNvPr>
            <p:cNvSpPr>
              <a:spLocks noChangeArrowheads="1"/>
            </p:cNvSpPr>
            <p:nvPr/>
          </p:nvSpPr>
          <p:spPr bwMode="auto">
            <a:xfrm>
              <a:off x="4194" y="1082"/>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6" name="Oval 109">
              <a:extLst>
                <a:ext uri="{FF2B5EF4-FFF2-40B4-BE49-F238E27FC236}">
                  <a16:creationId xmlns:a16="http://schemas.microsoft.com/office/drawing/2014/main" id="{21377692-AF16-2ECE-35CF-95CDCEE1864C}"/>
                </a:ext>
              </a:extLst>
            </p:cNvPr>
            <p:cNvSpPr>
              <a:spLocks noChangeArrowheads="1"/>
            </p:cNvSpPr>
            <p:nvPr/>
          </p:nvSpPr>
          <p:spPr bwMode="auto">
            <a:xfrm>
              <a:off x="5488" y="1083"/>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17" name="Oval 110">
              <a:extLst>
                <a:ext uri="{FF2B5EF4-FFF2-40B4-BE49-F238E27FC236}">
                  <a16:creationId xmlns:a16="http://schemas.microsoft.com/office/drawing/2014/main" id="{F99F93F7-5C8F-6DE5-9F50-F568DCFFD324}"/>
                </a:ext>
              </a:extLst>
            </p:cNvPr>
            <p:cNvSpPr>
              <a:spLocks noChangeArrowheads="1"/>
            </p:cNvSpPr>
            <p:nvPr/>
          </p:nvSpPr>
          <p:spPr bwMode="auto">
            <a:xfrm>
              <a:off x="5491" y="1224"/>
              <a:ext cx="56" cy="56"/>
            </a:xfrm>
            <a:prstGeom prst="ellipse">
              <a:avLst/>
            </a:prstGeom>
            <a:solidFill>
              <a:srgbClr val="FF0000"/>
            </a:solidFill>
            <a:ln w="2857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nvGrpSpPr>
            <p:cNvPr id="218" name="Group 111">
              <a:extLst>
                <a:ext uri="{FF2B5EF4-FFF2-40B4-BE49-F238E27FC236}">
                  <a16:creationId xmlns:a16="http://schemas.microsoft.com/office/drawing/2014/main" id="{47A53052-614E-A0D5-4341-54F447EC2431}"/>
                </a:ext>
              </a:extLst>
            </p:cNvPr>
            <p:cNvGrpSpPr>
              <a:grpSpLocks/>
            </p:cNvGrpSpPr>
            <p:nvPr/>
          </p:nvGrpSpPr>
          <p:grpSpPr bwMode="auto">
            <a:xfrm>
              <a:off x="4511" y="984"/>
              <a:ext cx="704" cy="114"/>
              <a:chOff x="4511" y="984"/>
              <a:chExt cx="704" cy="114"/>
            </a:xfrm>
          </p:grpSpPr>
          <p:sp>
            <p:nvSpPr>
              <p:cNvPr id="219" name="Line 112">
                <a:extLst>
                  <a:ext uri="{FF2B5EF4-FFF2-40B4-BE49-F238E27FC236}">
                    <a16:creationId xmlns:a16="http://schemas.microsoft.com/office/drawing/2014/main" id="{D1D423E7-4043-B169-A60A-A0BFA353EF1A}"/>
                  </a:ext>
                </a:extLst>
              </p:cNvPr>
              <p:cNvSpPr>
                <a:spLocks noChangeAspect="1" noChangeShapeType="1"/>
              </p:cNvSpPr>
              <p:nvPr/>
            </p:nvSpPr>
            <p:spPr bwMode="auto">
              <a:xfrm>
                <a:off x="5199" y="1007"/>
                <a:ext cx="0" cy="7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20" name="AutoShape 113">
                <a:extLst>
                  <a:ext uri="{FF2B5EF4-FFF2-40B4-BE49-F238E27FC236}">
                    <a16:creationId xmlns:a16="http://schemas.microsoft.com/office/drawing/2014/main" id="{B45F62BD-D6F8-2566-E4B0-C6D1757EA2C5}"/>
                  </a:ext>
                </a:extLst>
              </p:cNvPr>
              <p:cNvSpPr>
                <a:spLocks noChangeAspect="1" noChangeArrowheads="1"/>
              </p:cNvSpPr>
              <p:nvPr/>
            </p:nvSpPr>
            <p:spPr bwMode="auto">
              <a:xfrm>
                <a:off x="4526" y="999"/>
                <a:ext cx="62" cy="83"/>
              </a:xfrm>
              <a:prstGeom prst="triangle">
                <a:avLst>
                  <a:gd name="adj" fmla="val 50000"/>
                </a:avLst>
              </a:prstGeom>
              <a:solidFill>
                <a:srgbClr val="EAEAEA"/>
              </a:solidFill>
              <a:ln w="28575">
                <a:solidFill>
                  <a:srgbClr val="000000"/>
                </a:solidFill>
                <a:miter lim="800000"/>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1" name="Line 114">
                <a:extLst>
                  <a:ext uri="{FF2B5EF4-FFF2-40B4-BE49-F238E27FC236}">
                    <a16:creationId xmlns:a16="http://schemas.microsoft.com/office/drawing/2014/main" id="{F5B63A43-3C8A-4CE8-AB2B-C6E140940AF3}"/>
                  </a:ext>
                </a:extLst>
              </p:cNvPr>
              <p:cNvSpPr>
                <a:spLocks noChangeAspect="1" noChangeShapeType="1"/>
              </p:cNvSpPr>
              <p:nvPr/>
            </p:nvSpPr>
            <p:spPr bwMode="auto">
              <a:xfrm>
                <a:off x="4561" y="1004"/>
                <a:ext cx="644"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FFFF"/>
                  </a:solidFill>
                  <a:effectLst/>
                  <a:uLnTx/>
                  <a:uFillTx/>
                  <a:ea typeface="黑体" panose="02010609060101010101" pitchFamily="49" charset="-122"/>
                </a:endParaRPr>
              </a:p>
            </p:txBody>
          </p:sp>
          <p:sp>
            <p:nvSpPr>
              <p:cNvPr id="222" name="Oval 115">
                <a:extLst>
                  <a:ext uri="{FF2B5EF4-FFF2-40B4-BE49-F238E27FC236}">
                    <a16:creationId xmlns:a16="http://schemas.microsoft.com/office/drawing/2014/main" id="{F089FE3F-5D9B-5E09-A77E-24C4E1A426C5}"/>
                  </a:ext>
                </a:extLst>
              </p:cNvPr>
              <p:cNvSpPr>
                <a:spLocks noChangeArrowheads="1"/>
              </p:cNvSpPr>
              <p:nvPr/>
            </p:nvSpPr>
            <p:spPr bwMode="auto">
              <a:xfrm>
                <a:off x="5179" y="984"/>
                <a:ext cx="35" cy="35"/>
              </a:xfrm>
              <a:prstGeom prst="ellipse">
                <a:avLst/>
              </a:prstGeom>
              <a:solidFill>
                <a:srgbClr val="FF0000"/>
              </a:solidFill>
              <a:ln w="2222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3" name="Oval 116">
                <a:extLst>
                  <a:ext uri="{FF2B5EF4-FFF2-40B4-BE49-F238E27FC236}">
                    <a16:creationId xmlns:a16="http://schemas.microsoft.com/office/drawing/2014/main" id="{6972E300-25C5-0A84-1978-87F90CFC4D1E}"/>
                  </a:ext>
                </a:extLst>
              </p:cNvPr>
              <p:cNvSpPr>
                <a:spLocks noChangeArrowheads="1"/>
              </p:cNvSpPr>
              <p:nvPr/>
            </p:nvSpPr>
            <p:spPr bwMode="auto">
              <a:xfrm>
                <a:off x="5180" y="1063"/>
                <a:ext cx="35" cy="35"/>
              </a:xfrm>
              <a:prstGeom prst="ellipse">
                <a:avLst/>
              </a:prstGeom>
              <a:solidFill>
                <a:srgbClr val="FF0000"/>
              </a:solidFill>
              <a:ln w="2222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4" name="Oval 117">
                <a:extLst>
                  <a:ext uri="{FF2B5EF4-FFF2-40B4-BE49-F238E27FC236}">
                    <a16:creationId xmlns:a16="http://schemas.microsoft.com/office/drawing/2014/main" id="{7CA5FDCE-7B0A-AC4A-17EA-620E1D62C001}"/>
                  </a:ext>
                </a:extLst>
              </p:cNvPr>
              <p:cNvSpPr>
                <a:spLocks noChangeArrowheads="1"/>
              </p:cNvSpPr>
              <p:nvPr/>
            </p:nvSpPr>
            <p:spPr bwMode="auto">
              <a:xfrm>
                <a:off x="4538" y="988"/>
                <a:ext cx="35" cy="35"/>
              </a:xfrm>
              <a:prstGeom prst="ellipse">
                <a:avLst/>
              </a:prstGeom>
              <a:solidFill>
                <a:srgbClr val="FF0000"/>
              </a:solidFill>
              <a:ln w="2222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5" name="Oval 118">
                <a:extLst>
                  <a:ext uri="{FF2B5EF4-FFF2-40B4-BE49-F238E27FC236}">
                    <a16:creationId xmlns:a16="http://schemas.microsoft.com/office/drawing/2014/main" id="{038D4474-E069-C3F6-5FD0-6CEEAEA454AD}"/>
                  </a:ext>
                </a:extLst>
              </p:cNvPr>
              <p:cNvSpPr>
                <a:spLocks noChangeArrowheads="1"/>
              </p:cNvSpPr>
              <p:nvPr/>
            </p:nvSpPr>
            <p:spPr bwMode="auto">
              <a:xfrm>
                <a:off x="4511" y="1060"/>
                <a:ext cx="35" cy="35"/>
              </a:xfrm>
              <a:prstGeom prst="ellipse">
                <a:avLst/>
              </a:prstGeom>
              <a:solidFill>
                <a:srgbClr val="FF0000"/>
              </a:solidFill>
              <a:ln w="2222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sp>
            <p:nvSpPr>
              <p:cNvPr id="226" name="Oval 119">
                <a:extLst>
                  <a:ext uri="{FF2B5EF4-FFF2-40B4-BE49-F238E27FC236}">
                    <a16:creationId xmlns:a16="http://schemas.microsoft.com/office/drawing/2014/main" id="{F692B3CB-C1D0-8021-979F-A08720814E74}"/>
                  </a:ext>
                </a:extLst>
              </p:cNvPr>
              <p:cNvSpPr>
                <a:spLocks noChangeArrowheads="1"/>
              </p:cNvSpPr>
              <p:nvPr/>
            </p:nvSpPr>
            <p:spPr bwMode="auto">
              <a:xfrm>
                <a:off x="4568" y="1057"/>
                <a:ext cx="35" cy="35"/>
              </a:xfrm>
              <a:prstGeom prst="ellipse">
                <a:avLst/>
              </a:prstGeom>
              <a:solidFill>
                <a:srgbClr val="FF0000"/>
              </a:solidFill>
              <a:ln w="22225" algn="ctr">
                <a:solidFill>
                  <a:srgbClr val="000000"/>
                </a:solidFill>
                <a:round/>
                <a:headEnd/>
                <a:tailEnd/>
              </a:ln>
            </p:spPr>
            <p:txBody>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endParaRPr>
              </a:p>
            </p:txBody>
          </p:sp>
        </p:grpSp>
      </p:grpSp>
      <p:sp>
        <p:nvSpPr>
          <p:cNvPr id="231" name="Text Box 120">
            <a:extLst>
              <a:ext uri="{FF2B5EF4-FFF2-40B4-BE49-F238E27FC236}">
                <a16:creationId xmlns:a16="http://schemas.microsoft.com/office/drawing/2014/main" id="{396D850F-1F57-6A36-B55B-3CBE0F21DDA6}"/>
              </a:ext>
            </a:extLst>
          </p:cNvPr>
          <p:cNvSpPr txBox="1">
            <a:spLocks noChangeArrowheads="1"/>
          </p:cNvSpPr>
          <p:nvPr/>
        </p:nvSpPr>
        <p:spPr bwMode="auto">
          <a:xfrm>
            <a:off x="3843203" y="5324340"/>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ct val="50000"/>
              </a:spcBef>
              <a:spcAft>
                <a:spcPts val="0"/>
              </a:spcAft>
              <a:buClrTx/>
              <a:buSzTx/>
              <a:buFontTx/>
              <a:buNone/>
              <a:tabLst/>
              <a:defRPr/>
            </a:pPr>
            <a:r>
              <a:rPr lang="en-US" altLang="zh-CN" b="0" kern="0" dirty="0">
                <a:solidFill>
                  <a:srgbClr val="000000"/>
                </a:solidFill>
                <a:latin typeface="+mj-lt"/>
                <a:ea typeface="宋体" panose="02010600030101010101" pitchFamily="2" charset="-122"/>
              </a:rPr>
              <a:t>M</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32" name="Text Box 121">
            <a:extLst>
              <a:ext uri="{FF2B5EF4-FFF2-40B4-BE49-F238E27FC236}">
                <a16:creationId xmlns:a16="http://schemas.microsoft.com/office/drawing/2014/main" id="{922D3981-D751-AB38-65CD-D7D0610E4AB9}"/>
              </a:ext>
            </a:extLst>
          </p:cNvPr>
          <p:cNvSpPr txBox="1">
            <a:spLocks noChangeArrowheads="1"/>
          </p:cNvSpPr>
          <p:nvPr/>
        </p:nvSpPr>
        <p:spPr bwMode="auto">
          <a:xfrm>
            <a:off x="9745528" y="5357678"/>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ct val="50000"/>
              </a:spcBef>
              <a:spcAft>
                <a:spcPts val="0"/>
              </a:spcAft>
              <a:buClrTx/>
              <a:buSzTx/>
              <a:buFontTx/>
              <a:buNone/>
              <a:tabLst/>
              <a:defRPr/>
            </a:pPr>
            <a:r>
              <a:rPr lang="en-US" altLang="zh-CN" b="0" kern="0" dirty="0">
                <a:solidFill>
                  <a:srgbClr val="000000"/>
                </a:solidFill>
                <a:latin typeface="+mj-lt"/>
                <a:ea typeface="宋体" panose="02010600030101010101" pitchFamily="2" charset="-122"/>
              </a:rPr>
              <a:t>M</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
        <p:nvSpPr>
          <p:cNvPr id="233" name="Text Box 122">
            <a:extLst>
              <a:ext uri="{FF2B5EF4-FFF2-40B4-BE49-F238E27FC236}">
                <a16:creationId xmlns:a16="http://schemas.microsoft.com/office/drawing/2014/main" id="{3DDF3ABF-AB9E-5F25-CEAC-8F6F96FD8A8F}"/>
              </a:ext>
            </a:extLst>
          </p:cNvPr>
          <p:cNvSpPr txBox="1">
            <a:spLocks noChangeArrowheads="1"/>
          </p:cNvSpPr>
          <p:nvPr/>
        </p:nvSpPr>
        <p:spPr bwMode="auto">
          <a:xfrm>
            <a:off x="6862628" y="5400540"/>
            <a:ext cx="8175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24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24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24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24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黑体" panose="02010609060101010101" pitchFamily="49" charset="-122"/>
              </a:defRPr>
            </a:lvl9pPr>
          </a:lstStyle>
          <a:p>
            <a:pPr marL="0" marR="0" lvl="0" indent="0" algn="just" defTabSz="914400" eaLnBrk="1" fontAlgn="auto" latinLnBrk="0" hangingPunct="1">
              <a:lnSpc>
                <a:spcPct val="100000"/>
              </a:lnSpc>
              <a:spcBef>
                <a:spcPct val="50000"/>
              </a:spcBef>
              <a:spcAft>
                <a:spcPts val="0"/>
              </a:spcAft>
              <a:buClrTx/>
              <a:buSzTx/>
              <a:buFontTx/>
              <a:buNone/>
              <a:tabLst/>
              <a:defRPr/>
            </a:pPr>
            <a:r>
              <a:rPr lang="en-US" altLang="zh-CN" b="0" kern="0" dirty="0">
                <a:solidFill>
                  <a:srgbClr val="000000"/>
                </a:solidFill>
                <a:latin typeface="+mj-lt"/>
                <a:ea typeface="宋体" panose="02010600030101010101" pitchFamily="2" charset="-122"/>
              </a:rPr>
              <a:t>M</a:t>
            </a:r>
            <a:r>
              <a:rPr kumimoji="1" lang="zh-CN" altLang="en-US" sz="2400" b="0"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rPr>
              <a:t>图</a:t>
            </a:r>
          </a:p>
        </p:txBody>
      </p:sp>
    </p:spTree>
    <p:extLst>
      <p:ext uri="{BB962C8B-B14F-4D97-AF65-F5344CB8AC3E}">
        <p14:creationId xmlns:p14="http://schemas.microsoft.com/office/powerpoint/2010/main" val="497145135"/>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169"/>
                                        </p:tgtEl>
                                        <p:attrNameLst>
                                          <p:attrName>style.visibility</p:attrName>
                                        </p:attrNameLst>
                                      </p:cBhvr>
                                      <p:to>
                                        <p:strVal val="visible"/>
                                      </p:to>
                                    </p:set>
                                    <p:animEffect transition="in" filter="box(out)">
                                      <p:cBhvr>
                                        <p:cTn id="13" dur="3000"/>
                                        <p:tgtEl>
                                          <p:spTgt spid="169"/>
                                        </p:tgtEl>
                                      </p:cBhvr>
                                    </p:animEffect>
                                  </p:childTnLst>
                                </p:cTn>
                              </p:par>
                            </p:childTnLst>
                          </p:cTn>
                        </p:par>
                        <p:par>
                          <p:cTn id="14" fill="hold">
                            <p:stCondLst>
                              <p:cond delay="3000"/>
                            </p:stCondLst>
                            <p:childTnLst>
                              <p:par>
                                <p:cTn id="15" presetID="12" presetClass="entr" presetSubtype="1" fill="hold" nodeType="afterEffect">
                                  <p:stCondLst>
                                    <p:cond delay="0"/>
                                  </p:stCondLst>
                                  <p:childTnLst>
                                    <p:set>
                                      <p:cBhvr>
                                        <p:cTn id="16" dur="1" fill="hold">
                                          <p:stCondLst>
                                            <p:cond delay="0"/>
                                          </p:stCondLst>
                                        </p:cTn>
                                        <p:tgtEl>
                                          <p:spTgt spid="119"/>
                                        </p:tgtEl>
                                        <p:attrNameLst>
                                          <p:attrName>style.visibility</p:attrName>
                                        </p:attrNameLst>
                                      </p:cBhvr>
                                      <p:to>
                                        <p:strVal val="visible"/>
                                      </p:to>
                                    </p:set>
                                    <p:animEffect transition="in" filter="slide(fromTop)">
                                      <p:cBhvr>
                                        <p:cTn id="17" dur="3000"/>
                                        <p:tgtEl>
                                          <p:spTgt spid="119"/>
                                        </p:tgtEl>
                                      </p:cBhvr>
                                    </p:animEffect>
                                  </p:childTnLst>
                                </p:cTn>
                              </p:par>
                              <p:par>
                                <p:cTn id="18" presetID="19" presetClass="entr" presetSubtype="10" fill="hold" grpId="0" nodeType="withEffect">
                                  <p:stCondLst>
                                    <p:cond delay="0"/>
                                  </p:stCondLst>
                                  <p:childTnLst>
                                    <p:set>
                                      <p:cBhvr>
                                        <p:cTn id="19" dur="1" fill="hold">
                                          <p:stCondLst>
                                            <p:cond delay="0"/>
                                          </p:stCondLst>
                                        </p:cTn>
                                        <p:tgtEl>
                                          <p:spTgt spid="231"/>
                                        </p:tgtEl>
                                        <p:attrNameLst>
                                          <p:attrName>style.visibility</p:attrName>
                                        </p:attrNameLst>
                                      </p:cBhvr>
                                      <p:to>
                                        <p:strVal val="visible"/>
                                      </p:to>
                                    </p:set>
                                    <p:anim calcmode="lin" valueType="num">
                                      <p:cBhvr>
                                        <p:cTn id="20" dur="5000" fill="hold"/>
                                        <p:tgtEl>
                                          <p:spTgt spid="231"/>
                                        </p:tgtEl>
                                        <p:attrNameLst>
                                          <p:attrName>ppt_w</p:attrName>
                                        </p:attrNameLst>
                                      </p:cBhvr>
                                      <p:tavLst>
                                        <p:tav tm="0" fmla="#ppt_w*sin(2.5*pi*$)">
                                          <p:val>
                                            <p:fltVal val="0"/>
                                          </p:val>
                                        </p:tav>
                                        <p:tav tm="100000">
                                          <p:val>
                                            <p:fltVal val="1"/>
                                          </p:val>
                                        </p:tav>
                                      </p:tavLst>
                                    </p:anim>
                                    <p:anim calcmode="lin" valueType="num">
                                      <p:cBhvr>
                                        <p:cTn id="21" dur="5000" fill="hold"/>
                                        <p:tgtEl>
                                          <p:spTgt spid="231"/>
                                        </p:tgtEl>
                                        <p:attrNameLst>
                                          <p:attrName>ppt_h</p:attrName>
                                        </p:attrNameLst>
                                      </p:cBhvr>
                                      <p:tavLst>
                                        <p:tav tm="0">
                                          <p:val>
                                            <p:strVal val="#ppt_h"/>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194"/>
                                        </p:tgtEl>
                                        <p:attrNameLst>
                                          <p:attrName>style.visibility</p:attrName>
                                        </p:attrNameLst>
                                      </p:cBhvr>
                                      <p:to>
                                        <p:strVal val="visible"/>
                                      </p:to>
                                    </p:set>
                                    <p:animEffect transition="in" filter="box(out)">
                                      <p:cBhvr>
                                        <p:cTn id="26" dur="3000"/>
                                        <p:tgtEl>
                                          <p:spTgt spid="194"/>
                                        </p:tgtEl>
                                      </p:cBhvr>
                                    </p:animEffect>
                                  </p:childTnLst>
                                </p:cTn>
                              </p:par>
                            </p:childTnLst>
                          </p:cTn>
                        </p:par>
                        <p:par>
                          <p:cTn id="27" fill="hold">
                            <p:stCondLst>
                              <p:cond delay="3000"/>
                            </p:stCondLst>
                            <p:childTnLst>
                              <p:par>
                                <p:cTn id="28" presetID="12" presetClass="entr" presetSubtype="1" fill="hold" nodeType="afterEffect">
                                  <p:stCondLst>
                                    <p:cond delay="0"/>
                                  </p:stCondLst>
                                  <p:childTnLst>
                                    <p:set>
                                      <p:cBhvr>
                                        <p:cTn id="29" dur="1" fill="hold">
                                          <p:stCondLst>
                                            <p:cond delay="0"/>
                                          </p:stCondLst>
                                        </p:cTn>
                                        <p:tgtEl>
                                          <p:spTgt spid="125"/>
                                        </p:tgtEl>
                                        <p:attrNameLst>
                                          <p:attrName>style.visibility</p:attrName>
                                        </p:attrNameLst>
                                      </p:cBhvr>
                                      <p:to>
                                        <p:strVal val="visible"/>
                                      </p:to>
                                    </p:set>
                                    <p:animEffect transition="in" filter="slide(fromTop)">
                                      <p:cBhvr>
                                        <p:cTn id="30" dur="3000"/>
                                        <p:tgtEl>
                                          <p:spTgt spid="125"/>
                                        </p:tgtEl>
                                      </p:cBhvr>
                                    </p:animEffect>
                                  </p:childTnLst>
                                </p:cTn>
                              </p:par>
                              <p:par>
                                <p:cTn id="31" presetID="19" presetClass="entr" presetSubtype="10" fill="hold" grpId="0" nodeType="withEffect">
                                  <p:stCondLst>
                                    <p:cond delay="0"/>
                                  </p:stCondLst>
                                  <p:childTnLst>
                                    <p:set>
                                      <p:cBhvr>
                                        <p:cTn id="32" dur="1" fill="hold">
                                          <p:stCondLst>
                                            <p:cond delay="0"/>
                                          </p:stCondLst>
                                        </p:cTn>
                                        <p:tgtEl>
                                          <p:spTgt spid="233"/>
                                        </p:tgtEl>
                                        <p:attrNameLst>
                                          <p:attrName>style.visibility</p:attrName>
                                        </p:attrNameLst>
                                      </p:cBhvr>
                                      <p:to>
                                        <p:strVal val="visible"/>
                                      </p:to>
                                    </p:set>
                                    <p:anim calcmode="lin" valueType="num">
                                      <p:cBhvr>
                                        <p:cTn id="33" dur="5000" fill="hold"/>
                                        <p:tgtEl>
                                          <p:spTgt spid="233"/>
                                        </p:tgtEl>
                                        <p:attrNameLst>
                                          <p:attrName>ppt_w</p:attrName>
                                        </p:attrNameLst>
                                      </p:cBhvr>
                                      <p:tavLst>
                                        <p:tav tm="0" fmla="#ppt_w*sin(2.5*pi*$)">
                                          <p:val>
                                            <p:fltVal val="0"/>
                                          </p:val>
                                        </p:tav>
                                        <p:tav tm="100000">
                                          <p:val>
                                            <p:fltVal val="1"/>
                                          </p:val>
                                        </p:tav>
                                      </p:tavLst>
                                    </p:anim>
                                    <p:anim calcmode="lin" valueType="num">
                                      <p:cBhvr>
                                        <p:cTn id="34" dur="5000" fill="hold"/>
                                        <p:tgtEl>
                                          <p:spTgt spid="233"/>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138"/>
                                        </p:tgtEl>
                                        <p:attrNameLst>
                                          <p:attrName>style.visibility</p:attrName>
                                        </p:attrNameLst>
                                      </p:cBhvr>
                                      <p:to>
                                        <p:strVal val="visible"/>
                                      </p:to>
                                    </p:set>
                                    <p:animEffect transition="in" filter="box(out)">
                                      <p:cBhvr>
                                        <p:cTn id="39" dur="3000"/>
                                        <p:tgtEl>
                                          <p:spTgt spid="138"/>
                                        </p:tgtEl>
                                      </p:cBhvr>
                                    </p:animEffect>
                                  </p:childTnLst>
                                </p:cTn>
                              </p:par>
                            </p:childTnLst>
                          </p:cTn>
                        </p:par>
                        <p:par>
                          <p:cTn id="40" fill="hold">
                            <p:stCondLst>
                              <p:cond delay="3000"/>
                            </p:stCondLst>
                            <p:childTnLst>
                              <p:par>
                                <p:cTn id="41" presetID="12" presetClass="entr" presetSubtype="1" fill="hold" nodeType="after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slide(fromTop)">
                                      <p:cBhvr>
                                        <p:cTn id="43" dur="3000"/>
                                        <p:tgtEl>
                                          <p:spTgt spid="131"/>
                                        </p:tgtEl>
                                      </p:cBhvr>
                                    </p:animEffect>
                                  </p:childTnLst>
                                </p:cTn>
                              </p:par>
                              <p:par>
                                <p:cTn id="44" presetID="19" presetClass="entr" presetSubtype="10" fill="hold" grpId="0" nodeType="withEffect">
                                  <p:stCondLst>
                                    <p:cond delay="0"/>
                                  </p:stCondLst>
                                  <p:childTnLst>
                                    <p:set>
                                      <p:cBhvr>
                                        <p:cTn id="45" dur="1" fill="hold">
                                          <p:stCondLst>
                                            <p:cond delay="0"/>
                                          </p:stCondLst>
                                        </p:cTn>
                                        <p:tgtEl>
                                          <p:spTgt spid="232"/>
                                        </p:tgtEl>
                                        <p:attrNameLst>
                                          <p:attrName>style.visibility</p:attrName>
                                        </p:attrNameLst>
                                      </p:cBhvr>
                                      <p:to>
                                        <p:strVal val="visible"/>
                                      </p:to>
                                    </p:set>
                                    <p:anim calcmode="lin" valueType="num">
                                      <p:cBhvr>
                                        <p:cTn id="46" dur="5000" fill="hold"/>
                                        <p:tgtEl>
                                          <p:spTgt spid="232"/>
                                        </p:tgtEl>
                                        <p:attrNameLst>
                                          <p:attrName>ppt_w</p:attrName>
                                        </p:attrNameLst>
                                      </p:cBhvr>
                                      <p:tavLst>
                                        <p:tav tm="0" fmla="#ppt_w*sin(2.5*pi*$)">
                                          <p:val>
                                            <p:fltVal val="0"/>
                                          </p:val>
                                        </p:tav>
                                        <p:tav tm="100000">
                                          <p:val>
                                            <p:fltVal val="1"/>
                                          </p:val>
                                        </p:tav>
                                      </p:tavLst>
                                    </p:anim>
                                    <p:anim calcmode="lin" valueType="num">
                                      <p:cBhvr>
                                        <p:cTn id="47" dur="5000" fill="hold"/>
                                        <p:tgtEl>
                                          <p:spTgt spid="23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2" grpId="0" animBg="1"/>
      <p:bldP spid="231" grpId="0"/>
      <p:bldP spid="232" grpId="0"/>
      <p:bldP spid="23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第十章   直梁的弯曲</a:t>
            </a:r>
            <a:endParaRPr kumimoji="1" lang="en-US" altLang="zh-CN" sz="3200" i="0" dirty="0">
              <a:solidFill>
                <a:srgbClr val="FFFFFF"/>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E8DB0D0A-8BE9-6ADA-6C58-96049487BA32}"/>
              </a:ext>
            </a:extLst>
          </p:cNvPr>
          <p:cNvSpPr/>
          <p:nvPr/>
        </p:nvSpPr>
        <p:spPr>
          <a:xfrm>
            <a:off x="695400" y="1700808"/>
            <a:ext cx="11017224" cy="609398"/>
          </a:xfrm>
          <a:prstGeom prst="rect">
            <a:avLst/>
          </a:prstGeom>
        </p:spPr>
        <p:txBody>
          <a:bodyPr wrap="square">
            <a:spAutoFit/>
          </a:bodyPr>
          <a:lstStyle/>
          <a:p>
            <a:pPr>
              <a:lnSpc>
                <a:spcPct val="120000"/>
              </a:lnSpc>
            </a:pPr>
            <a:r>
              <a:rPr kumimoji="1" lang="en-US" altLang="zh-CN" sz="2800" i="0" dirty="0">
                <a:solidFill>
                  <a:schemeClr val="tx1"/>
                </a:solidFill>
                <a:latin typeface="+mn-lt"/>
                <a:ea typeface="微软雅黑" panose="020B0503020204020204" pitchFamily="34" charset="-122"/>
              </a:rPr>
              <a:t>1)  </a:t>
            </a:r>
            <a:r>
              <a:rPr kumimoji="1" lang="zh-CN" altLang="en-US" sz="2800" i="0" dirty="0">
                <a:solidFill>
                  <a:schemeClr val="tx1"/>
                </a:solidFill>
                <a:latin typeface="微软雅黑" panose="020B0503020204020204" pitchFamily="34" charset="-122"/>
                <a:ea typeface="微软雅黑" panose="020B0503020204020204" pitchFamily="34" charset="-122"/>
              </a:rPr>
              <a:t>在某一段上若无载荷作用，剪力图为一水平线，弯矩图为一斜直线。</a:t>
            </a:r>
            <a:endParaRPr kumimoji="1" lang="en-US" altLang="zh-CN" i="0" dirty="0">
              <a:solidFill>
                <a:schemeClr val="tx1"/>
              </a:solidFill>
              <a:latin typeface="+mn-lt"/>
              <a:ea typeface="黑体" panose="02010609060101010101" pitchFamily="49" charset="-122"/>
            </a:endParaRPr>
          </a:p>
        </p:txBody>
      </p:sp>
      <p:sp>
        <p:nvSpPr>
          <p:cNvPr id="69" name="矩形 68">
            <a:extLst>
              <a:ext uri="{FF2B5EF4-FFF2-40B4-BE49-F238E27FC236}">
                <a16:creationId xmlns:a16="http://schemas.microsoft.com/office/drawing/2014/main" id="{E8DB0D0A-8BE9-6ADA-6C58-96049487BA32}"/>
              </a:ext>
            </a:extLst>
          </p:cNvPr>
          <p:cNvSpPr/>
          <p:nvPr/>
        </p:nvSpPr>
        <p:spPr>
          <a:xfrm>
            <a:off x="695400" y="2331051"/>
            <a:ext cx="10925375" cy="1384995"/>
          </a:xfrm>
          <a:prstGeom prst="rect">
            <a:avLst/>
          </a:prstGeom>
        </p:spPr>
        <p:txBody>
          <a:bodyPr wrap="square">
            <a:spAutoFit/>
          </a:bodyPr>
          <a:lstStyle/>
          <a:p>
            <a:pPr lvl="0">
              <a:lnSpc>
                <a:spcPct val="150000"/>
              </a:lnSpc>
              <a:buClr>
                <a:srgbClr val="FF3300"/>
              </a:buClr>
            </a:pPr>
            <a:r>
              <a:rPr kumimoji="1" lang="en-US" altLang="zh-CN" sz="2800" i="0" dirty="0">
                <a:solidFill>
                  <a:schemeClr val="tx1"/>
                </a:solidFill>
                <a:ea typeface="微软雅黑" panose="020B0503020204020204" pitchFamily="34" charset="-122"/>
              </a:rPr>
              <a:t>2)  </a:t>
            </a:r>
            <a:r>
              <a:rPr kumimoji="1" lang="zh-CN" altLang="en-US" sz="2800" i="0" dirty="0">
                <a:solidFill>
                  <a:srgbClr val="000000"/>
                </a:solidFill>
                <a:latin typeface="+mn-lt"/>
                <a:ea typeface="微软雅黑" panose="020B0503020204020204" pitchFamily="34" charset="-122"/>
              </a:rPr>
              <a:t>在某一段上作用分布载荷，剪力图为一斜直线，弯矩图为一抛物线。且弯矩</a:t>
            </a:r>
            <a:r>
              <a:rPr kumimoji="1" lang="en-US" altLang="zh-CN" sz="2800" b="0" dirty="0">
                <a:solidFill>
                  <a:srgbClr val="000000"/>
                </a:solidFill>
                <a:latin typeface="+mn-lt"/>
                <a:ea typeface="微软雅黑" panose="020B0503020204020204" pitchFamily="34" charset="-122"/>
              </a:rPr>
              <a:t>M</a:t>
            </a:r>
            <a:r>
              <a:rPr kumimoji="1" lang="zh-CN" altLang="en-US" sz="2800" i="0" dirty="0">
                <a:solidFill>
                  <a:srgbClr val="000000"/>
                </a:solidFill>
                <a:latin typeface="+mn-lt"/>
                <a:ea typeface="微软雅黑" panose="020B0503020204020204" pitchFamily="34" charset="-122"/>
              </a:rPr>
              <a:t>最大值发生于</a:t>
            </a:r>
            <a:r>
              <a:rPr kumimoji="1" lang="en-US" altLang="zh-CN" sz="2800" b="0" dirty="0">
                <a:solidFill>
                  <a:srgbClr val="000000"/>
                </a:solidFill>
                <a:latin typeface="+mn-lt"/>
                <a:ea typeface="微软雅黑" panose="020B0503020204020204" pitchFamily="34" charset="-122"/>
              </a:rPr>
              <a:t>F</a:t>
            </a:r>
            <a:r>
              <a:rPr kumimoji="1" lang="en-US" altLang="zh-CN" sz="2800" b="0" i="0" baseline="-25000" dirty="0">
                <a:solidFill>
                  <a:srgbClr val="000000"/>
                </a:solidFill>
                <a:latin typeface="+mn-lt"/>
                <a:ea typeface="微软雅黑" panose="020B0503020204020204" pitchFamily="34" charset="-122"/>
              </a:rPr>
              <a:t>Q</a:t>
            </a:r>
            <a:r>
              <a:rPr kumimoji="1" lang="en-US" altLang="zh-CN" sz="2800" b="0" i="0" dirty="0">
                <a:solidFill>
                  <a:srgbClr val="000000"/>
                </a:solidFill>
                <a:latin typeface="+mn-lt"/>
                <a:ea typeface="微软雅黑" panose="020B0503020204020204" pitchFamily="34" charset="-122"/>
              </a:rPr>
              <a:t>=0</a:t>
            </a:r>
            <a:r>
              <a:rPr kumimoji="1" lang="zh-CN" altLang="en-US" sz="2800" i="0" dirty="0">
                <a:solidFill>
                  <a:srgbClr val="000000"/>
                </a:solidFill>
                <a:latin typeface="+mn-lt"/>
                <a:ea typeface="微软雅黑" panose="020B0503020204020204" pitchFamily="34" charset="-122"/>
              </a:rPr>
              <a:t>处。</a:t>
            </a:r>
            <a:endParaRPr kumimoji="1" lang="en-US" altLang="zh-CN" i="0" dirty="0">
              <a:solidFill>
                <a:schemeClr val="tx1"/>
              </a:solidFill>
              <a:latin typeface="+mn-lt"/>
              <a:ea typeface="黑体" panose="02010609060101010101" pitchFamily="49" charset="-122"/>
            </a:endParaRPr>
          </a:p>
        </p:txBody>
      </p:sp>
      <p:sp>
        <p:nvSpPr>
          <p:cNvPr id="70" name="矩形 69">
            <a:extLst>
              <a:ext uri="{FF2B5EF4-FFF2-40B4-BE49-F238E27FC236}">
                <a16:creationId xmlns:a16="http://schemas.microsoft.com/office/drawing/2014/main" id="{E8DB0D0A-8BE9-6ADA-6C58-96049487BA32}"/>
              </a:ext>
            </a:extLst>
          </p:cNvPr>
          <p:cNvSpPr/>
          <p:nvPr/>
        </p:nvSpPr>
        <p:spPr>
          <a:xfrm>
            <a:off x="695400" y="3591018"/>
            <a:ext cx="10925375" cy="1384995"/>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3)  </a:t>
            </a:r>
            <a:r>
              <a:rPr kumimoji="1" lang="zh-CN" altLang="en-US" sz="2800" i="0" dirty="0">
                <a:solidFill>
                  <a:srgbClr val="000000"/>
                </a:solidFill>
                <a:latin typeface="+mn-lt"/>
                <a:ea typeface="微软雅黑" panose="020B0503020204020204" pitchFamily="34" charset="-122"/>
              </a:rPr>
              <a:t>集中力作用处剪力图有突变，变化值等于集中力的大小</a:t>
            </a:r>
            <a:r>
              <a:rPr kumimoji="1" lang="en-US" altLang="zh-CN" sz="2800" i="0" dirty="0">
                <a:solidFill>
                  <a:srgbClr val="000000"/>
                </a:solidFill>
                <a:latin typeface="+mn-lt"/>
                <a:ea typeface="微软雅黑" panose="020B0503020204020204" pitchFamily="34" charset="-122"/>
              </a:rPr>
              <a:t>;</a:t>
            </a:r>
            <a:r>
              <a:rPr kumimoji="1" lang="zh-CN" altLang="en-US" sz="2800" i="0" dirty="0">
                <a:solidFill>
                  <a:srgbClr val="000000"/>
                </a:solidFill>
                <a:latin typeface="+mn-lt"/>
                <a:ea typeface="微软雅黑" panose="020B0503020204020204" pitchFamily="34" charset="-122"/>
              </a:rPr>
              <a:t>弯矩图上无突变，但斜率发生突变，弯矩图为折角点。</a:t>
            </a:r>
            <a:endParaRPr kumimoji="1" lang="en-US" altLang="zh-CN" i="0" dirty="0">
              <a:solidFill>
                <a:schemeClr val="tx1"/>
              </a:solidFill>
              <a:latin typeface="+mn-lt"/>
              <a:ea typeface="黑体" panose="02010609060101010101" pitchFamily="49" charset="-122"/>
            </a:endParaRPr>
          </a:p>
        </p:txBody>
      </p:sp>
      <p:sp>
        <p:nvSpPr>
          <p:cNvPr id="75" name="矩形 74">
            <a:extLst>
              <a:ext uri="{FF2B5EF4-FFF2-40B4-BE49-F238E27FC236}">
                <a16:creationId xmlns:a16="http://schemas.microsoft.com/office/drawing/2014/main" id="{E8DB0D0A-8BE9-6ADA-6C58-96049487BA32}"/>
              </a:ext>
            </a:extLst>
          </p:cNvPr>
          <p:cNvSpPr/>
          <p:nvPr/>
        </p:nvSpPr>
        <p:spPr>
          <a:xfrm>
            <a:off x="695400" y="4850984"/>
            <a:ext cx="10925375" cy="1384995"/>
          </a:xfrm>
          <a:prstGeom prst="rect">
            <a:avLst/>
          </a:prstGeom>
        </p:spPr>
        <p:txBody>
          <a:bodyPr wrap="square">
            <a:spAutoFit/>
          </a:bodyPr>
          <a:lstStyle/>
          <a:p>
            <a:pPr>
              <a:lnSpc>
                <a:spcPct val="150000"/>
              </a:lnSpc>
              <a:buClr>
                <a:srgbClr val="FF3300"/>
              </a:buClr>
            </a:pPr>
            <a:r>
              <a:rPr kumimoji="1" lang="en-US" altLang="zh-CN" sz="2800" i="0" dirty="0">
                <a:solidFill>
                  <a:schemeClr val="tx1"/>
                </a:solidFill>
                <a:ea typeface="微软雅黑" panose="020B0503020204020204" pitchFamily="34" charset="-122"/>
              </a:rPr>
              <a:t>4)  </a:t>
            </a:r>
            <a:r>
              <a:rPr kumimoji="1" lang="zh-CN" altLang="en-US" sz="2800" i="0" dirty="0">
                <a:solidFill>
                  <a:srgbClr val="000000"/>
                </a:solidFill>
                <a:latin typeface="+mn-lt"/>
                <a:ea typeface="微软雅黑" panose="020B0503020204020204" pitchFamily="34" charset="-122"/>
              </a:rPr>
              <a:t>在集中力偶作用处，弯矩图上发生突变，突变值为该集中力偶的大小而剪力图无改变。</a:t>
            </a:r>
          </a:p>
        </p:txBody>
      </p:sp>
      <p:sp>
        <p:nvSpPr>
          <p:cNvPr id="76" name="矩形 75">
            <a:extLst>
              <a:ext uri="{FF2B5EF4-FFF2-40B4-BE49-F238E27FC236}">
                <a16:creationId xmlns:a16="http://schemas.microsoft.com/office/drawing/2014/main" id="{E8DB0D0A-8BE9-6ADA-6C58-96049487BA32}"/>
              </a:ext>
            </a:extLst>
          </p:cNvPr>
          <p:cNvSpPr/>
          <p:nvPr/>
        </p:nvSpPr>
        <p:spPr>
          <a:xfrm>
            <a:off x="5303912" y="1098984"/>
            <a:ext cx="1080120" cy="565348"/>
          </a:xfrm>
          <a:prstGeom prst="rect">
            <a:avLst/>
          </a:prstGeom>
        </p:spPr>
        <p:txBody>
          <a:bodyPr wrap="square">
            <a:spAutoFit/>
          </a:bodyPr>
          <a:lstStyle/>
          <a:p>
            <a:pPr>
              <a:lnSpc>
                <a:spcPct val="120000"/>
              </a:lnSpc>
            </a:pPr>
            <a:r>
              <a:rPr kumimoji="1" lang="zh-CN" altLang="en-US" sz="2800" i="0" dirty="0">
                <a:latin typeface="+mn-lt"/>
                <a:ea typeface="微软雅黑" panose="020B0503020204020204" pitchFamily="34" charset="-122"/>
              </a:rPr>
              <a:t>总结</a:t>
            </a:r>
            <a:endParaRPr kumimoji="1" lang="en-US" altLang="zh-CN" i="0" dirty="0">
              <a:latin typeface="+mn-lt"/>
              <a:ea typeface="黑体" panose="02010609060101010101" pitchFamily="49" charset="-122"/>
            </a:endParaRPr>
          </a:p>
        </p:txBody>
      </p:sp>
    </p:spTree>
    <p:extLst>
      <p:ext uri="{BB962C8B-B14F-4D97-AF65-F5344CB8AC3E}">
        <p14:creationId xmlns:p14="http://schemas.microsoft.com/office/powerpoint/2010/main" val="30115023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9" grpId="0"/>
      <p:bldP spid="70" grpId="0"/>
      <p:bldP spid="75" grpId="0"/>
      <p:bldP spid="7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60" y="91693"/>
            <a:ext cx="3833101" cy="584775"/>
          </a:xfrm>
          <a:prstGeom prst="rect">
            <a:avLst/>
          </a:prstGeom>
        </p:spPr>
        <p:txBody>
          <a:bodyPr wrap="none">
            <a:spAutoFit/>
          </a:bodyPr>
          <a:lstStyle/>
          <a:p>
            <a:pPr>
              <a:defRPr/>
            </a:pPr>
            <a:r>
              <a:rPr kumimoji="1" lang="zh-CN" altLang="en-US" sz="3200" i="0" dirty="0">
                <a:solidFill>
                  <a:srgbClr val="FFFFFF"/>
                </a:solidFill>
                <a:latin typeface="微软雅黑" panose="020B0503020204020204" pitchFamily="34" charset="-122"/>
                <a:ea typeface="微软雅黑" panose="020B0503020204020204" pitchFamily="34" charset="-122"/>
              </a:rPr>
              <a:t>第九章   圆轴的扭转</a:t>
            </a:r>
          </a:p>
        </p:txBody>
      </p:sp>
      <p:sp>
        <p:nvSpPr>
          <p:cNvPr id="292" name="文本框 291">
            <a:extLst>
              <a:ext uri="{FF2B5EF4-FFF2-40B4-BE49-F238E27FC236}">
                <a16:creationId xmlns:a16="http://schemas.microsoft.com/office/drawing/2014/main" id="{AEE90528-CF03-8517-AE11-D5458C5219D5}"/>
              </a:ext>
            </a:extLst>
          </p:cNvPr>
          <p:cNvSpPr txBox="1"/>
          <p:nvPr/>
        </p:nvSpPr>
        <p:spPr>
          <a:xfrm>
            <a:off x="479376" y="908720"/>
            <a:ext cx="9505056" cy="2308324"/>
          </a:xfrm>
          <a:prstGeom prst="rect">
            <a:avLst/>
          </a:prstGeom>
          <a:noFill/>
        </p:spPr>
        <p:txBody>
          <a:bodyPr wrap="square">
            <a:spAutoFit/>
          </a:bodyPr>
          <a:lstStyle/>
          <a:p>
            <a:pPr>
              <a:lnSpc>
                <a:spcPct val="120000"/>
              </a:lnSpc>
            </a:pPr>
            <a:r>
              <a:rPr lang="zh-CN" altLang="en-US" i="0" dirty="0">
                <a:solidFill>
                  <a:srgbClr val="FF0000"/>
                </a:solidFill>
                <a:latin typeface="微软雅黑" panose="020B0503020204020204" pitchFamily="34" charset="-122"/>
                <a:ea typeface="微软雅黑" panose="020B0503020204020204" pitchFamily="34" charset="-122"/>
              </a:rPr>
              <a:t>课后作业：</a:t>
            </a:r>
            <a:r>
              <a:rPr lang="en-US" altLang="zh-CN" i="0" dirty="0">
                <a:solidFill>
                  <a:schemeClr val="tx1"/>
                </a:solidFill>
                <a:latin typeface="+mn-lt"/>
                <a:ea typeface="微软雅黑" panose="020B0503020204020204" pitchFamily="34" charset="-122"/>
              </a:rPr>
              <a:t>10-1(a)</a:t>
            </a:r>
            <a:r>
              <a:rPr lang="zh-CN" altLang="en-US" i="0" dirty="0">
                <a:solidFill>
                  <a:schemeClr val="tx1"/>
                </a:solidFill>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ea typeface="微软雅黑" panose="020B0503020204020204" pitchFamily="34" charset="-122"/>
              </a:rPr>
              <a:t>10-1(d)</a:t>
            </a:r>
            <a:r>
              <a:rPr lang="en-US" altLang="zh-CN" i="0" dirty="0">
                <a:solidFill>
                  <a:schemeClr val="tx1"/>
                </a:solidFill>
                <a:latin typeface="+mn-lt"/>
                <a:ea typeface="微软雅黑" panose="020B0503020204020204" pitchFamily="34" charset="-122"/>
              </a:rPr>
              <a:t> </a:t>
            </a:r>
            <a:r>
              <a:rPr lang="zh-CN" altLang="en-US" i="0" dirty="0">
                <a:solidFill>
                  <a:schemeClr val="tx1"/>
                </a:solidFill>
                <a:latin typeface="+mn-lt"/>
                <a:ea typeface="微软雅黑" panose="020B0503020204020204" pitchFamily="34" charset="-122"/>
              </a:rPr>
              <a:t>、</a:t>
            </a:r>
            <a:r>
              <a:rPr lang="en-US" altLang="zh-CN" i="0" dirty="0">
                <a:solidFill>
                  <a:schemeClr val="tx1"/>
                </a:solidFill>
                <a:ea typeface="微软雅黑" panose="020B0503020204020204" pitchFamily="34" charset="-122"/>
              </a:rPr>
              <a:t>10-2(b)</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10-2(c) </a:t>
            </a:r>
            <a:r>
              <a:rPr lang="zh-CN" altLang="en-US" i="0" dirty="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10-2(d)</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10-2(e)</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10-8</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10-10 </a:t>
            </a:r>
            <a:r>
              <a:rPr lang="zh-CN" altLang="en-US" i="0" dirty="0">
                <a:solidFill>
                  <a:schemeClr val="tx1"/>
                </a:solidFill>
                <a:ea typeface="微软雅黑" panose="020B0503020204020204" pitchFamily="34" charset="-122"/>
              </a:rPr>
              <a:t>、</a:t>
            </a:r>
            <a:r>
              <a:rPr lang="en-US" altLang="zh-CN" i="0" dirty="0">
                <a:solidFill>
                  <a:schemeClr val="tx1"/>
                </a:solidFill>
                <a:ea typeface="微软雅黑" panose="020B0503020204020204" pitchFamily="34" charset="-122"/>
              </a:rPr>
              <a:t>10-14</a:t>
            </a:r>
            <a:r>
              <a:rPr lang="zh-CN" altLang="en-US" i="0" dirty="0">
                <a:solidFill>
                  <a:schemeClr val="tx1"/>
                </a:solidFill>
                <a:ea typeface="微软雅黑" panose="020B0503020204020204" pitchFamily="34" charset="-122"/>
              </a:rPr>
              <a:t> 、</a:t>
            </a:r>
            <a:r>
              <a:rPr lang="en-US" altLang="zh-CN" i="0" dirty="0">
                <a:solidFill>
                  <a:schemeClr val="tx1"/>
                </a:solidFill>
                <a:ea typeface="微软雅黑" panose="020B0503020204020204" pitchFamily="34" charset="-122"/>
              </a:rPr>
              <a:t> 10-15(b) </a:t>
            </a:r>
            <a:endParaRPr lang="zh-CN" altLang="en-US" i="0" dirty="0">
              <a:solidFill>
                <a:schemeClr val="tx1"/>
              </a:solidFill>
              <a:ea typeface="黑体" panose="02010609060101010101" pitchFamily="49" charset="-122"/>
            </a:endParaRPr>
          </a:p>
          <a:p>
            <a:pPr>
              <a:lnSpc>
                <a:spcPct val="120000"/>
              </a:lnSpc>
            </a:pPr>
            <a:endParaRPr lang="zh-CN" altLang="en-US" i="0" dirty="0">
              <a:solidFill>
                <a:schemeClr val="tx1"/>
              </a:solidFill>
              <a:ea typeface="黑体" panose="02010609060101010101" pitchFamily="49" charset="-122"/>
            </a:endParaRPr>
          </a:p>
          <a:p>
            <a:pPr>
              <a:lnSpc>
                <a:spcPct val="120000"/>
              </a:lnSpc>
            </a:pPr>
            <a:r>
              <a:rPr lang="en-US" altLang="zh-CN" i="0" dirty="0">
                <a:solidFill>
                  <a:schemeClr val="tx1"/>
                </a:solidFill>
                <a:ea typeface="微软雅黑" panose="020B0503020204020204" pitchFamily="34" charset="-122"/>
              </a:rPr>
              <a:t> </a:t>
            </a:r>
            <a:endParaRPr lang="zh-CN" altLang="en-US" i="0" dirty="0">
              <a:solidFill>
                <a:schemeClr val="tx1"/>
              </a:solidFill>
              <a:ea typeface="黑体" panose="02010609060101010101" pitchFamily="49" charset="-122"/>
            </a:endParaRPr>
          </a:p>
          <a:p>
            <a:pPr>
              <a:lnSpc>
                <a:spcPct val="120000"/>
              </a:lnSpc>
            </a:pPr>
            <a:endParaRPr lang="zh-CN" altLang="en-US" i="0" dirty="0">
              <a:solidFill>
                <a:schemeClr val="tx1"/>
              </a:solidFill>
              <a:latin typeface="+mn-lt"/>
              <a:ea typeface="黑体" panose="02010609060101010101" pitchFamily="49" charset="-122"/>
            </a:endParaRPr>
          </a:p>
        </p:txBody>
      </p:sp>
    </p:spTree>
    <p:extLst>
      <p:ext uri="{BB962C8B-B14F-4D97-AF65-F5344CB8AC3E}">
        <p14:creationId xmlns:p14="http://schemas.microsoft.com/office/powerpoint/2010/main" val="1895123787"/>
      </p:ext>
    </p:extLst>
  </p:cSld>
  <p:clrMapOvr>
    <a:masterClrMapping/>
  </p:clrMapOvr>
  <p:transition spd="slow"/>
</p:sld>
</file>

<file path=ppt/theme/theme1.xml><?xml version="1.0" encoding="utf-8"?>
<a:theme xmlns:a="http://schemas.openxmlformats.org/drawingml/2006/main" name="1_Update 10-8-02">
  <a:themeElements>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Update 10-8-02">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spAutoFit/>
      </a:bodyPr>
      <a:lstStyle>
        <a:defPPr marL="0" marR="0" indent="0" algn="ctr" defTabSz="914400" rtl="0" eaLnBrk="1" fontAlgn="base" latinLnBrk="0" hangingPunct="1">
          <a:lnSpc>
            <a:spcPct val="100000"/>
          </a:lnSpc>
          <a:spcBef>
            <a:spcPct val="0"/>
          </a:spcBef>
          <a:spcAft>
            <a:spcPct val="0"/>
          </a:spcAft>
          <a:buClrTx/>
          <a:buSzTx/>
          <a:buFontTx/>
          <a:buChar char="•"/>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Update 10-8-0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Update 10-8-0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Update 10-8-0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Update 10-8-0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Update 10-8-0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Update 10-8-0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Update 10-8-0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17285</TotalTime>
  <Words>7396</Words>
  <Application>Microsoft Office PowerPoint</Application>
  <PresentationFormat>宽屏</PresentationFormat>
  <Paragraphs>1322</Paragraphs>
  <Slides>68</Slides>
  <Notes>68</Notes>
  <HiddenSlides>0</HiddenSlides>
  <MMClips>2</MMClips>
  <ScaleCrop>false</ScaleCrop>
  <HeadingPairs>
    <vt:vector size="8" baseType="variant">
      <vt:variant>
        <vt:lpstr>已用的字体</vt:lpstr>
      </vt:variant>
      <vt:variant>
        <vt:i4>12</vt:i4>
      </vt:variant>
      <vt:variant>
        <vt:lpstr>主题</vt:lpstr>
      </vt:variant>
      <vt:variant>
        <vt:i4>3</vt:i4>
      </vt:variant>
      <vt:variant>
        <vt:lpstr>嵌入 OLE 服务器</vt:lpstr>
      </vt:variant>
      <vt:variant>
        <vt:i4>4</vt:i4>
      </vt:variant>
      <vt:variant>
        <vt:lpstr>幻灯片标题</vt:lpstr>
      </vt:variant>
      <vt:variant>
        <vt:i4>68</vt:i4>
      </vt:variant>
    </vt:vector>
  </HeadingPairs>
  <TitlesOfParts>
    <vt:vector size="87" baseType="lpstr">
      <vt:lpstr>黑体</vt:lpstr>
      <vt:lpstr>华文彩云</vt:lpstr>
      <vt:lpstr>楷体_GB2312</vt:lpstr>
      <vt:lpstr>宋体</vt:lpstr>
      <vt:lpstr>微软雅黑</vt:lpstr>
      <vt:lpstr>Arial</vt:lpstr>
      <vt:lpstr>Calibri</vt:lpstr>
      <vt:lpstr>Monotype Corsiva</vt:lpstr>
      <vt:lpstr>Symbol</vt:lpstr>
      <vt:lpstr>Times</vt:lpstr>
      <vt:lpstr>Times New Roman</vt:lpstr>
      <vt:lpstr>Wingdings</vt:lpstr>
      <vt:lpstr>1_Update 10-8-02</vt:lpstr>
      <vt:lpstr>自定义设计方案</vt:lpstr>
      <vt:lpstr>1_自定义设计方案</vt:lpstr>
      <vt:lpstr>公式</vt:lpstr>
      <vt:lpstr>Equation</vt:lpstr>
      <vt:lpstr>位图图像</vt:lpstr>
      <vt:lpstr>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zjut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wsn</dc:creator>
  <cp:lastModifiedBy>吴 化平</cp:lastModifiedBy>
  <cp:revision>748</cp:revision>
  <dcterms:created xsi:type="dcterms:W3CDTF">2006-04-13T12:56:12Z</dcterms:created>
  <dcterms:modified xsi:type="dcterms:W3CDTF">2024-12-13T07:01:02Z</dcterms:modified>
</cp:coreProperties>
</file>