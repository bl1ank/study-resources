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av" ContentType="audio/x-wav"/>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slideLayouts/slideLayout15.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2" r:id="rId1"/>
    <p:sldMasterId id="2147483676" r:id="rId2"/>
    <p:sldMasterId id="2147483678" r:id="rId3"/>
  </p:sldMasterIdLst>
  <p:notesMasterIdLst>
    <p:notesMasterId r:id="rId42"/>
  </p:notesMasterIdLst>
  <p:sldIdLst>
    <p:sldId id="602" r:id="rId4"/>
    <p:sldId id="560" r:id="rId5"/>
    <p:sldId id="603" r:id="rId6"/>
    <p:sldId id="604" r:id="rId7"/>
    <p:sldId id="605" r:id="rId8"/>
    <p:sldId id="606" r:id="rId9"/>
    <p:sldId id="607" r:id="rId10"/>
    <p:sldId id="608" r:id="rId11"/>
    <p:sldId id="609" r:id="rId12"/>
    <p:sldId id="610" r:id="rId13"/>
    <p:sldId id="611" r:id="rId14"/>
    <p:sldId id="612" r:id="rId15"/>
    <p:sldId id="561" r:id="rId16"/>
    <p:sldId id="613" r:id="rId17"/>
    <p:sldId id="614" r:id="rId18"/>
    <p:sldId id="615" r:id="rId19"/>
    <p:sldId id="616" r:id="rId20"/>
    <p:sldId id="617" r:id="rId21"/>
    <p:sldId id="618" r:id="rId22"/>
    <p:sldId id="619" r:id="rId23"/>
    <p:sldId id="630" r:id="rId24"/>
    <p:sldId id="631" r:id="rId25"/>
    <p:sldId id="621" r:id="rId26"/>
    <p:sldId id="620" r:id="rId27"/>
    <p:sldId id="622" r:id="rId28"/>
    <p:sldId id="623" r:id="rId29"/>
    <p:sldId id="624" r:id="rId30"/>
    <p:sldId id="625" r:id="rId31"/>
    <p:sldId id="626" r:id="rId32"/>
    <p:sldId id="627" r:id="rId33"/>
    <p:sldId id="628" r:id="rId34"/>
    <p:sldId id="632" r:id="rId35"/>
    <p:sldId id="633" r:id="rId36"/>
    <p:sldId id="634" r:id="rId37"/>
    <p:sldId id="635" r:id="rId38"/>
    <p:sldId id="637" r:id="rId39"/>
    <p:sldId id="638" r:id="rId40"/>
    <p:sldId id="639" r:id="rId41"/>
  </p:sldIdLst>
  <p:sldSz cx="12192000" cy="6858000"/>
  <p:notesSz cx="6858000" cy="9144000"/>
  <p:defaultTextStyle>
    <a:defPPr>
      <a:defRPr lang="zh-CN"/>
    </a:defPPr>
    <a:lvl1pPr algn="l" rtl="0" fontAlgn="base">
      <a:spcBef>
        <a:spcPct val="0"/>
      </a:spcBef>
      <a:spcAft>
        <a:spcPct val="0"/>
      </a:spcAft>
      <a:defRPr sz="2400" b="1" i="1" kern="1200">
        <a:solidFill>
          <a:srgbClr val="FF00FF"/>
        </a:solidFill>
        <a:latin typeface="Times New Roman" pitchFamily="18" charset="0"/>
        <a:ea typeface="宋体" pitchFamily="2" charset="-122"/>
        <a:cs typeface="+mn-cs"/>
      </a:defRPr>
    </a:lvl1pPr>
    <a:lvl2pPr marL="457200" algn="l" rtl="0" fontAlgn="base">
      <a:spcBef>
        <a:spcPct val="0"/>
      </a:spcBef>
      <a:spcAft>
        <a:spcPct val="0"/>
      </a:spcAft>
      <a:defRPr sz="2400" b="1" i="1" kern="1200">
        <a:solidFill>
          <a:srgbClr val="FF00FF"/>
        </a:solidFill>
        <a:latin typeface="Times New Roman" pitchFamily="18" charset="0"/>
        <a:ea typeface="宋体" pitchFamily="2" charset="-122"/>
        <a:cs typeface="+mn-cs"/>
      </a:defRPr>
    </a:lvl2pPr>
    <a:lvl3pPr marL="914400" algn="l" rtl="0" fontAlgn="base">
      <a:spcBef>
        <a:spcPct val="0"/>
      </a:spcBef>
      <a:spcAft>
        <a:spcPct val="0"/>
      </a:spcAft>
      <a:defRPr sz="2400" b="1" i="1" kern="1200">
        <a:solidFill>
          <a:srgbClr val="FF00FF"/>
        </a:solidFill>
        <a:latin typeface="Times New Roman" pitchFamily="18" charset="0"/>
        <a:ea typeface="宋体" pitchFamily="2" charset="-122"/>
        <a:cs typeface="+mn-cs"/>
      </a:defRPr>
    </a:lvl3pPr>
    <a:lvl4pPr marL="1371600" algn="l" rtl="0" fontAlgn="base">
      <a:spcBef>
        <a:spcPct val="0"/>
      </a:spcBef>
      <a:spcAft>
        <a:spcPct val="0"/>
      </a:spcAft>
      <a:defRPr sz="2400" b="1" i="1" kern="1200">
        <a:solidFill>
          <a:srgbClr val="FF00FF"/>
        </a:solidFill>
        <a:latin typeface="Times New Roman" pitchFamily="18" charset="0"/>
        <a:ea typeface="宋体" pitchFamily="2" charset="-122"/>
        <a:cs typeface="+mn-cs"/>
      </a:defRPr>
    </a:lvl4pPr>
    <a:lvl5pPr marL="1828800" algn="l" rtl="0" fontAlgn="base">
      <a:spcBef>
        <a:spcPct val="0"/>
      </a:spcBef>
      <a:spcAft>
        <a:spcPct val="0"/>
      </a:spcAft>
      <a:defRPr sz="2400" b="1" i="1" kern="1200">
        <a:solidFill>
          <a:srgbClr val="FF00FF"/>
        </a:solidFill>
        <a:latin typeface="Times New Roman" pitchFamily="18" charset="0"/>
        <a:ea typeface="宋体" pitchFamily="2" charset="-122"/>
        <a:cs typeface="+mn-cs"/>
      </a:defRPr>
    </a:lvl5pPr>
    <a:lvl6pPr marL="2286000" algn="l" defTabSz="914400" rtl="0" eaLnBrk="1" latinLnBrk="0" hangingPunct="1">
      <a:defRPr sz="2400" b="1" i="1" kern="1200">
        <a:solidFill>
          <a:srgbClr val="FF00FF"/>
        </a:solidFill>
        <a:latin typeface="Times New Roman" pitchFamily="18" charset="0"/>
        <a:ea typeface="宋体" pitchFamily="2" charset="-122"/>
        <a:cs typeface="+mn-cs"/>
      </a:defRPr>
    </a:lvl6pPr>
    <a:lvl7pPr marL="2743200" algn="l" defTabSz="914400" rtl="0" eaLnBrk="1" latinLnBrk="0" hangingPunct="1">
      <a:defRPr sz="2400" b="1" i="1" kern="1200">
        <a:solidFill>
          <a:srgbClr val="FF00FF"/>
        </a:solidFill>
        <a:latin typeface="Times New Roman" pitchFamily="18" charset="0"/>
        <a:ea typeface="宋体" pitchFamily="2" charset="-122"/>
        <a:cs typeface="+mn-cs"/>
      </a:defRPr>
    </a:lvl7pPr>
    <a:lvl8pPr marL="3200400" algn="l" defTabSz="914400" rtl="0" eaLnBrk="1" latinLnBrk="0" hangingPunct="1">
      <a:defRPr sz="2400" b="1" i="1" kern="1200">
        <a:solidFill>
          <a:srgbClr val="FF00FF"/>
        </a:solidFill>
        <a:latin typeface="Times New Roman" pitchFamily="18" charset="0"/>
        <a:ea typeface="宋体" pitchFamily="2" charset="-122"/>
        <a:cs typeface="+mn-cs"/>
      </a:defRPr>
    </a:lvl8pPr>
    <a:lvl9pPr marL="3657600" algn="l" defTabSz="914400" rtl="0" eaLnBrk="1" latinLnBrk="0" hangingPunct="1">
      <a:defRPr sz="2400" b="1" i="1" kern="1200">
        <a:solidFill>
          <a:srgbClr val="FF00FF"/>
        </a:solidFill>
        <a:latin typeface="Times New Roman" pitchFamily="18" charset="0"/>
        <a:ea typeface="宋体"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FF"/>
    <a:srgbClr val="0000FF"/>
    <a:srgbClr val="993300"/>
    <a:srgbClr val="B9CDE5"/>
    <a:srgbClr val="4F81BD"/>
    <a:srgbClr val="E9EDF4"/>
    <a:srgbClr val="CC0066"/>
    <a:srgbClr val="339933"/>
    <a:srgbClr val="336600"/>
    <a:srgbClr val="99663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0806" autoAdjust="0"/>
    <p:restoredTop sz="87237" autoAdjust="0"/>
  </p:normalViewPr>
  <p:slideViewPr>
    <p:cSldViewPr>
      <p:cViewPr varScale="1">
        <p:scale>
          <a:sx n="84" d="100"/>
          <a:sy n="84" d="100"/>
        </p:scale>
        <p:origin x="592" y="76"/>
      </p:cViewPr>
      <p:guideLst>
        <p:guide orient="horz" pos="2160"/>
        <p:guide pos="3840"/>
      </p:guideLst>
    </p:cSldViewPr>
  </p:slideViewPr>
  <p:notesTextViewPr>
    <p:cViewPr>
      <p:scale>
        <a:sx n="100" d="100"/>
        <a:sy n="100" d="100"/>
      </p:scale>
      <p:origin x="0" y="0"/>
    </p:cViewPr>
  </p:notesTextViewPr>
  <p:sorterViewPr>
    <p:cViewPr>
      <p:scale>
        <a:sx n="66" d="100"/>
        <a:sy n="66" d="100"/>
      </p:scale>
      <p:origin x="0" y="4338"/>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notesMaster" Target="notesMasters/notesMaster1.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theme" Target="theme/theme1.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4" Type="http://schemas.openxmlformats.org/officeDocument/2006/relationships/viewProps" Target="viewProp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presProps" Target="presProps.xml"/><Relationship Id="rId8" Type="http://schemas.openxmlformats.org/officeDocument/2006/relationships/slide" Target="slides/slide5.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tableStyles" Target="tableStyles.xml"/><Relationship Id="rId20" Type="http://schemas.openxmlformats.org/officeDocument/2006/relationships/slide" Target="slides/slide17.xml"/><Relationship Id="rId41"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3906"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200" b="0" i="0" smtClean="0">
                <a:solidFill>
                  <a:schemeClr val="tx1"/>
                </a:solidFill>
                <a:latin typeface="Arial" charset="0"/>
              </a:defRPr>
            </a:lvl1pPr>
          </a:lstStyle>
          <a:p>
            <a:pPr>
              <a:defRPr/>
            </a:pPr>
            <a:endParaRPr lang="en-US" altLang="zh-CN"/>
          </a:p>
        </p:txBody>
      </p:sp>
      <p:sp>
        <p:nvSpPr>
          <p:cNvPr id="123907" name="Rectangle 3"/>
          <p:cNvSpPr>
            <a:spLocks noGrp="1" noChangeArrowheads="1"/>
          </p:cNvSpPr>
          <p:nvPr>
            <p:ph type="dt"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b="0" i="0" smtClean="0">
                <a:solidFill>
                  <a:schemeClr val="tx1"/>
                </a:solidFill>
                <a:latin typeface="Arial" charset="0"/>
              </a:defRPr>
            </a:lvl1pPr>
          </a:lstStyle>
          <a:p>
            <a:pPr>
              <a:defRPr/>
            </a:pPr>
            <a:endParaRPr lang="en-US" altLang="zh-CN"/>
          </a:p>
        </p:txBody>
      </p:sp>
      <p:sp>
        <p:nvSpPr>
          <p:cNvPr id="46084" name="Rectangle 4"/>
          <p:cNvSpPr>
            <a:spLocks noGrp="1" noRot="1" noChangeAspect="1" noChangeArrowheads="1" noTextEdit="1"/>
          </p:cNvSpPr>
          <p:nvPr>
            <p:ph type="sldImg" idx="2"/>
          </p:nvPr>
        </p:nvSpPr>
        <p:spPr bwMode="auto">
          <a:xfrm>
            <a:off x="381000" y="685800"/>
            <a:ext cx="6096000" cy="342900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123909" name="Rectangle 5"/>
          <p:cNvSpPr>
            <a:spLocks noGrp="1" noChangeArrowheads="1"/>
          </p:cNvSpPr>
          <p:nvPr>
            <p:ph type="body" sz="quarter" idx="3"/>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123910" name="Rectangle 6"/>
          <p:cNvSpPr>
            <a:spLocks noGrp="1" noChangeArrowheads="1"/>
          </p:cNvSpPr>
          <p:nvPr>
            <p:ph type="ftr" sz="quarter" idx="4"/>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sz="1200" b="0" i="0" smtClean="0">
                <a:solidFill>
                  <a:schemeClr val="tx1"/>
                </a:solidFill>
                <a:latin typeface="Arial" charset="0"/>
              </a:defRPr>
            </a:lvl1pPr>
          </a:lstStyle>
          <a:p>
            <a:pPr>
              <a:defRPr/>
            </a:pPr>
            <a:endParaRPr lang="en-US" altLang="zh-CN"/>
          </a:p>
        </p:txBody>
      </p:sp>
      <p:sp>
        <p:nvSpPr>
          <p:cNvPr id="123911" name="Rectangle 7"/>
          <p:cNvSpPr>
            <a:spLocks noGrp="1" noChangeArrowheads="1"/>
          </p:cNvSpPr>
          <p:nvPr>
            <p:ph type="sldNum" sz="quarter" idx="5"/>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b="0" i="0" smtClean="0">
                <a:solidFill>
                  <a:schemeClr val="tx1"/>
                </a:solidFill>
                <a:latin typeface="Arial" charset="0"/>
              </a:defRPr>
            </a:lvl1pPr>
          </a:lstStyle>
          <a:p>
            <a:pPr>
              <a:defRPr/>
            </a:pPr>
            <a:fld id="{0DFEE44B-64F7-4F5D-B160-0DBA82F94B7E}" type="slidenum">
              <a:rPr lang="en-US" altLang="zh-CN"/>
              <a:pPr>
                <a:defRPr/>
              </a:pPr>
              <a:t>‹#›</a:t>
            </a:fld>
            <a:endParaRPr lang="en-US" altLang="zh-CN"/>
          </a:p>
        </p:txBody>
      </p:sp>
    </p:spTree>
    <p:extLst>
      <p:ext uri="{BB962C8B-B14F-4D97-AF65-F5344CB8AC3E}">
        <p14:creationId xmlns:p14="http://schemas.microsoft.com/office/powerpoint/2010/main" val="158023794"/>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Arial"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Arial"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Arial"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Arial"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1</a:t>
            </a:fld>
            <a:endParaRPr lang="en-US" altLang="zh-CN"/>
          </a:p>
        </p:txBody>
      </p:sp>
    </p:spTree>
    <p:extLst>
      <p:ext uri="{BB962C8B-B14F-4D97-AF65-F5344CB8AC3E}">
        <p14:creationId xmlns:p14="http://schemas.microsoft.com/office/powerpoint/2010/main" val="239616844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7</a:t>
            </a:fld>
            <a:endParaRPr lang="en-US" altLang="zh-CN"/>
          </a:p>
        </p:txBody>
      </p:sp>
    </p:spTree>
    <p:extLst>
      <p:ext uri="{BB962C8B-B14F-4D97-AF65-F5344CB8AC3E}">
        <p14:creationId xmlns:p14="http://schemas.microsoft.com/office/powerpoint/2010/main" val="147091872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8</a:t>
            </a:fld>
            <a:endParaRPr lang="en-US" altLang="zh-CN"/>
          </a:p>
        </p:txBody>
      </p:sp>
    </p:spTree>
    <p:extLst>
      <p:ext uri="{BB962C8B-B14F-4D97-AF65-F5344CB8AC3E}">
        <p14:creationId xmlns:p14="http://schemas.microsoft.com/office/powerpoint/2010/main" val="44147925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9</a:t>
            </a:fld>
            <a:endParaRPr lang="en-US" altLang="zh-CN"/>
          </a:p>
        </p:txBody>
      </p:sp>
    </p:spTree>
    <p:extLst>
      <p:ext uri="{BB962C8B-B14F-4D97-AF65-F5344CB8AC3E}">
        <p14:creationId xmlns:p14="http://schemas.microsoft.com/office/powerpoint/2010/main" val="288225425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10</a:t>
            </a:fld>
            <a:endParaRPr lang="en-US" altLang="zh-CN"/>
          </a:p>
        </p:txBody>
      </p:sp>
    </p:spTree>
    <p:extLst>
      <p:ext uri="{BB962C8B-B14F-4D97-AF65-F5344CB8AC3E}">
        <p14:creationId xmlns:p14="http://schemas.microsoft.com/office/powerpoint/2010/main" val="275596197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11</a:t>
            </a:fld>
            <a:endParaRPr lang="en-US" altLang="zh-CN"/>
          </a:p>
        </p:txBody>
      </p:sp>
    </p:spTree>
    <p:extLst>
      <p:ext uri="{BB962C8B-B14F-4D97-AF65-F5344CB8AC3E}">
        <p14:creationId xmlns:p14="http://schemas.microsoft.com/office/powerpoint/2010/main" val="290444893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12</a:t>
            </a:fld>
            <a:endParaRPr lang="en-US" altLang="zh-CN"/>
          </a:p>
        </p:txBody>
      </p:sp>
    </p:spTree>
    <p:extLst>
      <p:ext uri="{BB962C8B-B14F-4D97-AF65-F5344CB8AC3E}">
        <p14:creationId xmlns:p14="http://schemas.microsoft.com/office/powerpoint/2010/main" val="242591261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14</a:t>
            </a:fld>
            <a:endParaRPr lang="en-US" altLang="zh-CN"/>
          </a:p>
        </p:txBody>
      </p:sp>
    </p:spTree>
    <p:extLst>
      <p:ext uri="{BB962C8B-B14F-4D97-AF65-F5344CB8AC3E}">
        <p14:creationId xmlns:p14="http://schemas.microsoft.com/office/powerpoint/2010/main" val="133930202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15</a:t>
            </a:fld>
            <a:endParaRPr lang="en-US" altLang="zh-CN"/>
          </a:p>
        </p:txBody>
      </p:sp>
    </p:spTree>
    <p:extLst>
      <p:ext uri="{BB962C8B-B14F-4D97-AF65-F5344CB8AC3E}">
        <p14:creationId xmlns:p14="http://schemas.microsoft.com/office/powerpoint/2010/main" val="286222167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16</a:t>
            </a:fld>
            <a:endParaRPr lang="en-US" altLang="zh-CN"/>
          </a:p>
        </p:txBody>
      </p:sp>
    </p:spTree>
    <p:extLst>
      <p:ext uri="{BB962C8B-B14F-4D97-AF65-F5344CB8AC3E}">
        <p14:creationId xmlns:p14="http://schemas.microsoft.com/office/powerpoint/2010/main" val="21353843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17</a:t>
            </a:fld>
            <a:endParaRPr lang="en-US" altLang="zh-CN"/>
          </a:p>
        </p:txBody>
      </p:sp>
    </p:spTree>
    <p:extLst>
      <p:ext uri="{BB962C8B-B14F-4D97-AF65-F5344CB8AC3E}">
        <p14:creationId xmlns:p14="http://schemas.microsoft.com/office/powerpoint/2010/main" val="88799167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18</a:t>
            </a:fld>
            <a:endParaRPr lang="en-US" altLang="zh-CN"/>
          </a:p>
        </p:txBody>
      </p:sp>
    </p:spTree>
    <p:extLst>
      <p:ext uri="{BB962C8B-B14F-4D97-AF65-F5344CB8AC3E}">
        <p14:creationId xmlns:p14="http://schemas.microsoft.com/office/powerpoint/2010/main" val="368838356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19</a:t>
            </a:fld>
            <a:endParaRPr lang="en-US" altLang="zh-CN"/>
          </a:p>
        </p:txBody>
      </p:sp>
    </p:spTree>
    <p:extLst>
      <p:ext uri="{BB962C8B-B14F-4D97-AF65-F5344CB8AC3E}">
        <p14:creationId xmlns:p14="http://schemas.microsoft.com/office/powerpoint/2010/main" val="226461668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20</a:t>
            </a:fld>
            <a:endParaRPr lang="en-US" altLang="zh-CN"/>
          </a:p>
        </p:txBody>
      </p:sp>
    </p:spTree>
    <p:extLst>
      <p:ext uri="{BB962C8B-B14F-4D97-AF65-F5344CB8AC3E}">
        <p14:creationId xmlns:p14="http://schemas.microsoft.com/office/powerpoint/2010/main" val="57428369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21</a:t>
            </a:fld>
            <a:endParaRPr lang="en-US" altLang="zh-CN"/>
          </a:p>
        </p:txBody>
      </p:sp>
    </p:spTree>
    <p:extLst>
      <p:ext uri="{BB962C8B-B14F-4D97-AF65-F5344CB8AC3E}">
        <p14:creationId xmlns:p14="http://schemas.microsoft.com/office/powerpoint/2010/main" val="146183045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22</a:t>
            </a:fld>
            <a:endParaRPr lang="en-US" altLang="zh-CN"/>
          </a:p>
        </p:txBody>
      </p:sp>
    </p:spTree>
    <p:extLst>
      <p:ext uri="{BB962C8B-B14F-4D97-AF65-F5344CB8AC3E}">
        <p14:creationId xmlns:p14="http://schemas.microsoft.com/office/powerpoint/2010/main" val="156511944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23</a:t>
            </a:fld>
            <a:endParaRPr lang="en-US" altLang="zh-CN"/>
          </a:p>
        </p:txBody>
      </p:sp>
    </p:spTree>
    <p:extLst>
      <p:ext uri="{BB962C8B-B14F-4D97-AF65-F5344CB8AC3E}">
        <p14:creationId xmlns:p14="http://schemas.microsoft.com/office/powerpoint/2010/main" val="396446013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24</a:t>
            </a:fld>
            <a:endParaRPr lang="en-US" altLang="zh-CN"/>
          </a:p>
        </p:txBody>
      </p:sp>
    </p:spTree>
    <p:extLst>
      <p:ext uri="{BB962C8B-B14F-4D97-AF65-F5344CB8AC3E}">
        <p14:creationId xmlns:p14="http://schemas.microsoft.com/office/powerpoint/2010/main" val="230624530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25</a:t>
            </a:fld>
            <a:endParaRPr lang="en-US" altLang="zh-CN"/>
          </a:p>
        </p:txBody>
      </p:sp>
    </p:spTree>
    <p:extLst>
      <p:ext uri="{BB962C8B-B14F-4D97-AF65-F5344CB8AC3E}">
        <p14:creationId xmlns:p14="http://schemas.microsoft.com/office/powerpoint/2010/main" val="119696402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26</a:t>
            </a:fld>
            <a:endParaRPr lang="en-US" altLang="zh-CN"/>
          </a:p>
        </p:txBody>
      </p:sp>
    </p:spTree>
    <p:extLst>
      <p:ext uri="{BB962C8B-B14F-4D97-AF65-F5344CB8AC3E}">
        <p14:creationId xmlns:p14="http://schemas.microsoft.com/office/powerpoint/2010/main" val="225627423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27</a:t>
            </a:fld>
            <a:endParaRPr lang="en-US" altLang="zh-CN"/>
          </a:p>
        </p:txBody>
      </p:sp>
    </p:spTree>
    <p:extLst>
      <p:ext uri="{BB962C8B-B14F-4D97-AF65-F5344CB8AC3E}">
        <p14:creationId xmlns:p14="http://schemas.microsoft.com/office/powerpoint/2010/main" val="65316736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28</a:t>
            </a:fld>
            <a:endParaRPr lang="en-US" altLang="zh-CN"/>
          </a:p>
        </p:txBody>
      </p:sp>
    </p:spTree>
    <p:extLst>
      <p:ext uri="{BB962C8B-B14F-4D97-AF65-F5344CB8AC3E}">
        <p14:creationId xmlns:p14="http://schemas.microsoft.com/office/powerpoint/2010/main" val="131521158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29</a:t>
            </a:fld>
            <a:endParaRPr lang="en-US" altLang="zh-CN"/>
          </a:p>
        </p:txBody>
      </p:sp>
    </p:spTree>
    <p:extLst>
      <p:ext uri="{BB962C8B-B14F-4D97-AF65-F5344CB8AC3E}">
        <p14:creationId xmlns:p14="http://schemas.microsoft.com/office/powerpoint/2010/main" val="144134426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30</a:t>
            </a:fld>
            <a:endParaRPr lang="en-US" altLang="zh-CN"/>
          </a:p>
        </p:txBody>
      </p:sp>
    </p:spTree>
    <p:extLst>
      <p:ext uri="{BB962C8B-B14F-4D97-AF65-F5344CB8AC3E}">
        <p14:creationId xmlns:p14="http://schemas.microsoft.com/office/powerpoint/2010/main" val="44472105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31</a:t>
            </a:fld>
            <a:endParaRPr lang="en-US" altLang="zh-CN"/>
          </a:p>
        </p:txBody>
      </p:sp>
    </p:spTree>
    <p:extLst>
      <p:ext uri="{BB962C8B-B14F-4D97-AF65-F5344CB8AC3E}">
        <p14:creationId xmlns:p14="http://schemas.microsoft.com/office/powerpoint/2010/main" val="60029613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32</a:t>
            </a:fld>
            <a:endParaRPr lang="en-US" altLang="zh-CN"/>
          </a:p>
        </p:txBody>
      </p:sp>
    </p:spTree>
    <p:extLst>
      <p:ext uri="{BB962C8B-B14F-4D97-AF65-F5344CB8AC3E}">
        <p14:creationId xmlns:p14="http://schemas.microsoft.com/office/powerpoint/2010/main" val="327290434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33</a:t>
            </a:fld>
            <a:endParaRPr lang="en-US" altLang="zh-CN"/>
          </a:p>
        </p:txBody>
      </p:sp>
    </p:spTree>
    <p:extLst>
      <p:ext uri="{BB962C8B-B14F-4D97-AF65-F5344CB8AC3E}">
        <p14:creationId xmlns:p14="http://schemas.microsoft.com/office/powerpoint/2010/main" val="152560577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34</a:t>
            </a:fld>
            <a:endParaRPr lang="en-US" altLang="zh-CN"/>
          </a:p>
        </p:txBody>
      </p:sp>
    </p:spTree>
    <p:extLst>
      <p:ext uri="{BB962C8B-B14F-4D97-AF65-F5344CB8AC3E}">
        <p14:creationId xmlns:p14="http://schemas.microsoft.com/office/powerpoint/2010/main" val="314854537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35</a:t>
            </a:fld>
            <a:endParaRPr lang="en-US" altLang="zh-CN"/>
          </a:p>
        </p:txBody>
      </p:sp>
    </p:spTree>
    <p:extLst>
      <p:ext uri="{BB962C8B-B14F-4D97-AF65-F5344CB8AC3E}">
        <p14:creationId xmlns:p14="http://schemas.microsoft.com/office/powerpoint/2010/main" val="376967564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36</a:t>
            </a:fld>
            <a:endParaRPr lang="en-US" altLang="zh-CN"/>
          </a:p>
        </p:txBody>
      </p:sp>
    </p:spTree>
    <p:extLst>
      <p:ext uri="{BB962C8B-B14F-4D97-AF65-F5344CB8AC3E}">
        <p14:creationId xmlns:p14="http://schemas.microsoft.com/office/powerpoint/2010/main" val="349247274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37</a:t>
            </a:fld>
            <a:endParaRPr lang="en-US" altLang="zh-CN"/>
          </a:p>
        </p:txBody>
      </p:sp>
    </p:spTree>
    <p:extLst>
      <p:ext uri="{BB962C8B-B14F-4D97-AF65-F5344CB8AC3E}">
        <p14:creationId xmlns:p14="http://schemas.microsoft.com/office/powerpoint/2010/main" val="232906338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38</a:t>
            </a:fld>
            <a:endParaRPr lang="en-US" altLang="zh-CN"/>
          </a:p>
        </p:txBody>
      </p:sp>
    </p:spTree>
    <p:extLst>
      <p:ext uri="{BB962C8B-B14F-4D97-AF65-F5344CB8AC3E}">
        <p14:creationId xmlns:p14="http://schemas.microsoft.com/office/powerpoint/2010/main" val="376666139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6"/>
            <a:ext cx="10363200" cy="1470025"/>
          </a:xfrm>
          <a:prstGeom prst="rect">
            <a:avLst/>
          </a:prstGeom>
        </p:spPr>
        <p:txBody>
          <a:bodyPr/>
          <a:lstStyle>
            <a:lvl1pPr algn="ctr">
              <a:defRPr/>
            </a:lvl1pPr>
          </a:lstStyle>
          <a:p>
            <a:r>
              <a:rPr lang="zh-CN" altLang="en-US"/>
              <a:t>单击此处编辑母版标题样式</a:t>
            </a:r>
          </a:p>
        </p:txBody>
      </p:sp>
      <p:sp>
        <p:nvSpPr>
          <p:cNvPr id="3" name="副标题 2"/>
          <p:cNvSpPr>
            <a:spLocks noGrp="1"/>
          </p:cNvSpPr>
          <p:nvPr>
            <p:ph type="subTitle" idx="1"/>
          </p:nvPr>
        </p:nvSpPr>
        <p:spPr>
          <a:xfrm>
            <a:off x="1828800"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Tree>
    <p:extLst>
      <p:ext uri="{BB962C8B-B14F-4D97-AF65-F5344CB8AC3E}">
        <p14:creationId xmlns:p14="http://schemas.microsoft.com/office/powerpoint/2010/main" val="2927003882"/>
      </p:ext>
    </p:extLst>
  </p:cSld>
  <p:clrMapOvr>
    <a:masterClrMapping/>
  </p:clrMapOvr>
  <p:transition spd="slow"/>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960000" y="1080000"/>
            <a:ext cx="10560000" cy="1080000"/>
          </a:xfrm>
          <a:prstGeom prst="rect">
            <a:avLst/>
          </a:prstGeom>
        </p:spPr>
        <p:txBody>
          <a:bodyPr/>
          <a:lstStyle/>
          <a:p>
            <a:r>
              <a:rPr lang="zh-CN" altLang="en-US"/>
              <a:t>单击此处编辑母版标题样式</a:t>
            </a:r>
          </a:p>
        </p:txBody>
      </p:sp>
      <p:sp>
        <p:nvSpPr>
          <p:cNvPr id="3" name="内容占位符 2"/>
          <p:cNvSpPr>
            <a:spLocks noGrp="1"/>
          </p:cNvSpPr>
          <p:nvPr>
            <p:ph idx="1"/>
          </p:nvPr>
        </p:nvSpPr>
        <p:spPr>
          <a:xfrm>
            <a:off x="960000" y="2160000"/>
            <a:ext cx="10560000" cy="41400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946798571"/>
      </p:ext>
    </p:extLst>
  </p:cSld>
  <p:clrMapOvr>
    <a:masterClrMapping/>
  </p:clrMapOvr>
  <p:transition spd="slow"/>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1"/>
            <a:ext cx="10363200" cy="1362075"/>
          </a:xfrm>
          <a:prstGeom prst="rect">
            <a:avLst/>
          </a:prstGeo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Tree>
    <p:extLst>
      <p:ext uri="{BB962C8B-B14F-4D97-AF65-F5344CB8AC3E}">
        <p14:creationId xmlns:p14="http://schemas.microsoft.com/office/powerpoint/2010/main" val="728925802"/>
      </p:ext>
    </p:extLst>
  </p:cSld>
  <p:clrMapOvr>
    <a:masterClrMapping/>
  </p:clrMapOvr>
  <p:transition spd="slow"/>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960000" y="1080000"/>
            <a:ext cx="10560000" cy="1080000"/>
          </a:xfrm>
          <a:prstGeom prst="rect">
            <a:avLst/>
          </a:prstGeom>
        </p:spPr>
        <p:txBody>
          <a:bodyPr/>
          <a:lstStyle/>
          <a:p>
            <a:r>
              <a:rPr lang="zh-CN" altLang="en-US"/>
              <a:t>单击此处编辑母版标题样式</a:t>
            </a:r>
          </a:p>
        </p:txBody>
      </p:sp>
      <p:sp>
        <p:nvSpPr>
          <p:cNvPr id="3" name="内容占位符 2"/>
          <p:cNvSpPr>
            <a:spLocks noGrp="1"/>
          </p:cNvSpPr>
          <p:nvPr>
            <p:ph sz="half" idx="1"/>
          </p:nvPr>
        </p:nvSpPr>
        <p:spPr>
          <a:xfrm>
            <a:off x="960000" y="2213865"/>
            <a:ext cx="5280000" cy="408613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内容占位符 3"/>
          <p:cNvSpPr>
            <a:spLocks noGrp="1"/>
          </p:cNvSpPr>
          <p:nvPr>
            <p:ph sz="half" idx="2"/>
          </p:nvPr>
        </p:nvSpPr>
        <p:spPr>
          <a:xfrm>
            <a:off x="6314120" y="2213866"/>
            <a:ext cx="5220581" cy="409545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extLst>
      <p:ext uri="{BB962C8B-B14F-4D97-AF65-F5344CB8AC3E}">
        <p14:creationId xmlns:p14="http://schemas.microsoft.com/office/powerpoint/2010/main" val="2702511005"/>
      </p:ext>
    </p:extLst>
  </p:cSld>
  <p:clrMapOvr>
    <a:masterClrMapping/>
  </p:clrMapOvr>
  <p:transition spd="slow"/>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960000" y="1080000"/>
            <a:ext cx="10560000" cy="1080000"/>
          </a:xfrm>
          <a:prstGeom prst="rect">
            <a:avLst/>
          </a:prstGeo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995434" y="2213325"/>
            <a:ext cx="5220580"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995434" y="2933946"/>
            <a:ext cx="5220580" cy="333037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文本占位符 4"/>
          <p:cNvSpPr>
            <a:spLocks noGrp="1"/>
          </p:cNvSpPr>
          <p:nvPr>
            <p:ph type="body" sz="quarter" idx="3"/>
          </p:nvPr>
        </p:nvSpPr>
        <p:spPr>
          <a:xfrm>
            <a:off x="6370635" y="2213325"/>
            <a:ext cx="516057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p>
        </p:txBody>
      </p:sp>
      <p:sp>
        <p:nvSpPr>
          <p:cNvPr id="6" name="内容占位符 5"/>
          <p:cNvSpPr>
            <a:spLocks noGrp="1"/>
          </p:cNvSpPr>
          <p:nvPr>
            <p:ph sz="quarter" idx="4"/>
          </p:nvPr>
        </p:nvSpPr>
        <p:spPr>
          <a:xfrm>
            <a:off x="6396034" y="2933945"/>
            <a:ext cx="5160573" cy="333037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extLst>
      <p:ext uri="{BB962C8B-B14F-4D97-AF65-F5344CB8AC3E}">
        <p14:creationId xmlns:p14="http://schemas.microsoft.com/office/powerpoint/2010/main" val="4099860088"/>
      </p:ext>
    </p:extLst>
  </p:cSld>
  <p:clrMapOvr>
    <a:masterClrMapping/>
  </p:clrMapOvr>
  <p:transition spd="slow"/>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960000" y="1080000"/>
            <a:ext cx="10560000" cy="1080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923023355"/>
      </p:ext>
    </p:extLst>
  </p:cSld>
  <p:clrMapOvr>
    <a:masterClrMapping/>
  </p:clrMapOvr>
  <p:transition spd="slow"/>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306993251"/>
      </p:ext>
    </p:extLst>
  </p:cSld>
  <p:clrMapOvr>
    <a:masterClrMapping/>
  </p:clrMapOvr>
  <p:transition spd="slow"/>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960000" y="1080000"/>
            <a:ext cx="3840000" cy="1080000"/>
          </a:xfrm>
          <a:prstGeom prst="rect">
            <a:avLst/>
          </a:prstGeo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895867" y="1088740"/>
            <a:ext cx="6686533" cy="522058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982733" y="2213865"/>
            <a:ext cx="3840427" cy="4095454"/>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extLst>
      <p:ext uri="{BB962C8B-B14F-4D97-AF65-F5344CB8AC3E}">
        <p14:creationId xmlns:p14="http://schemas.microsoft.com/office/powerpoint/2010/main" val="4018620146"/>
      </p:ext>
    </p:extLst>
  </p:cSld>
  <p:clrMapOvr>
    <a:masterClrMapping/>
  </p:clrMapOvr>
  <p:transition spd="slow"/>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69160"/>
            <a:ext cx="7315200" cy="566738"/>
          </a:xfrm>
          <a:prstGeom prst="rect">
            <a:avLst/>
          </a:prstGeo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89717" y="1043735"/>
            <a:ext cx="7315200" cy="377595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2389717" y="5459453"/>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extLst>
      <p:ext uri="{BB962C8B-B14F-4D97-AF65-F5344CB8AC3E}">
        <p14:creationId xmlns:p14="http://schemas.microsoft.com/office/powerpoint/2010/main" val="630399069"/>
      </p:ext>
    </p:extLst>
  </p:cSld>
  <p:clrMapOvr>
    <a:masterClrMapping/>
  </p:clrMapOvr>
  <p:transition spd="slow"/>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960000" y="1080000"/>
            <a:ext cx="10560000" cy="1080000"/>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p:nvPr>
        </p:nvSpPr>
        <p:spPr>
          <a:xfrm>
            <a:off x="960000" y="2258871"/>
            <a:ext cx="10560000" cy="4041129"/>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440425338"/>
      </p:ext>
    </p:extLst>
  </p:cSld>
  <p:clrMapOvr>
    <a:masterClrMapping/>
  </p:clrMapOvr>
  <p:transition spd="slow"/>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256240" y="1072310"/>
            <a:ext cx="3360373" cy="5237010"/>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960000" y="1080000"/>
            <a:ext cx="7200000" cy="52200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682278293"/>
      </p:ext>
    </p:extLst>
  </p:cSld>
  <p:clrMapOvr>
    <a:masterClrMapping/>
  </p:clrMapOvr>
  <p:transition spd="slow"/>
</p:sldLayout>
</file>

<file path=ppt/slideLayouts/slideLayout12.xml><?xml version="1.0" encoding="utf-8"?>
<p:sldLayout xmlns:a="http://schemas.openxmlformats.org/drawingml/2006/main" xmlns:r="http://schemas.openxmlformats.org/officeDocument/2006/relationships" xmlns:p="http://schemas.openxmlformats.org/presentationml/2006/main" type="fourObj" preserve="1">
  <p:cSld name="标题和四项内容">
    <p:spTree>
      <p:nvGrpSpPr>
        <p:cNvPr id="1" name=""/>
        <p:cNvGrpSpPr/>
        <p:nvPr/>
      </p:nvGrpSpPr>
      <p:grpSpPr>
        <a:xfrm>
          <a:off x="0" y="0"/>
          <a:ext cx="0" cy="0"/>
          <a:chOff x="0" y="0"/>
          <a:chExt cx="0" cy="0"/>
        </a:xfrm>
      </p:grpSpPr>
      <p:sp>
        <p:nvSpPr>
          <p:cNvPr id="2" name="标题 1"/>
          <p:cNvSpPr>
            <a:spLocks noGrp="1"/>
          </p:cNvSpPr>
          <p:nvPr>
            <p:ph type="title" sz="quarter"/>
          </p:nvPr>
        </p:nvSpPr>
        <p:spPr>
          <a:xfrm>
            <a:off x="960000" y="1080000"/>
            <a:ext cx="10560000" cy="1080000"/>
          </a:xfrm>
          <a:prstGeom prst="rect">
            <a:avLst/>
          </a:prstGeom>
        </p:spPr>
        <p:txBody>
          <a:bodyPr/>
          <a:lstStyle/>
          <a:p>
            <a:r>
              <a:rPr lang="zh-CN" altLang="en-US" dirty="0"/>
              <a:t>单击此处编辑母版标题样式</a:t>
            </a:r>
          </a:p>
        </p:txBody>
      </p:sp>
      <p:sp>
        <p:nvSpPr>
          <p:cNvPr id="3" name="内容占位符 2"/>
          <p:cNvSpPr>
            <a:spLocks noGrp="1"/>
          </p:cNvSpPr>
          <p:nvPr>
            <p:ph sz="quarter" idx="1"/>
          </p:nvPr>
        </p:nvSpPr>
        <p:spPr>
          <a:xfrm>
            <a:off x="960826" y="2213866"/>
            <a:ext cx="5315193" cy="1935215"/>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内容占位符 3"/>
          <p:cNvSpPr>
            <a:spLocks noGrp="1"/>
          </p:cNvSpPr>
          <p:nvPr>
            <p:ph sz="quarter" idx="2"/>
          </p:nvPr>
        </p:nvSpPr>
        <p:spPr>
          <a:xfrm>
            <a:off x="6456040" y="2213865"/>
            <a:ext cx="5100568" cy="1957802"/>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内容占位符 4"/>
          <p:cNvSpPr>
            <a:spLocks noGrp="1"/>
          </p:cNvSpPr>
          <p:nvPr>
            <p:ph sz="quarter" idx="3"/>
          </p:nvPr>
        </p:nvSpPr>
        <p:spPr>
          <a:xfrm>
            <a:off x="978790" y="4265046"/>
            <a:ext cx="5297231" cy="204427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内容占位符 5"/>
          <p:cNvSpPr>
            <a:spLocks noGrp="1"/>
          </p:cNvSpPr>
          <p:nvPr>
            <p:ph sz="quarter" idx="4"/>
          </p:nvPr>
        </p:nvSpPr>
        <p:spPr>
          <a:xfrm>
            <a:off x="6456041" y="4284095"/>
            <a:ext cx="5100567" cy="198022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722978828"/>
      </p:ext>
    </p:extLst>
  </p:cSld>
  <p:clrMapOvr>
    <a:masterClrMapping/>
  </p:clrMapOvr>
  <p:transition spd="slow"/>
</p:sldLayout>
</file>

<file path=ppt/slideLayouts/slideLayout13.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960000" y="1080001"/>
            <a:ext cx="10560000" cy="518431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4194604936"/>
      </p:ext>
    </p:extLst>
  </p:cSld>
  <p:clrMapOvr>
    <a:masterClrMapping/>
  </p:clrMapOvr>
  <p:transition spd="slow"/>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
        <p:nvSpPr>
          <p:cNvPr id="2" name="Text Box 12"/>
          <p:cNvSpPr txBox="1">
            <a:spLocks noChangeArrowheads="1"/>
          </p:cNvSpPr>
          <p:nvPr userDrawn="1"/>
        </p:nvSpPr>
        <p:spPr bwMode="auto">
          <a:xfrm>
            <a:off x="2855640" y="1916832"/>
            <a:ext cx="6732748" cy="1107996"/>
          </a:xfrm>
          <a:prstGeom prst="rect">
            <a:avLst/>
          </a:prstGeom>
          <a:noFill/>
          <a:ln w="9525">
            <a:noFill/>
            <a:miter lim="800000"/>
            <a:headEnd/>
            <a:tailEnd/>
          </a:ln>
          <a:effectLst/>
        </p:spPr>
        <p:txBody>
          <a:bodyPr wrap="square">
            <a:spAutoFit/>
          </a:bodyPr>
          <a:lstStyle/>
          <a:p>
            <a:pPr>
              <a:defRPr/>
            </a:pPr>
            <a:r>
              <a:rPr kumimoji="1" lang="zh-CN" altLang="en-US" sz="6600" i="0" kern="2000" spc="600" baseline="0" dirty="0">
                <a:solidFill>
                  <a:srgbClr val="FF0000"/>
                </a:solidFill>
                <a:effectLst>
                  <a:outerShdw blurRad="38100" dist="38100" dir="2700000" algn="tl">
                    <a:srgbClr val="000000">
                      <a:alpha val="43137"/>
                    </a:srgbClr>
                  </a:outerShdw>
                </a:effectLst>
                <a:latin typeface="华文彩云" pitchFamily="2" charset="-122"/>
                <a:ea typeface="黑体" pitchFamily="2" charset="-122"/>
              </a:rPr>
              <a:t>工   程   力   学</a:t>
            </a:r>
            <a:endParaRPr kumimoji="1" lang="zh-CN" altLang="en-US" sz="6600" i="0" kern="2000" spc="600" baseline="0" dirty="0">
              <a:solidFill>
                <a:srgbClr val="FF0000"/>
              </a:solidFill>
              <a:effectLst>
                <a:outerShdw blurRad="38100" dist="38100" dir="2700000" algn="tl">
                  <a:srgbClr val="000000">
                    <a:alpha val="43137"/>
                  </a:srgbClr>
                </a:outerShdw>
              </a:effectLst>
              <a:ea typeface="黑体" pitchFamily="2" charset="-122"/>
            </a:endParaRPr>
          </a:p>
        </p:txBody>
      </p:sp>
      <p:sp>
        <p:nvSpPr>
          <p:cNvPr id="3" name="Text Box 12"/>
          <p:cNvSpPr txBox="1">
            <a:spLocks noChangeArrowheads="1"/>
          </p:cNvSpPr>
          <p:nvPr userDrawn="1"/>
        </p:nvSpPr>
        <p:spPr bwMode="auto">
          <a:xfrm>
            <a:off x="3071664" y="3356992"/>
            <a:ext cx="5868652"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Char char="•"/>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Char char="•"/>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Char char="•"/>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Char char="•"/>
              <a:defRPr sz="2800">
                <a:solidFill>
                  <a:schemeClr val="tx1"/>
                </a:solidFill>
                <a:latin typeface="Times New Roman" pitchFamily="18" charset="0"/>
                <a:ea typeface="宋体" pitchFamily="2" charset="-122"/>
              </a:defRPr>
            </a:lvl9pPr>
          </a:lstStyle>
          <a:p>
            <a:pPr eaLnBrk="1" hangingPunct="1">
              <a:defRPr/>
            </a:pPr>
            <a:r>
              <a:rPr kumimoji="1" lang="en-US" altLang="zh-CN" sz="5400" dirty="0">
                <a:solidFill>
                  <a:srgbClr val="0000FF"/>
                </a:solidFill>
                <a:latin typeface="Monotype Corsiva" pitchFamily="66" charset="0"/>
                <a:ea typeface="华文琥珀" pitchFamily="2" charset="-122"/>
              </a:rPr>
              <a:t>Engineering</a:t>
            </a:r>
            <a:r>
              <a:rPr kumimoji="1" lang="en-US" altLang="zh-CN" sz="5400" baseline="0" dirty="0">
                <a:solidFill>
                  <a:srgbClr val="0000FF"/>
                </a:solidFill>
                <a:latin typeface="Monotype Corsiva" pitchFamily="66" charset="0"/>
                <a:ea typeface="华文琥珀" pitchFamily="2" charset="-122"/>
              </a:rPr>
              <a:t> </a:t>
            </a:r>
            <a:r>
              <a:rPr kumimoji="1" lang="en-US" altLang="zh-CN" sz="5400" dirty="0">
                <a:solidFill>
                  <a:srgbClr val="0000FF"/>
                </a:solidFill>
                <a:latin typeface="Monotype Corsiva" pitchFamily="66" charset="0"/>
                <a:ea typeface="华文琥珀" pitchFamily="2" charset="-122"/>
              </a:rPr>
              <a:t>Mechanics</a:t>
            </a:r>
          </a:p>
        </p:txBody>
      </p:sp>
    </p:spTree>
    <p:extLst>
      <p:ext uri="{BB962C8B-B14F-4D97-AF65-F5344CB8AC3E}">
        <p14:creationId xmlns:p14="http://schemas.microsoft.com/office/powerpoint/2010/main" val="352965331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Tree>
    <p:extLst>
      <p:ext uri="{BB962C8B-B14F-4D97-AF65-F5344CB8AC3E}">
        <p14:creationId xmlns:p14="http://schemas.microsoft.com/office/powerpoint/2010/main" val="20535427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theme" Target="../theme/theme2.xml"/><Relationship Id="rId1" Type="http://schemas.openxmlformats.org/officeDocument/2006/relationships/slideLayout" Target="../slideLayouts/slideLayout14.xml"/><Relationship Id="rId4" Type="http://schemas.openxmlformats.org/officeDocument/2006/relationships/image" Target="../media/image3.png"/></Relationships>
</file>

<file path=ppt/slideMasters/_rels/slideMaster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theme" Target="../theme/theme3.xml"/><Relationship Id="rId1"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31" name="Text Box 12"/>
          <p:cNvSpPr txBox="1">
            <a:spLocks noChangeArrowheads="1"/>
          </p:cNvSpPr>
          <p:nvPr/>
        </p:nvSpPr>
        <p:spPr bwMode="auto">
          <a:xfrm>
            <a:off x="1390651" y="1125538"/>
            <a:ext cx="10081683" cy="4679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lgn="ctr">
                <a:solidFill>
                  <a:srgbClr val="FF0000"/>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algn="ctr" eaLnBrk="0" fontAlgn="base" hangingPunct="0">
              <a:spcBef>
                <a:spcPct val="0"/>
              </a:spcBef>
              <a:spcAft>
                <a:spcPct val="0"/>
              </a:spcAft>
              <a:buChar char="•"/>
              <a:defRPr>
                <a:solidFill>
                  <a:schemeClr val="tx1"/>
                </a:solidFill>
                <a:latin typeface="Arial" charset="0"/>
                <a:ea typeface="宋体" pitchFamily="2" charset="-122"/>
              </a:defRPr>
            </a:lvl6pPr>
            <a:lvl7pPr marL="2971800" indent="-228600" algn="ctr" eaLnBrk="0" fontAlgn="base" hangingPunct="0">
              <a:spcBef>
                <a:spcPct val="0"/>
              </a:spcBef>
              <a:spcAft>
                <a:spcPct val="0"/>
              </a:spcAft>
              <a:buChar char="•"/>
              <a:defRPr>
                <a:solidFill>
                  <a:schemeClr val="tx1"/>
                </a:solidFill>
                <a:latin typeface="Arial" charset="0"/>
                <a:ea typeface="宋体" pitchFamily="2" charset="-122"/>
              </a:defRPr>
            </a:lvl7pPr>
            <a:lvl8pPr marL="3429000" indent="-228600" algn="ctr" eaLnBrk="0" fontAlgn="base" hangingPunct="0">
              <a:spcBef>
                <a:spcPct val="0"/>
              </a:spcBef>
              <a:spcAft>
                <a:spcPct val="0"/>
              </a:spcAft>
              <a:buChar char="•"/>
              <a:defRPr>
                <a:solidFill>
                  <a:schemeClr val="tx1"/>
                </a:solidFill>
                <a:latin typeface="Arial" charset="0"/>
                <a:ea typeface="宋体" pitchFamily="2" charset="-122"/>
              </a:defRPr>
            </a:lvl8pPr>
            <a:lvl9pPr marL="3886200" indent="-228600" algn="ctr" eaLnBrk="0" fontAlgn="base" hangingPunct="0">
              <a:spcBef>
                <a:spcPct val="0"/>
              </a:spcBef>
              <a:spcAft>
                <a:spcPct val="0"/>
              </a:spcAft>
              <a:buChar char="•"/>
              <a:defRPr>
                <a:solidFill>
                  <a:schemeClr val="tx1"/>
                </a:solidFill>
                <a:latin typeface="Arial" charset="0"/>
                <a:ea typeface="宋体" pitchFamily="2" charset="-122"/>
              </a:defRPr>
            </a:lvl9pPr>
          </a:lstStyle>
          <a:p>
            <a:pPr>
              <a:spcBef>
                <a:spcPct val="50000"/>
              </a:spcBef>
              <a:defRPr/>
            </a:pPr>
            <a:endParaRPr lang="zh-CN" altLang="zh-CN" sz="2400">
              <a:latin typeface="Times" pitchFamily="18" charset="0"/>
            </a:endParaRPr>
          </a:p>
        </p:txBody>
      </p:sp>
      <p:sp>
        <p:nvSpPr>
          <p:cNvPr id="1027" name="Rectangle 16"/>
          <p:cNvSpPr>
            <a:spLocks noGrp="1" noChangeArrowheads="1"/>
          </p:cNvSpPr>
          <p:nvPr>
            <p:ph type="body" idx="1"/>
          </p:nvPr>
        </p:nvSpPr>
        <p:spPr bwMode="auto">
          <a:xfrm>
            <a:off x="960967" y="1079500"/>
            <a:ext cx="10560051" cy="5221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6" name="矩形 15"/>
          <p:cNvSpPr/>
          <p:nvPr userDrawn="1"/>
        </p:nvSpPr>
        <p:spPr bwMode="auto">
          <a:xfrm>
            <a:off x="-2117" y="6308726"/>
            <a:ext cx="12194117" cy="549275"/>
          </a:xfrm>
          <a:prstGeom prst="rect">
            <a:avLst/>
          </a:prstGeom>
          <a:solidFill>
            <a:srgbClr val="4F81B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21349" fontAlgn="auto">
              <a:spcBef>
                <a:spcPts val="0"/>
              </a:spcBef>
              <a:spcAft>
                <a:spcPts val="0"/>
              </a:spcAft>
              <a:defRPr/>
            </a:pPr>
            <a:endParaRPr lang="zh-CN" altLang="en-US" sz="2400"/>
          </a:p>
        </p:txBody>
      </p:sp>
      <p:sp>
        <p:nvSpPr>
          <p:cNvPr id="24" name="矩形 23"/>
          <p:cNvSpPr/>
          <p:nvPr userDrawn="1"/>
        </p:nvSpPr>
        <p:spPr bwMode="auto">
          <a:xfrm>
            <a:off x="1" y="-11113"/>
            <a:ext cx="8909550" cy="796907"/>
          </a:xfrm>
          <a:prstGeom prst="rect">
            <a:avLst/>
          </a:prstGeom>
          <a:solidFill>
            <a:srgbClr val="4F81B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21349" fontAlgn="auto">
              <a:spcBef>
                <a:spcPts val="0"/>
              </a:spcBef>
              <a:spcAft>
                <a:spcPts val="0"/>
              </a:spcAft>
              <a:defRPr/>
            </a:pPr>
            <a:endParaRPr lang="zh-CN" altLang="en-US" sz="2400"/>
          </a:p>
        </p:txBody>
      </p:sp>
      <p:sp>
        <p:nvSpPr>
          <p:cNvPr id="27" name="Text Box 12"/>
          <p:cNvSpPr txBox="1">
            <a:spLocks noChangeArrowheads="1"/>
          </p:cNvSpPr>
          <p:nvPr userDrawn="1"/>
        </p:nvSpPr>
        <p:spPr bwMode="auto">
          <a:xfrm>
            <a:off x="20520" y="50348"/>
            <a:ext cx="7011616" cy="7143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Times New Roman" pitchFamily="18" charset="0"/>
                <a:ea typeface="宋体" pitchFamily="2" charset="-122"/>
              </a:defRPr>
            </a:lvl1pPr>
            <a:lvl2pPr marL="742950" indent="-285750" eaLnBrk="0" hangingPunct="0">
              <a:defRPr>
                <a:solidFill>
                  <a:schemeClr val="tx1"/>
                </a:solidFill>
                <a:latin typeface="Times New Roman" pitchFamily="18" charset="0"/>
                <a:ea typeface="宋体" pitchFamily="2" charset="-122"/>
              </a:defRPr>
            </a:lvl2pPr>
            <a:lvl3pPr marL="1143000" indent="-228600" eaLnBrk="0" hangingPunct="0">
              <a:defRPr>
                <a:solidFill>
                  <a:schemeClr val="tx1"/>
                </a:solidFill>
                <a:latin typeface="Times New Roman" pitchFamily="18" charset="0"/>
                <a:ea typeface="宋体" pitchFamily="2" charset="-122"/>
              </a:defRPr>
            </a:lvl3pPr>
            <a:lvl4pPr marL="1600200" indent="-228600" eaLnBrk="0" hangingPunct="0">
              <a:defRPr>
                <a:solidFill>
                  <a:schemeClr val="tx1"/>
                </a:solidFill>
                <a:latin typeface="Times New Roman" pitchFamily="18" charset="0"/>
                <a:ea typeface="宋体" pitchFamily="2" charset="-122"/>
              </a:defRPr>
            </a:lvl4pPr>
            <a:lvl5pPr marL="2057400" indent="-228600" eaLnBrk="0" hangingPunct="0">
              <a:defRPr>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a:solidFill>
                  <a:schemeClr val="tx1"/>
                </a:solidFill>
                <a:latin typeface="Times New Roman" pitchFamily="18" charset="0"/>
                <a:ea typeface="宋体" pitchFamily="2" charset="-122"/>
              </a:defRPr>
            </a:lvl9pPr>
          </a:lstStyle>
          <a:p>
            <a:pPr algn="l" eaLnBrk="1" hangingPunct="1">
              <a:defRPr/>
            </a:pPr>
            <a:r>
              <a:rPr kumimoji="1" lang="zh-CN" altLang="en-US" sz="3200" i="0" dirty="0">
                <a:solidFill>
                  <a:srgbClr val="FFFFFF"/>
                </a:solidFill>
                <a:ea typeface="黑体" pitchFamily="49" charset="-122"/>
              </a:rPr>
              <a:t>      </a:t>
            </a:r>
            <a:endParaRPr kumimoji="1" lang="zh-CN" altLang="en-US" sz="3200" i="0" dirty="0">
              <a:solidFill>
                <a:srgbClr val="FFFFFF"/>
              </a:solidFill>
              <a:latin typeface="微软雅黑" panose="020B0503020204020204" pitchFamily="34" charset="-122"/>
              <a:ea typeface="微软雅黑" panose="020B0503020204020204" pitchFamily="34" charset="-122"/>
            </a:endParaRPr>
          </a:p>
        </p:txBody>
      </p:sp>
      <p:cxnSp>
        <p:nvCxnSpPr>
          <p:cNvPr id="15" name="直接连接符 14"/>
          <p:cNvCxnSpPr/>
          <p:nvPr userDrawn="1"/>
        </p:nvCxnSpPr>
        <p:spPr bwMode="auto">
          <a:xfrm>
            <a:off x="-2117" y="785794"/>
            <a:ext cx="12194117" cy="0"/>
          </a:xfrm>
          <a:prstGeom prst="line">
            <a:avLst/>
          </a:prstGeom>
          <a:solidFill>
            <a:srgbClr val="3366CC"/>
          </a:solidFill>
          <a:ln w="38100">
            <a:solidFill>
              <a:srgbClr val="4F81BD"/>
            </a:solidFill>
          </a:ln>
        </p:spPr>
        <p:style>
          <a:lnRef idx="1">
            <a:schemeClr val="accent1"/>
          </a:lnRef>
          <a:fillRef idx="0">
            <a:schemeClr val="accent1"/>
          </a:fillRef>
          <a:effectRef idx="0">
            <a:schemeClr val="accent1"/>
          </a:effectRef>
          <a:fontRef idx="minor">
            <a:schemeClr val="tx1"/>
          </a:fontRef>
        </p:style>
      </p:cxnSp>
      <p:pic>
        <p:nvPicPr>
          <p:cNvPr id="17" name="Picture 2" descr="http://www.jdxy.zjut.edu.cn/images/img_02.jpg"/>
          <p:cNvPicPr/>
          <p:nvPr userDrawn="1"/>
        </p:nvPicPr>
        <p:blipFill rotWithShape="1">
          <a:blip r:embed="rId15" cstate="print"/>
          <a:srcRect l="3571" r="6619"/>
          <a:stretch/>
        </p:blipFill>
        <p:spPr bwMode="auto">
          <a:xfrm>
            <a:off x="7183971" y="-16198"/>
            <a:ext cx="5000625" cy="785495"/>
          </a:xfrm>
          <a:prstGeom prst="rect">
            <a:avLst/>
          </a:prstGeom>
          <a:noFill/>
          <a:ln>
            <a:noFill/>
          </a:ln>
          <a:extLst>
            <a:ext uri="{53640926-AAD7-44D8-BBD7-CCE9431645EC}">
              <a14:shadowObscured xmlns:a14="http://schemas.microsoft.com/office/drawing/2010/main"/>
            </a:ext>
          </a:extLst>
        </p:spPr>
      </p:pic>
    </p:spTree>
  </p:cSld>
  <p:clrMap bg1="lt1" tx1="dk1" bg2="lt2" tx2="dk2" accent1="accent1" accent2="accent2" accent3="accent3" accent4="accent4" accent5="accent5" accent6="accent6" hlink="hlink" folHlink="folHlink"/>
  <p:sldLayoutIdLst>
    <p:sldLayoutId id="2147483681" r:id="rId1"/>
    <p:sldLayoutId id="2147483682" r:id="rId2"/>
    <p:sldLayoutId id="2147483683" r:id="rId3"/>
    <p:sldLayoutId id="2147483684" r:id="rId4"/>
    <p:sldLayoutId id="2147483685" r:id="rId5"/>
    <p:sldLayoutId id="2147483686" r:id="rId6"/>
    <p:sldLayoutId id="2147483687" r:id="rId7"/>
    <p:sldLayoutId id="2147483688" r:id="rId8"/>
    <p:sldLayoutId id="2147483689" r:id="rId9"/>
    <p:sldLayoutId id="2147483690" r:id="rId10"/>
    <p:sldLayoutId id="2147483691" r:id="rId11"/>
    <p:sldLayoutId id="2147483692" r:id="rId12"/>
    <p:sldLayoutId id="2147483693" r:id="rId13"/>
  </p:sldLayoutIdLst>
  <p:transition spd="slow"/>
  <p:txStyles>
    <p:titleStyle>
      <a:lvl1pPr marL="442913" indent="-442913" algn="l" rtl="0" eaLnBrk="0" fontAlgn="base" hangingPunct="0">
        <a:spcBef>
          <a:spcPct val="0"/>
        </a:spcBef>
        <a:spcAft>
          <a:spcPct val="0"/>
        </a:spcAft>
        <a:defRPr sz="3200" b="1">
          <a:solidFill>
            <a:srgbClr val="3333FF"/>
          </a:solidFill>
          <a:latin typeface="+mj-lt"/>
          <a:ea typeface="+mj-ea"/>
          <a:cs typeface="+mj-cs"/>
        </a:defRPr>
      </a:lvl1pPr>
      <a:lvl2pPr marL="442913" indent="-442913" algn="l" rtl="0" eaLnBrk="0" fontAlgn="base" hangingPunct="0">
        <a:spcBef>
          <a:spcPct val="0"/>
        </a:spcBef>
        <a:spcAft>
          <a:spcPct val="0"/>
        </a:spcAft>
        <a:defRPr sz="3200" b="1">
          <a:solidFill>
            <a:srgbClr val="3333FF"/>
          </a:solidFill>
          <a:latin typeface="Times New Roman" pitchFamily="18" charset="0"/>
          <a:ea typeface="宋体" pitchFamily="2" charset="-122"/>
        </a:defRPr>
      </a:lvl2pPr>
      <a:lvl3pPr marL="442913" indent="-442913" algn="l" rtl="0" eaLnBrk="0" fontAlgn="base" hangingPunct="0">
        <a:spcBef>
          <a:spcPct val="0"/>
        </a:spcBef>
        <a:spcAft>
          <a:spcPct val="0"/>
        </a:spcAft>
        <a:defRPr sz="3200" b="1">
          <a:solidFill>
            <a:srgbClr val="3333FF"/>
          </a:solidFill>
          <a:latin typeface="Times New Roman" pitchFamily="18" charset="0"/>
          <a:ea typeface="宋体" pitchFamily="2" charset="-122"/>
        </a:defRPr>
      </a:lvl3pPr>
      <a:lvl4pPr marL="442913" indent="-442913" algn="l" rtl="0" eaLnBrk="0" fontAlgn="base" hangingPunct="0">
        <a:spcBef>
          <a:spcPct val="0"/>
        </a:spcBef>
        <a:spcAft>
          <a:spcPct val="0"/>
        </a:spcAft>
        <a:defRPr sz="3200" b="1">
          <a:solidFill>
            <a:srgbClr val="3333FF"/>
          </a:solidFill>
          <a:latin typeface="Times New Roman" pitchFamily="18" charset="0"/>
          <a:ea typeface="宋体" pitchFamily="2" charset="-122"/>
        </a:defRPr>
      </a:lvl4pPr>
      <a:lvl5pPr marL="442913" indent="-442913" algn="l" rtl="0" eaLnBrk="0" fontAlgn="base" hangingPunct="0">
        <a:spcBef>
          <a:spcPct val="0"/>
        </a:spcBef>
        <a:spcAft>
          <a:spcPct val="0"/>
        </a:spcAft>
        <a:defRPr sz="3200" b="1">
          <a:solidFill>
            <a:srgbClr val="3333FF"/>
          </a:solidFill>
          <a:latin typeface="Times New Roman" pitchFamily="18" charset="0"/>
          <a:ea typeface="宋体" pitchFamily="2" charset="-122"/>
        </a:defRPr>
      </a:lvl5pPr>
      <a:lvl6pPr marL="900113" algn="l" rtl="0" fontAlgn="base">
        <a:spcBef>
          <a:spcPct val="0"/>
        </a:spcBef>
        <a:spcAft>
          <a:spcPct val="0"/>
        </a:spcAft>
        <a:defRPr sz="3200" b="1">
          <a:solidFill>
            <a:srgbClr val="3333FF"/>
          </a:solidFill>
          <a:latin typeface="Times New Roman" pitchFamily="18" charset="0"/>
          <a:ea typeface="宋体" pitchFamily="2" charset="-122"/>
        </a:defRPr>
      </a:lvl6pPr>
      <a:lvl7pPr marL="1357313" algn="l" rtl="0" fontAlgn="base">
        <a:spcBef>
          <a:spcPct val="0"/>
        </a:spcBef>
        <a:spcAft>
          <a:spcPct val="0"/>
        </a:spcAft>
        <a:defRPr sz="3200" b="1">
          <a:solidFill>
            <a:srgbClr val="3333FF"/>
          </a:solidFill>
          <a:latin typeface="Times New Roman" pitchFamily="18" charset="0"/>
          <a:ea typeface="宋体" pitchFamily="2" charset="-122"/>
        </a:defRPr>
      </a:lvl7pPr>
      <a:lvl8pPr marL="1814513" algn="l" rtl="0" fontAlgn="base">
        <a:spcBef>
          <a:spcPct val="0"/>
        </a:spcBef>
        <a:spcAft>
          <a:spcPct val="0"/>
        </a:spcAft>
        <a:defRPr sz="3200" b="1">
          <a:solidFill>
            <a:srgbClr val="3333FF"/>
          </a:solidFill>
          <a:latin typeface="Times New Roman" pitchFamily="18" charset="0"/>
          <a:ea typeface="宋体" pitchFamily="2" charset="-122"/>
        </a:defRPr>
      </a:lvl8pPr>
      <a:lvl9pPr marL="2271713" algn="l" rtl="0" fontAlgn="base">
        <a:spcBef>
          <a:spcPct val="0"/>
        </a:spcBef>
        <a:spcAft>
          <a:spcPct val="0"/>
        </a:spcAft>
        <a:defRPr sz="3200" b="1">
          <a:solidFill>
            <a:srgbClr val="3333FF"/>
          </a:solidFill>
          <a:latin typeface="Times New Roman" pitchFamily="18" charset="0"/>
          <a:ea typeface="宋体" pitchFamily="2" charset="-122"/>
        </a:defRPr>
      </a:lvl9pPr>
    </p:titleStyle>
    <p:bodyStyle>
      <a:lvl1pPr marL="342900" indent="-342900" algn="l" rtl="0" eaLnBrk="0" fontAlgn="base" hangingPunct="0">
        <a:spcBef>
          <a:spcPct val="30000"/>
        </a:spcBef>
        <a:spcAft>
          <a:spcPct val="0"/>
        </a:spcAft>
        <a:buClr>
          <a:schemeClr val="hlink"/>
        </a:buClr>
        <a:buSzPct val="62000"/>
        <a:buFont typeface="Wingdings" pitchFamily="2" charset="2"/>
        <a:buChar char="n"/>
        <a:defRPr sz="2000">
          <a:solidFill>
            <a:schemeClr val="tx1"/>
          </a:solidFill>
          <a:latin typeface="+mn-lt"/>
          <a:ea typeface="+mn-ea"/>
          <a:cs typeface="+mn-cs"/>
        </a:defRPr>
      </a:lvl1pPr>
      <a:lvl2pPr marL="742950" indent="-285750" algn="l" rtl="0" eaLnBrk="0" fontAlgn="base" hangingPunct="0">
        <a:spcBef>
          <a:spcPct val="30000"/>
        </a:spcBef>
        <a:spcAft>
          <a:spcPct val="0"/>
        </a:spcAft>
        <a:buClr>
          <a:schemeClr val="hlink"/>
        </a:buClr>
        <a:buSzPct val="62000"/>
        <a:buFont typeface="Wingdings" pitchFamily="2" charset="2"/>
        <a:buChar char="l"/>
        <a:defRPr sz="20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75000"/>
        <a:buFont typeface="Wingdings" pitchFamily="2" charset="2"/>
        <a:buChar char="à"/>
        <a:defRPr sz="2000">
          <a:solidFill>
            <a:schemeClr val="tx1"/>
          </a:solidFill>
          <a:latin typeface="+mn-lt"/>
          <a:ea typeface="+mn-ea"/>
        </a:defRPr>
      </a:lvl3pPr>
      <a:lvl4pPr marL="1600200" indent="-228600" algn="l" rtl="0" eaLnBrk="0" fontAlgn="base" hangingPunct="0">
        <a:spcBef>
          <a:spcPct val="20000"/>
        </a:spcBef>
        <a:spcAft>
          <a:spcPct val="0"/>
        </a:spcAft>
        <a:buSzPct val="100000"/>
        <a:buChar char="–"/>
        <a:defRPr sz="2000">
          <a:solidFill>
            <a:schemeClr val="tx1"/>
          </a:solidFill>
          <a:latin typeface="+mn-lt"/>
          <a:ea typeface="+mn-ea"/>
        </a:defRPr>
      </a:lvl4pPr>
      <a:lvl5pPr marL="2057400" indent="-228600" algn="l" rtl="0" eaLnBrk="0" fontAlgn="base" hangingPunct="0">
        <a:spcBef>
          <a:spcPct val="20000"/>
        </a:spcBef>
        <a:spcAft>
          <a:spcPct val="0"/>
        </a:spcAft>
        <a:buSzPct val="100000"/>
        <a:buChar char="»"/>
        <a:defRPr sz="2000">
          <a:solidFill>
            <a:schemeClr val="tx1"/>
          </a:solidFill>
          <a:latin typeface="+mn-lt"/>
          <a:ea typeface="+mn-ea"/>
        </a:defRPr>
      </a:lvl5pPr>
      <a:lvl6pPr marL="2514600" indent="-228600" algn="l" rtl="0" fontAlgn="base">
        <a:spcBef>
          <a:spcPct val="20000"/>
        </a:spcBef>
        <a:spcAft>
          <a:spcPct val="0"/>
        </a:spcAft>
        <a:buSzPct val="100000"/>
        <a:buChar char="»"/>
        <a:defRPr sz="2000">
          <a:solidFill>
            <a:schemeClr val="tx1"/>
          </a:solidFill>
          <a:latin typeface="+mn-lt"/>
          <a:ea typeface="+mn-ea"/>
        </a:defRPr>
      </a:lvl6pPr>
      <a:lvl7pPr marL="2971800" indent="-228600" algn="l" rtl="0" fontAlgn="base">
        <a:spcBef>
          <a:spcPct val="20000"/>
        </a:spcBef>
        <a:spcAft>
          <a:spcPct val="0"/>
        </a:spcAft>
        <a:buSzPct val="100000"/>
        <a:buChar char="»"/>
        <a:defRPr sz="2000">
          <a:solidFill>
            <a:schemeClr val="tx1"/>
          </a:solidFill>
          <a:latin typeface="+mn-lt"/>
          <a:ea typeface="+mn-ea"/>
        </a:defRPr>
      </a:lvl7pPr>
      <a:lvl8pPr marL="3429000" indent="-228600" algn="l" rtl="0" fontAlgn="base">
        <a:spcBef>
          <a:spcPct val="20000"/>
        </a:spcBef>
        <a:spcAft>
          <a:spcPct val="0"/>
        </a:spcAft>
        <a:buSzPct val="100000"/>
        <a:buChar char="»"/>
        <a:defRPr sz="2000">
          <a:solidFill>
            <a:schemeClr val="tx1"/>
          </a:solidFill>
          <a:latin typeface="+mn-lt"/>
          <a:ea typeface="+mn-ea"/>
        </a:defRPr>
      </a:lvl8pPr>
      <a:lvl9pPr marL="3886200" indent="-228600" algn="l" rtl="0" fontAlgn="base">
        <a:spcBef>
          <a:spcPct val="20000"/>
        </a:spcBef>
        <a:spcAft>
          <a:spcPct val="0"/>
        </a:spcAft>
        <a:buSzPct val="100000"/>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4" name="日期占位符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75FE3E41-3E3A-4598-854A-0ADDC3E3F895}" type="datetimeFigureOut">
              <a:rPr lang="zh-CN" altLang="en-US"/>
              <a:pPr>
                <a:defRPr/>
              </a:pPr>
              <a:t>2022-09-14</a:t>
            </a:fld>
            <a:endParaRPr lang="zh-CN" altLang="en-US"/>
          </a:p>
        </p:txBody>
      </p:sp>
      <p:sp>
        <p:nvSpPr>
          <p:cNvPr id="5" name="页脚占位符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zh-CN" altLang="en-US"/>
          </a:p>
        </p:txBody>
      </p:sp>
      <p:sp>
        <p:nvSpPr>
          <p:cNvPr id="6" name="灯片编号占位符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A7D69B51-3C8E-4B0D-9184-6356F897FB91}" type="slidenum">
              <a:rPr lang="zh-CN" altLang="en-US"/>
              <a:pPr>
                <a:defRPr/>
              </a:pPr>
              <a:t>‹#›</a:t>
            </a:fld>
            <a:endParaRPr lang="zh-CN" altLang="en-US"/>
          </a:p>
        </p:txBody>
      </p:sp>
      <p:pic>
        <p:nvPicPr>
          <p:cNvPr id="2053" name="Picture 63" descr="图片1"/>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t="36037" b="11566"/>
          <a:stretch>
            <a:fillRect/>
          </a:stretch>
        </p:blipFill>
        <p:spPr bwMode="auto">
          <a:xfrm>
            <a:off x="-8467" y="4579938"/>
            <a:ext cx="12200467" cy="2278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Freeform 29"/>
          <p:cNvSpPr>
            <a:spLocks/>
          </p:cNvSpPr>
          <p:nvPr userDrawn="1"/>
        </p:nvSpPr>
        <p:spPr bwMode="gray">
          <a:xfrm>
            <a:off x="-2117" y="-1588"/>
            <a:ext cx="12206817" cy="4641851"/>
          </a:xfrm>
          <a:custGeom>
            <a:avLst/>
            <a:gdLst>
              <a:gd name="T0" fmla="*/ 2147483647 w 5767"/>
              <a:gd name="T1" fmla="*/ 2147483647 h 3128"/>
              <a:gd name="T2" fmla="*/ 2147483647 w 5767"/>
              <a:gd name="T3" fmla="*/ 2147483647 h 3128"/>
              <a:gd name="T4" fmla="*/ 2147483647 w 5767"/>
              <a:gd name="T5" fmla="*/ 2147483647 h 3128"/>
              <a:gd name="T6" fmla="*/ 2147483647 w 5767"/>
              <a:gd name="T7" fmla="*/ 2147483647 h 3128"/>
              <a:gd name="T8" fmla="*/ 2147483647 w 5767"/>
              <a:gd name="T9" fmla="*/ 2147483647 h 3128"/>
              <a:gd name="T10" fmla="*/ 2147483647 w 5767"/>
              <a:gd name="T11" fmla="*/ 2147483647 h 3128"/>
              <a:gd name="T12" fmla="*/ 2147483647 w 5767"/>
              <a:gd name="T13" fmla="*/ 0 h 3128"/>
              <a:gd name="T14" fmla="*/ 0 w 5767"/>
              <a:gd name="T15" fmla="*/ 2147483647 h 3128"/>
              <a:gd name="T16" fmla="*/ 2147483647 w 5767"/>
              <a:gd name="T17" fmla="*/ 2147483647 h 31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5767" h="3128">
                <a:moveTo>
                  <a:pt x="8" y="3103"/>
                </a:moveTo>
                <a:lnTo>
                  <a:pt x="2913" y="3102"/>
                </a:lnTo>
                <a:cubicBezTo>
                  <a:pt x="3054" y="3102"/>
                  <a:pt x="3012" y="3128"/>
                  <a:pt x="3143" y="3022"/>
                </a:cubicBezTo>
                <a:lnTo>
                  <a:pt x="3668" y="2460"/>
                </a:lnTo>
                <a:cubicBezTo>
                  <a:pt x="3832" y="2329"/>
                  <a:pt x="3809" y="2215"/>
                  <a:pt x="4129" y="2235"/>
                </a:cubicBezTo>
                <a:lnTo>
                  <a:pt x="5761" y="2235"/>
                </a:lnTo>
                <a:lnTo>
                  <a:pt x="5767" y="0"/>
                </a:lnTo>
                <a:lnTo>
                  <a:pt x="0" y="1"/>
                </a:lnTo>
                <a:lnTo>
                  <a:pt x="8" y="3103"/>
                </a:lnTo>
                <a:close/>
              </a:path>
            </a:pathLst>
          </a:custGeom>
          <a:solidFill>
            <a:schemeClr val="bg2">
              <a:alpha val="89803"/>
            </a:scheme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400"/>
          </a:p>
        </p:txBody>
      </p:sp>
      <p:sp>
        <p:nvSpPr>
          <p:cNvPr id="12" name="Freeform 28"/>
          <p:cNvSpPr>
            <a:spLocks/>
          </p:cNvSpPr>
          <p:nvPr userDrawn="1"/>
        </p:nvSpPr>
        <p:spPr bwMode="gray">
          <a:xfrm>
            <a:off x="1" y="-1588"/>
            <a:ext cx="12206817" cy="4581526"/>
          </a:xfrm>
          <a:custGeom>
            <a:avLst/>
            <a:gdLst/>
            <a:ahLst/>
            <a:cxnLst>
              <a:cxn ang="0">
                <a:pos x="8" y="2730"/>
              </a:cxn>
              <a:cxn ang="0">
                <a:pos x="3040" y="2726"/>
              </a:cxn>
              <a:cxn ang="0">
                <a:pos x="3347" y="2630"/>
              </a:cxn>
              <a:cxn ang="0">
                <a:pos x="3795" y="2170"/>
              </a:cxn>
              <a:cxn ang="0">
                <a:pos x="4115" y="2080"/>
              </a:cxn>
              <a:cxn ang="0">
                <a:pos x="5760" y="2093"/>
              </a:cxn>
              <a:cxn ang="0">
                <a:pos x="5767" y="0"/>
              </a:cxn>
              <a:cxn ang="0">
                <a:pos x="0" y="1"/>
              </a:cxn>
              <a:cxn ang="0">
                <a:pos x="8" y="2730"/>
              </a:cxn>
            </a:cxnLst>
            <a:rect l="0" t="0" r="r" b="b"/>
            <a:pathLst>
              <a:path w="5767" h="2730">
                <a:moveTo>
                  <a:pt x="8" y="2730"/>
                </a:moveTo>
                <a:lnTo>
                  <a:pt x="3040" y="2726"/>
                </a:lnTo>
                <a:cubicBezTo>
                  <a:pt x="3181" y="2726"/>
                  <a:pt x="3224" y="2728"/>
                  <a:pt x="3347" y="2630"/>
                </a:cubicBezTo>
                <a:lnTo>
                  <a:pt x="3795" y="2170"/>
                </a:lnTo>
                <a:cubicBezTo>
                  <a:pt x="3923" y="2078"/>
                  <a:pt x="3942" y="2074"/>
                  <a:pt x="4115" y="2080"/>
                </a:cubicBezTo>
                <a:lnTo>
                  <a:pt x="5760" y="2093"/>
                </a:lnTo>
                <a:lnTo>
                  <a:pt x="5767" y="0"/>
                </a:lnTo>
                <a:lnTo>
                  <a:pt x="0" y="1"/>
                </a:lnTo>
                <a:lnTo>
                  <a:pt x="8" y="2730"/>
                </a:lnTo>
                <a:close/>
              </a:path>
            </a:pathLst>
          </a:custGeom>
          <a:gradFill rotWithShape="1">
            <a:gsLst>
              <a:gs pos="0">
                <a:schemeClr val="bg1">
                  <a:gamma/>
                  <a:tint val="0"/>
                  <a:invGamma/>
                </a:schemeClr>
              </a:gs>
              <a:gs pos="100000">
                <a:schemeClr val="bg1">
                  <a:alpha val="89999"/>
                </a:schemeClr>
              </a:gs>
            </a:gsLst>
            <a:lin ang="0" scaled="1"/>
          </a:gradFill>
          <a:ln w="9525">
            <a:noFill/>
            <a:round/>
            <a:headEnd/>
            <a:tailEnd/>
          </a:ln>
          <a:effectLst/>
        </p:spPr>
        <p:txBody>
          <a:bodyPr/>
          <a:lstStyle/>
          <a:p>
            <a:pPr>
              <a:defRPr/>
            </a:pPr>
            <a:endParaRPr lang="zh-CN" altLang="en-US" sz="2400">
              <a:latin typeface="Arial" charset="0"/>
              <a:ea typeface="宋体" charset="-122"/>
            </a:endParaRPr>
          </a:p>
        </p:txBody>
      </p:sp>
      <p:sp>
        <p:nvSpPr>
          <p:cNvPr id="2056" name="Freeform 30"/>
          <p:cNvSpPr>
            <a:spLocks/>
          </p:cNvSpPr>
          <p:nvPr userDrawn="1"/>
        </p:nvSpPr>
        <p:spPr bwMode="gray">
          <a:xfrm>
            <a:off x="1" y="0"/>
            <a:ext cx="12204700" cy="1600200"/>
          </a:xfrm>
          <a:custGeom>
            <a:avLst/>
            <a:gdLst>
              <a:gd name="T0" fmla="*/ 0 w 5766"/>
              <a:gd name="T1" fmla="*/ 2147483647 h 1008"/>
              <a:gd name="T2" fmla="*/ 2147483647 w 5766"/>
              <a:gd name="T3" fmla="*/ 2147483647 h 1008"/>
              <a:gd name="T4" fmla="*/ 2147483647 w 5766"/>
              <a:gd name="T5" fmla="*/ 2147483647 h 1008"/>
              <a:gd name="T6" fmla="*/ 2147483647 w 5766"/>
              <a:gd name="T7" fmla="*/ 2147483647 h 1008"/>
              <a:gd name="T8" fmla="*/ 2147483647 w 5766"/>
              <a:gd name="T9" fmla="*/ 2147483647 h 1008"/>
              <a:gd name="T10" fmla="*/ 2147483647 w 5766"/>
              <a:gd name="T11" fmla="*/ 2147483647 h 1008"/>
              <a:gd name="T12" fmla="*/ 2147483647 w 5766"/>
              <a:gd name="T13" fmla="*/ 0 h 1008"/>
              <a:gd name="T14" fmla="*/ 0 w 5766"/>
              <a:gd name="T15" fmla="*/ 2147483647 h 1008"/>
              <a:gd name="T16" fmla="*/ 0 w 5766"/>
              <a:gd name="T17" fmla="*/ 2147483647 h 100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5766" h="1008">
                <a:moveTo>
                  <a:pt x="0" y="1008"/>
                </a:moveTo>
                <a:lnTo>
                  <a:pt x="1884" y="1008"/>
                </a:lnTo>
                <a:cubicBezTo>
                  <a:pt x="2088" y="990"/>
                  <a:pt x="2034" y="1005"/>
                  <a:pt x="2152" y="921"/>
                </a:cubicBezTo>
                <a:lnTo>
                  <a:pt x="2560" y="531"/>
                </a:lnTo>
                <a:cubicBezTo>
                  <a:pt x="2683" y="452"/>
                  <a:pt x="2611" y="454"/>
                  <a:pt x="2892" y="448"/>
                </a:cubicBezTo>
                <a:lnTo>
                  <a:pt x="5766" y="461"/>
                </a:lnTo>
                <a:lnTo>
                  <a:pt x="5758" y="0"/>
                </a:lnTo>
                <a:lnTo>
                  <a:pt x="0" y="2"/>
                </a:lnTo>
                <a:lnTo>
                  <a:pt x="0" y="1008"/>
                </a:lnTo>
                <a:close/>
              </a:path>
            </a:pathLst>
          </a:custGeom>
          <a:gradFill rotWithShape="1">
            <a:gsLst>
              <a:gs pos="0">
                <a:schemeClr val="bg1"/>
              </a:gs>
              <a:gs pos="100000">
                <a:schemeClr val="bg2"/>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400"/>
          </a:p>
        </p:txBody>
      </p:sp>
      <p:pic>
        <p:nvPicPr>
          <p:cNvPr id="10" name="Picture 2" descr="C:\Users\LibeR\Desktop\学院设计\部分素材\标志.png">
            <a:extLst>
              <a:ext uri="{FF2B5EF4-FFF2-40B4-BE49-F238E27FC236}">
                <a16:creationId xmlns:a16="http://schemas.microsoft.com/office/drawing/2014/main" id="{0FD5FD62-6A64-4DAD-8F38-E1AD4CEA33BF}"/>
              </a:ext>
            </a:extLst>
          </p:cNvPr>
          <p:cNvPicPr>
            <a:picLocks noChangeAspect="1" noChangeArrowheads="1"/>
          </p:cNvPicPr>
          <p:nvPr userDrawn="1"/>
        </p:nvPicPr>
        <p:blipFill rotWithShape="1">
          <a:blip r:embed="rId4">
            <a:extLst>
              <a:ext uri="{28A0092B-C50C-407E-A947-70E740481C1C}">
                <a14:useLocalDpi xmlns:a14="http://schemas.microsoft.com/office/drawing/2010/main"/>
              </a:ext>
            </a:extLst>
          </a:blip>
          <a:srcRect l="3956" t="26667" r="5834" b="39999"/>
          <a:stretch/>
        </p:blipFill>
        <p:spPr bwMode="auto">
          <a:xfrm>
            <a:off x="4170622" y="-19186"/>
            <a:ext cx="7920880" cy="1042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95" r:id="rId1"/>
  </p:sldLayoutIdLs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left)">
                                      <p:cBhvr>
                                        <p:cTn id="7" dur="10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ea typeface="宋体" pitchFamily="2" charset="-122"/>
        </a:defRPr>
      </a:lvl2pPr>
      <a:lvl3pPr algn="ctr" rtl="0" eaLnBrk="0" fontAlgn="base" hangingPunct="0">
        <a:spcBef>
          <a:spcPct val="0"/>
        </a:spcBef>
        <a:spcAft>
          <a:spcPct val="0"/>
        </a:spcAft>
        <a:defRPr sz="4400">
          <a:solidFill>
            <a:schemeClr val="tx1"/>
          </a:solidFill>
          <a:latin typeface="Calibri" pitchFamily="34" charset="0"/>
          <a:ea typeface="宋体" pitchFamily="2" charset="-122"/>
        </a:defRPr>
      </a:lvl3pPr>
      <a:lvl4pPr algn="ctr" rtl="0" eaLnBrk="0" fontAlgn="base" hangingPunct="0">
        <a:spcBef>
          <a:spcPct val="0"/>
        </a:spcBef>
        <a:spcAft>
          <a:spcPct val="0"/>
        </a:spcAft>
        <a:defRPr sz="4400">
          <a:solidFill>
            <a:schemeClr val="tx1"/>
          </a:solidFill>
          <a:latin typeface="Calibri" pitchFamily="34" charset="0"/>
          <a:ea typeface="宋体" pitchFamily="2" charset="-122"/>
        </a:defRPr>
      </a:lvl4pPr>
      <a:lvl5pPr algn="ctr" rtl="0" eaLnBrk="0" fontAlgn="base" hangingPunct="0">
        <a:spcBef>
          <a:spcPct val="0"/>
        </a:spcBef>
        <a:spcAft>
          <a:spcPct val="0"/>
        </a:spcAft>
        <a:defRPr sz="4400">
          <a:solidFill>
            <a:schemeClr val="tx1"/>
          </a:solidFill>
          <a:latin typeface="Calibri" pitchFamily="34" charset="0"/>
          <a:ea typeface="宋体" pitchFamily="2" charset="-122"/>
        </a:defRPr>
      </a:lvl5pPr>
      <a:lvl6pPr marL="457200" algn="ctr" rtl="0" fontAlgn="base">
        <a:spcBef>
          <a:spcPct val="0"/>
        </a:spcBef>
        <a:spcAft>
          <a:spcPct val="0"/>
        </a:spcAft>
        <a:defRPr sz="4400">
          <a:solidFill>
            <a:schemeClr val="tx1"/>
          </a:solidFill>
          <a:latin typeface="Calibri" pitchFamily="34" charset="0"/>
          <a:ea typeface="宋体" pitchFamily="2" charset="-122"/>
        </a:defRPr>
      </a:lvl6pPr>
      <a:lvl7pPr marL="914400" algn="ctr" rtl="0" fontAlgn="base">
        <a:spcBef>
          <a:spcPct val="0"/>
        </a:spcBef>
        <a:spcAft>
          <a:spcPct val="0"/>
        </a:spcAft>
        <a:defRPr sz="4400">
          <a:solidFill>
            <a:schemeClr val="tx1"/>
          </a:solidFill>
          <a:latin typeface="Calibri" pitchFamily="34" charset="0"/>
          <a:ea typeface="宋体" pitchFamily="2" charset="-122"/>
        </a:defRPr>
      </a:lvl7pPr>
      <a:lvl8pPr marL="1371600" algn="ctr" rtl="0" fontAlgn="base">
        <a:spcBef>
          <a:spcPct val="0"/>
        </a:spcBef>
        <a:spcAft>
          <a:spcPct val="0"/>
        </a:spcAft>
        <a:defRPr sz="4400">
          <a:solidFill>
            <a:schemeClr val="tx1"/>
          </a:solidFill>
          <a:latin typeface="Calibri" pitchFamily="34" charset="0"/>
          <a:ea typeface="宋体" pitchFamily="2" charset="-122"/>
        </a:defRPr>
      </a:lvl8pPr>
      <a:lvl9pPr marL="1828800" algn="ctr" rtl="0" fontAlgn="base">
        <a:spcBef>
          <a:spcPct val="0"/>
        </a:spcBef>
        <a:spcAft>
          <a:spcPct val="0"/>
        </a:spcAft>
        <a:defRPr sz="4400">
          <a:solidFill>
            <a:schemeClr val="tx1"/>
          </a:solidFill>
          <a:latin typeface="Calibri" pitchFamily="34" charset="0"/>
          <a:ea typeface="宋体" pitchFamily="2" charset="-122"/>
        </a:defRPr>
      </a:lvl9pPr>
    </p:titleStyle>
    <p:bodyStyle>
      <a:lvl1pPr marL="342900" indent="-342900" algn="l" rtl="0" eaLnBrk="0" fontAlgn="base" hangingPunct="0">
        <a:spcBef>
          <a:spcPct val="20000"/>
        </a:spcBef>
        <a:spcAft>
          <a:spcPct val="0"/>
        </a:spcAft>
        <a:buFont typeface="Arial"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3074" name="Picture 2" descr="图片1"/>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t="37930" b="14191"/>
          <a:stretch>
            <a:fillRect/>
          </a:stretch>
        </p:blipFill>
        <p:spPr bwMode="auto">
          <a:xfrm>
            <a:off x="-16933" y="-98425"/>
            <a:ext cx="12247033" cy="20891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 bg1="lt1" tx1="dk1" bg2="lt2" tx2="dk2" accent1="accent1" accent2="accent2" accent3="accent3" accent4="accent4" accent5="accent5" accent6="accent6" hlink="hlink" folHlink="folHlink"/>
  <p:sldLayoutIdLst>
    <p:sldLayoutId id="2147483694" r:id="rId1"/>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ea typeface="宋体" pitchFamily="2" charset="-122"/>
        </a:defRPr>
      </a:lvl2pPr>
      <a:lvl3pPr algn="ctr" rtl="0" eaLnBrk="0" fontAlgn="base" hangingPunct="0">
        <a:spcBef>
          <a:spcPct val="0"/>
        </a:spcBef>
        <a:spcAft>
          <a:spcPct val="0"/>
        </a:spcAft>
        <a:defRPr sz="4400">
          <a:solidFill>
            <a:schemeClr val="tx1"/>
          </a:solidFill>
          <a:latin typeface="Calibri" pitchFamily="34" charset="0"/>
          <a:ea typeface="宋体" pitchFamily="2" charset="-122"/>
        </a:defRPr>
      </a:lvl3pPr>
      <a:lvl4pPr algn="ctr" rtl="0" eaLnBrk="0" fontAlgn="base" hangingPunct="0">
        <a:spcBef>
          <a:spcPct val="0"/>
        </a:spcBef>
        <a:spcAft>
          <a:spcPct val="0"/>
        </a:spcAft>
        <a:defRPr sz="4400">
          <a:solidFill>
            <a:schemeClr val="tx1"/>
          </a:solidFill>
          <a:latin typeface="Calibri" pitchFamily="34" charset="0"/>
          <a:ea typeface="宋体" pitchFamily="2" charset="-122"/>
        </a:defRPr>
      </a:lvl4pPr>
      <a:lvl5pPr algn="ctr" rtl="0" eaLnBrk="0" fontAlgn="base" hangingPunct="0">
        <a:spcBef>
          <a:spcPct val="0"/>
        </a:spcBef>
        <a:spcAft>
          <a:spcPct val="0"/>
        </a:spcAft>
        <a:defRPr sz="4400">
          <a:solidFill>
            <a:schemeClr val="tx1"/>
          </a:solidFill>
          <a:latin typeface="Calibri" pitchFamily="34" charset="0"/>
          <a:ea typeface="宋体" pitchFamily="2" charset="-122"/>
        </a:defRPr>
      </a:lvl5pPr>
      <a:lvl6pPr marL="457200" algn="ctr" rtl="0" fontAlgn="base">
        <a:spcBef>
          <a:spcPct val="0"/>
        </a:spcBef>
        <a:spcAft>
          <a:spcPct val="0"/>
        </a:spcAft>
        <a:defRPr sz="4400">
          <a:solidFill>
            <a:schemeClr val="tx1"/>
          </a:solidFill>
          <a:latin typeface="Calibri" pitchFamily="34" charset="0"/>
          <a:ea typeface="宋体" pitchFamily="2" charset="-122"/>
        </a:defRPr>
      </a:lvl6pPr>
      <a:lvl7pPr marL="914400" algn="ctr" rtl="0" fontAlgn="base">
        <a:spcBef>
          <a:spcPct val="0"/>
        </a:spcBef>
        <a:spcAft>
          <a:spcPct val="0"/>
        </a:spcAft>
        <a:defRPr sz="4400">
          <a:solidFill>
            <a:schemeClr val="tx1"/>
          </a:solidFill>
          <a:latin typeface="Calibri" pitchFamily="34" charset="0"/>
          <a:ea typeface="宋体" pitchFamily="2" charset="-122"/>
        </a:defRPr>
      </a:lvl7pPr>
      <a:lvl8pPr marL="1371600" algn="ctr" rtl="0" fontAlgn="base">
        <a:spcBef>
          <a:spcPct val="0"/>
        </a:spcBef>
        <a:spcAft>
          <a:spcPct val="0"/>
        </a:spcAft>
        <a:defRPr sz="4400">
          <a:solidFill>
            <a:schemeClr val="tx1"/>
          </a:solidFill>
          <a:latin typeface="Calibri" pitchFamily="34" charset="0"/>
          <a:ea typeface="宋体" pitchFamily="2" charset="-122"/>
        </a:defRPr>
      </a:lvl8pPr>
      <a:lvl9pPr marL="1828800" algn="ctr" rtl="0" fontAlgn="base">
        <a:spcBef>
          <a:spcPct val="0"/>
        </a:spcBef>
        <a:spcAft>
          <a:spcPct val="0"/>
        </a:spcAft>
        <a:defRPr sz="4400">
          <a:solidFill>
            <a:schemeClr val="tx1"/>
          </a:solidFill>
          <a:latin typeface="Calibri" pitchFamily="34" charset="0"/>
          <a:ea typeface="宋体" pitchFamily="2" charset="-122"/>
        </a:defRPr>
      </a:lvl9pPr>
    </p:titleStyle>
    <p:bodyStyle>
      <a:lvl1pPr marL="342900" indent="-342900" algn="l" rtl="0" eaLnBrk="0" fontAlgn="base" hangingPunct="0">
        <a:spcBef>
          <a:spcPct val="20000"/>
        </a:spcBef>
        <a:spcAft>
          <a:spcPct val="0"/>
        </a:spcAft>
        <a:buFont typeface="Arial"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audio" Target="../media/audio1.wav"/><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audio" Target="../media/audio3.wav"/><Relationship Id="rId4" Type="http://schemas.openxmlformats.org/officeDocument/2006/relationships/audio" Target="../media/audio2.wav"/></Relationships>
</file>

<file path=ppt/slides/_rels/slide2.xml.rels><?xml version="1.0" encoding="UTF-8" standalone="yes"?>
<Relationships xmlns="http://schemas.openxmlformats.org/package/2006/relationships"><Relationship Id="rId3" Type="http://schemas.openxmlformats.org/officeDocument/2006/relationships/audio" Target="../media/audio4.wav"/><Relationship Id="rId2" Type="http://schemas.openxmlformats.org/officeDocument/2006/relationships/audio" Target="../media/audio3.wav"/><Relationship Id="rId1" Type="http://schemas.openxmlformats.org/officeDocument/2006/relationships/slideLayout" Target="../slideLayouts/slideLayout7.xml"/><Relationship Id="rId5" Type="http://schemas.openxmlformats.org/officeDocument/2006/relationships/audio" Target="../media/audio6.wav"/><Relationship Id="rId4" Type="http://schemas.openxmlformats.org/officeDocument/2006/relationships/audio" Target="../media/audio5.wav"/></Relationships>
</file>

<file path=ppt/slides/_rels/slide3.x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oleObject" Target="../embeddings/oleObject1.bin"/><Relationship Id="rId1" Type="http://schemas.openxmlformats.org/officeDocument/2006/relationships/slideLayout" Target="../slideLayouts/slideLayout7.xml"/><Relationship Id="rId5" Type="http://schemas.openxmlformats.org/officeDocument/2006/relationships/image" Target="../media/image7.wmf"/><Relationship Id="rId4" Type="http://schemas.openxmlformats.org/officeDocument/2006/relationships/oleObject" Target="../embeddings/oleObject2.bin"/></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8.wmf"/><Relationship Id="rId2" Type="http://schemas.openxmlformats.org/officeDocument/2006/relationships/oleObject" Target="../embeddings/oleObject3.bin"/><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audio" Target="../media/audio5.wav"/><Relationship Id="rId2" Type="http://schemas.openxmlformats.org/officeDocument/2006/relationships/notesSlide" Target="../notesSlides/notesSlide2.xml"/><Relationship Id="rId1" Type="http://schemas.openxmlformats.org/officeDocument/2006/relationships/slideLayout" Target="../slideLayouts/slideLayout7.xml"/><Relationship Id="rId5" Type="http://schemas.openxmlformats.org/officeDocument/2006/relationships/image" Target="../media/image9.wmf"/><Relationship Id="rId4" Type="http://schemas.openxmlformats.org/officeDocument/2006/relationships/oleObject" Target="../embeddings/oleObject4.bin"/></Relationships>
</file>

<file path=ppt/slides/_rels/slide8.xml.rels><?xml version="1.0" encoding="UTF-8" standalone="yes"?>
<Relationships xmlns="http://schemas.openxmlformats.org/package/2006/relationships"><Relationship Id="rId3" Type="http://schemas.openxmlformats.org/officeDocument/2006/relationships/audio" Target="../media/audio5.wav"/><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audio" Target="../media/audio3.wav"/><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audio" Target="../media/audio6.wav"/></Relationships>
</file>

<file path=ppt/slides/_rels/slide11.xml.rels><?xml version="1.0" encoding="UTF-8" standalone="yes"?>
<Relationships xmlns="http://schemas.openxmlformats.org/package/2006/relationships"><Relationship Id="rId3" Type="http://schemas.openxmlformats.org/officeDocument/2006/relationships/audio" Target="../media/audio3.wav"/><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11.jpeg"/><Relationship Id="rId5" Type="http://schemas.openxmlformats.org/officeDocument/2006/relationships/image" Target="../media/image10.png"/><Relationship Id="rId4" Type="http://schemas.openxmlformats.org/officeDocument/2006/relationships/audio" Target="../media/audio6.wav"/></Relationships>
</file>

<file path=ppt/slides/_rels/slide12.xml.rels><?xml version="1.0" encoding="UTF-8" standalone="yes"?>
<Relationships xmlns="http://schemas.openxmlformats.org/package/2006/relationships"><Relationship Id="rId3" Type="http://schemas.openxmlformats.org/officeDocument/2006/relationships/audio" Target="../media/audio3.wav"/><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audio" Target="../media/audio6.wav"/></Relationships>
</file>

<file path=ppt/slides/_rels/slide13.xml.rels><?xml version="1.0" encoding="UTF-8" standalone="yes"?>
<Relationships xmlns="http://schemas.openxmlformats.org/package/2006/relationships"><Relationship Id="rId3" Type="http://schemas.openxmlformats.org/officeDocument/2006/relationships/audio" Target="../media/audio6.wav"/><Relationship Id="rId2" Type="http://schemas.openxmlformats.org/officeDocument/2006/relationships/audio" Target="../media/audio3.wav"/><Relationship Id="rId1" Type="http://schemas.openxmlformats.org/officeDocument/2006/relationships/slideLayout" Target="../slideLayouts/slideLayout7.xml"/><Relationship Id="rId4" Type="http://schemas.openxmlformats.org/officeDocument/2006/relationships/audio" Target="../media/audio5.wav"/></Relationships>
</file>

<file path=ppt/slides/_rels/slide14.xml.rels><?xml version="1.0" encoding="UTF-8" standalone="yes"?>
<Relationships xmlns="http://schemas.openxmlformats.org/package/2006/relationships"><Relationship Id="rId3" Type="http://schemas.openxmlformats.org/officeDocument/2006/relationships/audio" Target="../media/audio4.wav"/><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image" Target="../media/image13.wmf"/><Relationship Id="rId5" Type="http://schemas.openxmlformats.org/officeDocument/2006/relationships/oleObject" Target="../embeddings/oleObject5.bin"/><Relationship Id="rId4" Type="http://schemas.openxmlformats.org/officeDocument/2006/relationships/image" Target="../media/image12.png"/></Relationships>
</file>

<file path=ppt/slides/_rels/slide15.xml.rels><?xml version="1.0" encoding="UTF-8" standalone="yes"?>
<Relationships xmlns="http://schemas.openxmlformats.org/package/2006/relationships"><Relationship Id="rId8" Type="http://schemas.openxmlformats.org/officeDocument/2006/relationships/image" Target="../media/image15.wmf"/><Relationship Id="rId3" Type="http://schemas.openxmlformats.org/officeDocument/2006/relationships/audio" Target="../media/audio4.wav"/><Relationship Id="rId7" Type="http://schemas.openxmlformats.org/officeDocument/2006/relationships/oleObject" Target="../embeddings/oleObject7.bin"/><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image" Target="../media/image14.wmf"/><Relationship Id="rId5" Type="http://schemas.openxmlformats.org/officeDocument/2006/relationships/oleObject" Target="../embeddings/oleObject6.bin"/><Relationship Id="rId10" Type="http://schemas.openxmlformats.org/officeDocument/2006/relationships/image" Target="../media/image16.wmf"/><Relationship Id="rId4" Type="http://schemas.openxmlformats.org/officeDocument/2006/relationships/image" Target="../media/image12.png"/><Relationship Id="rId9" Type="http://schemas.openxmlformats.org/officeDocument/2006/relationships/oleObject" Target="../embeddings/oleObject8.bin"/></Relationships>
</file>

<file path=ppt/slides/_rels/slide16.xml.rels><?xml version="1.0" encoding="UTF-8" standalone="yes"?>
<Relationships xmlns="http://schemas.openxmlformats.org/package/2006/relationships"><Relationship Id="rId3" Type="http://schemas.openxmlformats.org/officeDocument/2006/relationships/audio" Target="../media/audio5.wav"/><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audio" Target="../media/audio3.wav"/><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audio" Target="../media/audio6.wav"/><Relationship Id="rId2" Type="http://schemas.openxmlformats.org/officeDocument/2006/relationships/notesSlide" Target="../notesSlides/notesSlide13.xml"/><Relationship Id="rId1" Type="http://schemas.openxmlformats.org/officeDocument/2006/relationships/slideLayout" Target="../slideLayouts/slideLayout7.xml"/><Relationship Id="rId4" Type="http://schemas.openxmlformats.org/officeDocument/2006/relationships/audio" Target="../media/audio3.wav"/></Relationships>
</file>

<file path=ppt/slides/_rels/slide20.xml.rels><?xml version="1.0" encoding="UTF-8" standalone="yes"?>
<Relationships xmlns="http://schemas.openxmlformats.org/package/2006/relationships"><Relationship Id="rId3" Type="http://schemas.openxmlformats.org/officeDocument/2006/relationships/audio" Target="../media/audio3.wav"/><Relationship Id="rId2" Type="http://schemas.openxmlformats.org/officeDocument/2006/relationships/notesSlide" Target="../notesSlides/notesSlide14.xml"/><Relationship Id="rId1" Type="http://schemas.openxmlformats.org/officeDocument/2006/relationships/slideLayout" Target="../slideLayouts/slideLayout7.xml"/><Relationship Id="rId4" Type="http://schemas.openxmlformats.org/officeDocument/2006/relationships/audio" Target="../media/audio6.wav"/></Relationships>
</file>

<file path=ppt/slides/_rels/slide21.xml.rels><?xml version="1.0" encoding="UTF-8" standalone="yes"?>
<Relationships xmlns="http://schemas.openxmlformats.org/package/2006/relationships"><Relationship Id="rId3" Type="http://schemas.openxmlformats.org/officeDocument/2006/relationships/audio" Target="../media/audio3.wav"/><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audio" Target="../media/audio3.wav"/><Relationship Id="rId2" Type="http://schemas.openxmlformats.org/officeDocument/2006/relationships/notesSlide" Target="../notesSlides/notesSlide16.xml"/><Relationship Id="rId1" Type="http://schemas.openxmlformats.org/officeDocument/2006/relationships/slideLayout" Target="../slideLayouts/slideLayout7.xml"/><Relationship Id="rId4" Type="http://schemas.openxmlformats.org/officeDocument/2006/relationships/audio" Target="../media/audio6.wav"/></Relationships>
</file>

<file path=ppt/slides/_rels/slide23.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7.xml"/><Relationship Id="rId1" Type="http://schemas.openxmlformats.org/officeDocument/2006/relationships/slideLayout" Target="../slideLayouts/slideLayout7.xml"/><Relationship Id="rId5" Type="http://schemas.openxmlformats.org/officeDocument/2006/relationships/image" Target="../media/image19.png"/><Relationship Id="rId4" Type="http://schemas.openxmlformats.org/officeDocument/2006/relationships/image" Target="../media/image18.jpe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notesSlide" Target="../notesSlides/notesSlide21.xml"/><Relationship Id="rId1" Type="http://schemas.openxmlformats.org/officeDocument/2006/relationships/slideLayout" Target="../slideLayouts/slideLayout7.xml"/><Relationship Id="rId4" Type="http://schemas.openxmlformats.org/officeDocument/2006/relationships/image" Target="../media/image21.wmf"/></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video" Target="file:///L:\UU\U\&#24037;&#22823;&#30456;&#20851;\&#25945;&#23398;&#30456;&#20851;\&#24037;&#31243;&#21147;&#23398;&#65288;&#26426;&#22120;&#20154;&#65289;\&#24037;&#31243;&#21147;&#23398;&#35838;&#20214;PPT\&#29702;&#35770;&#21147;&#23398;ppt\&#31532;4&#31456;%20%20&#25705;&#25830;\J6&#27979;&#25705;&#25830;&#31995;&#25968;.avi" TargetMode="External"/><Relationship Id="rId1" Type="http://schemas.microsoft.com/office/2007/relationships/media" Target="file:///L:\UU\U\&#24037;&#22823;&#30456;&#20851;\&#25945;&#23398;&#30456;&#20851;\&#24037;&#31243;&#21147;&#23398;&#65288;&#26426;&#22120;&#20154;&#65289;\&#24037;&#31243;&#21147;&#23398;&#35838;&#20214;PPT\&#29702;&#35770;&#21147;&#23398;ppt\&#31532;4&#31456;%20%20&#25705;&#25830;\J6&#27979;&#25705;&#25830;&#31995;&#25968;.avi" TargetMode="External"/><Relationship Id="rId5" Type="http://schemas.openxmlformats.org/officeDocument/2006/relationships/image" Target="../media/image22.png"/><Relationship Id="rId4" Type="http://schemas.openxmlformats.org/officeDocument/2006/relationships/notesSlide" Target="../notesSlides/notesSlide23.xml"/></Relationships>
</file>

<file path=ppt/slides/_rels/slide30.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24.xml"/><Relationship Id="rId1" Type="http://schemas.openxmlformats.org/officeDocument/2006/relationships/slideLayout" Target="../slideLayouts/slideLayout7.xml"/><Relationship Id="rId5" Type="http://schemas.openxmlformats.org/officeDocument/2006/relationships/image" Target="../media/image24.wmf"/><Relationship Id="rId4" Type="http://schemas.openxmlformats.org/officeDocument/2006/relationships/oleObject" Target="../embeddings/oleObject10.bin"/></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audio" Target="../media/audio5.wav"/><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8.xml"/><Relationship Id="rId1" Type="http://schemas.openxmlformats.org/officeDocument/2006/relationships/slideLayout" Target="../slideLayouts/slideLayout7.xml"/><Relationship Id="rId4" Type="http://schemas.openxmlformats.org/officeDocument/2006/relationships/image" Target="../media/image26.png"/></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audio" Target="../media/audio3.wav"/><Relationship Id="rId2" Type="http://schemas.openxmlformats.org/officeDocument/2006/relationships/notesSlide" Target="../notesSlides/notesSlide30.xml"/><Relationship Id="rId1" Type="http://schemas.openxmlformats.org/officeDocument/2006/relationships/slideLayout" Target="../slideLayouts/slideLayout7.xml"/><Relationship Id="rId4" Type="http://schemas.openxmlformats.org/officeDocument/2006/relationships/audio" Target="../media/audio5.wav"/></Relationships>
</file>

<file path=ppt/slides/_rels/slide37.xml.rels><?xml version="1.0" encoding="UTF-8" standalone="yes"?>
<Relationships xmlns="http://schemas.openxmlformats.org/package/2006/relationships"><Relationship Id="rId3" Type="http://schemas.openxmlformats.org/officeDocument/2006/relationships/audio" Target="../media/audio3.wav"/><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164442" y="91693"/>
            <a:ext cx="5546711" cy="615553"/>
          </a:xfrm>
          <a:prstGeom prst="rect">
            <a:avLst/>
          </a:prstGeom>
        </p:spPr>
        <p:txBody>
          <a:bodyPr wrap="none">
            <a:spAutoFit/>
          </a:bodyPr>
          <a:lstStyle/>
          <a:p>
            <a:pPr>
              <a:defRPr/>
            </a:pPr>
            <a:r>
              <a:rPr kumimoji="1" lang="zh-CN" altLang="en-US" sz="3400" i="0" dirty="0">
                <a:solidFill>
                  <a:srgbClr val="FFFFFF"/>
                </a:solidFill>
                <a:latin typeface="微软雅黑" panose="020B0503020204020204" pitchFamily="34" charset="-122"/>
                <a:ea typeface="微软雅黑" panose="020B0503020204020204" pitchFamily="34" charset="-122"/>
              </a:rPr>
              <a:t>第二章</a:t>
            </a:r>
            <a:r>
              <a:rPr kumimoji="1" lang="en-US" altLang="zh-CN" sz="3400" i="0" dirty="0">
                <a:solidFill>
                  <a:srgbClr val="FFFFFF"/>
                </a:solidFill>
                <a:latin typeface="微软雅黑" panose="020B0503020204020204" pitchFamily="34" charset="-122"/>
                <a:ea typeface="微软雅黑" panose="020B0503020204020204" pitchFamily="34" charset="-122"/>
              </a:rPr>
              <a:t> </a:t>
            </a:r>
            <a:r>
              <a:rPr kumimoji="1" lang="zh-CN" altLang="en-US" sz="3400" i="0" dirty="0">
                <a:solidFill>
                  <a:srgbClr val="FFFFFF"/>
                </a:solidFill>
                <a:latin typeface="微软雅黑" panose="020B0503020204020204" pitchFamily="34" charset="-122"/>
                <a:ea typeface="微软雅黑" panose="020B0503020204020204" pitchFamily="34" charset="-122"/>
              </a:rPr>
              <a:t>平面问题的受力分析</a:t>
            </a:r>
          </a:p>
        </p:txBody>
      </p:sp>
      <p:sp>
        <p:nvSpPr>
          <p:cNvPr id="5" name="Rectangle 2"/>
          <p:cNvSpPr>
            <a:spLocks noChangeArrowheads="1"/>
          </p:cNvSpPr>
          <p:nvPr/>
        </p:nvSpPr>
        <p:spPr bwMode="auto">
          <a:xfrm>
            <a:off x="164442" y="928670"/>
            <a:ext cx="9747982" cy="5539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zh-CN" sz="3000" i="0" dirty="0">
                <a:solidFill>
                  <a:schemeClr val="accent6">
                    <a:lumMod val="75000"/>
                  </a:schemeClr>
                </a:solidFill>
                <a:latin typeface="+mn-lt"/>
                <a:ea typeface="微软雅黑" panose="020B0503020204020204" pitchFamily="34" charset="-122"/>
              </a:rPr>
              <a:t>§2-1  </a:t>
            </a:r>
            <a:r>
              <a:rPr lang="zh-CN" altLang="en-US" sz="3000" i="0" dirty="0">
                <a:solidFill>
                  <a:schemeClr val="accent6">
                    <a:lumMod val="75000"/>
                  </a:schemeClr>
                </a:solidFill>
                <a:latin typeface="+mn-lt"/>
                <a:ea typeface="微软雅黑" panose="020B0503020204020204" pitchFamily="34" charset="-122"/>
              </a:rPr>
              <a:t>平面任意力系的简化及简化结果讨论</a:t>
            </a:r>
          </a:p>
        </p:txBody>
      </p:sp>
      <p:sp>
        <p:nvSpPr>
          <p:cNvPr id="6" name="Text Box 9"/>
          <p:cNvSpPr txBox="1">
            <a:spLocks noChangeArrowheads="1"/>
          </p:cNvSpPr>
          <p:nvPr/>
        </p:nvSpPr>
        <p:spPr bwMode="auto">
          <a:xfrm>
            <a:off x="1055440" y="1482668"/>
            <a:ext cx="10081120" cy="1126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just">
              <a:spcBef>
                <a:spcPct val="20000"/>
              </a:spcBef>
              <a:buClr>
                <a:schemeClr val="accent1"/>
              </a:buClr>
              <a:buSzPct val="75000"/>
              <a:buFont typeface="Monotype Sorts" pitchFamily="2" charset="2"/>
              <a:buChar char="•"/>
              <a:defRPr kumimoji="1" sz="2400">
                <a:solidFill>
                  <a:schemeClr val="tx1"/>
                </a:solidFill>
                <a:latin typeface="Impact" panose="020B0806030902050204" pitchFamily="34" charset="0"/>
                <a:ea typeface="宋体" panose="02010600030101010101" pitchFamily="2" charset="-122"/>
              </a:defRPr>
            </a:lvl1pPr>
            <a:lvl2pPr marL="742950" indent="-285750">
              <a:spcBef>
                <a:spcPct val="20000"/>
              </a:spcBef>
              <a:buClr>
                <a:schemeClr val="accent2"/>
              </a:buClr>
              <a:buChar char="•"/>
              <a:defRPr kumimoji="1" sz="2000">
                <a:solidFill>
                  <a:schemeClr val="tx1"/>
                </a:solidFill>
                <a:latin typeface="Impact" panose="020B0806030902050204" pitchFamily="34" charset="0"/>
                <a:ea typeface="宋体" panose="02010600030101010101" pitchFamily="2" charset="-122"/>
              </a:defRPr>
            </a:lvl2pPr>
            <a:lvl3pPr marL="1143000" indent="-228600">
              <a:spcBef>
                <a:spcPct val="20000"/>
              </a:spcBef>
              <a:buChar char="–"/>
              <a:defRPr kumimoji="1" sz="2400">
                <a:solidFill>
                  <a:schemeClr val="tx1"/>
                </a:solidFill>
                <a:latin typeface="Impact" panose="020B0806030902050204" pitchFamily="34" charset="0"/>
                <a:ea typeface="宋体" panose="02010600030101010101" pitchFamily="2" charset="-122"/>
              </a:defRPr>
            </a:lvl3pPr>
            <a:lvl4pPr marL="1600200" indent="-228600">
              <a:spcBef>
                <a:spcPct val="20000"/>
              </a:spcBef>
              <a:buChar char="–"/>
              <a:defRPr kumimoji="1" sz="2000">
                <a:solidFill>
                  <a:schemeClr val="tx1"/>
                </a:solidFill>
                <a:latin typeface="Impact" panose="020B0806030902050204" pitchFamily="34" charset="0"/>
                <a:ea typeface="宋体" panose="02010600030101010101" pitchFamily="2" charset="-122"/>
              </a:defRPr>
            </a:lvl4pPr>
            <a:lvl5pPr marL="2057400" indent="-228600">
              <a:spcBef>
                <a:spcPct val="20000"/>
              </a:spcBef>
              <a:buChar char="»"/>
              <a:defRPr kumimoji="1" sz="2000">
                <a:solidFill>
                  <a:schemeClr val="tx1"/>
                </a:solidFill>
                <a:latin typeface="Impact" panose="020B0806030902050204" pitchFamily="34"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9pPr>
          </a:lstStyle>
          <a:p>
            <a:pPr>
              <a:lnSpc>
                <a:spcPct val="120000"/>
              </a:lnSpc>
              <a:spcBef>
                <a:spcPct val="0"/>
              </a:spcBef>
              <a:buClrTx/>
              <a:buSzTx/>
              <a:buFontTx/>
              <a:buNone/>
            </a:pPr>
            <a:r>
              <a:rPr kumimoji="0" lang="zh-CN" altLang="en-US" sz="2800" i="0" dirty="0">
                <a:solidFill>
                  <a:srgbClr val="FF0000"/>
                </a:solidFill>
                <a:latin typeface="微软雅黑" panose="020B0503020204020204" pitchFamily="34" charset="-122"/>
                <a:ea typeface="微软雅黑" panose="020B0503020204020204" pitchFamily="34" charset="-122"/>
              </a:rPr>
              <a:t>平面任意力系的概念：</a:t>
            </a:r>
            <a:r>
              <a:rPr lang="zh-CN" altLang="en-US" sz="2800" i="0" dirty="0">
                <a:latin typeface="微软雅黑" panose="020B0503020204020204" pitchFamily="34" charset="-122"/>
                <a:ea typeface="微软雅黑" panose="020B0503020204020204" pitchFamily="34" charset="-122"/>
              </a:rPr>
              <a:t>作用在刚体上的力系中，各力的作用线都在同一平面内，这种力系称为平面任意力系。</a:t>
            </a:r>
          </a:p>
        </p:txBody>
      </p:sp>
      <p:sp>
        <p:nvSpPr>
          <p:cNvPr id="29" name="Rectangle 61"/>
          <p:cNvSpPr>
            <a:spLocks noChangeArrowheads="1"/>
          </p:cNvSpPr>
          <p:nvPr/>
        </p:nvSpPr>
        <p:spPr bwMode="auto">
          <a:xfrm>
            <a:off x="931863" y="2852936"/>
            <a:ext cx="9916665" cy="3384376"/>
          </a:xfrm>
          <a:prstGeom prst="rect">
            <a:avLst/>
          </a:prstGeom>
          <a:solidFill>
            <a:srgbClr val="B9CDE5"/>
          </a:solidFill>
          <a:ln>
            <a:noFill/>
          </a:ln>
          <a:effectLst/>
        </p:spPr>
        <p:txBody>
          <a:bodyPr wrap="none" anchor="ctr"/>
          <a:lstStyle/>
          <a:p>
            <a:endParaRPr lang="zh-CN" altLang="en-US"/>
          </a:p>
        </p:txBody>
      </p:sp>
      <p:pic>
        <p:nvPicPr>
          <p:cNvPr id="125" name="Picture 21" descr="宝马M5外观1a "/>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09875" y="3822700"/>
            <a:ext cx="4102100" cy="129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6" name="Line 4"/>
          <p:cNvSpPr>
            <a:spLocks noChangeShapeType="1"/>
          </p:cNvSpPr>
          <p:nvPr/>
        </p:nvSpPr>
        <p:spPr bwMode="auto">
          <a:xfrm flipH="1" flipV="1">
            <a:off x="4826992" y="5080000"/>
            <a:ext cx="596900" cy="868363"/>
          </a:xfrm>
          <a:prstGeom prst="line">
            <a:avLst/>
          </a:prstGeom>
          <a:noFill/>
          <a:ln w="44450">
            <a:solidFill>
              <a:srgbClr val="FFFF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7" name="Line 5"/>
          <p:cNvSpPr>
            <a:spLocks noChangeShapeType="1"/>
          </p:cNvSpPr>
          <p:nvPr/>
        </p:nvSpPr>
        <p:spPr bwMode="auto">
          <a:xfrm flipV="1">
            <a:off x="6155729" y="5076825"/>
            <a:ext cx="938213" cy="852488"/>
          </a:xfrm>
          <a:prstGeom prst="line">
            <a:avLst/>
          </a:prstGeom>
          <a:noFill/>
          <a:ln w="44450">
            <a:solidFill>
              <a:srgbClr val="FFFF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8" name="Line 6"/>
          <p:cNvSpPr>
            <a:spLocks noChangeShapeType="1"/>
          </p:cNvSpPr>
          <p:nvPr/>
        </p:nvSpPr>
        <p:spPr bwMode="auto">
          <a:xfrm flipH="1">
            <a:off x="7824192" y="4414838"/>
            <a:ext cx="1285875" cy="0"/>
          </a:xfrm>
          <a:prstGeom prst="line">
            <a:avLst/>
          </a:prstGeom>
          <a:noFill/>
          <a:ln w="44450">
            <a:solidFill>
              <a:srgbClr val="FFFF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9" name="Text Box 7"/>
          <p:cNvSpPr txBox="1">
            <a:spLocks noChangeArrowheads="1"/>
          </p:cNvSpPr>
          <p:nvPr/>
        </p:nvSpPr>
        <p:spPr bwMode="auto">
          <a:xfrm>
            <a:off x="6123979" y="2935288"/>
            <a:ext cx="590550" cy="6413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spcBef>
                <a:spcPct val="50000"/>
              </a:spcBef>
            </a:pPr>
            <a:r>
              <a:rPr lang="en-US" altLang="zh-CN" sz="3600" b="1" i="1">
                <a:solidFill>
                  <a:srgbClr val="FFFF00"/>
                </a:solidFill>
                <a:ea typeface="宋体" panose="02010600030101010101" pitchFamily="2" charset="-122"/>
              </a:rPr>
              <a:t>W</a:t>
            </a:r>
          </a:p>
        </p:txBody>
      </p:sp>
      <p:sp>
        <p:nvSpPr>
          <p:cNvPr id="130" name="Text Box 8"/>
          <p:cNvSpPr txBox="1">
            <a:spLocks noChangeArrowheads="1"/>
          </p:cNvSpPr>
          <p:nvPr/>
        </p:nvSpPr>
        <p:spPr bwMode="auto">
          <a:xfrm>
            <a:off x="6468467" y="5407025"/>
            <a:ext cx="793750" cy="6413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spcBef>
                <a:spcPct val="50000"/>
              </a:spcBef>
            </a:pPr>
            <a:r>
              <a:rPr lang="en-US" altLang="zh-CN" sz="3600" b="1" i="1">
                <a:solidFill>
                  <a:srgbClr val="FFFF00"/>
                </a:solidFill>
                <a:ea typeface="宋体" panose="02010600030101010101" pitchFamily="2" charset="-122"/>
              </a:rPr>
              <a:t>F</a:t>
            </a:r>
            <a:r>
              <a:rPr lang="zh-CN" altLang="en-US" sz="3600" baseline="-25000">
                <a:solidFill>
                  <a:srgbClr val="FFFF00"/>
                </a:solidFill>
              </a:rPr>
              <a:t>前</a:t>
            </a:r>
            <a:endParaRPr lang="zh-CN" altLang="en-US" sz="3600" b="1" i="1">
              <a:solidFill>
                <a:srgbClr val="FFFF00"/>
              </a:solidFill>
            </a:endParaRPr>
          </a:p>
        </p:txBody>
      </p:sp>
      <p:sp>
        <p:nvSpPr>
          <p:cNvPr id="131" name="Text Box 9"/>
          <p:cNvSpPr txBox="1">
            <a:spLocks noChangeArrowheads="1"/>
          </p:cNvSpPr>
          <p:nvPr/>
        </p:nvSpPr>
        <p:spPr bwMode="auto">
          <a:xfrm>
            <a:off x="4679354" y="5516563"/>
            <a:ext cx="793750" cy="6413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spcBef>
                <a:spcPct val="50000"/>
              </a:spcBef>
            </a:pPr>
            <a:r>
              <a:rPr lang="en-US" altLang="zh-CN" sz="3600" b="1" i="1">
                <a:solidFill>
                  <a:srgbClr val="FFFF00"/>
                </a:solidFill>
                <a:ea typeface="宋体" panose="02010600030101010101" pitchFamily="2" charset="-122"/>
              </a:rPr>
              <a:t>F</a:t>
            </a:r>
            <a:r>
              <a:rPr lang="zh-CN" altLang="en-US" sz="3600" baseline="-25000">
                <a:solidFill>
                  <a:srgbClr val="FFFF00"/>
                </a:solidFill>
              </a:rPr>
              <a:t>后</a:t>
            </a:r>
            <a:endParaRPr lang="zh-CN" altLang="en-US" sz="3600" b="1" i="1">
              <a:solidFill>
                <a:srgbClr val="FFFF00"/>
              </a:solidFill>
            </a:endParaRPr>
          </a:p>
        </p:txBody>
      </p:sp>
      <p:sp>
        <p:nvSpPr>
          <p:cNvPr id="132" name="Text Box 10"/>
          <p:cNvSpPr txBox="1">
            <a:spLocks noChangeArrowheads="1"/>
          </p:cNvSpPr>
          <p:nvPr/>
        </p:nvSpPr>
        <p:spPr bwMode="auto">
          <a:xfrm>
            <a:off x="8446492" y="3789363"/>
            <a:ext cx="488950" cy="6413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spcBef>
                <a:spcPct val="50000"/>
              </a:spcBef>
            </a:pPr>
            <a:r>
              <a:rPr lang="en-US" altLang="zh-CN" sz="3600" b="1" i="1">
                <a:solidFill>
                  <a:srgbClr val="FFFF00"/>
                </a:solidFill>
                <a:ea typeface="宋体" panose="02010600030101010101" pitchFamily="2" charset="-122"/>
              </a:rPr>
              <a:t>F</a:t>
            </a:r>
          </a:p>
        </p:txBody>
      </p:sp>
      <p:sp>
        <p:nvSpPr>
          <p:cNvPr id="133" name="Line 3"/>
          <p:cNvSpPr>
            <a:spLocks noChangeShapeType="1"/>
          </p:cNvSpPr>
          <p:nvPr/>
        </p:nvSpPr>
        <p:spPr bwMode="auto">
          <a:xfrm>
            <a:off x="5928717" y="3255963"/>
            <a:ext cx="0" cy="1279525"/>
          </a:xfrm>
          <a:prstGeom prst="line">
            <a:avLst/>
          </a:prstGeom>
          <a:noFill/>
          <a:ln w="44450">
            <a:solidFill>
              <a:srgbClr val="FFFF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pic>
        <p:nvPicPr>
          <p:cNvPr id="134" name="Picture 20" descr="车轮"/>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61938" y="4468813"/>
            <a:ext cx="669925" cy="593725"/>
          </a:xfrm>
          <a:prstGeom prst="rect">
            <a:avLst/>
          </a:prstGeom>
          <a:noFill/>
          <a:extLst>
            <a:ext uri="{909E8E84-426E-40DD-AFC4-6F175D3DCCD1}">
              <a14:hiddenFill xmlns:a14="http://schemas.microsoft.com/office/drawing/2010/main">
                <a:solidFill>
                  <a:srgbClr val="FFFFFF"/>
                </a:solidFill>
              </a14:hiddenFill>
            </a:ext>
          </a:extLst>
        </p:spPr>
      </p:pic>
      <p:pic>
        <p:nvPicPr>
          <p:cNvPr id="135" name="Picture 19" descr="车轮"/>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262188" y="4505325"/>
            <a:ext cx="669925" cy="5937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04319100"/>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25"/>
                                        </p:tgtEl>
                                        <p:attrNameLst>
                                          <p:attrName>style.visibility</p:attrName>
                                        </p:attrNameLst>
                                      </p:cBhvr>
                                      <p:to>
                                        <p:strVal val="visible"/>
                                      </p:to>
                                    </p:set>
                                  </p:childTnLst>
                                  <p:subTnLst>
                                    <p:audio>
                                      <p:cMediaNode>
                                        <p:cTn display="0" masterRel="sameClick">
                                          <p:stCondLst>
                                            <p:cond evt="begin" delay="0">
                                              <p:tn val="11"/>
                                            </p:cond>
                                          </p:stCondLst>
                                          <p:endCondLst>
                                            <p:cond evt="onStopAudio" delay="0">
                                              <p:tgtEl>
                                                <p:sldTgt/>
                                              </p:tgtEl>
                                            </p:cond>
                                          </p:endCondLst>
                                        </p:cTn>
                                        <p:tgtEl>
                                          <p:sndTgt r:embed="rId3" name="push.wav"/>
                                        </p:tgtEl>
                                      </p:cMediaNode>
                                    </p:audio>
                                  </p:subTnLst>
                                </p:cTn>
                              </p:par>
                              <p:par>
                                <p:cTn id="13" presetID="1" presetClass="entr" presetSubtype="0" fill="hold" nodeType="withEffect">
                                  <p:stCondLst>
                                    <p:cond delay="0"/>
                                  </p:stCondLst>
                                  <p:childTnLst>
                                    <p:set>
                                      <p:cBhvr>
                                        <p:cTn id="14" dur="1" fill="hold">
                                          <p:stCondLst>
                                            <p:cond delay="0"/>
                                          </p:stCondLst>
                                        </p:cTn>
                                        <p:tgtEl>
                                          <p:spTgt spid="134"/>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35"/>
                                        </p:tgtEl>
                                        <p:attrNameLst>
                                          <p:attrName>style.visibility</p:attrName>
                                        </p:attrNameLst>
                                      </p:cBhvr>
                                      <p:to>
                                        <p:strVal val="visible"/>
                                      </p:to>
                                    </p:set>
                                  </p:childTnLst>
                                </p:cTn>
                              </p:par>
                              <p:par>
                                <p:cTn id="17" presetID="63" presetClass="path" presetSubtype="0" decel="50000" fill="hold" nodeType="withEffect">
                                  <p:stCondLst>
                                    <p:cond delay="0"/>
                                  </p:stCondLst>
                                  <p:childTnLst>
                                    <p:animMotion origin="layout" path="M -0.0125 -1.85185E-6 L 0.553 -0.00208 " pathEditMode="relative" rAng="0" ptsTypes="AA">
                                      <p:cBhvr>
                                        <p:cTn id="18" dur="5000" fill="hold"/>
                                        <p:tgtEl>
                                          <p:spTgt spid="125"/>
                                        </p:tgtEl>
                                        <p:attrNameLst>
                                          <p:attrName>ppt_x</p:attrName>
                                          <p:attrName>ppt_y</p:attrName>
                                        </p:attrNameLst>
                                      </p:cBhvr>
                                      <p:rCtr x="28268" y="-116"/>
                                    </p:animMotion>
                                  </p:childTnLst>
                                </p:cTn>
                              </p:par>
                              <p:par>
                                <p:cTn id="19" presetID="63" presetClass="path" presetSubtype="0" decel="50000" fill="hold" nodeType="withEffect">
                                  <p:stCondLst>
                                    <p:cond delay="0"/>
                                  </p:stCondLst>
                                  <p:childTnLst>
                                    <p:animMotion origin="layout" path="M -0.0125 2.59259E-6 L 0.55586 -0.00047 " pathEditMode="relative" rAng="0" ptsTypes="AA">
                                      <p:cBhvr>
                                        <p:cTn id="20" dur="5000" fill="hold"/>
                                        <p:tgtEl>
                                          <p:spTgt spid="134"/>
                                        </p:tgtEl>
                                        <p:attrNameLst>
                                          <p:attrName>ppt_x</p:attrName>
                                          <p:attrName>ppt_y</p:attrName>
                                        </p:attrNameLst>
                                      </p:cBhvr>
                                      <p:rCtr x="28411" y="-23"/>
                                    </p:animMotion>
                                  </p:childTnLst>
                                </p:cTn>
                              </p:par>
                              <p:par>
                                <p:cTn id="21" presetID="63" presetClass="path" presetSubtype="0" decel="50000" fill="hold" nodeType="withEffect">
                                  <p:stCondLst>
                                    <p:cond delay="0"/>
                                  </p:stCondLst>
                                  <p:childTnLst>
                                    <p:animMotion origin="layout" path="M -0.00326 0.00208 L 0.55586 0.00208 " pathEditMode="relative" rAng="0" ptsTypes="AA">
                                      <p:cBhvr>
                                        <p:cTn id="22" dur="5000" fill="hold"/>
                                        <p:tgtEl>
                                          <p:spTgt spid="135"/>
                                        </p:tgtEl>
                                        <p:attrNameLst>
                                          <p:attrName>ppt_x</p:attrName>
                                          <p:attrName>ppt_y</p:attrName>
                                        </p:attrNameLst>
                                      </p:cBhvr>
                                      <p:rCtr x="27956" y="0"/>
                                    </p:animMotion>
                                  </p:childTnLst>
                                </p:cTn>
                              </p:par>
                              <p:par>
                                <p:cTn id="23" presetID="8" presetClass="emph" presetSubtype="0" repeatCount="3500" fill="hold" nodeType="withEffect">
                                  <p:stCondLst>
                                    <p:cond delay="0"/>
                                  </p:stCondLst>
                                  <p:childTnLst>
                                    <p:animRot by="43200000">
                                      <p:cBhvr>
                                        <p:cTn id="24" dur="1000" fill="hold"/>
                                        <p:tgtEl>
                                          <p:spTgt spid="135"/>
                                        </p:tgtEl>
                                        <p:attrNameLst>
                                          <p:attrName>r</p:attrName>
                                        </p:attrNameLst>
                                      </p:cBhvr>
                                    </p:animRot>
                                  </p:childTnLst>
                                </p:cTn>
                              </p:par>
                              <p:par>
                                <p:cTn id="25" presetID="8" presetClass="emph" presetSubtype="0" repeatCount="3500" fill="hold" nodeType="withEffect">
                                  <p:stCondLst>
                                    <p:cond delay="0"/>
                                  </p:stCondLst>
                                  <p:childTnLst>
                                    <p:animRot by="43200000">
                                      <p:cBhvr>
                                        <p:cTn id="26" dur="1000" fill="hold"/>
                                        <p:tgtEl>
                                          <p:spTgt spid="134"/>
                                        </p:tgtEl>
                                        <p:attrNameLst>
                                          <p:attrName>r</p:attrName>
                                        </p:attrNameLst>
                                      </p:cBhvr>
                                    </p:animRot>
                                  </p:childTnLst>
                                </p:cTn>
                              </p:par>
                              <p:par>
                                <p:cTn id="27" presetID="8" presetClass="emph" presetSubtype="0" decel="50000" fill="hold" nodeType="withEffect">
                                  <p:stCondLst>
                                    <p:cond delay="2500"/>
                                  </p:stCondLst>
                                  <p:childTnLst>
                                    <p:animRot by="5400000">
                                      <p:cBhvr>
                                        <p:cTn id="28" dur="3000" fill="hold"/>
                                        <p:tgtEl>
                                          <p:spTgt spid="135"/>
                                        </p:tgtEl>
                                        <p:attrNameLst>
                                          <p:attrName>r</p:attrName>
                                        </p:attrNameLst>
                                      </p:cBhvr>
                                    </p:animRot>
                                  </p:childTnLst>
                                </p:cTn>
                              </p:par>
                              <p:par>
                                <p:cTn id="29" presetID="8" presetClass="emph" presetSubtype="0" decel="50000" fill="hold" nodeType="withEffect">
                                  <p:stCondLst>
                                    <p:cond delay="2500"/>
                                  </p:stCondLst>
                                  <p:childTnLst>
                                    <p:animRot by="5400000">
                                      <p:cBhvr>
                                        <p:cTn id="30" dur="3000" fill="hold"/>
                                        <p:tgtEl>
                                          <p:spTgt spid="134"/>
                                        </p:tgtEl>
                                        <p:attrNameLst>
                                          <p:attrName>r</p:attrName>
                                        </p:attrNameLst>
                                      </p:cBhvr>
                                    </p:animRot>
                                  </p:childTnLst>
                                </p:cTn>
                              </p:par>
                            </p:childTnLst>
                          </p:cTn>
                        </p:par>
                      </p:childTnLst>
                    </p:cTn>
                  </p:par>
                  <p:par>
                    <p:cTn id="31" fill="hold">
                      <p:stCondLst>
                        <p:cond delay="indefinite"/>
                      </p:stCondLst>
                      <p:childTnLst>
                        <p:par>
                          <p:cTn id="32" fill="hold">
                            <p:stCondLst>
                              <p:cond delay="0"/>
                            </p:stCondLst>
                            <p:childTnLst>
                              <p:par>
                                <p:cTn id="33" presetID="12" presetClass="entr" presetSubtype="1" fill="hold" grpId="0" nodeType="clickEffect">
                                  <p:stCondLst>
                                    <p:cond delay="0"/>
                                  </p:stCondLst>
                                  <p:childTnLst>
                                    <p:set>
                                      <p:cBhvr>
                                        <p:cTn id="34" dur="1" fill="hold">
                                          <p:stCondLst>
                                            <p:cond delay="0"/>
                                          </p:stCondLst>
                                        </p:cTn>
                                        <p:tgtEl>
                                          <p:spTgt spid="133"/>
                                        </p:tgtEl>
                                        <p:attrNameLst>
                                          <p:attrName>style.visibility</p:attrName>
                                        </p:attrNameLst>
                                      </p:cBhvr>
                                      <p:to>
                                        <p:strVal val="visible"/>
                                      </p:to>
                                    </p:set>
                                    <p:animEffect transition="in" filter="slide(fromTop)">
                                      <p:cBhvr>
                                        <p:cTn id="35" dur="2000"/>
                                        <p:tgtEl>
                                          <p:spTgt spid="133"/>
                                        </p:tgtEl>
                                      </p:cBhvr>
                                    </p:animEffect>
                                  </p:childTnLst>
                                  <p:subTnLst>
                                    <p:audio>
                                      <p:cMediaNode>
                                        <p:cTn display="0" masterRel="sameClick">
                                          <p:stCondLst>
                                            <p:cond evt="begin" delay="0">
                                              <p:tn val="33"/>
                                            </p:cond>
                                          </p:stCondLst>
                                          <p:endCondLst>
                                            <p:cond evt="onStopAudio" delay="0">
                                              <p:tgtEl>
                                                <p:sldTgt/>
                                              </p:tgtEl>
                                            </p:cond>
                                          </p:endCondLst>
                                        </p:cTn>
                                        <p:tgtEl>
                                          <p:sndTgt r:embed="rId4" name="LASER.WAV"/>
                                        </p:tgtEl>
                                      </p:cMediaNode>
                                    </p:audio>
                                  </p:subTnLst>
                                </p:cTn>
                              </p:par>
                              <p:par>
                                <p:cTn id="36" presetID="17" presetClass="entr" presetSubtype="10" fill="hold" grpId="0" nodeType="withEffect">
                                  <p:stCondLst>
                                    <p:cond delay="0"/>
                                  </p:stCondLst>
                                  <p:childTnLst>
                                    <p:set>
                                      <p:cBhvr>
                                        <p:cTn id="37" dur="1" fill="hold">
                                          <p:stCondLst>
                                            <p:cond delay="0"/>
                                          </p:stCondLst>
                                        </p:cTn>
                                        <p:tgtEl>
                                          <p:spTgt spid="129"/>
                                        </p:tgtEl>
                                        <p:attrNameLst>
                                          <p:attrName>style.visibility</p:attrName>
                                        </p:attrNameLst>
                                      </p:cBhvr>
                                      <p:to>
                                        <p:strVal val="visible"/>
                                      </p:to>
                                    </p:set>
                                    <p:anim calcmode="lin" valueType="num">
                                      <p:cBhvr>
                                        <p:cTn id="38" dur="3000" fill="hold"/>
                                        <p:tgtEl>
                                          <p:spTgt spid="129"/>
                                        </p:tgtEl>
                                        <p:attrNameLst>
                                          <p:attrName>ppt_w</p:attrName>
                                        </p:attrNameLst>
                                      </p:cBhvr>
                                      <p:tavLst>
                                        <p:tav tm="0">
                                          <p:val>
                                            <p:fltVal val="0"/>
                                          </p:val>
                                        </p:tav>
                                        <p:tav tm="100000">
                                          <p:val>
                                            <p:strVal val="#ppt_w"/>
                                          </p:val>
                                        </p:tav>
                                      </p:tavLst>
                                    </p:anim>
                                    <p:anim calcmode="lin" valueType="num">
                                      <p:cBhvr>
                                        <p:cTn id="39" dur="3000" fill="hold"/>
                                        <p:tgtEl>
                                          <p:spTgt spid="129"/>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36"/>
                                            </p:cond>
                                          </p:stCondLst>
                                          <p:endCondLst>
                                            <p:cond evt="onStopAudio" delay="0">
                                              <p:tgtEl>
                                                <p:sldTgt/>
                                              </p:tgtEl>
                                            </p:cond>
                                          </p:endCondLst>
                                        </p:cTn>
                                        <p:tgtEl>
                                          <p:sndTgt r:embed="rId5" name="CHIMES.WAV"/>
                                        </p:tgtEl>
                                      </p:cMediaNode>
                                    </p:audio>
                                  </p:subTnLst>
                                </p:cTn>
                              </p:par>
                            </p:childTnLst>
                          </p:cTn>
                        </p:par>
                        <p:par>
                          <p:cTn id="40" fill="hold">
                            <p:stCondLst>
                              <p:cond delay="3000"/>
                            </p:stCondLst>
                            <p:childTnLst>
                              <p:par>
                                <p:cTn id="41" presetID="12" presetClass="entr" presetSubtype="2" fill="hold" grpId="0" nodeType="afterEffect">
                                  <p:stCondLst>
                                    <p:cond delay="0"/>
                                  </p:stCondLst>
                                  <p:childTnLst>
                                    <p:set>
                                      <p:cBhvr>
                                        <p:cTn id="42" dur="1" fill="hold">
                                          <p:stCondLst>
                                            <p:cond delay="0"/>
                                          </p:stCondLst>
                                        </p:cTn>
                                        <p:tgtEl>
                                          <p:spTgt spid="128"/>
                                        </p:tgtEl>
                                        <p:attrNameLst>
                                          <p:attrName>style.visibility</p:attrName>
                                        </p:attrNameLst>
                                      </p:cBhvr>
                                      <p:to>
                                        <p:strVal val="visible"/>
                                      </p:to>
                                    </p:set>
                                    <p:animEffect transition="in" filter="slide(fromRight)">
                                      <p:cBhvr>
                                        <p:cTn id="43" dur="2000"/>
                                        <p:tgtEl>
                                          <p:spTgt spid="128"/>
                                        </p:tgtEl>
                                      </p:cBhvr>
                                    </p:animEffect>
                                  </p:childTnLst>
                                  <p:subTnLst>
                                    <p:audio>
                                      <p:cMediaNode>
                                        <p:cTn display="0" masterRel="sameClick">
                                          <p:stCondLst>
                                            <p:cond evt="begin" delay="0">
                                              <p:tn val="41"/>
                                            </p:cond>
                                          </p:stCondLst>
                                          <p:endCondLst>
                                            <p:cond evt="onStopAudio" delay="0">
                                              <p:tgtEl>
                                                <p:sldTgt/>
                                              </p:tgtEl>
                                            </p:cond>
                                          </p:endCondLst>
                                        </p:cTn>
                                        <p:tgtEl>
                                          <p:sndTgt r:embed="rId4" name="LASER.WAV"/>
                                        </p:tgtEl>
                                      </p:cMediaNode>
                                    </p:audio>
                                  </p:subTnLst>
                                </p:cTn>
                              </p:par>
                              <p:par>
                                <p:cTn id="44" presetID="17" presetClass="entr" presetSubtype="10" fill="hold" grpId="0" nodeType="withEffect">
                                  <p:stCondLst>
                                    <p:cond delay="0"/>
                                  </p:stCondLst>
                                  <p:childTnLst>
                                    <p:set>
                                      <p:cBhvr>
                                        <p:cTn id="45" dur="1" fill="hold">
                                          <p:stCondLst>
                                            <p:cond delay="0"/>
                                          </p:stCondLst>
                                        </p:cTn>
                                        <p:tgtEl>
                                          <p:spTgt spid="132"/>
                                        </p:tgtEl>
                                        <p:attrNameLst>
                                          <p:attrName>style.visibility</p:attrName>
                                        </p:attrNameLst>
                                      </p:cBhvr>
                                      <p:to>
                                        <p:strVal val="visible"/>
                                      </p:to>
                                    </p:set>
                                    <p:anim calcmode="lin" valueType="num">
                                      <p:cBhvr>
                                        <p:cTn id="46" dur="3000" fill="hold"/>
                                        <p:tgtEl>
                                          <p:spTgt spid="132"/>
                                        </p:tgtEl>
                                        <p:attrNameLst>
                                          <p:attrName>ppt_w</p:attrName>
                                        </p:attrNameLst>
                                      </p:cBhvr>
                                      <p:tavLst>
                                        <p:tav tm="0">
                                          <p:val>
                                            <p:fltVal val="0"/>
                                          </p:val>
                                        </p:tav>
                                        <p:tav tm="100000">
                                          <p:val>
                                            <p:strVal val="#ppt_w"/>
                                          </p:val>
                                        </p:tav>
                                      </p:tavLst>
                                    </p:anim>
                                    <p:anim calcmode="lin" valueType="num">
                                      <p:cBhvr>
                                        <p:cTn id="47" dur="3000" fill="hold"/>
                                        <p:tgtEl>
                                          <p:spTgt spid="132"/>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44"/>
                                            </p:cond>
                                          </p:stCondLst>
                                          <p:endCondLst>
                                            <p:cond evt="onStopAudio" delay="0">
                                              <p:tgtEl>
                                                <p:sldTgt/>
                                              </p:tgtEl>
                                            </p:cond>
                                          </p:endCondLst>
                                        </p:cTn>
                                        <p:tgtEl>
                                          <p:sndTgt r:embed="rId5" name="CHIMES.WAV"/>
                                        </p:tgtEl>
                                      </p:cMediaNode>
                                    </p:audio>
                                  </p:subTnLst>
                                </p:cTn>
                              </p:par>
                            </p:childTnLst>
                          </p:cTn>
                        </p:par>
                        <p:par>
                          <p:cTn id="48" fill="hold">
                            <p:stCondLst>
                              <p:cond delay="6000"/>
                            </p:stCondLst>
                            <p:childTnLst>
                              <p:par>
                                <p:cTn id="49" presetID="18" presetClass="entr" presetSubtype="3" fill="hold" grpId="0" nodeType="afterEffect">
                                  <p:stCondLst>
                                    <p:cond delay="1000"/>
                                  </p:stCondLst>
                                  <p:childTnLst>
                                    <p:set>
                                      <p:cBhvr>
                                        <p:cTn id="50" dur="1" fill="hold">
                                          <p:stCondLst>
                                            <p:cond delay="0"/>
                                          </p:stCondLst>
                                        </p:cTn>
                                        <p:tgtEl>
                                          <p:spTgt spid="127"/>
                                        </p:tgtEl>
                                        <p:attrNameLst>
                                          <p:attrName>style.visibility</p:attrName>
                                        </p:attrNameLst>
                                      </p:cBhvr>
                                      <p:to>
                                        <p:strVal val="visible"/>
                                      </p:to>
                                    </p:set>
                                    <p:animEffect transition="in" filter="strips(upRight)">
                                      <p:cBhvr>
                                        <p:cTn id="51" dur="2000"/>
                                        <p:tgtEl>
                                          <p:spTgt spid="127"/>
                                        </p:tgtEl>
                                      </p:cBhvr>
                                    </p:animEffect>
                                  </p:childTnLst>
                                  <p:subTnLst>
                                    <p:audio>
                                      <p:cMediaNode>
                                        <p:cTn display="0" masterRel="sameClick">
                                          <p:stCondLst>
                                            <p:cond evt="begin" delay="0">
                                              <p:tn val="49"/>
                                            </p:cond>
                                          </p:stCondLst>
                                          <p:endCondLst>
                                            <p:cond evt="onStopAudio" delay="0">
                                              <p:tgtEl>
                                                <p:sldTgt/>
                                              </p:tgtEl>
                                            </p:cond>
                                          </p:endCondLst>
                                        </p:cTn>
                                        <p:tgtEl>
                                          <p:sndTgt r:embed="rId4" name="LASER.WAV"/>
                                        </p:tgtEl>
                                      </p:cMediaNode>
                                    </p:audio>
                                  </p:subTnLst>
                                </p:cTn>
                              </p:par>
                              <p:par>
                                <p:cTn id="52" presetID="17" presetClass="entr" presetSubtype="10" fill="hold" grpId="0" nodeType="withEffect">
                                  <p:stCondLst>
                                    <p:cond delay="1000"/>
                                  </p:stCondLst>
                                  <p:childTnLst>
                                    <p:set>
                                      <p:cBhvr>
                                        <p:cTn id="53" dur="1" fill="hold">
                                          <p:stCondLst>
                                            <p:cond delay="0"/>
                                          </p:stCondLst>
                                        </p:cTn>
                                        <p:tgtEl>
                                          <p:spTgt spid="130"/>
                                        </p:tgtEl>
                                        <p:attrNameLst>
                                          <p:attrName>style.visibility</p:attrName>
                                        </p:attrNameLst>
                                      </p:cBhvr>
                                      <p:to>
                                        <p:strVal val="visible"/>
                                      </p:to>
                                    </p:set>
                                    <p:anim calcmode="lin" valueType="num">
                                      <p:cBhvr>
                                        <p:cTn id="54" dur="3000" fill="hold"/>
                                        <p:tgtEl>
                                          <p:spTgt spid="130"/>
                                        </p:tgtEl>
                                        <p:attrNameLst>
                                          <p:attrName>ppt_w</p:attrName>
                                        </p:attrNameLst>
                                      </p:cBhvr>
                                      <p:tavLst>
                                        <p:tav tm="0">
                                          <p:val>
                                            <p:fltVal val="0"/>
                                          </p:val>
                                        </p:tav>
                                        <p:tav tm="100000">
                                          <p:val>
                                            <p:strVal val="#ppt_w"/>
                                          </p:val>
                                        </p:tav>
                                      </p:tavLst>
                                    </p:anim>
                                    <p:anim calcmode="lin" valueType="num">
                                      <p:cBhvr>
                                        <p:cTn id="55" dur="3000" fill="hold"/>
                                        <p:tgtEl>
                                          <p:spTgt spid="130"/>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52"/>
                                            </p:cond>
                                          </p:stCondLst>
                                          <p:endCondLst>
                                            <p:cond evt="onStopAudio" delay="0">
                                              <p:tgtEl>
                                                <p:sldTgt/>
                                              </p:tgtEl>
                                            </p:cond>
                                          </p:endCondLst>
                                        </p:cTn>
                                        <p:tgtEl>
                                          <p:sndTgt r:embed="rId5" name="CHIMES.WAV"/>
                                        </p:tgtEl>
                                      </p:cMediaNode>
                                    </p:audio>
                                  </p:subTnLst>
                                </p:cTn>
                              </p:par>
                            </p:childTnLst>
                          </p:cTn>
                        </p:par>
                        <p:par>
                          <p:cTn id="56" fill="hold">
                            <p:stCondLst>
                              <p:cond delay="10000"/>
                            </p:stCondLst>
                            <p:childTnLst>
                              <p:par>
                                <p:cTn id="57" presetID="18" presetClass="entr" presetSubtype="9" fill="hold" grpId="0" nodeType="afterEffect">
                                  <p:stCondLst>
                                    <p:cond delay="1000"/>
                                  </p:stCondLst>
                                  <p:childTnLst>
                                    <p:set>
                                      <p:cBhvr>
                                        <p:cTn id="58" dur="1" fill="hold">
                                          <p:stCondLst>
                                            <p:cond delay="0"/>
                                          </p:stCondLst>
                                        </p:cTn>
                                        <p:tgtEl>
                                          <p:spTgt spid="126"/>
                                        </p:tgtEl>
                                        <p:attrNameLst>
                                          <p:attrName>style.visibility</p:attrName>
                                        </p:attrNameLst>
                                      </p:cBhvr>
                                      <p:to>
                                        <p:strVal val="visible"/>
                                      </p:to>
                                    </p:set>
                                    <p:animEffect transition="in" filter="strips(upLeft)">
                                      <p:cBhvr>
                                        <p:cTn id="59" dur="2000"/>
                                        <p:tgtEl>
                                          <p:spTgt spid="126"/>
                                        </p:tgtEl>
                                      </p:cBhvr>
                                    </p:animEffect>
                                  </p:childTnLst>
                                  <p:subTnLst>
                                    <p:audio>
                                      <p:cMediaNode>
                                        <p:cTn display="0" masterRel="sameClick">
                                          <p:stCondLst>
                                            <p:cond evt="begin" delay="0">
                                              <p:tn val="57"/>
                                            </p:cond>
                                          </p:stCondLst>
                                          <p:endCondLst>
                                            <p:cond evt="onStopAudio" delay="0">
                                              <p:tgtEl>
                                                <p:sldTgt/>
                                              </p:tgtEl>
                                            </p:cond>
                                          </p:endCondLst>
                                        </p:cTn>
                                        <p:tgtEl>
                                          <p:sndTgt r:embed="rId4" name="LASER.WAV"/>
                                        </p:tgtEl>
                                      </p:cMediaNode>
                                    </p:audio>
                                  </p:subTnLst>
                                </p:cTn>
                              </p:par>
                              <p:par>
                                <p:cTn id="60" presetID="17" presetClass="entr" presetSubtype="10" fill="hold" grpId="0" nodeType="withEffect">
                                  <p:stCondLst>
                                    <p:cond delay="1000"/>
                                  </p:stCondLst>
                                  <p:childTnLst>
                                    <p:set>
                                      <p:cBhvr>
                                        <p:cTn id="61" dur="1" fill="hold">
                                          <p:stCondLst>
                                            <p:cond delay="0"/>
                                          </p:stCondLst>
                                        </p:cTn>
                                        <p:tgtEl>
                                          <p:spTgt spid="131"/>
                                        </p:tgtEl>
                                        <p:attrNameLst>
                                          <p:attrName>style.visibility</p:attrName>
                                        </p:attrNameLst>
                                      </p:cBhvr>
                                      <p:to>
                                        <p:strVal val="visible"/>
                                      </p:to>
                                    </p:set>
                                    <p:anim calcmode="lin" valueType="num">
                                      <p:cBhvr>
                                        <p:cTn id="62" dur="3000" fill="hold"/>
                                        <p:tgtEl>
                                          <p:spTgt spid="131"/>
                                        </p:tgtEl>
                                        <p:attrNameLst>
                                          <p:attrName>ppt_w</p:attrName>
                                        </p:attrNameLst>
                                      </p:cBhvr>
                                      <p:tavLst>
                                        <p:tav tm="0">
                                          <p:val>
                                            <p:fltVal val="0"/>
                                          </p:val>
                                        </p:tav>
                                        <p:tav tm="100000">
                                          <p:val>
                                            <p:strVal val="#ppt_w"/>
                                          </p:val>
                                        </p:tav>
                                      </p:tavLst>
                                    </p:anim>
                                    <p:anim calcmode="lin" valueType="num">
                                      <p:cBhvr>
                                        <p:cTn id="63" dur="3000" fill="hold"/>
                                        <p:tgtEl>
                                          <p:spTgt spid="131"/>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60"/>
                                            </p:cond>
                                          </p:stCondLst>
                                          <p:endCondLst>
                                            <p:cond evt="onStopAudio" delay="0">
                                              <p:tgtEl>
                                                <p:sldTgt/>
                                              </p:tgtEl>
                                            </p:cond>
                                          </p:endCondLst>
                                        </p:cTn>
                                        <p:tgtEl>
                                          <p:sndTgt r:embed="rId5"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utoUpdateAnimBg="0"/>
      <p:bldP spid="29" grpId="0" animBg="1"/>
      <p:bldP spid="126" grpId="0" animBg="1"/>
      <p:bldP spid="127" grpId="0" animBg="1"/>
      <p:bldP spid="128" grpId="0" animBg="1"/>
      <p:bldP spid="129" grpId="0" autoUpdateAnimBg="0"/>
      <p:bldP spid="130" grpId="0" autoUpdateAnimBg="0"/>
      <p:bldP spid="131" grpId="0" autoUpdateAnimBg="0"/>
      <p:bldP spid="132" grpId="0" autoUpdateAnimBg="0"/>
      <p:bldP spid="133"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164442" y="91693"/>
            <a:ext cx="5546711" cy="615553"/>
          </a:xfrm>
          <a:prstGeom prst="rect">
            <a:avLst/>
          </a:prstGeom>
        </p:spPr>
        <p:txBody>
          <a:bodyPr wrap="none">
            <a:spAutoFit/>
          </a:bodyPr>
          <a:lstStyle/>
          <a:p>
            <a:pPr>
              <a:defRPr/>
            </a:pPr>
            <a:r>
              <a:rPr kumimoji="1" lang="zh-CN" altLang="en-US" sz="3400" i="0" dirty="0">
                <a:solidFill>
                  <a:srgbClr val="FFFFFF"/>
                </a:solidFill>
                <a:latin typeface="微软雅黑" panose="020B0503020204020204" pitchFamily="34" charset="-122"/>
                <a:ea typeface="微软雅黑" panose="020B0503020204020204" pitchFamily="34" charset="-122"/>
              </a:rPr>
              <a:t>第二章</a:t>
            </a:r>
            <a:r>
              <a:rPr kumimoji="1" lang="en-US" altLang="zh-CN" sz="3400" i="0" dirty="0">
                <a:solidFill>
                  <a:srgbClr val="FFFFFF"/>
                </a:solidFill>
                <a:latin typeface="微软雅黑" panose="020B0503020204020204" pitchFamily="34" charset="-122"/>
                <a:ea typeface="微软雅黑" panose="020B0503020204020204" pitchFamily="34" charset="-122"/>
              </a:rPr>
              <a:t> </a:t>
            </a:r>
            <a:r>
              <a:rPr kumimoji="1" lang="zh-CN" altLang="en-US" sz="3400" i="0" dirty="0">
                <a:solidFill>
                  <a:srgbClr val="FFFFFF"/>
                </a:solidFill>
                <a:latin typeface="微软雅黑" panose="020B0503020204020204" pitchFamily="34" charset="-122"/>
                <a:ea typeface="微软雅黑" panose="020B0503020204020204" pitchFamily="34" charset="-122"/>
              </a:rPr>
              <a:t>平面问题的受力分析</a:t>
            </a:r>
          </a:p>
        </p:txBody>
      </p:sp>
      <p:sp>
        <p:nvSpPr>
          <p:cNvPr id="6" name="Text Box 9"/>
          <p:cNvSpPr txBox="1">
            <a:spLocks noChangeArrowheads="1"/>
          </p:cNvSpPr>
          <p:nvPr/>
        </p:nvSpPr>
        <p:spPr bwMode="auto">
          <a:xfrm>
            <a:off x="1055440" y="4591844"/>
            <a:ext cx="10081120" cy="609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just">
              <a:spcBef>
                <a:spcPct val="20000"/>
              </a:spcBef>
              <a:buClr>
                <a:schemeClr val="accent1"/>
              </a:buClr>
              <a:buSzPct val="75000"/>
              <a:buFont typeface="Monotype Sorts" pitchFamily="2" charset="2"/>
              <a:buChar char="•"/>
              <a:defRPr kumimoji="1" sz="2400">
                <a:solidFill>
                  <a:schemeClr val="tx1"/>
                </a:solidFill>
                <a:latin typeface="Impact" panose="020B0806030902050204" pitchFamily="34" charset="0"/>
                <a:ea typeface="宋体" panose="02010600030101010101" pitchFamily="2" charset="-122"/>
              </a:defRPr>
            </a:lvl1pPr>
            <a:lvl2pPr marL="742950" indent="-285750">
              <a:spcBef>
                <a:spcPct val="20000"/>
              </a:spcBef>
              <a:buClr>
                <a:schemeClr val="accent2"/>
              </a:buClr>
              <a:buChar char="•"/>
              <a:defRPr kumimoji="1" sz="2000">
                <a:solidFill>
                  <a:schemeClr val="tx1"/>
                </a:solidFill>
                <a:latin typeface="Impact" panose="020B0806030902050204" pitchFamily="34" charset="0"/>
                <a:ea typeface="宋体" panose="02010600030101010101" pitchFamily="2" charset="-122"/>
              </a:defRPr>
            </a:lvl2pPr>
            <a:lvl3pPr marL="1143000" indent="-228600">
              <a:spcBef>
                <a:spcPct val="20000"/>
              </a:spcBef>
              <a:buChar char="–"/>
              <a:defRPr kumimoji="1" sz="2400">
                <a:solidFill>
                  <a:schemeClr val="tx1"/>
                </a:solidFill>
                <a:latin typeface="Impact" panose="020B0806030902050204" pitchFamily="34" charset="0"/>
                <a:ea typeface="宋体" panose="02010600030101010101" pitchFamily="2" charset="-122"/>
              </a:defRPr>
            </a:lvl3pPr>
            <a:lvl4pPr marL="1600200" indent="-228600">
              <a:spcBef>
                <a:spcPct val="20000"/>
              </a:spcBef>
              <a:buChar char="–"/>
              <a:defRPr kumimoji="1" sz="2000">
                <a:solidFill>
                  <a:schemeClr val="tx1"/>
                </a:solidFill>
                <a:latin typeface="Impact" panose="020B0806030902050204" pitchFamily="34" charset="0"/>
                <a:ea typeface="宋体" panose="02010600030101010101" pitchFamily="2" charset="-122"/>
              </a:defRPr>
            </a:lvl4pPr>
            <a:lvl5pPr marL="2057400" indent="-228600">
              <a:spcBef>
                <a:spcPct val="20000"/>
              </a:spcBef>
              <a:buChar char="»"/>
              <a:defRPr kumimoji="1" sz="2000">
                <a:solidFill>
                  <a:schemeClr val="tx1"/>
                </a:solidFill>
                <a:latin typeface="Impact" panose="020B0806030902050204" pitchFamily="34"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9pPr>
          </a:lstStyle>
          <a:p>
            <a:pPr>
              <a:lnSpc>
                <a:spcPct val="120000"/>
              </a:lnSpc>
              <a:spcBef>
                <a:spcPct val="0"/>
              </a:spcBef>
              <a:buClrTx/>
              <a:buSzTx/>
              <a:buNone/>
            </a:pPr>
            <a:r>
              <a:rPr lang="en-US" altLang="zh-CN" sz="2800" dirty="0">
                <a:solidFill>
                  <a:srgbClr val="FF0000"/>
                </a:solidFill>
                <a:latin typeface="+mn-lt"/>
                <a:ea typeface="微软雅黑" panose="020B0503020204020204" pitchFamily="34" charset="-122"/>
              </a:rPr>
              <a:t>O </a:t>
            </a:r>
            <a:r>
              <a:rPr lang="zh-CN" altLang="en-US" sz="2800" i="0" dirty="0">
                <a:solidFill>
                  <a:srgbClr val="FF0000"/>
                </a:solidFill>
                <a:latin typeface="微软雅黑" panose="020B0503020204020204" pitchFamily="34" charset="-122"/>
                <a:ea typeface="微软雅黑" panose="020B0503020204020204" pitchFamily="34" charset="-122"/>
              </a:rPr>
              <a:t>为简化中心</a:t>
            </a:r>
          </a:p>
        </p:txBody>
      </p:sp>
      <p:sp>
        <p:nvSpPr>
          <p:cNvPr id="29" name="Rectangle 61"/>
          <p:cNvSpPr>
            <a:spLocks noChangeArrowheads="1"/>
          </p:cNvSpPr>
          <p:nvPr/>
        </p:nvSpPr>
        <p:spPr bwMode="auto">
          <a:xfrm>
            <a:off x="1113997" y="1543734"/>
            <a:ext cx="10022563" cy="3024336"/>
          </a:xfrm>
          <a:prstGeom prst="rect">
            <a:avLst/>
          </a:prstGeom>
          <a:solidFill>
            <a:srgbClr val="B9CDE5"/>
          </a:solidFill>
          <a:ln>
            <a:noFill/>
          </a:ln>
          <a:effectLst/>
        </p:spPr>
        <p:txBody>
          <a:bodyPr wrap="none" anchor="ctr"/>
          <a:lstStyle/>
          <a:p>
            <a:endParaRPr lang="zh-CN" altLang="en-US"/>
          </a:p>
        </p:txBody>
      </p:sp>
      <p:grpSp>
        <p:nvGrpSpPr>
          <p:cNvPr id="68" name="Group 68"/>
          <p:cNvGrpSpPr>
            <a:grpSpLocks/>
          </p:cNvGrpSpPr>
          <p:nvPr/>
        </p:nvGrpSpPr>
        <p:grpSpPr bwMode="auto">
          <a:xfrm>
            <a:off x="1947987" y="2297350"/>
            <a:ext cx="2584450" cy="1809750"/>
            <a:chOff x="154" y="1308"/>
            <a:chExt cx="1628" cy="1140"/>
          </a:xfrm>
        </p:grpSpPr>
        <p:sp>
          <p:nvSpPr>
            <p:cNvPr id="70" name="Freeform 5"/>
            <p:cNvSpPr>
              <a:spLocks noChangeAspect="1"/>
            </p:cNvSpPr>
            <p:nvPr/>
          </p:nvSpPr>
          <p:spPr bwMode="auto">
            <a:xfrm>
              <a:off x="156" y="1308"/>
              <a:ext cx="1209" cy="1120"/>
            </a:xfrm>
            <a:custGeom>
              <a:avLst/>
              <a:gdLst>
                <a:gd name="T0" fmla="*/ 345 w 1656"/>
                <a:gd name="T1" fmla="*/ 140 h 1658"/>
                <a:gd name="T2" fmla="*/ 465 w 1656"/>
                <a:gd name="T3" fmla="*/ 100 h 1658"/>
                <a:gd name="T4" fmla="*/ 525 w 1656"/>
                <a:gd name="T5" fmla="*/ 60 h 1658"/>
                <a:gd name="T6" fmla="*/ 725 w 1656"/>
                <a:gd name="T7" fmla="*/ 0 h 1658"/>
                <a:gd name="T8" fmla="*/ 1405 w 1656"/>
                <a:gd name="T9" fmla="*/ 220 h 1658"/>
                <a:gd name="T10" fmla="*/ 1645 w 1656"/>
                <a:gd name="T11" fmla="*/ 660 h 1658"/>
                <a:gd name="T12" fmla="*/ 1645 w 1656"/>
                <a:gd name="T13" fmla="*/ 1020 h 1658"/>
                <a:gd name="T14" fmla="*/ 1525 w 1656"/>
                <a:gd name="T15" fmla="*/ 1300 h 1658"/>
                <a:gd name="T16" fmla="*/ 1465 w 1656"/>
                <a:gd name="T17" fmla="*/ 1400 h 1658"/>
                <a:gd name="T18" fmla="*/ 1265 w 1656"/>
                <a:gd name="T19" fmla="*/ 1520 h 1658"/>
                <a:gd name="T20" fmla="*/ 825 w 1656"/>
                <a:gd name="T21" fmla="*/ 1600 h 1658"/>
                <a:gd name="T22" fmla="*/ 545 w 1656"/>
                <a:gd name="T23" fmla="*/ 1620 h 1658"/>
                <a:gd name="T24" fmla="*/ 305 w 1656"/>
                <a:gd name="T25" fmla="*/ 1500 h 1658"/>
                <a:gd name="T26" fmla="*/ 185 w 1656"/>
                <a:gd name="T27" fmla="*/ 1440 h 1658"/>
                <a:gd name="T28" fmla="*/ 25 w 1656"/>
                <a:gd name="T29" fmla="*/ 1060 h 1658"/>
                <a:gd name="T30" fmla="*/ 5 w 1656"/>
                <a:gd name="T31" fmla="*/ 880 h 1658"/>
                <a:gd name="T32" fmla="*/ 25 w 1656"/>
                <a:gd name="T33" fmla="*/ 580 h 1658"/>
                <a:gd name="T34" fmla="*/ 345 w 1656"/>
                <a:gd name="T35" fmla="*/ 140 h 16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656" h="1658">
                  <a:moveTo>
                    <a:pt x="345" y="140"/>
                  </a:moveTo>
                  <a:cubicBezTo>
                    <a:pt x="385" y="127"/>
                    <a:pt x="430" y="123"/>
                    <a:pt x="465" y="100"/>
                  </a:cubicBezTo>
                  <a:cubicBezTo>
                    <a:pt x="485" y="87"/>
                    <a:pt x="503" y="70"/>
                    <a:pt x="525" y="60"/>
                  </a:cubicBezTo>
                  <a:cubicBezTo>
                    <a:pt x="588" y="32"/>
                    <a:pt x="659" y="17"/>
                    <a:pt x="725" y="0"/>
                  </a:cubicBezTo>
                  <a:cubicBezTo>
                    <a:pt x="1171" y="16"/>
                    <a:pt x="1132" y="152"/>
                    <a:pt x="1405" y="220"/>
                  </a:cubicBezTo>
                  <a:cubicBezTo>
                    <a:pt x="1597" y="348"/>
                    <a:pt x="1579" y="463"/>
                    <a:pt x="1645" y="660"/>
                  </a:cubicBezTo>
                  <a:cubicBezTo>
                    <a:pt x="1638" y="847"/>
                    <a:pt x="1656" y="834"/>
                    <a:pt x="1645" y="1020"/>
                  </a:cubicBezTo>
                  <a:cubicBezTo>
                    <a:pt x="1643" y="1054"/>
                    <a:pt x="1548" y="1275"/>
                    <a:pt x="1525" y="1300"/>
                  </a:cubicBezTo>
                  <a:cubicBezTo>
                    <a:pt x="1489" y="1340"/>
                    <a:pt x="1510" y="1370"/>
                    <a:pt x="1465" y="1400"/>
                  </a:cubicBezTo>
                  <a:cubicBezTo>
                    <a:pt x="1410" y="1437"/>
                    <a:pt x="1326" y="1493"/>
                    <a:pt x="1265" y="1520"/>
                  </a:cubicBezTo>
                  <a:cubicBezTo>
                    <a:pt x="1209" y="1545"/>
                    <a:pt x="844" y="1597"/>
                    <a:pt x="825" y="1600"/>
                  </a:cubicBezTo>
                  <a:cubicBezTo>
                    <a:pt x="446" y="1658"/>
                    <a:pt x="845" y="1640"/>
                    <a:pt x="545" y="1620"/>
                  </a:cubicBezTo>
                  <a:cubicBezTo>
                    <a:pt x="476" y="1643"/>
                    <a:pt x="389" y="1542"/>
                    <a:pt x="305" y="1500"/>
                  </a:cubicBezTo>
                  <a:cubicBezTo>
                    <a:pt x="267" y="1481"/>
                    <a:pt x="188" y="1449"/>
                    <a:pt x="185" y="1440"/>
                  </a:cubicBezTo>
                  <a:cubicBezTo>
                    <a:pt x="149" y="1333"/>
                    <a:pt x="87" y="1154"/>
                    <a:pt x="25" y="1060"/>
                  </a:cubicBezTo>
                  <a:cubicBezTo>
                    <a:pt x="0" y="961"/>
                    <a:pt x="25" y="980"/>
                    <a:pt x="5" y="880"/>
                  </a:cubicBezTo>
                  <a:cubicBezTo>
                    <a:pt x="12" y="733"/>
                    <a:pt x="13" y="726"/>
                    <a:pt x="25" y="580"/>
                  </a:cubicBezTo>
                  <a:cubicBezTo>
                    <a:pt x="41" y="381"/>
                    <a:pt x="196" y="190"/>
                    <a:pt x="345" y="140"/>
                  </a:cubicBezTo>
                  <a:close/>
                </a:path>
              </a:pathLst>
            </a:custGeom>
            <a:gradFill rotWithShape="0">
              <a:gsLst>
                <a:gs pos="0">
                  <a:srgbClr val="FFFF99"/>
                </a:gs>
                <a:gs pos="100000">
                  <a:srgbClr val="FFCC99"/>
                </a:gs>
              </a:gsLst>
              <a:path path="rect">
                <a:fillToRect l="50000" t="50000" r="50000" b="50000"/>
              </a:path>
            </a:gradFill>
            <a:ln w="28575" cmpd="sng">
              <a:solidFill>
                <a:srgbClr val="000000"/>
              </a:solidFill>
              <a:round/>
              <a:headEnd/>
              <a:tailEnd/>
            </a:ln>
            <a:effectLst>
              <a:outerShdw dist="107763" dir="2700000" algn="ctr" rotWithShape="0">
                <a:srgbClr val="808080"/>
              </a:outerShdw>
            </a:effectLst>
          </p:spPr>
          <p:txBody>
            <a:bodyPr/>
            <a:lstStyle/>
            <a:p>
              <a:endParaRPr lang="zh-CN" altLang="en-US"/>
            </a:p>
          </p:txBody>
        </p:sp>
        <p:sp>
          <p:nvSpPr>
            <p:cNvPr id="71" name="Text Box 6"/>
            <p:cNvSpPr txBox="1">
              <a:spLocks noChangeAspect="1" noChangeArrowheads="1"/>
            </p:cNvSpPr>
            <p:nvPr/>
          </p:nvSpPr>
          <p:spPr bwMode="auto">
            <a:xfrm>
              <a:off x="812" y="1324"/>
              <a:ext cx="328" cy="35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a:solidFill>
                    <a:srgbClr val="000000"/>
                  </a:solidFill>
                  <a:miter lim="800000"/>
                  <a:headEnd/>
                  <a:tailEnd type="none" w="sm"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just"/>
              <a:r>
                <a:rPr lang="en-US" altLang="zh-CN" b="1" i="1">
                  <a:solidFill>
                    <a:srgbClr val="FF0000"/>
                  </a:solidFill>
                  <a:ea typeface="宋体" panose="02010600030101010101" pitchFamily="2" charset="-122"/>
                </a:rPr>
                <a:t>F</a:t>
              </a:r>
              <a:r>
                <a:rPr lang="en-US" altLang="zh-CN" baseline="-25000">
                  <a:solidFill>
                    <a:srgbClr val="FF0000"/>
                  </a:solidFill>
                  <a:ea typeface="宋体" panose="02010600030101010101" pitchFamily="2" charset="-122"/>
                </a:rPr>
                <a:t>1</a:t>
              </a:r>
            </a:p>
          </p:txBody>
        </p:sp>
        <p:sp>
          <p:nvSpPr>
            <p:cNvPr id="72" name="Text Box 7"/>
            <p:cNvSpPr txBox="1">
              <a:spLocks noChangeAspect="1" noChangeArrowheads="1"/>
            </p:cNvSpPr>
            <p:nvPr/>
          </p:nvSpPr>
          <p:spPr bwMode="auto">
            <a:xfrm>
              <a:off x="1382" y="1562"/>
              <a:ext cx="400" cy="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r>
                <a:rPr lang="en-US" altLang="zh-CN" b="1" i="1">
                  <a:solidFill>
                    <a:srgbClr val="FF0000"/>
                  </a:solidFill>
                  <a:ea typeface="宋体" panose="02010600030101010101" pitchFamily="2" charset="-122"/>
                </a:rPr>
                <a:t>F</a:t>
              </a:r>
              <a:r>
                <a:rPr lang="en-US" altLang="zh-CN" baseline="-25000">
                  <a:solidFill>
                    <a:srgbClr val="FF0000"/>
                  </a:solidFill>
                  <a:ea typeface="宋体" panose="02010600030101010101" pitchFamily="2" charset="-122"/>
                </a:rPr>
                <a:t>2</a:t>
              </a:r>
            </a:p>
          </p:txBody>
        </p:sp>
        <p:sp>
          <p:nvSpPr>
            <p:cNvPr id="73" name="Line 8"/>
            <p:cNvSpPr>
              <a:spLocks noChangeAspect="1" noChangeShapeType="1"/>
            </p:cNvSpPr>
            <p:nvPr/>
          </p:nvSpPr>
          <p:spPr bwMode="auto">
            <a:xfrm flipH="1" flipV="1">
              <a:off x="767" y="1388"/>
              <a:ext cx="272" cy="384"/>
            </a:xfrm>
            <a:prstGeom prst="line">
              <a:avLst/>
            </a:prstGeom>
            <a:noFill/>
            <a:ln w="38100">
              <a:solidFill>
                <a:srgbClr val="FF00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74" name="Line 9"/>
            <p:cNvSpPr>
              <a:spLocks noChangeAspect="1" noChangeShapeType="1"/>
            </p:cNvSpPr>
            <p:nvPr/>
          </p:nvSpPr>
          <p:spPr bwMode="auto">
            <a:xfrm flipH="1">
              <a:off x="154" y="1756"/>
              <a:ext cx="192" cy="576"/>
            </a:xfrm>
            <a:prstGeom prst="line">
              <a:avLst/>
            </a:prstGeom>
            <a:noFill/>
            <a:ln w="38100">
              <a:solidFill>
                <a:srgbClr val="FF00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75" name="Text Box 10"/>
            <p:cNvSpPr txBox="1">
              <a:spLocks noChangeAspect="1" noChangeArrowheads="1"/>
            </p:cNvSpPr>
            <p:nvPr/>
          </p:nvSpPr>
          <p:spPr bwMode="auto">
            <a:xfrm>
              <a:off x="958" y="1588"/>
              <a:ext cx="240" cy="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r>
                <a:rPr lang="en-US" altLang="zh-CN" sz="3200">
                  <a:solidFill>
                    <a:srgbClr val="FF6600"/>
                  </a:solidFill>
                  <a:ea typeface="宋体" panose="02010600030101010101" pitchFamily="2" charset="-122"/>
                </a:rPr>
                <a:t>·</a:t>
              </a:r>
            </a:p>
          </p:txBody>
        </p:sp>
        <p:sp>
          <p:nvSpPr>
            <p:cNvPr id="76" name="Text Box 11"/>
            <p:cNvSpPr txBox="1">
              <a:spLocks noChangeAspect="1" noChangeArrowheads="1"/>
            </p:cNvSpPr>
            <p:nvPr/>
          </p:nvSpPr>
          <p:spPr bwMode="auto">
            <a:xfrm>
              <a:off x="986" y="1614"/>
              <a:ext cx="400" cy="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r>
                <a:rPr lang="en-US" altLang="zh-CN" i="1">
                  <a:solidFill>
                    <a:schemeClr val="tx1"/>
                  </a:solidFill>
                  <a:ea typeface="宋体" panose="02010600030101010101" pitchFamily="2" charset="-122"/>
                </a:rPr>
                <a:t>A</a:t>
              </a:r>
              <a:r>
                <a:rPr lang="en-US" altLang="zh-CN" baseline="-25000">
                  <a:solidFill>
                    <a:schemeClr val="tx1"/>
                  </a:solidFill>
                  <a:ea typeface="宋体" panose="02010600030101010101" pitchFamily="2" charset="-122"/>
                </a:rPr>
                <a:t>1</a:t>
              </a:r>
            </a:p>
          </p:txBody>
        </p:sp>
        <p:sp>
          <p:nvSpPr>
            <p:cNvPr id="77" name="Text Box 12"/>
            <p:cNvSpPr txBox="1">
              <a:spLocks noChangeAspect="1" noChangeArrowheads="1"/>
            </p:cNvSpPr>
            <p:nvPr/>
          </p:nvSpPr>
          <p:spPr bwMode="auto">
            <a:xfrm>
              <a:off x="640" y="2096"/>
              <a:ext cx="400" cy="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r>
                <a:rPr lang="en-US" altLang="zh-CN" i="1">
                  <a:solidFill>
                    <a:schemeClr val="tx1"/>
                  </a:solidFill>
                  <a:ea typeface="宋体" panose="02010600030101010101" pitchFamily="2" charset="-122"/>
                </a:rPr>
                <a:t>A</a:t>
              </a:r>
              <a:r>
                <a:rPr lang="en-US" altLang="zh-CN" baseline="-25000">
                  <a:solidFill>
                    <a:schemeClr val="tx1"/>
                  </a:solidFill>
                  <a:ea typeface="宋体" panose="02010600030101010101" pitchFamily="2" charset="-122"/>
                </a:rPr>
                <a:t>2</a:t>
              </a:r>
            </a:p>
          </p:txBody>
        </p:sp>
        <p:sp>
          <p:nvSpPr>
            <p:cNvPr id="78" name="Text Box 13"/>
            <p:cNvSpPr txBox="1">
              <a:spLocks noChangeAspect="1" noChangeArrowheads="1"/>
            </p:cNvSpPr>
            <p:nvPr/>
          </p:nvSpPr>
          <p:spPr bwMode="auto">
            <a:xfrm>
              <a:off x="168" y="1480"/>
              <a:ext cx="340" cy="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r>
                <a:rPr lang="en-US" altLang="zh-CN" i="1">
                  <a:solidFill>
                    <a:schemeClr val="tx1"/>
                  </a:solidFill>
                  <a:ea typeface="宋体" panose="02010600030101010101" pitchFamily="2" charset="-122"/>
                </a:rPr>
                <a:t>A</a:t>
              </a:r>
              <a:r>
                <a:rPr lang="en-US" altLang="zh-CN" i="1" baseline="-25000">
                  <a:solidFill>
                    <a:schemeClr val="tx1"/>
                  </a:solidFill>
                  <a:ea typeface="宋体" panose="02010600030101010101" pitchFamily="2" charset="-122"/>
                </a:rPr>
                <a:t>n</a:t>
              </a:r>
            </a:p>
          </p:txBody>
        </p:sp>
        <p:sp>
          <p:nvSpPr>
            <p:cNvPr id="79" name="Text Box 14"/>
            <p:cNvSpPr txBox="1">
              <a:spLocks noChangeAspect="1" noChangeArrowheads="1"/>
            </p:cNvSpPr>
            <p:nvPr/>
          </p:nvSpPr>
          <p:spPr bwMode="auto">
            <a:xfrm>
              <a:off x="228" y="2064"/>
              <a:ext cx="348" cy="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r>
                <a:rPr lang="en-US" altLang="zh-CN" b="1" i="1">
                  <a:solidFill>
                    <a:srgbClr val="FF0000"/>
                  </a:solidFill>
                  <a:ea typeface="宋体" panose="02010600030101010101" pitchFamily="2" charset="-122"/>
                </a:rPr>
                <a:t>F</a:t>
              </a:r>
              <a:r>
                <a:rPr lang="en-US" altLang="zh-CN" i="1" baseline="-25000">
                  <a:solidFill>
                    <a:srgbClr val="FF0000"/>
                  </a:solidFill>
                  <a:ea typeface="宋体" panose="02010600030101010101" pitchFamily="2" charset="-122"/>
                </a:rPr>
                <a:t>n</a:t>
              </a:r>
            </a:p>
          </p:txBody>
        </p:sp>
        <p:sp>
          <p:nvSpPr>
            <p:cNvPr id="80" name="Line 15"/>
            <p:cNvSpPr>
              <a:spLocks noChangeAspect="1" noChangeShapeType="1"/>
            </p:cNvSpPr>
            <p:nvPr/>
          </p:nvSpPr>
          <p:spPr bwMode="auto">
            <a:xfrm flipV="1">
              <a:off x="748" y="1772"/>
              <a:ext cx="1024" cy="400"/>
            </a:xfrm>
            <a:prstGeom prst="line">
              <a:avLst/>
            </a:prstGeom>
            <a:noFill/>
            <a:ln w="38100">
              <a:solidFill>
                <a:srgbClr val="FF00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81" name="Text Box 16"/>
            <p:cNvSpPr txBox="1">
              <a:spLocks noChangeAspect="1" noChangeArrowheads="1"/>
            </p:cNvSpPr>
            <p:nvPr/>
          </p:nvSpPr>
          <p:spPr bwMode="auto">
            <a:xfrm>
              <a:off x="262" y="1582"/>
              <a:ext cx="240" cy="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r>
                <a:rPr lang="en-US" altLang="zh-CN" sz="3200">
                  <a:solidFill>
                    <a:srgbClr val="FF0000"/>
                  </a:solidFill>
                  <a:ea typeface="宋体" panose="02010600030101010101" pitchFamily="2" charset="-122"/>
                </a:rPr>
                <a:t>·</a:t>
              </a:r>
            </a:p>
          </p:txBody>
        </p:sp>
        <p:sp>
          <p:nvSpPr>
            <p:cNvPr id="82" name="Text Box 17"/>
            <p:cNvSpPr txBox="1">
              <a:spLocks noChangeAspect="1" noChangeArrowheads="1"/>
            </p:cNvSpPr>
            <p:nvPr/>
          </p:nvSpPr>
          <p:spPr bwMode="auto">
            <a:xfrm>
              <a:off x="670" y="1984"/>
              <a:ext cx="240" cy="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r>
                <a:rPr lang="en-US" altLang="zh-CN" sz="3200">
                  <a:solidFill>
                    <a:srgbClr val="FF6600"/>
                  </a:solidFill>
                  <a:ea typeface="宋体" panose="02010600030101010101" pitchFamily="2" charset="-122"/>
                </a:rPr>
                <a:t>·</a:t>
              </a:r>
            </a:p>
          </p:txBody>
        </p:sp>
      </p:grpSp>
      <p:grpSp>
        <p:nvGrpSpPr>
          <p:cNvPr id="83" name="Group 18"/>
          <p:cNvGrpSpPr>
            <a:grpSpLocks/>
          </p:cNvGrpSpPr>
          <p:nvPr/>
        </p:nvGrpSpPr>
        <p:grpSpPr bwMode="auto">
          <a:xfrm>
            <a:off x="8455150" y="1776650"/>
            <a:ext cx="2335212" cy="2349500"/>
            <a:chOff x="4145" y="980"/>
            <a:chExt cx="1471" cy="1480"/>
          </a:xfrm>
        </p:grpSpPr>
        <p:sp>
          <p:nvSpPr>
            <p:cNvPr id="84" name="Freeform 19"/>
            <p:cNvSpPr>
              <a:spLocks noChangeAspect="1"/>
            </p:cNvSpPr>
            <p:nvPr/>
          </p:nvSpPr>
          <p:spPr bwMode="auto">
            <a:xfrm>
              <a:off x="4145" y="1340"/>
              <a:ext cx="1209" cy="1120"/>
            </a:xfrm>
            <a:custGeom>
              <a:avLst/>
              <a:gdLst>
                <a:gd name="T0" fmla="*/ 345 w 1656"/>
                <a:gd name="T1" fmla="*/ 140 h 1658"/>
                <a:gd name="T2" fmla="*/ 465 w 1656"/>
                <a:gd name="T3" fmla="*/ 100 h 1658"/>
                <a:gd name="T4" fmla="*/ 525 w 1656"/>
                <a:gd name="T5" fmla="*/ 60 h 1658"/>
                <a:gd name="T6" fmla="*/ 725 w 1656"/>
                <a:gd name="T7" fmla="*/ 0 h 1658"/>
                <a:gd name="T8" fmla="*/ 1405 w 1656"/>
                <a:gd name="T9" fmla="*/ 220 h 1658"/>
                <a:gd name="T10" fmla="*/ 1645 w 1656"/>
                <a:gd name="T11" fmla="*/ 660 h 1658"/>
                <a:gd name="T12" fmla="*/ 1645 w 1656"/>
                <a:gd name="T13" fmla="*/ 1020 h 1658"/>
                <a:gd name="T14" fmla="*/ 1525 w 1656"/>
                <a:gd name="T15" fmla="*/ 1300 h 1658"/>
                <a:gd name="T16" fmla="*/ 1465 w 1656"/>
                <a:gd name="T17" fmla="*/ 1400 h 1658"/>
                <a:gd name="T18" fmla="*/ 1265 w 1656"/>
                <a:gd name="T19" fmla="*/ 1520 h 1658"/>
                <a:gd name="T20" fmla="*/ 825 w 1656"/>
                <a:gd name="T21" fmla="*/ 1600 h 1658"/>
                <a:gd name="T22" fmla="*/ 545 w 1656"/>
                <a:gd name="T23" fmla="*/ 1620 h 1658"/>
                <a:gd name="T24" fmla="*/ 305 w 1656"/>
                <a:gd name="T25" fmla="*/ 1500 h 1658"/>
                <a:gd name="T26" fmla="*/ 185 w 1656"/>
                <a:gd name="T27" fmla="*/ 1440 h 1658"/>
                <a:gd name="T28" fmla="*/ 25 w 1656"/>
                <a:gd name="T29" fmla="*/ 1060 h 1658"/>
                <a:gd name="T30" fmla="*/ 5 w 1656"/>
                <a:gd name="T31" fmla="*/ 880 h 1658"/>
                <a:gd name="T32" fmla="*/ 25 w 1656"/>
                <a:gd name="T33" fmla="*/ 580 h 1658"/>
                <a:gd name="T34" fmla="*/ 345 w 1656"/>
                <a:gd name="T35" fmla="*/ 140 h 16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656" h="1658">
                  <a:moveTo>
                    <a:pt x="345" y="140"/>
                  </a:moveTo>
                  <a:cubicBezTo>
                    <a:pt x="385" y="127"/>
                    <a:pt x="430" y="123"/>
                    <a:pt x="465" y="100"/>
                  </a:cubicBezTo>
                  <a:cubicBezTo>
                    <a:pt x="485" y="87"/>
                    <a:pt x="503" y="70"/>
                    <a:pt x="525" y="60"/>
                  </a:cubicBezTo>
                  <a:cubicBezTo>
                    <a:pt x="588" y="32"/>
                    <a:pt x="659" y="17"/>
                    <a:pt x="725" y="0"/>
                  </a:cubicBezTo>
                  <a:cubicBezTo>
                    <a:pt x="1171" y="16"/>
                    <a:pt x="1132" y="152"/>
                    <a:pt x="1405" y="220"/>
                  </a:cubicBezTo>
                  <a:cubicBezTo>
                    <a:pt x="1597" y="348"/>
                    <a:pt x="1579" y="463"/>
                    <a:pt x="1645" y="660"/>
                  </a:cubicBezTo>
                  <a:cubicBezTo>
                    <a:pt x="1638" y="847"/>
                    <a:pt x="1656" y="834"/>
                    <a:pt x="1645" y="1020"/>
                  </a:cubicBezTo>
                  <a:cubicBezTo>
                    <a:pt x="1643" y="1054"/>
                    <a:pt x="1548" y="1275"/>
                    <a:pt x="1525" y="1300"/>
                  </a:cubicBezTo>
                  <a:cubicBezTo>
                    <a:pt x="1489" y="1340"/>
                    <a:pt x="1510" y="1370"/>
                    <a:pt x="1465" y="1400"/>
                  </a:cubicBezTo>
                  <a:cubicBezTo>
                    <a:pt x="1410" y="1437"/>
                    <a:pt x="1326" y="1493"/>
                    <a:pt x="1265" y="1520"/>
                  </a:cubicBezTo>
                  <a:cubicBezTo>
                    <a:pt x="1209" y="1545"/>
                    <a:pt x="844" y="1597"/>
                    <a:pt x="825" y="1600"/>
                  </a:cubicBezTo>
                  <a:cubicBezTo>
                    <a:pt x="446" y="1658"/>
                    <a:pt x="845" y="1640"/>
                    <a:pt x="545" y="1620"/>
                  </a:cubicBezTo>
                  <a:cubicBezTo>
                    <a:pt x="476" y="1643"/>
                    <a:pt x="389" y="1542"/>
                    <a:pt x="305" y="1500"/>
                  </a:cubicBezTo>
                  <a:cubicBezTo>
                    <a:pt x="267" y="1481"/>
                    <a:pt x="188" y="1449"/>
                    <a:pt x="185" y="1440"/>
                  </a:cubicBezTo>
                  <a:cubicBezTo>
                    <a:pt x="149" y="1333"/>
                    <a:pt x="87" y="1154"/>
                    <a:pt x="25" y="1060"/>
                  </a:cubicBezTo>
                  <a:cubicBezTo>
                    <a:pt x="0" y="961"/>
                    <a:pt x="25" y="980"/>
                    <a:pt x="5" y="880"/>
                  </a:cubicBezTo>
                  <a:cubicBezTo>
                    <a:pt x="12" y="733"/>
                    <a:pt x="13" y="726"/>
                    <a:pt x="25" y="580"/>
                  </a:cubicBezTo>
                  <a:cubicBezTo>
                    <a:pt x="41" y="381"/>
                    <a:pt x="196" y="190"/>
                    <a:pt x="345" y="140"/>
                  </a:cubicBezTo>
                  <a:close/>
                </a:path>
              </a:pathLst>
            </a:custGeom>
            <a:gradFill rotWithShape="0">
              <a:gsLst>
                <a:gs pos="0">
                  <a:srgbClr val="FFFF99"/>
                </a:gs>
                <a:gs pos="100000">
                  <a:srgbClr val="FFCC99"/>
                </a:gs>
              </a:gsLst>
              <a:path path="rect">
                <a:fillToRect l="50000" t="50000" r="50000" b="50000"/>
              </a:path>
            </a:gradFill>
            <a:ln w="28575" cap="flat" cmpd="sng">
              <a:solidFill>
                <a:srgbClr val="000000"/>
              </a:solidFill>
              <a:prstDash val="solid"/>
              <a:round/>
              <a:headEnd type="none" w="med" len="med"/>
              <a:tailEnd type="none" w="med" len="med"/>
            </a:ln>
            <a:effectLst>
              <a:outerShdw dist="107763" dir="2700000" algn="ctr" rotWithShape="0">
                <a:srgbClr val="808080"/>
              </a:outerShdw>
            </a:effectLst>
          </p:spPr>
          <p:txBody>
            <a:bodyPr/>
            <a:lstStyle/>
            <a:p>
              <a:endParaRPr lang="zh-CN" altLang="en-US"/>
            </a:p>
          </p:txBody>
        </p:sp>
        <p:sp>
          <p:nvSpPr>
            <p:cNvPr id="85" name="Line 20"/>
            <p:cNvSpPr>
              <a:spLocks noChangeAspect="1" noChangeShapeType="1"/>
            </p:cNvSpPr>
            <p:nvPr/>
          </p:nvSpPr>
          <p:spPr bwMode="auto">
            <a:xfrm>
              <a:off x="4632" y="1996"/>
              <a:ext cx="984" cy="0"/>
            </a:xfrm>
            <a:prstGeom prst="line">
              <a:avLst/>
            </a:prstGeom>
            <a:noFill/>
            <a:ln w="6350">
              <a:solidFill>
                <a:srgbClr val="000000"/>
              </a:solidFill>
              <a:round/>
              <a:headEn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86" name="Line 21"/>
            <p:cNvSpPr>
              <a:spLocks noChangeAspect="1" noChangeShapeType="1"/>
            </p:cNvSpPr>
            <p:nvPr/>
          </p:nvSpPr>
          <p:spPr bwMode="auto">
            <a:xfrm flipV="1">
              <a:off x="4641" y="1100"/>
              <a:ext cx="0" cy="896"/>
            </a:xfrm>
            <a:prstGeom prst="line">
              <a:avLst/>
            </a:prstGeom>
            <a:noFill/>
            <a:ln w="6350">
              <a:solidFill>
                <a:srgbClr val="000000"/>
              </a:solidFill>
              <a:round/>
              <a:headEn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87" name="Text Box 22"/>
            <p:cNvSpPr txBox="1">
              <a:spLocks noChangeAspect="1" noChangeArrowheads="1"/>
            </p:cNvSpPr>
            <p:nvPr/>
          </p:nvSpPr>
          <p:spPr bwMode="auto">
            <a:xfrm>
              <a:off x="5401" y="1924"/>
              <a:ext cx="191" cy="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r>
                <a:rPr lang="en-US" altLang="zh-CN" i="1">
                  <a:solidFill>
                    <a:schemeClr val="tx1"/>
                  </a:solidFill>
                  <a:ea typeface="宋体" panose="02010600030101010101" pitchFamily="2" charset="-122"/>
                </a:rPr>
                <a:t>x</a:t>
              </a:r>
            </a:p>
          </p:txBody>
        </p:sp>
        <p:sp>
          <p:nvSpPr>
            <p:cNvPr id="88" name="Text Box 23"/>
            <p:cNvSpPr txBox="1">
              <a:spLocks noChangeAspect="1" noChangeArrowheads="1"/>
            </p:cNvSpPr>
            <p:nvPr/>
          </p:nvSpPr>
          <p:spPr bwMode="auto">
            <a:xfrm>
              <a:off x="4649" y="980"/>
              <a:ext cx="300" cy="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r>
                <a:rPr lang="en-US" altLang="zh-CN" i="1">
                  <a:solidFill>
                    <a:schemeClr val="tx1"/>
                  </a:solidFill>
                  <a:ea typeface="宋体" panose="02010600030101010101" pitchFamily="2" charset="-122"/>
                </a:rPr>
                <a:t>y</a:t>
              </a:r>
            </a:p>
          </p:txBody>
        </p:sp>
        <p:sp>
          <p:nvSpPr>
            <p:cNvPr id="89" name="Text Box 24"/>
            <p:cNvSpPr txBox="1">
              <a:spLocks noChangeAspect="1" noChangeArrowheads="1"/>
            </p:cNvSpPr>
            <p:nvPr/>
          </p:nvSpPr>
          <p:spPr bwMode="auto">
            <a:xfrm>
              <a:off x="4441" y="1888"/>
              <a:ext cx="384" cy="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r>
                <a:rPr lang="en-US" altLang="zh-CN" i="1">
                  <a:solidFill>
                    <a:schemeClr val="tx1"/>
                  </a:solidFill>
                  <a:ea typeface="宋体" panose="02010600030101010101" pitchFamily="2" charset="-122"/>
                </a:rPr>
                <a:t>O</a:t>
              </a:r>
            </a:p>
          </p:txBody>
        </p:sp>
        <p:sp>
          <p:nvSpPr>
            <p:cNvPr id="90" name="Text Box 25"/>
            <p:cNvSpPr txBox="1">
              <a:spLocks noChangeAspect="1" noChangeArrowheads="1"/>
            </p:cNvSpPr>
            <p:nvPr/>
          </p:nvSpPr>
          <p:spPr bwMode="auto">
            <a:xfrm>
              <a:off x="4546" y="1804"/>
              <a:ext cx="240" cy="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r>
                <a:rPr lang="en-US" altLang="zh-CN" sz="3200">
                  <a:solidFill>
                    <a:srgbClr val="FF6600"/>
                  </a:solidFill>
                  <a:ea typeface="宋体" panose="02010600030101010101" pitchFamily="2" charset="-122"/>
                </a:rPr>
                <a:t>·</a:t>
              </a:r>
            </a:p>
          </p:txBody>
        </p:sp>
      </p:grpSp>
      <p:grpSp>
        <p:nvGrpSpPr>
          <p:cNvPr id="91" name="Group 26"/>
          <p:cNvGrpSpPr>
            <a:grpSpLocks/>
          </p:cNvGrpSpPr>
          <p:nvPr/>
        </p:nvGrpSpPr>
        <p:grpSpPr bwMode="auto">
          <a:xfrm>
            <a:off x="5278562" y="1725850"/>
            <a:ext cx="2795588" cy="2349500"/>
            <a:chOff x="2144" y="948"/>
            <a:chExt cx="1761" cy="1480"/>
          </a:xfrm>
        </p:grpSpPr>
        <p:sp>
          <p:nvSpPr>
            <p:cNvPr id="92" name="Freeform 27"/>
            <p:cNvSpPr>
              <a:spLocks noChangeAspect="1"/>
            </p:cNvSpPr>
            <p:nvPr/>
          </p:nvSpPr>
          <p:spPr bwMode="auto">
            <a:xfrm>
              <a:off x="2144" y="1308"/>
              <a:ext cx="1209" cy="1120"/>
            </a:xfrm>
            <a:custGeom>
              <a:avLst/>
              <a:gdLst>
                <a:gd name="T0" fmla="*/ 345 w 1656"/>
                <a:gd name="T1" fmla="*/ 140 h 1658"/>
                <a:gd name="T2" fmla="*/ 465 w 1656"/>
                <a:gd name="T3" fmla="*/ 100 h 1658"/>
                <a:gd name="T4" fmla="*/ 525 w 1656"/>
                <a:gd name="T5" fmla="*/ 60 h 1658"/>
                <a:gd name="T6" fmla="*/ 725 w 1656"/>
                <a:gd name="T7" fmla="*/ 0 h 1658"/>
                <a:gd name="T8" fmla="*/ 1405 w 1656"/>
                <a:gd name="T9" fmla="*/ 220 h 1658"/>
                <a:gd name="T10" fmla="*/ 1645 w 1656"/>
                <a:gd name="T11" fmla="*/ 660 h 1658"/>
                <a:gd name="T12" fmla="*/ 1645 w 1656"/>
                <a:gd name="T13" fmla="*/ 1020 h 1658"/>
                <a:gd name="T14" fmla="*/ 1525 w 1656"/>
                <a:gd name="T15" fmla="*/ 1300 h 1658"/>
                <a:gd name="T16" fmla="*/ 1465 w 1656"/>
                <a:gd name="T17" fmla="*/ 1400 h 1658"/>
                <a:gd name="T18" fmla="*/ 1265 w 1656"/>
                <a:gd name="T19" fmla="*/ 1520 h 1658"/>
                <a:gd name="T20" fmla="*/ 825 w 1656"/>
                <a:gd name="T21" fmla="*/ 1600 h 1658"/>
                <a:gd name="T22" fmla="*/ 545 w 1656"/>
                <a:gd name="T23" fmla="*/ 1620 h 1658"/>
                <a:gd name="T24" fmla="*/ 305 w 1656"/>
                <a:gd name="T25" fmla="*/ 1500 h 1658"/>
                <a:gd name="T26" fmla="*/ 185 w 1656"/>
                <a:gd name="T27" fmla="*/ 1440 h 1658"/>
                <a:gd name="T28" fmla="*/ 25 w 1656"/>
                <a:gd name="T29" fmla="*/ 1060 h 1658"/>
                <a:gd name="T30" fmla="*/ 5 w 1656"/>
                <a:gd name="T31" fmla="*/ 880 h 1658"/>
                <a:gd name="T32" fmla="*/ 25 w 1656"/>
                <a:gd name="T33" fmla="*/ 580 h 1658"/>
                <a:gd name="T34" fmla="*/ 345 w 1656"/>
                <a:gd name="T35" fmla="*/ 140 h 16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656" h="1658">
                  <a:moveTo>
                    <a:pt x="345" y="140"/>
                  </a:moveTo>
                  <a:cubicBezTo>
                    <a:pt x="385" y="127"/>
                    <a:pt x="430" y="123"/>
                    <a:pt x="465" y="100"/>
                  </a:cubicBezTo>
                  <a:cubicBezTo>
                    <a:pt x="485" y="87"/>
                    <a:pt x="503" y="70"/>
                    <a:pt x="525" y="60"/>
                  </a:cubicBezTo>
                  <a:cubicBezTo>
                    <a:pt x="588" y="32"/>
                    <a:pt x="659" y="17"/>
                    <a:pt x="725" y="0"/>
                  </a:cubicBezTo>
                  <a:cubicBezTo>
                    <a:pt x="1171" y="16"/>
                    <a:pt x="1132" y="152"/>
                    <a:pt x="1405" y="220"/>
                  </a:cubicBezTo>
                  <a:cubicBezTo>
                    <a:pt x="1597" y="348"/>
                    <a:pt x="1579" y="463"/>
                    <a:pt x="1645" y="660"/>
                  </a:cubicBezTo>
                  <a:cubicBezTo>
                    <a:pt x="1638" y="847"/>
                    <a:pt x="1656" y="834"/>
                    <a:pt x="1645" y="1020"/>
                  </a:cubicBezTo>
                  <a:cubicBezTo>
                    <a:pt x="1643" y="1054"/>
                    <a:pt x="1548" y="1275"/>
                    <a:pt x="1525" y="1300"/>
                  </a:cubicBezTo>
                  <a:cubicBezTo>
                    <a:pt x="1489" y="1340"/>
                    <a:pt x="1510" y="1370"/>
                    <a:pt x="1465" y="1400"/>
                  </a:cubicBezTo>
                  <a:cubicBezTo>
                    <a:pt x="1410" y="1437"/>
                    <a:pt x="1326" y="1493"/>
                    <a:pt x="1265" y="1520"/>
                  </a:cubicBezTo>
                  <a:cubicBezTo>
                    <a:pt x="1209" y="1545"/>
                    <a:pt x="844" y="1597"/>
                    <a:pt x="825" y="1600"/>
                  </a:cubicBezTo>
                  <a:cubicBezTo>
                    <a:pt x="446" y="1658"/>
                    <a:pt x="845" y="1640"/>
                    <a:pt x="545" y="1620"/>
                  </a:cubicBezTo>
                  <a:cubicBezTo>
                    <a:pt x="476" y="1643"/>
                    <a:pt x="389" y="1542"/>
                    <a:pt x="305" y="1500"/>
                  </a:cubicBezTo>
                  <a:cubicBezTo>
                    <a:pt x="267" y="1481"/>
                    <a:pt x="188" y="1449"/>
                    <a:pt x="185" y="1440"/>
                  </a:cubicBezTo>
                  <a:cubicBezTo>
                    <a:pt x="149" y="1333"/>
                    <a:pt x="87" y="1154"/>
                    <a:pt x="25" y="1060"/>
                  </a:cubicBezTo>
                  <a:cubicBezTo>
                    <a:pt x="0" y="961"/>
                    <a:pt x="25" y="980"/>
                    <a:pt x="5" y="880"/>
                  </a:cubicBezTo>
                  <a:cubicBezTo>
                    <a:pt x="12" y="733"/>
                    <a:pt x="13" y="726"/>
                    <a:pt x="25" y="580"/>
                  </a:cubicBezTo>
                  <a:cubicBezTo>
                    <a:pt x="41" y="381"/>
                    <a:pt x="196" y="190"/>
                    <a:pt x="345" y="140"/>
                  </a:cubicBezTo>
                  <a:close/>
                </a:path>
              </a:pathLst>
            </a:custGeom>
            <a:gradFill rotWithShape="0">
              <a:gsLst>
                <a:gs pos="0">
                  <a:srgbClr val="FFFF99"/>
                </a:gs>
                <a:gs pos="100000">
                  <a:srgbClr val="FFCC99"/>
                </a:gs>
              </a:gsLst>
              <a:path path="rect">
                <a:fillToRect l="50000" t="50000" r="50000" b="50000"/>
              </a:path>
            </a:gradFill>
            <a:ln w="28575" cap="flat" cmpd="sng">
              <a:solidFill>
                <a:srgbClr val="000000"/>
              </a:solidFill>
              <a:prstDash val="solid"/>
              <a:round/>
              <a:headEnd type="none" w="med" len="med"/>
              <a:tailEnd type="none" w="med" len="med"/>
            </a:ln>
            <a:effectLst>
              <a:outerShdw dist="107763" dir="2700000" algn="ctr" rotWithShape="0">
                <a:srgbClr val="808080"/>
              </a:outerShdw>
            </a:effectLst>
          </p:spPr>
          <p:txBody>
            <a:bodyPr/>
            <a:lstStyle/>
            <a:p>
              <a:endParaRPr lang="zh-CN" altLang="en-US"/>
            </a:p>
          </p:txBody>
        </p:sp>
        <p:sp>
          <p:nvSpPr>
            <p:cNvPr id="93" name="Line 28"/>
            <p:cNvSpPr>
              <a:spLocks noChangeAspect="1" noChangeShapeType="1"/>
            </p:cNvSpPr>
            <p:nvPr/>
          </p:nvSpPr>
          <p:spPr bwMode="auto">
            <a:xfrm>
              <a:off x="2640" y="1964"/>
              <a:ext cx="1153" cy="0"/>
            </a:xfrm>
            <a:prstGeom prst="line">
              <a:avLst/>
            </a:prstGeom>
            <a:noFill/>
            <a:ln w="6350">
              <a:solidFill>
                <a:srgbClr val="000000"/>
              </a:solidFill>
              <a:round/>
              <a:headEn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94" name="Line 29"/>
            <p:cNvSpPr>
              <a:spLocks noChangeAspect="1" noChangeShapeType="1"/>
            </p:cNvSpPr>
            <p:nvPr/>
          </p:nvSpPr>
          <p:spPr bwMode="auto">
            <a:xfrm flipV="1">
              <a:off x="2640" y="1068"/>
              <a:ext cx="0" cy="896"/>
            </a:xfrm>
            <a:prstGeom prst="line">
              <a:avLst/>
            </a:prstGeom>
            <a:noFill/>
            <a:ln w="6350">
              <a:solidFill>
                <a:srgbClr val="000000"/>
              </a:solidFill>
              <a:round/>
              <a:headEn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95" name="Text Box 30"/>
            <p:cNvSpPr txBox="1">
              <a:spLocks noChangeAspect="1" noChangeArrowheads="1"/>
            </p:cNvSpPr>
            <p:nvPr/>
          </p:nvSpPr>
          <p:spPr bwMode="auto">
            <a:xfrm>
              <a:off x="3581" y="1904"/>
              <a:ext cx="324" cy="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r>
                <a:rPr lang="en-US" altLang="zh-CN" i="1">
                  <a:solidFill>
                    <a:schemeClr val="tx1"/>
                  </a:solidFill>
                  <a:ea typeface="宋体" panose="02010600030101010101" pitchFamily="2" charset="-122"/>
                </a:rPr>
                <a:t>x</a:t>
              </a:r>
            </a:p>
          </p:txBody>
        </p:sp>
        <p:sp>
          <p:nvSpPr>
            <p:cNvPr id="96" name="Text Box 31"/>
            <p:cNvSpPr txBox="1">
              <a:spLocks noChangeAspect="1" noChangeArrowheads="1"/>
            </p:cNvSpPr>
            <p:nvPr/>
          </p:nvSpPr>
          <p:spPr bwMode="auto">
            <a:xfrm>
              <a:off x="2648" y="948"/>
              <a:ext cx="301" cy="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r>
                <a:rPr lang="en-US" altLang="zh-CN" i="1">
                  <a:solidFill>
                    <a:schemeClr val="tx1"/>
                  </a:solidFill>
                  <a:ea typeface="宋体" panose="02010600030101010101" pitchFamily="2" charset="-122"/>
                </a:rPr>
                <a:t>y</a:t>
              </a:r>
            </a:p>
          </p:txBody>
        </p:sp>
        <p:sp>
          <p:nvSpPr>
            <p:cNvPr id="97" name="Text Box 32"/>
            <p:cNvSpPr txBox="1">
              <a:spLocks noChangeAspect="1" noChangeArrowheads="1"/>
            </p:cNvSpPr>
            <p:nvPr/>
          </p:nvSpPr>
          <p:spPr bwMode="auto">
            <a:xfrm>
              <a:off x="2368" y="1804"/>
              <a:ext cx="384" cy="3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a:solidFill>
                    <a:srgbClr val="000000"/>
                  </a:solidFill>
                  <a:miter lim="800000"/>
                  <a:headEnd/>
                  <a:tailEnd type="none" w="sm"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just"/>
              <a:r>
                <a:rPr lang="en-US" altLang="zh-CN" i="1">
                  <a:solidFill>
                    <a:schemeClr val="tx1"/>
                  </a:solidFill>
                  <a:ea typeface="宋体" panose="02010600030101010101" pitchFamily="2" charset="-122"/>
                </a:rPr>
                <a:t>O</a:t>
              </a:r>
            </a:p>
          </p:txBody>
        </p:sp>
        <p:sp>
          <p:nvSpPr>
            <p:cNvPr id="98" name="Text Box 33"/>
            <p:cNvSpPr txBox="1">
              <a:spLocks noChangeAspect="1" noChangeArrowheads="1"/>
            </p:cNvSpPr>
            <p:nvPr/>
          </p:nvSpPr>
          <p:spPr bwMode="auto">
            <a:xfrm>
              <a:off x="2554" y="1774"/>
              <a:ext cx="240" cy="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r>
                <a:rPr lang="en-US" altLang="zh-CN" sz="3200">
                  <a:solidFill>
                    <a:srgbClr val="FF6600"/>
                  </a:solidFill>
                  <a:ea typeface="宋体" panose="02010600030101010101" pitchFamily="2" charset="-122"/>
                </a:rPr>
                <a:t>·</a:t>
              </a:r>
            </a:p>
          </p:txBody>
        </p:sp>
      </p:grpSp>
      <p:sp>
        <p:nvSpPr>
          <p:cNvPr id="99" name="AutoShape 34"/>
          <p:cNvSpPr>
            <a:spLocks noChangeArrowheads="1"/>
          </p:cNvSpPr>
          <p:nvPr/>
        </p:nvSpPr>
        <p:spPr bwMode="auto">
          <a:xfrm>
            <a:off x="4237162" y="3154600"/>
            <a:ext cx="914400" cy="171450"/>
          </a:xfrm>
          <a:prstGeom prst="leftRightArrow">
            <a:avLst>
              <a:gd name="adj1" fmla="val 50000"/>
              <a:gd name="adj2" fmla="val 106667"/>
            </a:avLst>
          </a:prstGeom>
          <a:gradFill rotWithShape="0">
            <a:gsLst>
              <a:gs pos="0">
                <a:srgbClr val="93FFFF"/>
              </a:gs>
              <a:gs pos="50000">
                <a:schemeClr val="accent1"/>
              </a:gs>
              <a:gs pos="100000">
                <a:srgbClr val="93FFFF"/>
              </a:gs>
            </a:gsLst>
            <a:lin ang="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0" name="Line 35"/>
          <p:cNvSpPr>
            <a:spLocks noChangeAspect="1" noChangeShapeType="1"/>
          </p:cNvSpPr>
          <p:nvPr/>
        </p:nvSpPr>
        <p:spPr bwMode="auto">
          <a:xfrm>
            <a:off x="2738562" y="3338750"/>
            <a:ext cx="1828800" cy="0"/>
          </a:xfrm>
          <a:prstGeom prst="line">
            <a:avLst/>
          </a:prstGeom>
          <a:noFill/>
          <a:ln w="6350">
            <a:solidFill>
              <a:srgbClr val="000000"/>
            </a:solidFill>
            <a:round/>
            <a:headEn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01" name="Line 36"/>
          <p:cNvSpPr>
            <a:spLocks noChangeAspect="1" noChangeShapeType="1"/>
          </p:cNvSpPr>
          <p:nvPr/>
        </p:nvSpPr>
        <p:spPr bwMode="auto">
          <a:xfrm flipV="1">
            <a:off x="2738562" y="1913175"/>
            <a:ext cx="0" cy="1441450"/>
          </a:xfrm>
          <a:prstGeom prst="line">
            <a:avLst/>
          </a:prstGeom>
          <a:noFill/>
          <a:ln w="6350">
            <a:solidFill>
              <a:srgbClr val="000000"/>
            </a:solidFill>
            <a:round/>
            <a:headEn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02" name="Text Box 37"/>
          <p:cNvSpPr txBox="1">
            <a:spLocks noChangeAspect="1" noChangeArrowheads="1"/>
          </p:cNvSpPr>
          <p:nvPr/>
        </p:nvSpPr>
        <p:spPr bwMode="auto">
          <a:xfrm>
            <a:off x="4211762" y="3224450"/>
            <a:ext cx="552450" cy="50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r>
              <a:rPr lang="en-US" altLang="zh-CN" i="1">
                <a:solidFill>
                  <a:schemeClr val="tx1"/>
                </a:solidFill>
                <a:ea typeface="宋体" panose="02010600030101010101" pitchFamily="2" charset="-122"/>
              </a:rPr>
              <a:t>x</a:t>
            </a:r>
          </a:p>
        </p:txBody>
      </p:sp>
      <p:sp>
        <p:nvSpPr>
          <p:cNvPr id="103" name="Text Box 38"/>
          <p:cNvSpPr txBox="1">
            <a:spLocks noChangeAspect="1" noChangeArrowheads="1"/>
          </p:cNvSpPr>
          <p:nvPr/>
        </p:nvSpPr>
        <p:spPr bwMode="auto">
          <a:xfrm>
            <a:off x="2713162" y="1783000"/>
            <a:ext cx="6096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r>
              <a:rPr lang="en-US" altLang="zh-CN" i="1">
                <a:solidFill>
                  <a:schemeClr val="tx1"/>
                </a:solidFill>
                <a:ea typeface="宋体" panose="02010600030101010101" pitchFamily="2" charset="-122"/>
              </a:rPr>
              <a:t>y</a:t>
            </a:r>
          </a:p>
        </p:txBody>
      </p:sp>
      <p:sp>
        <p:nvSpPr>
          <p:cNvPr id="104" name="Text Box 39"/>
          <p:cNvSpPr txBox="1">
            <a:spLocks noChangeAspect="1" noChangeArrowheads="1"/>
          </p:cNvSpPr>
          <p:nvPr/>
        </p:nvSpPr>
        <p:spPr bwMode="auto">
          <a:xfrm>
            <a:off x="2421062" y="3110150"/>
            <a:ext cx="6096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r>
              <a:rPr lang="en-US" altLang="zh-CN" i="1">
                <a:solidFill>
                  <a:schemeClr val="tx1"/>
                </a:solidFill>
                <a:ea typeface="宋体" panose="02010600030101010101" pitchFamily="2" charset="-122"/>
              </a:rPr>
              <a:t>O</a:t>
            </a:r>
          </a:p>
        </p:txBody>
      </p:sp>
      <p:sp>
        <p:nvSpPr>
          <p:cNvPr id="105" name="Text Box 40"/>
          <p:cNvSpPr txBox="1">
            <a:spLocks noChangeAspect="1" noChangeArrowheads="1"/>
          </p:cNvSpPr>
          <p:nvPr/>
        </p:nvSpPr>
        <p:spPr bwMode="auto">
          <a:xfrm>
            <a:off x="2614737" y="3037125"/>
            <a:ext cx="381000" cy="450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r>
              <a:rPr lang="en-US" altLang="zh-CN" sz="3200">
                <a:solidFill>
                  <a:srgbClr val="FF0000"/>
                </a:solidFill>
                <a:ea typeface="宋体" panose="02010600030101010101" pitchFamily="2" charset="-122"/>
              </a:rPr>
              <a:t>·</a:t>
            </a:r>
          </a:p>
        </p:txBody>
      </p:sp>
      <p:sp>
        <p:nvSpPr>
          <p:cNvPr id="106" name="AutoShape 41"/>
          <p:cNvSpPr>
            <a:spLocks noChangeArrowheads="1"/>
          </p:cNvSpPr>
          <p:nvPr/>
        </p:nvSpPr>
        <p:spPr bwMode="auto">
          <a:xfrm>
            <a:off x="7475662" y="3154600"/>
            <a:ext cx="914400" cy="171450"/>
          </a:xfrm>
          <a:prstGeom prst="leftRightArrow">
            <a:avLst>
              <a:gd name="adj1" fmla="val 50000"/>
              <a:gd name="adj2" fmla="val 106667"/>
            </a:avLst>
          </a:prstGeom>
          <a:gradFill rotWithShape="0">
            <a:gsLst>
              <a:gs pos="0">
                <a:srgbClr val="93FFFF"/>
              </a:gs>
              <a:gs pos="50000">
                <a:schemeClr val="accent1"/>
              </a:gs>
              <a:gs pos="100000">
                <a:srgbClr val="93FFFF"/>
              </a:gs>
            </a:gsLst>
            <a:lin ang="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7" name="Line 45"/>
          <p:cNvSpPr>
            <a:spLocks noChangeAspect="1" noChangeShapeType="1"/>
          </p:cNvSpPr>
          <p:nvPr/>
        </p:nvSpPr>
        <p:spPr bwMode="auto">
          <a:xfrm flipH="1" flipV="1">
            <a:off x="5634162" y="2729150"/>
            <a:ext cx="431800" cy="609600"/>
          </a:xfrm>
          <a:prstGeom prst="line">
            <a:avLst/>
          </a:prstGeom>
          <a:noFill/>
          <a:ln w="38100">
            <a:solidFill>
              <a:srgbClr val="FF00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08" name="Line 46"/>
          <p:cNvSpPr>
            <a:spLocks noChangeAspect="1" noChangeShapeType="1"/>
          </p:cNvSpPr>
          <p:nvPr/>
        </p:nvSpPr>
        <p:spPr bwMode="auto">
          <a:xfrm flipV="1">
            <a:off x="6065962" y="2703750"/>
            <a:ext cx="1627188" cy="635000"/>
          </a:xfrm>
          <a:prstGeom prst="line">
            <a:avLst/>
          </a:prstGeom>
          <a:noFill/>
          <a:ln w="38100">
            <a:solidFill>
              <a:srgbClr val="FF00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09" name="Line 47"/>
          <p:cNvSpPr>
            <a:spLocks noChangeAspect="1" noChangeShapeType="1"/>
          </p:cNvSpPr>
          <p:nvPr/>
        </p:nvSpPr>
        <p:spPr bwMode="auto">
          <a:xfrm flipH="1">
            <a:off x="5761162" y="3335575"/>
            <a:ext cx="304800" cy="914400"/>
          </a:xfrm>
          <a:prstGeom prst="line">
            <a:avLst/>
          </a:prstGeom>
          <a:noFill/>
          <a:ln w="38100">
            <a:solidFill>
              <a:srgbClr val="FF00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10" name="Text Box 48"/>
          <p:cNvSpPr txBox="1">
            <a:spLocks noChangeAspect="1" noChangeArrowheads="1"/>
          </p:cNvSpPr>
          <p:nvPr/>
        </p:nvSpPr>
        <p:spPr bwMode="auto">
          <a:xfrm>
            <a:off x="5481762" y="2373550"/>
            <a:ext cx="941388" cy="55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r>
              <a:rPr lang="en-US" altLang="zh-CN" b="1" i="1">
                <a:solidFill>
                  <a:srgbClr val="FF0000"/>
                </a:solidFill>
                <a:ea typeface="宋体" panose="02010600030101010101" pitchFamily="2" charset="-122"/>
              </a:rPr>
              <a:t>F</a:t>
            </a:r>
            <a:r>
              <a:rPr lang="en-US" altLang="zh-CN" i="1">
                <a:solidFill>
                  <a:srgbClr val="FF0000"/>
                </a:solidFill>
                <a:ea typeface="宋体" panose="02010600030101010101" pitchFamily="2" charset="-122"/>
              </a:rPr>
              <a:t>'</a:t>
            </a:r>
            <a:r>
              <a:rPr lang="en-US" altLang="zh-CN" baseline="-25000">
                <a:solidFill>
                  <a:srgbClr val="FF0000"/>
                </a:solidFill>
                <a:ea typeface="宋体" panose="02010600030101010101" pitchFamily="2" charset="-122"/>
              </a:rPr>
              <a:t>1</a:t>
            </a:r>
            <a:endParaRPr lang="en-US" altLang="zh-CN">
              <a:solidFill>
                <a:srgbClr val="FF0000"/>
              </a:solidFill>
              <a:ea typeface="宋体" panose="02010600030101010101" pitchFamily="2" charset="-122"/>
            </a:endParaRPr>
          </a:p>
        </p:txBody>
      </p:sp>
      <p:sp>
        <p:nvSpPr>
          <p:cNvPr id="111" name="Text Box 49"/>
          <p:cNvSpPr txBox="1">
            <a:spLocks noChangeAspect="1" noChangeArrowheads="1"/>
          </p:cNvSpPr>
          <p:nvPr/>
        </p:nvSpPr>
        <p:spPr bwMode="auto">
          <a:xfrm>
            <a:off x="6956550" y="2322750"/>
            <a:ext cx="779462"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r>
              <a:rPr lang="en-US" altLang="zh-CN" b="1" i="1">
                <a:solidFill>
                  <a:srgbClr val="FF0000"/>
                </a:solidFill>
                <a:ea typeface="宋体" panose="02010600030101010101" pitchFamily="2" charset="-122"/>
              </a:rPr>
              <a:t>F</a:t>
            </a:r>
            <a:r>
              <a:rPr lang="en-US" altLang="zh-CN" i="1">
                <a:solidFill>
                  <a:srgbClr val="FF0000"/>
                </a:solidFill>
                <a:ea typeface="宋体" panose="02010600030101010101" pitchFamily="2" charset="-122"/>
              </a:rPr>
              <a:t>'</a:t>
            </a:r>
            <a:r>
              <a:rPr lang="en-US" altLang="zh-CN" baseline="-25000">
                <a:solidFill>
                  <a:srgbClr val="FF0000"/>
                </a:solidFill>
                <a:ea typeface="宋体" panose="02010600030101010101" pitchFamily="2" charset="-122"/>
              </a:rPr>
              <a:t>2</a:t>
            </a:r>
            <a:endParaRPr lang="en-US" altLang="zh-CN">
              <a:solidFill>
                <a:srgbClr val="FF0000"/>
              </a:solidFill>
              <a:ea typeface="宋体" panose="02010600030101010101" pitchFamily="2" charset="-122"/>
            </a:endParaRPr>
          </a:p>
        </p:txBody>
      </p:sp>
      <p:sp>
        <p:nvSpPr>
          <p:cNvPr id="112" name="Text Box 50"/>
          <p:cNvSpPr txBox="1">
            <a:spLocks noChangeAspect="1" noChangeArrowheads="1"/>
          </p:cNvSpPr>
          <p:nvPr/>
        </p:nvSpPr>
        <p:spPr bwMode="auto">
          <a:xfrm>
            <a:off x="5243637" y="3835638"/>
            <a:ext cx="749300" cy="55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r>
              <a:rPr lang="en-US" altLang="zh-CN" b="1" i="1">
                <a:solidFill>
                  <a:srgbClr val="FF0000"/>
                </a:solidFill>
                <a:ea typeface="宋体" panose="02010600030101010101" pitchFamily="2" charset="-122"/>
              </a:rPr>
              <a:t>F</a:t>
            </a:r>
            <a:r>
              <a:rPr lang="en-US" altLang="zh-CN" i="1">
                <a:solidFill>
                  <a:srgbClr val="FF0000"/>
                </a:solidFill>
                <a:ea typeface="宋体" panose="02010600030101010101" pitchFamily="2" charset="-122"/>
              </a:rPr>
              <a:t>'</a:t>
            </a:r>
            <a:r>
              <a:rPr lang="en-US" altLang="zh-CN" i="1" baseline="-25000">
                <a:solidFill>
                  <a:srgbClr val="FF0000"/>
                </a:solidFill>
                <a:ea typeface="宋体" panose="02010600030101010101" pitchFamily="2" charset="-122"/>
              </a:rPr>
              <a:t>n</a:t>
            </a:r>
            <a:endParaRPr lang="en-US" altLang="zh-CN">
              <a:solidFill>
                <a:srgbClr val="FF0000"/>
              </a:solidFill>
              <a:ea typeface="宋体" panose="02010600030101010101" pitchFamily="2" charset="-122"/>
            </a:endParaRPr>
          </a:p>
        </p:txBody>
      </p:sp>
      <p:sp>
        <p:nvSpPr>
          <p:cNvPr id="113" name="Arc 51"/>
          <p:cNvSpPr>
            <a:spLocks noChangeAspect="1"/>
          </p:cNvSpPr>
          <p:nvPr/>
        </p:nvSpPr>
        <p:spPr bwMode="auto">
          <a:xfrm>
            <a:off x="6345362" y="2992675"/>
            <a:ext cx="280988" cy="30480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0" y="0"/>
                </a:moveTo>
                <a:cubicBezTo>
                  <a:pt x="11929" y="0"/>
                  <a:pt x="21600" y="9670"/>
                  <a:pt x="21600" y="21600"/>
                </a:cubicBezTo>
              </a:path>
              <a:path w="21600" h="21600" stroke="0" extrusionOk="0">
                <a:moveTo>
                  <a:pt x="0" y="0"/>
                </a:moveTo>
                <a:cubicBezTo>
                  <a:pt x="11929" y="0"/>
                  <a:pt x="21600" y="9670"/>
                  <a:pt x="21600" y="21600"/>
                </a:cubicBezTo>
                <a:lnTo>
                  <a:pt x="0" y="21600"/>
                </a:lnTo>
                <a:close/>
              </a:path>
            </a:pathLst>
          </a:custGeom>
          <a:noFill/>
          <a:ln w="38100">
            <a:solidFill>
              <a:srgbClr val="FF0000"/>
            </a:solidFill>
            <a:round/>
            <a:headEnd type="stealth" w="med" len="lg"/>
            <a:tailEnd type="none" w="sm"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14" name="Arc 52"/>
          <p:cNvSpPr>
            <a:spLocks noChangeAspect="1"/>
          </p:cNvSpPr>
          <p:nvPr/>
        </p:nvSpPr>
        <p:spPr bwMode="auto">
          <a:xfrm rot="16968541">
            <a:off x="5723062" y="3021250"/>
            <a:ext cx="279400" cy="30480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0" y="0"/>
                </a:moveTo>
                <a:cubicBezTo>
                  <a:pt x="11929" y="0"/>
                  <a:pt x="21600" y="9670"/>
                  <a:pt x="21600" y="21600"/>
                </a:cubicBezTo>
              </a:path>
              <a:path w="21600" h="21600" stroke="0" extrusionOk="0">
                <a:moveTo>
                  <a:pt x="0" y="0"/>
                </a:moveTo>
                <a:cubicBezTo>
                  <a:pt x="11929" y="0"/>
                  <a:pt x="21600" y="9670"/>
                  <a:pt x="21600" y="21600"/>
                </a:cubicBezTo>
                <a:lnTo>
                  <a:pt x="0" y="21600"/>
                </a:lnTo>
                <a:close/>
              </a:path>
            </a:pathLst>
          </a:custGeom>
          <a:noFill/>
          <a:ln w="38100">
            <a:solidFill>
              <a:srgbClr val="FF0000"/>
            </a:solidFill>
            <a:round/>
            <a:headEnd type="stealth" w="med" len="lg"/>
            <a:tailEnd type="none" w="sm"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15" name="Arc 53"/>
          <p:cNvSpPr>
            <a:spLocks noChangeAspect="1"/>
          </p:cNvSpPr>
          <p:nvPr/>
        </p:nvSpPr>
        <p:spPr bwMode="auto">
          <a:xfrm rot="8835387">
            <a:off x="5888162" y="3453050"/>
            <a:ext cx="279400" cy="30480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0" y="0"/>
                </a:moveTo>
                <a:cubicBezTo>
                  <a:pt x="11929" y="0"/>
                  <a:pt x="21600" y="9670"/>
                  <a:pt x="21600" y="21600"/>
                </a:cubicBezTo>
              </a:path>
              <a:path w="21600" h="21600" stroke="0" extrusionOk="0">
                <a:moveTo>
                  <a:pt x="0" y="0"/>
                </a:moveTo>
                <a:cubicBezTo>
                  <a:pt x="11929" y="0"/>
                  <a:pt x="21600" y="9670"/>
                  <a:pt x="21600" y="21600"/>
                </a:cubicBezTo>
                <a:lnTo>
                  <a:pt x="0" y="21600"/>
                </a:lnTo>
                <a:close/>
              </a:path>
            </a:pathLst>
          </a:custGeom>
          <a:noFill/>
          <a:ln w="38100">
            <a:solidFill>
              <a:srgbClr val="FF0000"/>
            </a:solidFill>
            <a:round/>
            <a:headEnd type="stealth" w="med" len="lg"/>
            <a:tailEnd type="none" w="sm"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16" name="Arc 54"/>
          <p:cNvSpPr>
            <a:spLocks noChangeAspect="1"/>
          </p:cNvSpPr>
          <p:nvPr/>
        </p:nvSpPr>
        <p:spPr bwMode="auto">
          <a:xfrm>
            <a:off x="9169525" y="2994263"/>
            <a:ext cx="457200" cy="30480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0" y="0"/>
                </a:moveTo>
                <a:cubicBezTo>
                  <a:pt x="11929" y="0"/>
                  <a:pt x="21600" y="9670"/>
                  <a:pt x="21600" y="21600"/>
                </a:cubicBezTo>
              </a:path>
              <a:path w="21600" h="21600" stroke="0" extrusionOk="0">
                <a:moveTo>
                  <a:pt x="0" y="0"/>
                </a:moveTo>
                <a:cubicBezTo>
                  <a:pt x="11929" y="0"/>
                  <a:pt x="21600" y="9670"/>
                  <a:pt x="21600" y="21600"/>
                </a:cubicBezTo>
                <a:lnTo>
                  <a:pt x="0" y="21600"/>
                </a:lnTo>
                <a:close/>
              </a:path>
            </a:pathLst>
          </a:custGeom>
          <a:noFill/>
          <a:ln w="38100">
            <a:solidFill>
              <a:srgbClr val="FF0000"/>
            </a:solidFill>
            <a:round/>
            <a:headEnd type="stealth" w="med" len="lg"/>
            <a:tailEnd type="none" w="sm"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17" name="Text Box 55"/>
          <p:cNvSpPr txBox="1">
            <a:spLocks noChangeAspect="1" noChangeArrowheads="1"/>
          </p:cNvSpPr>
          <p:nvPr/>
        </p:nvSpPr>
        <p:spPr bwMode="auto">
          <a:xfrm>
            <a:off x="5262687" y="2862500"/>
            <a:ext cx="611188" cy="5270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a:solidFill>
                  <a:srgbClr val="000000"/>
                </a:solidFill>
                <a:miter lim="800000"/>
                <a:headEnd/>
                <a:tailEnd type="none" w="sm"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just"/>
            <a:r>
              <a:rPr lang="en-US" altLang="zh-CN" i="1">
                <a:solidFill>
                  <a:srgbClr val="FF0000"/>
                </a:solidFill>
                <a:ea typeface="宋体" panose="02010600030101010101" pitchFamily="2" charset="-122"/>
              </a:rPr>
              <a:t>M</a:t>
            </a:r>
            <a:r>
              <a:rPr lang="en-US" altLang="zh-CN" baseline="-25000">
                <a:solidFill>
                  <a:srgbClr val="FF0000"/>
                </a:solidFill>
                <a:ea typeface="宋体" panose="02010600030101010101" pitchFamily="2" charset="-122"/>
              </a:rPr>
              <a:t>1</a:t>
            </a:r>
          </a:p>
        </p:txBody>
      </p:sp>
      <p:sp>
        <p:nvSpPr>
          <p:cNvPr id="118" name="Text Box 56"/>
          <p:cNvSpPr txBox="1">
            <a:spLocks noChangeAspect="1" noChangeArrowheads="1"/>
          </p:cNvSpPr>
          <p:nvPr/>
        </p:nvSpPr>
        <p:spPr bwMode="auto">
          <a:xfrm>
            <a:off x="6186612" y="2570400"/>
            <a:ext cx="630238"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r>
              <a:rPr lang="en-US" altLang="zh-CN" i="1">
                <a:solidFill>
                  <a:srgbClr val="FF0000"/>
                </a:solidFill>
                <a:ea typeface="宋体" panose="02010600030101010101" pitchFamily="2" charset="-122"/>
              </a:rPr>
              <a:t>M</a:t>
            </a:r>
            <a:r>
              <a:rPr lang="en-US" altLang="zh-CN" baseline="-25000">
                <a:solidFill>
                  <a:srgbClr val="FF0000"/>
                </a:solidFill>
                <a:ea typeface="宋体" panose="02010600030101010101" pitchFamily="2" charset="-122"/>
              </a:rPr>
              <a:t>2</a:t>
            </a:r>
          </a:p>
        </p:txBody>
      </p:sp>
      <p:sp>
        <p:nvSpPr>
          <p:cNvPr id="119" name="Text Box 57"/>
          <p:cNvSpPr txBox="1">
            <a:spLocks noChangeAspect="1" noChangeArrowheads="1"/>
          </p:cNvSpPr>
          <p:nvPr/>
        </p:nvSpPr>
        <p:spPr bwMode="auto">
          <a:xfrm>
            <a:off x="6088187" y="3537188"/>
            <a:ext cx="573088"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a:solidFill>
                  <a:srgbClr val="000000"/>
                </a:solidFill>
                <a:miter lim="800000"/>
                <a:headEnd/>
                <a:tailEnd type="none" w="sm"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just"/>
            <a:r>
              <a:rPr lang="en-US" altLang="zh-CN" i="1">
                <a:solidFill>
                  <a:srgbClr val="FF0000"/>
                </a:solidFill>
                <a:ea typeface="宋体" panose="02010600030101010101" pitchFamily="2" charset="-122"/>
              </a:rPr>
              <a:t>M</a:t>
            </a:r>
            <a:r>
              <a:rPr lang="en-US" altLang="zh-CN" i="1" baseline="-25000">
                <a:solidFill>
                  <a:srgbClr val="FF0000"/>
                </a:solidFill>
                <a:ea typeface="宋体" panose="02010600030101010101" pitchFamily="2" charset="-122"/>
              </a:rPr>
              <a:t>n</a:t>
            </a:r>
          </a:p>
        </p:txBody>
      </p:sp>
      <p:sp>
        <p:nvSpPr>
          <p:cNvPr id="120" name="Text Box 58"/>
          <p:cNvSpPr txBox="1">
            <a:spLocks noChangeAspect="1" noChangeArrowheads="1"/>
          </p:cNvSpPr>
          <p:nvPr/>
        </p:nvSpPr>
        <p:spPr bwMode="auto">
          <a:xfrm>
            <a:off x="9566400" y="2887900"/>
            <a:ext cx="666750" cy="49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r>
              <a:rPr lang="en-US" altLang="zh-CN" i="1">
                <a:solidFill>
                  <a:srgbClr val="FF0000"/>
                </a:solidFill>
                <a:ea typeface="宋体" panose="02010600030101010101" pitchFamily="2" charset="-122"/>
              </a:rPr>
              <a:t>M</a:t>
            </a:r>
            <a:r>
              <a:rPr lang="en-US" altLang="zh-CN" i="1" baseline="-25000">
                <a:solidFill>
                  <a:srgbClr val="FF0000"/>
                </a:solidFill>
                <a:ea typeface="宋体" panose="02010600030101010101" pitchFamily="2" charset="-122"/>
              </a:rPr>
              <a:t>O</a:t>
            </a:r>
          </a:p>
        </p:txBody>
      </p:sp>
      <p:sp>
        <p:nvSpPr>
          <p:cNvPr id="121" name="Line 59"/>
          <p:cNvSpPr>
            <a:spLocks noChangeAspect="1" noChangeShapeType="1"/>
          </p:cNvSpPr>
          <p:nvPr/>
        </p:nvSpPr>
        <p:spPr bwMode="auto">
          <a:xfrm flipV="1">
            <a:off x="9239375" y="2545000"/>
            <a:ext cx="584200" cy="838200"/>
          </a:xfrm>
          <a:prstGeom prst="line">
            <a:avLst/>
          </a:prstGeom>
          <a:noFill/>
          <a:ln w="38100">
            <a:solidFill>
              <a:srgbClr val="FF00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22" name="Text Box 60"/>
          <p:cNvSpPr txBox="1">
            <a:spLocks noChangeAspect="1" noChangeArrowheads="1"/>
          </p:cNvSpPr>
          <p:nvPr/>
        </p:nvSpPr>
        <p:spPr bwMode="auto">
          <a:xfrm>
            <a:off x="9166350" y="2294175"/>
            <a:ext cx="779462"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r>
              <a:rPr lang="en-US" altLang="zh-CN" b="1" i="1">
                <a:solidFill>
                  <a:srgbClr val="FF0000"/>
                </a:solidFill>
                <a:ea typeface="宋体" panose="02010600030101010101" pitchFamily="2" charset="-122"/>
              </a:rPr>
              <a:t>F</a:t>
            </a:r>
            <a:r>
              <a:rPr lang="en-US" altLang="zh-CN" i="1">
                <a:solidFill>
                  <a:srgbClr val="FF0000"/>
                </a:solidFill>
                <a:ea typeface="宋体" panose="02010600030101010101" pitchFamily="2" charset="-122"/>
              </a:rPr>
              <a:t>'</a:t>
            </a:r>
            <a:r>
              <a:rPr lang="en-US" altLang="zh-CN" baseline="-25000">
                <a:solidFill>
                  <a:srgbClr val="FF0000"/>
                </a:solidFill>
                <a:ea typeface="宋体" panose="02010600030101010101" pitchFamily="2" charset="-122"/>
              </a:rPr>
              <a:t>R</a:t>
            </a:r>
          </a:p>
        </p:txBody>
      </p:sp>
      <p:sp>
        <p:nvSpPr>
          <p:cNvPr id="2" name="矩形 1"/>
          <p:cNvSpPr/>
          <p:nvPr/>
        </p:nvSpPr>
        <p:spPr>
          <a:xfrm>
            <a:off x="4618672" y="897403"/>
            <a:ext cx="3647152" cy="646331"/>
          </a:xfrm>
          <a:prstGeom prst="rect">
            <a:avLst/>
          </a:prstGeom>
        </p:spPr>
        <p:txBody>
          <a:bodyPr wrap="none">
            <a:spAutoFit/>
          </a:bodyPr>
          <a:lstStyle/>
          <a:p>
            <a:pPr>
              <a:lnSpc>
                <a:spcPct val="120000"/>
              </a:lnSpc>
            </a:pPr>
            <a:r>
              <a:rPr lang="zh-CN" altLang="en-US" sz="3000" i="0" dirty="0">
                <a:solidFill>
                  <a:srgbClr val="4F81BD"/>
                </a:solidFill>
                <a:latin typeface="微软雅黑" panose="020B0503020204020204" pitchFamily="34" charset="-122"/>
                <a:ea typeface="微软雅黑" panose="020B0503020204020204" pitchFamily="34" charset="-122"/>
              </a:rPr>
              <a:t>平面任意力系的简化</a:t>
            </a:r>
          </a:p>
        </p:txBody>
      </p:sp>
      <p:sp>
        <p:nvSpPr>
          <p:cNvPr id="178" name="Text Box 9"/>
          <p:cNvSpPr txBox="1">
            <a:spLocks noChangeArrowheads="1"/>
          </p:cNvSpPr>
          <p:nvPr/>
        </p:nvSpPr>
        <p:spPr bwMode="auto">
          <a:xfrm>
            <a:off x="1055440" y="5177670"/>
            <a:ext cx="5254997" cy="5656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just">
              <a:spcBef>
                <a:spcPct val="20000"/>
              </a:spcBef>
              <a:buClr>
                <a:schemeClr val="accent1"/>
              </a:buClr>
              <a:buSzPct val="75000"/>
              <a:buFont typeface="Monotype Sorts" pitchFamily="2" charset="2"/>
              <a:buChar char="•"/>
              <a:defRPr kumimoji="1" sz="2400">
                <a:solidFill>
                  <a:schemeClr val="tx1"/>
                </a:solidFill>
                <a:latin typeface="Impact" panose="020B0806030902050204" pitchFamily="34" charset="0"/>
                <a:ea typeface="宋体" panose="02010600030101010101" pitchFamily="2" charset="-122"/>
              </a:defRPr>
            </a:lvl1pPr>
            <a:lvl2pPr marL="742950" indent="-285750">
              <a:spcBef>
                <a:spcPct val="20000"/>
              </a:spcBef>
              <a:buClr>
                <a:schemeClr val="accent2"/>
              </a:buClr>
              <a:buChar char="•"/>
              <a:defRPr kumimoji="1" sz="2000">
                <a:solidFill>
                  <a:schemeClr val="tx1"/>
                </a:solidFill>
                <a:latin typeface="Impact" panose="020B0806030902050204" pitchFamily="34" charset="0"/>
                <a:ea typeface="宋体" panose="02010600030101010101" pitchFamily="2" charset="-122"/>
              </a:defRPr>
            </a:lvl2pPr>
            <a:lvl3pPr marL="1143000" indent="-228600">
              <a:spcBef>
                <a:spcPct val="20000"/>
              </a:spcBef>
              <a:buChar char="–"/>
              <a:defRPr kumimoji="1" sz="2400">
                <a:solidFill>
                  <a:schemeClr val="tx1"/>
                </a:solidFill>
                <a:latin typeface="Impact" panose="020B0806030902050204" pitchFamily="34" charset="0"/>
                <a:ea typeface="宋体" panose="02010600030101010101" pitchFamily="2" charset="-122"/>
              </a:defRPr>
            </a:lvl3pPr>
            <a:lvl4pPr marL="1600200" indent="-228600">
              <a:spcBef>
                <a:spcPct val="20000"/>
              </a:spcBef>
              <a:buChar char="–"/>
              <a:defRPr kumimoji="1" sz="2000">
                <a:solidFill>
                  <a:schemeClr val="tx1"/>
                </a:solidFill>
                <a:latin typeface="Impact" panose="020B0806030902050204" pitchFamily="34" charset="0"/>
                <a:ea typeface="宋体" panose="02010600030101010101" pitchFamily="2" charset="-122"/>
              </a:defRPr>
            </a:lvl4pPr>
            <a:lvl5pPr marL="2057400" indent="-228600">
              <a:spcBef>
                <a:spcPct val="20000"/>
              </a:spcBef>
              <a:buChar char="»"/>
              <a:defRPr kumimoji="1" sz="2000">
                <a:solidFill>
                  <a:schemeClr val="tx1"/>
                </a:solidFill>
                <a:latin typeface="Impact" panose="020B0806030902050204" pitchFamily="34"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9pPr>
          </a:lstStyle>
          <a:p>
            <a:pPr>
              <a:lnSpc>
                <a:spcPct val="120000"/>
              </a:lnSpc>
              <a:spcBef>
                <a:spcPct val="0"/>
              </a:spcBef>
              <a:buClrTx/>
              <a:buSzTx/>
              <a:buNone/>
            </a:pPr>
            <a:r>
              <a:rPr lang="zh-CN" altLang="en-US" sz="2800" i="0" dirty="0">
                <a:solidFill>
                  <a:srgbClr val="FF0000"/>
                </a:solidFill>
                <a:latin typeface="微软雅黑" panose="020B0503020204020204" pitchFamily="34" charset="-122"/>
                <a:ea typeface="微软雅黑" panose="020B0503020204020204" pitchFamily="34" charset="-122"/>
              </a:rPr>
              <a:t>主矢</a:t>
            </a:r>
          </a:p>
        </p:txBody>
      </p:sp>
      <p:sp>
        <p:nvSpPr>
          <p:cNvPr id="179" name="Text Box 9"/>
          <p:cNvSpPr txBox="1">
            <a:spLocks noChangeArrowheads="1"/>
          </p:cNvSpPr>
          <p:nvPr/>
        </p:nvSpPr>
        <p:spPr bwMode="auto">
          <a:xfrm>
            <a:off x="5961645" y="5177670"/>
            <a:ext cx="1197347" cy="5656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just">
              <a:spcBef>
                <a:spcPct val="20000"/>
              </a:spcBef>
              <a:buClr>
                <a:schemeClr val="accent1"/>
              </a:buClr>
              <a:buSzPct val="75000"/>
              <a:buFont typeface="Monotype Sorts" pitchFamily="2" charset="2"/>
              <a:buChar char="•"/>
              <a:defRPr kumimoji="1" sz="2400">
                <a:solidFill>
                  <a:schemeClr val="tx1"/>
                </a:solidFill>
                <a:latin typeface="Impact" panose="020B0806030902050204" pitchFamily="34" charset="0"/>
                <a:ea typeface="宋体" panose="02010600030101010101" pitchFamily="2" charset="-122"/>
              </a:defRPr>
            </a:lvl1pPr>
            <a:lvl2pPr marL="742950" indent="-285750">
              <a:spcBef>
                <a:spcPct val="20000"/>
              </a:spcBef>
              <a:buClr>
                <a:schemeClr val="accent2"/>
              </a:buClr>
              <a:buChar char="•"/>
              <a:defRPr kumimoji="1" sz="2000">
                <a:solidFill>
                  <a:schemeClr val="tx1"/>
                </a:solidFill>
                <a:latin typeface="Impact" panose="020B0806030902050204" pitchFamily="34" charset="0"/>
                <a:ea typeface="宋体" panose="02010600030101010101" pitchFamily="2" charset="-122"/>
              </a:defRPr>
            </a:lvl2pPr>
            <a:lvl3pPr marL="1143000" indent="-228600">
              <a:spcBef>
                <a:spcPct val="20000"/>
              </a:spcBef>
              <a:buChar char="–"/>
              <a:defRPr kumimoji="1" sz="2400">
                <a:solidFill>
                  <a:schemeClr val="tx1"/>
                </a:solidFill>
                <a:latin typeface="Impact" panose="020B0806030902050204" pitchFamily="34" charset="0"/>
                <a:ea typeface="宋体" panose="02010600030101010101" pitchFamily="2" charset="-122"/>
              </a:defRPr>
            </a:lvl3pPr>
            <a:lvl4pPr marL="1600200" indent="-228600">
              <a:spcBef>
                <a:spcPct val="20000"/>
              </a:spcBef>
              <a:buChar char="–"/>
              <a:defRPr kumimoji="1" sz="2000">
                <a:solidFill>
                  <a:schemeClr val="tx1"/>
                </a:solidFill>
                <a:latin typeface="Impact" panose="020B0806030902050204" pitchFamily="34" charset="0"/>
                <a:ea typeface="宋体" panose="02010600030101010101" pitchFamily="2" charset="-122"/>
              </a:defRPr>
            </a:lvl4pPr>
            <a:lvl5pPr marL="2057400" indent="-228600">
              <a:spcBef>
                <a:spcPct val="20000"/>
              </a:spcBef>
              <a:buChar char="»"/>
              <a:defRPr kumimoji="1" sz="2000">
                <a:solidFill>
                  <a:schemeClr val="tx1"/>
                </a:solidFill>
                <a:latin typeface="Impact" panose="020B0806030902050204" pitchFamily="34"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9pPr>
          </a:lstStyle>
          <a:p>
            <a:pPr>
              <a:lnSpc>
                <a:spcPct val="120000"/>
              </a:lnSpc>
              <a:spcBef>
                <a:spcPct val="0"/>
              </a:spcBef>
              <a:buClrTx/>
              <a:buSzTx/>
              <a:buNone/>
            </a:pPr>
            <a:r>
              <a:rPr lang="zh-CN" altLang="en-US" sz="2800" i="0" dirty="0">
                <a:solidFill>
                  <a:srgbClr val="FF0000"/>
                </a:solidFill>
                <a:latin typeface="微软雅黑" panose="020B0503020204020204" pitchFamily="34" charset="-122"/>
                <a:ea typeface="微软雅黑" panose="020B0503020204020204" pitchFamily="34" charset="-122"/>
              </a:rPr>
              <a:t>主矩</a:t>
            </a:r>
          </a:p>
        </p:txBody>
      </p:sp>
      <p:sp>
        <p:nvSpPr>
          <p:cNvPr id="180" name="Text Box 44"/>
          <p:cNvSpPr txBox="1">
            <a:spLocks noChangeArrowheads="1"/>
          </p:cNvSpPr>
          <p:nvPr/>
        </p:nvSpPr>
        <p:spPr bwMode="auto">
          <a:xfrm>
            <a:off x="1743199" y="5129231"/>
            <a:ext cx="4376738" cy="592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just">
              <a:lnSpc>
                <a:spcPct val="130000"/>
              </a:lnSpc>
            </a:pPr>
            <a:r>
              <a:rPr lang="en-US" altLang="zh-CN" sz="2800" i="1" dirty="0">
                <a:solidFill>
                  <a:srgbClr val="FF0000"/>
                </a:solidFill>
                <a:ea typeface="宋体" panose="02010600030101010101" pitchFamily="2" charset="-122"/>
              </a:rPr>
              <a:t> </a:t>
            </a:r>
            <a:r>
              <a:rPr lang="en-US" altLang="zh-CN" sz="2800" b="1" i="1" dirty="0">
                <a:solidFill>
                  <a:srgbClr val="FF0000"/>
                </a:solidFill>
                <a:ea typeface="宋体" panose="02010600030101010101" pitchFamily="2" charset="-122"/>
              </a:rPr>
              <a:t>F</a:t>
            </a:r>
            <a:r>
              <a:rPr lang="en-US" altLang="zh-CN" sz="2800" i="1" dirty="0">
                <a:solidFill>
                  <a:srgbClr val="FF0000"/>
                </a:solidFill>
              </a:rPr>
              <a:t>'</a:t>
            </a:r>
            <a:r>
              <a:rPr lang="en-US" altLang="zh-CN" sz="2800" baseline="-25000" dirty="0">
                <a:solidFill>
                  <a:srgbClr val="FF0000"/>
                </a:solidFill>
                <a:ea typeface="宋体" panose="02010600030101010101" pitchFamily="2" charset="-122"/>
              </a:rPr>
              <a:t>R</a:t>
            </a:r>
            <a:r>
              <a:rPr lang="en-US" altLang="zh-CN" sz="2800" dirty="0">
                <a:solidFill>
                  <a:schemeClr val="tx1"/>
                </a:solidFill>
                <a:ea typeface="宋体" panose="02010600030101010101" pitchFamily="2" charset="-122"/>
              </a:rPr>
              <a:t>=</a:t>
            </a:r>
            <a:r>
              <a:rPr lang="en-US" altLang="zh-CN" sz="2800" i="1" dirty="0">
                <a:solidFill>
                  <a:schemeClr val="tx1"/>
                </a:solidFill>
                <a:ea typeface="宋体" panose="02010600030101010101" pitchFamily="2" charset="-122"/>
              </a:rPr>
              <a:t> </a:t>
            </a:r>
            <a:r>
              <a:rPr lang="en-US" altLang="zh-CN" sz="2800" b="1" i="1" dirty="0">
                <a:solidFill>
                  <a:schemeClr val="tx1"/>
                </a:solidFill>
                <a:ea typeface="宋体" panose="02010600030101010101" pitchFamily="2" charset="-122"/>
              </a:rPr>
              <a:t>F</a:t>
            </a:r>
            <a:r>
              <a:rPr lang="en-US" altLang="zh-CN" sz="2800" i="1" dirty="0">
                <a:solidFill>
                  <a:schemeClr val="tx1"/>
                </a:solidFill>
                <a:ea typeface="宋体" panose="02010600030101010101" pitchFamily="2" charset="-122"/>
              </a:rPr>
              <a:t>'</a:t>
            </a:r>
            <a:r>
              <a:rPr lang="en-US" altLang="zh-CN" sz="2800" baseline="-25000" dirty="0">
                <a:solidFill>
                  <a:schemeClr val="tx1"/>
                </a:solidFill>
                <a:ea typeface="宋体" panose="02010600030101010101" pitchFamily="2" charset="-122"/>
              </a:rPr>
              <a:t>1</a:t>
            </a:r>
            <a:r>
              <a:rPr lang="en-US" altLang="zh-CN" sz="2800" dirty="0">
                <a:solidFill>
                  <a:schemeClr val="tx1"/>
                </a:solidFill>
                <a:ea typeface="宋体" panose="02010600030101010101" pitchFamily="2" charset="-122"/>
              </a:rPr>
              <a:t>+</a:t>
            </a:r>
            <a:r>
              <a:rPr lang="en-US" altLang="zh-CN" sz="2800" b="1" i="1" dirty="0">
                <a:solidFill>
                  <a:schemeClr val="tx1"/>
                </a:solidFill>
                <a:ea typeface="宋体" panose="02010600030101010101" pitchFamily="2" charset="-122"/>
              </a:rPr>
              <a:t>F</a:t>
            </a:r>
            <a:r>
              <a:rPr lang="en-US" altLang="zh-CN" sz="2800" i="1" dirty="0">
                <a:solidFill>
                  <a:schemeClr val="tx1"/>
                </a:solidFill>
                <a:ea typeface="宋体" panose="02010600030101010101" pitchFamily="2" charset="-122"/>
              </a:rPr>
              <a:t>'</a:t>
            </a:r>
            <a:r>
              <a:rPr lang="en-US" altLang="zh-CN" sz="2800" baseline="-25000" dirty="0">
                <a:solidFill>
                  <a:schemeClr val="tx1"/>
                </a:solidFill>
                <a:ea typeface="宋体" panose="02010600030101010101" pitchFamily="2" charset="-122"/>
              </a:rPr>
              <a:t>2</a:t>
            </a:r>
            <a:r>
              <a:rPr lang="en-US" altLang="zh-CN" sz="2800" dirty="0">
                <a:solidFill>
                  <a:schemeClr val="tx1"/>
                </a:solidFill>
                <a:ea typeface="宋体" panose="02010600030101010101" pitchFamily="2" charset="-122"/>
              </a:rPr>
              <a:t>+</a:t>
            </a:r>
            <a:r>
              <a:rPr lang="en-US" altLang="zh-CN" sz="2800" dirty="0">
                <a:solidFill>
                  <a:schemeClr val="tx1"/>
                </a:solidFill>
                <a:latin typeface="宋体" panose="02010600030101010101" pitchFamily="2" charset="-122"/>
                <a:ea typeface="宋体" panose="02010600030101010101" pitchFamily="2" charset="-122"/>
              </a:rPr>
              <a:t>…</a:t>
            </a:r>
            <a:r>
              <a:rPr lang="en-US" altLang="zh-CN" sz="2800" dirty="0">
                <a:solidFill>
                  <a:schemeClr val="tx1"/>
                </a:solidFill>
                <a:ea typeface="宋体" panose="02010600030101010101" pitchFamily="2" charset="-122"/>
              </a:rPr>
              <a:t>+</a:t>
            </a:r>
            <a:r>
              <a:rPr lang="en-US" altLang="zh-CN" sz="2800" b="1" i="1" dirty="0" err="1">
                <a:solidFill>
                  <a:schemeClr val="tx1"/>
                </a:solidFill>
                <a:ea typeface="宋体" panose="02010600030101010101" pitchFamily="2" charset="-122"/>
              </a:rPr>
              <a:t>F</a:t>
            </a:r>
            <a:r>
              <a:rPr lang="en-US" altLang="zh-CN" sz="2800" i="1" dirty="0" err="1">
                <a:solidFill>
                  <a:schemeClr val="tx1"/>
                </a:solidFill>
                <a:ea typeface="宋体" panose="02010600030101010101" pitchFamily="2" charset="-122"/>
              </a:rPr>
              <a:t>'</a:t>
            </a:r>
            <a:r>
              <a:rPr lang="en-US" altLang="zh-CN" sz="2800" i="1" baseline="-25000" dirty="0" err="1">
                <a:solidFill>
                  <a:schemeClr val="tx1"/>
                </a:solidFill>
                <a:ea typeface="宋体" panose="02010600030101010101" pitchFamily="2" charset="-122"/>
              </a:rPr>
              <a:t>n</a:t>
            </a:r>
            <a:r>
              <a:rPr lang="en-US" altLang="zh-CN" sz="2800" dirty="0">
                <a:solidFill>
                  <a:schemeClr val="tx1"/>
                </a:solidFill>
                <a:ea typeface="宋体" panose="02010600030101010101" pitchFamily="2" charset="-122"/>
              </a:rPr>
              <a:t>=∑</a:t>
            </a:r>
            <a:r>
              <a:rPr lang="en-US" altLang="zh-CN" sz="2800" b="1" i="1" dirty="0">
                <a:solidFill>
                  <a:schemeClr val="tx1"/>
                </a:solidFill>
                <a:ea typeface="宋体" panose="02010600030101010101" pitchFamily="2" charset="-122"/>
              </a:rPr>
              <a:t>F</a:t>
            </a:r>
            <a:endParaRPr lang="en-US" altLang="zh-CN" sz="2800" i="1" baseline="-25000" dirty="0">
              <a:solidFill>
                <a:schemeClr val="tx1"/>
              </a:solidFill>
              <a:ea typeface="宋体" panose="02010600030101010101" pitchFamily="2" charset="-122"/>
            </a:endParaRPr>
          </a:p>
        </p:txBody>
      </p:sp>
      <p:sp>
        <p:nvSpPr>
          <p:cNvPr id="181" name="Text Box 61"/>
          <p:cNvSpPr txBox="1">
            <a:spLocks noChangeArrowheads="1"/>
          </p:cNvSpPr>
          <p:nvPr/>
        </p:nvSpPr>
        <p:spPr bwMode="auto">
          <a:xfrm>
            <a:off x="6865083" y="5117814"/>
            <a:ext cx="5256584" cy="619202"/>
          </a:xfrm>
          <a:prstGeom prst="rect">
            <a:avLst/>
          </a:prstGeom>
          <a:noFill/>
          <a:ln>
            <a:noFill/>
          </a:ln>
          <a:effectLst/>
          <a:extLst>
            <a:ext uri="{909E8E84-426E-40DD-AFC4-6F175D3DCCD1}">
              <a14:hiddenFill xmlns:a14="http://schemas.microsoft.com/office/drawing/2010/main">
                <a:gradFill rotWithShape="0">
                  <a:gsLst>
                    <a:gs pos="0">
                      <a:srgbClr val="66CCFF"/>
                    </a:gs>
                    <a:gs pos="50000">
                      <a:srgbClr val="CCFFFF"/>
                    </a:gs>
                    <a:gs pos="100000">
                      <a:srgbClr val="66CCFF"/>
                    </a:gs>
                  </a:gsLst>
                  <a:lin ang="5400000" scaled="1"/>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150000"/>
              </a:lnSpc>
              <a:spcBef>
                <a:spcPct val="50000"/>
              </a:spcBef>
            </a:pPr>
            <a:r>
              <a:rPr lang="en-US" altLang="zh-CN" sz="2800" i="1" dirty="0">
                <a:solidFill>
                  <a:srgbClr val="FF0000"/>
                </a:solidFill>
                <a:ea typeface="宋体" panose="02010600030101010101" pitchFamily="2" charset="-122"/>
              </a:rPr>
              <a:t>M</a:t>
            </a:r>
            <a:r>
              <a:rPr lang="en-US" altLang="zh-CN" sz="2800" i="1" baseline="-25000" dirty="0">
                <a:solidFill>
                  <a:srgbClr val="FF0000"/>
                </a:solidFill>
                <a:ea typeface="宋体" panose="02010600030101010101" pitchFamily="2" charset="-122"/>
              </a:rPr>
              <a:t>O</a:t>
            </a:r>
            <a:r>
              <a:rPr lang="en-US" altLang="zh-CN" sz="2800" dirty="0">
                <a:solidFill>
                  <a:schemeClr val="tx1"/>
                </a:solidFill>
                <a:ea typeface="宋体" panose="02010600030101010101" pitchFamily="2" charset="-122"/>
              </a:rPr>
              <a:t>=</a:t>
            </a:r>
            <a:r>
              <a:rPr lang="en-US" altLang="zh-CN" sz="2800" i="1" dirty="0">
                <a:solidFill>
                  <a:schemeClr val="tx1"/>
                </a:solidFill>
                <a:ea typeface="宋体" panose="02010600030101010101" pitchFamily="2" charset="-122"/>
              </a:rPr>
              <a:t>M</a:t>
            </a:r>
            <a:r>
              <a:rPr lang="en-US" altLang="zh-CN" sz="2800" baseline="-25000" dirty="0">
                <a:solidFill>
                  <a:schemeClr val="tx1"/>
                </a:solidFill>
                <a:ea typeface="宋体" panose="02010600030101010101" pitchFamily="2" charset="-122"/>
              </a:rPr>
              <a:t>1</a:t>
            </a:r>
            <a:r>
              <a:rPr lang="en-US" altLang="zh-CN" sz="2800" dirty="0">
                <a:solidFill>
                  <a:schemeClr val="tx1"/>
                </a:solidFill>
                <a:ea typeface="宋体" panose="02010600030101010101" pitchFamily="2" charset="-122"/>
              </a:rPr>
              <a:t>+</a:t>
            </a:r>
            <a:r>
              <a:rPr lang="en-US" altLang="zh-CN" sz="2800" i="1" dirty="0">
                <a:solidFill>
                  <a:schemeClr val="tx1"/>
                </a:solidFill>
                <a:ea typeface="宋体" panose="02010600030101010101" pitchFamily="2" charset="-122"/>
              </a:rPr>
              <a:t> M</a:t>
            </a:r>
            <a:r>
              <a:rPr lang="en-US" altLang="zh-CN" sz="2800" baseline="-25000" dirty="0">
                <a:solidFill>
                  <a:schemeClr val="tx1"/>
                </a:solidFill>
                <a:ea typeface="宋体" panose="02010600030101010101" pitchFamily="2" charset="-122"/>
              </a:rPr>
              <a:t>2</a:t>
            </a:r>
            <a:r>
              <a:rPr lang="en-US" altLang="zh-CN" sz="2800" dirty="0">
                <a:solidFill>
                  <a:schemeClr val="tx1"/>
                </a:solidFill>
                <a:ea typeface="宋体" panose="02010600030101010101" pitchFamily="2" charset="-122"/>
              </a:rPr>
              <a:t>+</a:t>
            </a:r>
            <a:r>
              <a:rPr lang="en-US" altLang="zh-CN" sz="2800" dirty="0">
                <a:solidFill>
                  <a:schemeClr val="tx1"/>
                </a:solidFill>
                <a:latin typeface="宋体" panose="02010600030101010101" pitchFamily="2" charset="-122"/>
                <a:ea typeface="宋体" panose="02010600030101010101" pitchFamily="2" charset="-122"/>
              </a:rPr>
              <a:t>…</a:t>
            </a:r>
            <a:r>
              <a:rPr lang="en-US" altLang="zh-CN" sz="2800" dirty="0">
                <a:solidFill>
                  <a:schemeClr val="tx1"/>
                </a:solidFill>
                <a:ea typeface="宋体" panose="02010600030101010101" pitchFamily="2" charset="-122"/>
              </a:rPr>
              <a:t>+</a:t>
            </a:r>
            <a:r>
              <a:rPr lang="en-US" altLang="zh-CN" sz="2800" i="1" dirty="0">
                <a:solidFill>
                  <a:schemeClr val="tx1"/>
                </a:solidFill>
                <a:ea typeface="宋体" panose="02010600030101010101" pitchFamily="2" charset="-122"/>
              </a:rPr>
              <a:t> </a:t>
            </a:r>
            <a:r>
              <a:rPr lang="en-US" altLang="zh-CN" sz="2800" i="1" dirty="0" err="1">
                <a:solidFill>
                  <a:schemeClr val="tx1"/>
                </a:solidFill>
                <a:ea typeface="宋体" panose="02010600030101010101" pitchFamily="2" charset="-122"/>
              </a:rPr>
              <a:t>M</a:t>
            </a:r>
            <a:r>
              <a:rPr lang="en-US" altLang="zh-CN" sz="2800" i="1" baseline="-25000" dirty="0" err="1">
                <a:solidFill>
                  <a:schemeClr val="tx1"/>
                </a:solidFill>
                <a:ea typeface="宋体" panose="02010600030101010101" pitchFamily="2" charset="-122"/>
              </a:rPr>
              <a:t>n</a:t>
            </a:r>
            <a:r>
              <a:rPr lang="en-US" altLang="zh-CN" sz="2800" dirty="0">
                <a:solidFill>
                  <a:schemeClr val="tx1"/>
                </a:solidFill>
                <a:ea typeface="宋体" panose="02010600030101010101" pitchFamily="2" charset="-122"/>
              </a:rPr>
              <a:t> </a:t>
            </a:r>
            <a:r>
              <a:rPr lang="en-US" altLang="zh-CN" sz="2800" i="1" dirty="0">
                <a:solidFill>
                  <a:schemeClr val="tx1"/>
                </a:solidFill>
                <a:ea typeface="宋体" panose="02010600030101010101" pitchFamily="2" charset="-122"/>
              </a:rPr>
              <a:t>M</a:t>
            </a:r>
            <a:r>
              <a:rPr lang="en-US" altLang="zh-CN" sz="2800" i="1" baseline="-25000" dirty="0">
                <a:solidFill>
                  <a:schemeClr val="tx1"/>
                </a:solidFill>
                <a:ea typeface="宋体" panose="02010600030101010101" pitchFamily="2" charset="-122"/>
              </a:rPr>
              <a:t>O</a:t>
            </a:r>
            <a:r>
              <a:rPr lang="en-US" altLang="zh-CN" sz="2800" dirty="0">
                <a:solidFill>
                  <a:schemeClr val="tx1"/>
                </a:solidFill>
                <a:ea typeface="宋体" panose="02010600030101010101" pitchFamily="2" charset="-122"/>
              </a:rPr>
              <a:t>=∑</a:t>
            </a:r>
            <a:r>
              <a:rPr lang="en-US" altLang="zh-CN" sz="2800" i="1" dirty="0">
                <a:solidFill>
                  <a:schemeClr val="tx1"/>
                </a:solidFill>
                <a:ea typeface="宋体" panose="02010600030101010101" pitchFamily="2" charset="-122"/>
              </a:rPr>
              <a:t>M</a:t>
            </a:r>
            <a:r>
              <a:rPr lang="en-US" altLang="zh-CN" sz="2800" i="1" baseline="-25000" dirty="0">
                <a:solidFill>
                  <a:schemeClr val="tx1"/>
                </a:solidFill>
                <a:ea typeface="宋体" panose="02010600030101010101" pitchFamily="2" charset="-122"/>
              </a:rPr>
              <a:t>O</a:t>
            </a:r>
            <a:r>
              <a:rPr lang="en-US" altLang="zh-CN" sz="2800" i="0" dirty="0">
                <a:solidFill>
                  <a:schemeClr val="tx1"/>
                </a:solidFill>
                <a:ea typeface="宋体" panose="02010600030101010101" pitchFamily="2" charset="-122"/>
              </a:rPr>
              <a:t>(</a:t>
            </a:r>
            <a:r>
              <a:rPr lang="en-US" altLang="zh-CN" sz="2800" b="1" i="1" dirty="0">
                <a:solidFill>
                  <a:schemeClr val="tx1"/>
                </a:solidFill>
                <a:ea typeface="宋体" panose="02010600030101010101" pitchFamily="2" charset="-122"/>
              </a:rPr>
              <a:t>F</a:t>
            </a:r>
            <a:r>
              <a:rPr lang="en-US" altLang="zh-CN" sz="2800" i="0" dirty="0">
                <a:solidFill>
                  <a:schemeClr val="tx1"/>
                </a:solidFill>
                <a:ea typeface="宋体" panose="02010600030101010101" pitchFamily="2" charset="-122"/>
              </a:rPr>
              <a:t>)</a:t>
            </a:r>
            <a:r>
              <a:rPr lang="en-US" altLang="zh-CN" sz="2800" dirty="0">
                <a:solidFill>
                  <a:schemeClr val="tx1"/>
                </a:solidFill>
                <a:ea typeface="宋体" panose="02010600030101010101" pitchFamily="2" charset="-122"/>
              </a:rPr>
              <a:t>  </a:t>
            </a:r>
            <a:endParaRPr lang="zh-CN" altLang="en-US" sz="2800" dirty="0">
              <a:solidFill>
                <a:schemeClr val="tx1"/>
              </a:solidFill>
              <a:ea typeface="宋体" panose="02010600030101010101" pitchFamily="2" charset="-122"/>
            </a:endParaRPr>
          </a:p>
        </p:txBody>
      </p:sp>
      <p:sp>
        <p:nvSpPr>
          <p:cNvPr id="182" name="Text Box 9"/>
          <p:cNvSpPr txBox="1">
            <a:spLocks noChangeArrowheads="1"/>
          </p:cNvSpPr>
          <p:nvPr/>
        </p:nvSpPr>
        <p:spPr bwMode="auto">
          <a:xfrm>
            <a:off x="1055440" y="5711475"/>
            <a:ext cx="10081120" cy="609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just">
              <a:spcBef>
                <a:spcPct val="20000"/>
              </a:spcBef>
              <a:buClr>
                <a:schemeClr val="accent1"/>
              </a:buClr>
              <a:buSzPct val="75000"/>
              <a:buFont typeface="Monotype Sorts" pitchFamily="2" charset="2"/>
              <a:buChar char="•"/>
              <a:defRPr kumimoji="1" sz="2400">
                <a:solidFill>
                  <a:schemeClr val="tx1"/>
                </a:solidFill>
                <a:latin typeface="Impact" panose="020B0806030902050204" pitchFamily="34" charset="0"/>
                <a:ea typeface="宋体" panose="02010600030101010101" pitchFamily="2" charset="-122"/>
              </a:defRPr>
            </a:lvl1pPr>
            <a:lvl2pPr marL="742950" indent="-285750">
              <a:spcBef>
                <a:spcPct val="20000"/>
              </a:spcBef>
              <a:buClr>
                <a:schemeClr val="accent2"/>
              </a:buClr>
              <a:buChar char="•"/>
              <a:defRPr kumimoji="1" sz="2000">
                <a:solidFill>
                  <a:schemeClr val="tx1"/>
                </a:solidFill>
                <a:latin typeface="Impact" panose="020B0806030902050204" pitchFamily="34" charset="0"/>
                <a:ea typeface="宋体" panose="02010600030101010101" pitchFamily="2" charset="-122"/>
              </a:defRPr>
            </a:lvl2pPr>
            <a:lvl3pPr marL="1143000" indent="-228600">
              <a:spcBef>
                <a:spcPct val="20000"/>
              </a:spcBef>
              <a:buChar char="–"/>
              <a:defRPr kumimoji="1" sz="2400">
                <a:solidFill>
                  <a:schemeClr val="tx1"/>
                </a:solidFill>
                <a:latin typeface="Impact" panose="020B0806030902050204" pitchFamily="34" charset="0"/>
                <a:ea typeface="宋体" panose="02010600030101010101" pitchFamily="2" charset="-122"/>
              </a:defRPr>
            </a:lvl3pPr>
            <a:lvl4pPr marL="1600200" indent="-228600">
              <a:spcBef>
                <a:spcPct val="20000"/>
              </a:spcBef>
              <a:buChar char="–"/>
              <a:defRPr kumimoji="1" sz="2000">
                <a:solidFill>
                  <a:schemeClr val="tx1"/>
                </a:solidFill>
                <a:latin typeface="Impact" panose="020B0806030902050204" pitchFamily="34" charset="0"/>
                <a:ea typeface="宋体" panose="02010600030101010101" pitchFamily="2" charset="-122"/>
              </a:defRPr>
            </a:lvl4pPr>
            <a:lvl5pPr marL="2057400" indent="-228600">
              <a:spcBef>
                <a:spcPct val="20000"/>
              </a:spcBef>
              <a:buChar char="»"/>
              <a:defRPr kumimoji="1" sz="2000">
                <a:solidFill>
                  <a:schemeClr val="tx1"/>
                </a:solidFill>
                <a:latin typeface="Impact" panose="020B0806030902050204" pitchFamily="34"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9pPr>
          </a:lstStyle>
          <a:p>
            <a:pPr>
              <a:lnSpc>
                <a:spcPct val="120000"/>
              </a:lnSpc>
              <a:spcBef>
                <a:spcPct val="0"/>
              </a:spcBef>
              <a:buClrTx/>
              <a:buSzTx/>
              <a:buNone/>
            </a:pPr>
            <a:r>
              <a:rPr lang="zh-CN" altLang="en-US" sz="2800" i="0" dirty="0">
                <a:latin typeface="微软雅黑" panose="020B0503020204020204" pitchFamily="34" charset="-122"/>
                <a:ea typeface="微软雅黑" panose="020B0503020204020204" pitchFamily="34" charset="-122"/>
              </a:rPr>
              <a:t>主矢与简化中心无关，而主矩一般与简化中心有关。</a:t>
            </a:r>
          </a:p>
        </p:txBody>
      </p:sp>
    </p:spTree>
    <p:extLst>
      <p:ext uri="{BB962C8B-B14F-4D97-AF65-F5344CB8AC3E}">
        <p14:creationId xmlns:p14="http://schemas.microsoft.com/office/powerpoint/2010/main" val="1378501124"/>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2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8" fill="hold" nodeType="clickEffect">
                                  <p:stCondLst>
                                    <p:cond delay="0"/>
                                  </p:stCondLst>
                                  <p:childTnLst>
                                    <p:set>
                                      <p:cBhvr>
                                        <p:cTn id="10" dur="1" fill="hold">
                                          <p:stCondLst>
                                            <p:cond delay="0"/>
                                          </p:stCondLst>
                                        </p:cTn>
                                        <p:tgtEl>
                                          <p:spTgt spid="68"/>
                                        </p:tgtEl>
                                        <p:attrNameLst>
                                          <p:attrName>style.visibility</p:attrName>
                                        </p:attrNameLst>
                                      </p:cBhvr>
                                      <p:to>
                                        <p:strVal val="visible"/>
                                      </p:to>
                                    </p:set>
                                    <p:animEffect transition="in" filter="wipe(left)">
                                      <p:cBhvr>
                                        <p:cTn id="11" dur="3000"/>
                                        <p:tgtEl>
                                          <p:spTgt spid="68"/>
                                        </p:tgtEl>
                                      </p:cBhvr>
                                    </p:animEffect>
                                  </p:childTnLst>
                                </p:cTn>
                              </p:par>
                            </p:childTnLst>
                          </p:cTn>
                        </p:par>
                      </p:childTnLst>
                    </p:cTn>
                  </p:par>
                  <p:par>
                    <p:cTn id="12" fill="hold">
                      <p:stCondLst>
                        <p:cond delay="indefinite"/>
                      </p:stCondLst>
                      <p:childTnLst>
                        <p:par>
                          <p:cTn id="13" fill="hold">
                            <p:stCondLst>
                              <p:cond delay="0"/>
                            </p:stCondLst>
                            <p:childTnLst>
                              <p:par>
                                <p:cTn id="14" presetID="20" presetClass="entr" presetSubtype="0" fill="hold" grpId="0" nodeType="clickEffect">
                                  <p:stCondLst>
                                    <p:cond delay="0"/>
                                  </p:stCondLst>
                                  <p:childTnLst>
                                    <p:set>
                                      <p:cBhvr>
                                        <p:cTn id="15" dur="1" fill="hold">
                                          <p:stCondLst>
                                            <p:cond delay="0"/>
                                          </p:stCondLst>
                                        </p:cTn>
                                        <p:tgtEl>
                                          <p:spTgt spid="105"/>
                                        </p:tgtEl>
                                        <p:attrNameLst>
                                          <p:attrName>style.visibility</p:attrName>
                                        </p:attrNameLst>
                                      </p:cBhvr>
                                      <p:to>
                                        <p:strVal val="visible"/>
                                      </p:to>
                                    </p:set>
                                    <p:animEffect transition="in" filter="wedge">
                                      <p:cBhvr>
                                        <p:cTn id="16" dur="3000"/>
                                        <p:tgtEl>
                                          <p:spTgt spid="105"/>
                                        </p:tgtEl>
                                      </p:cBhvr>
                                    </p:animEffect>
                                  </p:childTnLst>
                                  <p:subTnLst>
                                    <p:audio>
                                      <p:cMediaNode>
                                        <p:cTn display="0" masterRel="sameClick">
                                          <p:stCondLst>
                                            <p:cond evt="begin" delay="0">
                                              <p:tn val="14"/>
                                            </p:cond>
                                          </p:stCondLst>
                                          <p:endCondLst>
                                            <p:cond evt="onStopAudio" delay="0">
                                              <p:tgtEl>
                                                <p:sldTgt/>
                                              </p:tgtEl>
                                            </p:cond>
                                          </p:endCondLst>
                                        </p:cTn>
                                        <p:tgtEl>
                                          <p:sndTgt r:embed="rId2" name="CHIMES.WAV"/>
                                        </p:tgtEl>
                                      </p:cMediaNode>
                                    </p:audio>
                                  </p:subTnLst>
                                </p:cTn>
                              </p:par>
                            </p:childTnLst>
                          </p:cTn>
                        </p:par>
                        <p:par>
                          <p:cTn id="17" fill="hold">
                            <p:stCondLst>
                              <p:cond delay="3000"/>
                            </p:stCondLst>
                            <p:childTnLst>
                              <p:par>
                                <p:cTn id="18" presetID="20" presetClass="entr" presetSubtype="0" fill="hold" grpId="0" nodeType="afterEffect">
                                  <p:stCondLst>
                                    <p:cond delay="200"/>
                                  </p:stCondLst>
                                  <p:childTnLst>
                                    <p:set>
                                      <p:cBhvr>
                                        <p:cTn id="19" dur="1" fill="hold">
                                          <p:stCondLst>
                                            <p:cond delay="0"/>
                                          </p:stCondLst>
                                        </p:cTn>
                                        <p:tgtEl>
                                          <p:spTgt spid="104"/>
                                        </p:tgtEl>
                                        <p:attrNameLst>
                                          <p:attrName>style.visibility</p:attrName>
                                        </p:attrNameLst>
                                      </p:cBhvr>
                                      <p:to>
                                        <p:strVal val="visible"/>
                                      </p:to>
                                    </p:set>
                                    <p:animEffect transition="in" filter="wedge">
                                      <p:cBhvr>
                                        <p:cTn id="20" dur="3000"/>
                                        <p:tgtEl>
                                          <p:spTgt spid="104"/>
                                        </p:tgtEl>
                                      </p:cBhvr>
                                    </p:animEffect>
                                  </p:childTnLst>
                                  <p:subTnLst>
                                    <p:audio>
                                      <p:cMediaNode>
                                        <p:cTn display="0" masterRel="sameClick">
                                          <p:stCondLst>
                                            <p:cond evt="begin" delay="0">
                                              <p:tn val="18"/>
                                            </p:cond>
                                          </p:stCondLst>
                                          <p:endCondLst>
                                            <p:cond evt="onStopAudio" delay="0">
                                              <p:tgtEl>
                                                <p:sldTgt/>
                                              </p:tgtEl>
                                            </p:cond>
                                          </p:endCondLst>
                                        </p:cTn>
                                        <p:tgtEl>
                                          <p:sndTgt r:embed="rId2" name="CHIMES.WAV"/>
                                        </p:tgtEl>
                                      </p:cMediaNode>
                                    </p:audio>
                                  </p:subTnLst>
                                </p:cTn>
                              </p:par>
                            </p:childTnLst>
                          </p:cTn>
                        </p:par>
                        <p:par>
                          <p:cTn id="21" fill="hold">
                            <p:stCondLst>
                              <p:cond delay="6200"/>
                            </p:stCondLst>
                            <p:childTnLst>
                              <p:par>
                                <p:cTn id="22" presetID="17" presetClass="entr" presetSubtype="8" fill="hold" grpId="0" nodeType="afterEffect">
                                  <p:stCondLst>
                                    <p:cond delay="200"/>
                                  </p:stCondLst>
                                  <p:childTnLst>
                                    <p:set>
                                      <p:cBhvr>
                                        <p:cTn id="23" dur="1" fill="hold">
                                          <p:stCondLst>
                                            <p:cond delay="0"/>
                                          </p:stCondLst>
                                        </p:cTn>
                                        <p:tgtEl>
                                          <p:spTgt spid="100"/>
                                        </p:tgtEl>
                                        <p:attrNameLst>
                                          <p:attrName>style.visibility</p:attrName>
                                        </p:attrNameLst>
                                      </p:cBhvr>
                                      <p:to>
                                        <p:strVal val="visible"/>
                                      </p:to>
                                    </p:set>
                                    <p:anim calcmode="lin" valueType="num">
                                      <p:cBhvr>
                                        <p:cTn id="24" dur="3000" fill="hold"/>
                                        <p:tgtEl>
                                          <p:spTgt spid="100"/>
                                        </p:tgtEl>
                                        <p:attrNameLst>
                                          <p:attrName>ppt_x</p:attrName>
                                        </p:attrNameLst>
                                      </p:cBhvr>
                                      <p:tavLst>
                                        <p:tav tm="0">
                                          <p:val>
                                            <p:strVal val="#ppt_x-#ppt_w/2"/>
                                          </p:val>
                                        </p:tav>
                                        <p:tav tm="100000">
                                          <p:val>
                                            <p:strVal val="#ppt_x"/>
                                          </p:val>
                                        </p:tav>
                                      </p:tavLst>
                                    </p:anim>
                                    <p:anim calcmode="lin" valueType="num">
                                      <p:cBhvr>
                                        <p:cTn id="25" dur="3000" fill="hold"/>
                                        <p:tgtEl>
                                          <p:spTgt spid="100"/>
                                        </p:tgtEl>
                                        <p:attrNameLst>
                                          <p:attrName>ppt_y</p:attrName>
                                        </p:attrNameLst>
                                      </p:cBhvr>
                                      <p:tavLst>
                                        <p:tav tm="0">
                                          <p:val>
                                            <p:strVal val="#ppt_y"/>
                                          </p:val>
                                        </p:tav>
                                        <p:tav tm="100000">
                                          <p:val>
                                            <p:strVal val="#ppt_y"/>
                                          </p:val>
                                        </p:tav>
                                      </p:tavLst>
                                    </p:anim>
                                    <p:anim calcmode="lin" valueType="num">
                                      <p:cBhvr>
                                        <p:cTn id="26" dur="3000" fill="hold"/>
                                        <p:tgtEl>
                                          <p:spTgt spid="100"/>
                                        </p:tgtEl>
                                        <p:attrNameLst>
                                          <p:attrName>ppt_w</p:attrName>
                                        </p:attrNameLst>
                                      </p:cBhvr>
                                      <p:tavLst>
                                        <p:tav tm="0">
                                          <p:val>
                                            <p:fltVal val="0"/>
                                          </p:val>
                                        </p:tav>
                                        <p:tav tm="100000">
                                          <p:val>
                                            <p:strVal val="#ppt_w"/>
                                          </p:val>
                                        </p:tav>
                                      </p:tavLst>
                                    </p:anim>
                                    <p:anim calcmode="lin" valueType="num">
                                      <p:cBhvr>
                                        <p:cTn id="27" dur="3000" fill="hold"/>
                                        <p:tgtEl>
                                          <p:spTgt spid="100"/>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22"/>
                                            </p:cond>
                                          </p:stCondLst>
                                          <p:endCondLst>
                                            <p:cond evt="onStopAudio" delay="0">
                                              <p:tgtEl>
                                                <p:sldTgt/>
                                              </p:tgtEl>
                                            </p:cond>
                                          </p:endCondLst>
                                        </p:cTn>
                                        <p:tgtEl>
                                          <p:sndTgt r:embed="rId2" name="CHIMES.WAV"/>
                                        </p:tgtEl>
                                      </p:cMediaNode>
                                    </p:audio>
                                  </p:subTnLst>
                                </p:cTn>
                              </p:par>
                            </p:childTnLst>
                          </p:cTn>
                        </p:par>
                        <p:par>
                          <p:cTn id="28" fill="hold">
                            <p:stCondLst>
                              <p:cond delay="9400"/>
                            </p:stCondLst>
                            <p:childTnLst>
                              <p:par>
                                <p:cTn id="29" presetID="20" presetClass="entr" presetSubtype="0" fill="hold" grpId="0" nodeType="afterEffect">
                                  <p:stCondLst>
                                    <p:cond delay="200"/>
                                  </p:stCondLst>
                                  <p:childTnLst>
                                    <p:set>
                                      <p:cBhvr>
                                        <p:cTn id="30" dur="1" fill="hold">
                                          <p:stCondLst>
                                            <p:cond delay="0"/>
                                          </p:stCondLst>
                                        </p:cTn>
                                        <p:tgtEl>
                                          <p:spTgt spid="102"/>
                                        </p:tgtEl>
                                        <p:attrNameLst>
                                          <p:attrName>style.visibility</p:attrName>
                                        </p:attrNameLst>
                                      </p:cBhvr>
                                      <p:to>
                                        <p:strVal val="visible"/>
                                      </p:to>
                                    </p:set>
                                    <p:animEffect transition="in" filter="wedge">
                                      <p:cBhvr>
                                        <p:cTn id="31" dur="3000"/>
                                        <p:tgtEl>
                                          <p:spTgt spid="102"/>
                                        </p:tgtEl>
                                      </p:cBhvr>
                                    </p:animEffect>
                                  </p:childTnLst>
                                  <p:subTnLst>
                                    <p:audio>
                                      <p:cMediaNode>
                                        <p:cTn display="0" masterRel="sameClick">
                                          <p:stCondLst>
                                            <p:cond evt="begin" delay="0">
                                              <p:tn val="29"/>
                                            </p:cond>
                                          </p:stCondLst>
                                          <p:endCondLst>
                                            <p:cond evt="onStopAudio" delay="0">
                                              <p:tgtEl>
                                                <p:sldTgt/>
                                              </p:tgtEl>
                                            </p:cond>
                                          </p:endCondLst>
                                        </p:cTn>
                                        <p:tgtEl>
                                          <p:sndTgt r:embed="rId2" name="CHIMES.WAV"/>
                                        </p:tgtEl>
                                      </p:cMediaNode>
                                    </p:audio>
                                  </p:subTnLst>
                                </p:cTn>
                              </p:par>
                            </p:childTnLst>
                          </p:cTn>
                        </p:par>
                        <p:par>
                          <p:cTn id="32" fill="hold">
                            <p:stCondLst>
                              <p:cond delay="12600"/>
                            </p:stCondLst>
                            <p:childTnLst>
                              <p:par>
                                <p:cTn id="33" presetID="17" presetClass="entr" presetSubtype="4" fill="hold" grpId="0" nodeType="afterEffect">
                                  <p:stCondLst>
                                    <p:cond delay="200"/>
                                  </p:stCondLst>
                                  <p:childTnLst>
                                    <p:set>
                                      <p:cBhvr>
                                        <p:cTn id="34" dur="1" fill="hold">
                                          <p:stCondLst>
                                            <p:cond delay="0"/>
                                          </p:stCondLst>
                                        </p:cTn>
                                        <p:tgtEl>
                                          <p:spTgt spid="101"/>
                                        </p:tgtEl>
                                        <p:attrNameLst>
                                          <p:attrName>style.visibility</p:attrName>
                                        </p:attrNameLst>
                                      </p:cBhvr>
                                      <p:to>
                                        <p:strVal val="visible"/>
                                      </p:to>
                                    </p:set>
                                    <p:anim calcmode="lin" valueType="num">
                                      <p:cBhvr>
                                        <p:cTn id="35" dur="3000" fill="hold"/>
                                        <p:tgtEl>
                                          <p:spTgt spid="101"/>
                                        </p:tgtEl>
                                        <p:attrNameLst>
                                          <p:attrName>ppt_x</p:attrName>
                                        </p:attrNameLst>
                                      </p:cBhvr>
                                      <p:tavLst>
                                        <p:tav tm="0">
                                          <p:val>
                                            <p:strVal val="#ppt_x"/>
                                          </p:val>
                                        </p:tav>
                                        <p:tav tm="100000">
                                          <p:val>
                                            <p:strVal val="#ppt_x"/>
                                          </p:val>
                                        </p:tav>
                                      </p:tavLst>
                                    </p:anim>
                                    <p:anim calcmode="lin" valueType="num">
                                      <p:cBhvr>
                                        <p:cTn id="36" dur="3000" fill="hold"/>
                                        <p:tgtEl>
                                          <p:spTgt spid="101"/>
                                        </p:tgtEl>
                                        <p:attrNameLst>
                                          <p:attrName>ppt_y</p:attrName>
                                        </p:attrNameLst>
                                      </p:cBhvr>
                                      <p:tavLst>
                                        <p:tav tm="0">
                                          <p:val>
                                            <p:strVal val="#ppt_y+#ppt_h/2"/>
                                          </p:val>
                                        </p:tav>
                                        <p:tav tm="100000">
                                          <p:val>
                                            <p:strVal val="#ppt_y"/>
                                          </p:val>
                                        </p:tav>
                                      </p:tavLst>
                                    </p:anim>
                                    <p:anim calcmode="lin" valueType="num">
                                      <p:cBhvr>
                                        <p:cTn id="37" dur="3000" fill="hold"/>
                                        <p:tgtEl>
                                          <p:spTgt spid="101"/>
                                        </p:tgtEl>
                                        <p:attrNameLst>
                                          <p:attrName>ppt_w</p:attrName>
                                        </p:attrNameLst>
                                      </p:cBhvr>
                                      <p:tavLst>
                                        <p:tav tm="0">
                                          <p:val>
                                            <p:strVal val="#ppt_w"/>
                                          </p:val>
                                        </p:tav>
                                        <p:tav tm="100000">
                                          <p:val>
                                            <p:strVal val="#ppt_w"/>
                                          </p:val>
                                        </p:tav>
                                      </p:tavLst>
                                    </p:anim>
                                    <p:anim calcmode="lin" valueType="num">
                                      <p:cBhvr>
                                        <p:cTn id="38" dur="3000" fill="hold"/>
                                        <p:tgtEl>
                                          <p:spTgt spid="101"/>
                                        </p:tgtEl>
                                        <p:attrNameLst>
                                          <p:attrName>ppt_h</p:attrName>
                                        </p:attrNameLst>
                                      </p:cBhvr>
                                      <p:tavLst>
                                        <p:tav tm="0">
                                          <p:val>
                                            <p:fltVal val="0"/>
                                          </p:val>
                                        </p:tav>
                                        <p:tav tm="100000">
                                          <p:val>
                                            <p:strVal val="#ppt_h"/>
                                          </p:val>
                                        </p:tav>
                                      </p:tavLst>
                                    </p:anim>
                                  </p:childTnLst>
                                  <p:subTnLst>
                                    <p:audio>
                                      <p:cMediaNode>
                                        <p:cTn display="0" masterRel="sameClick">
                                          <p:stCondLst>
                                            <p:cond evt="begin" delay="0">
                                              <p:tn val="33"/>
                                            </p:cond>
                                          </p:stCondLst>
                                          <p:endCondLst>
                                            <p:cond evt="onStopAudio" delay="0">
                                              <p:tgtEl>
                                                <p:sldTgt/>
                                              </p:tgtEl>
                                            </p:cond>
                                          </p:endCondLst>
                                        </p:cTn>
                                        <p:tgtEl>
                                          <p:sndTgt r:embed="rId2" name="CHIMES.WAV"/>
                                        </p:tgtEl>
                                      </p:cMediaNode>
                                    </p:audio>
                                  </p:subTnLst>
                                </p:cTn>
                              </p:par>
                            </p:childTnLst>
                          </p:cTn>
                        </p:par>
                        <p:par>
                          <p:cTn id="39" fill="hold">
                            <p:stCondLst>
                              <p:cond delay="15800"/>
                            </p:stCondLst>
                            <p:childTnLst>
                              <p:par>
                                <p:cTn id="40" presetID="20" presetClass="entr" presetSubtype="0" fill="hold" grpId="0" nodeType="afterEffect">
                                  <p:stCondLst>
                                    <p:cond delay="200"/>
                                  </p:stCondLst>
                                  <p:childTnLst>
                                    <p:set>
                                      <p:cBhvr>
                                        <p:cTn id="41" dur="1" fill="hold">
                                          <p:stCondLst>
                                            <p:cond delay="0"/>
                                          </p:stCondLst>
                                        </p:cTn>
                                        <p:tgtEl>
                                          <p:spTgt spid="103"/>
                                        </p:tgtEl>
                                        <p:attrNameLst>
                                          <p:attrName>style.visibility</p:attrName>
                                        </p:attrNameLst>
                                      </p:cBhvr>
                                      <p:to>
                                        <p:strVal val="visible"/>
                                      </p:to>
                                    </p:set>
                                    <p:animEffect transition="in" filter="wedge">
                                      <p:cBhvr>
                                        <p:cTn id="42" dur="3000"/>
                                        <p:tgtEl>
                                          <p:spTgt spid="103"/>
                                        </p:tgtEl>
                                      </p:cBhvr>
                                    </p:animEffect>
                                  </p:childTnLst>
                                  <p:subTnLst>
                                    <p:audio>
                                      <p:cMediaNode>
                                        <p:cTn display="0" masterRel="sameClick">
                                          <p:stCondLst>
                                            <p:cond evt="begin" delay="0">
                                              <p:tn val="40"/>
                                            </p:cond>
                                          </p:stCondLst>
                                          <p:endCondLst>
                                            <p:cond evt="onStopAudio" delay="0">
                                              <p:tgtEl>
                                                <p:sldTgt/>
                                              </p:tgtEl>
                                            </p:cond>
                                          </p:endCondLst>
                                        </p:cTn>
                                        <p:tgtEl>
                                          <p:sndTgt r:embed="rId2" name="CHIMES.WAV"/>
                                        </p:tgtEl>
                                      </p:cMediaNode>
                                    </p:audio>
                                  </p:subTnLst>
                                </p:cTn>
                              </p:par>
                            </p:childTnLst>
                          </p:cTn>
                        </p:par>
                      </p:childTnLst>
                    </p:cTn>
                  </p:par>
                  <p:par>
                    <p:cTn id="43" fill="hold">
                      <p:stCondLst>
                        <p:cond delay="indefinite"/>
                      </p:stCondLst>
                      <p:childTnLst>
                        <p:par>
                          <p:cTn id="44" fill="hold">
                            <p:stCondLst>
                              <p:cond delay="0"/>
                            </p:stCondLst>
                            <p:childTnLst>
                              <p:par>
                                <p:cTn id="45" presetID="6" presetClass="entr" presetSubtype="32" fill="hold" nodeType="clickEffect">
                                  <p:stCondLst>
                                    <p:cond delay="0"/>
                                  </p:stCondLst>
                                  <p:childTnLst>
                                    <p:set>
                                      <p:cBhvr>
                                        <p:cTn id="46" dur="1" fill="hold">
                                          <p:stCondLst>
                                            <p:cond delay="0"/>
                                          </p:stCondLst>
                                        </p:cTn>
                                        <p:tgtEl>
                                          <p:spTgt spid="91"/>
                                        </p:tgtEl>
                                        <p:attrNameLst>
                                          <p:attrName>style.visibility</p:attrName>
                                        </p:attrNameLst>
                                      </p:cBhvr>
                                      <p:to>
                                        <p:strVal val="visible"/>
                                      </p:to>
                                    </p:set>
                                    <p:animEffect transition="in" filter="circle(out)">
                                      <p:cBhvr>
                                        <p:cTn id="47" dur="5000"/>
                                        <p:tgtEl>
                                          <p:spTgt spid="91"/>
                                        </p:tgtEl>
                                      </p:cBhvr>
                                    </p:animEffect>
                                  </p:childTnLst>
                                  <p:subTnLst>
                                    <p:audio>
                                      <p:cMediaNode>
                                        <p:cTn display="0" masterRel="sameClick">
                                          <p:stCondLst>
                                            <p:cond evt="begin" delay="0">
                                              <p:tn val="45"/>
                                            </p:cond>
                                          </p:stCondLst>
                                          <p:endCondLst>
                                            <p:cond evt="onStopAudio" delay="0">
                                              <p:tgtEl>
                                                <p:sldTgt/>
                                              </p:tgtEl>
                                            </p:cond>
                                          </p:endCondLst>
                                        </p:cTn>
                                        <p:tgtEl>
                                          <p:sndTgt r:embed="rId3" name="CASHREG.WAV"/>
                                        </p:tgtEl>
                                      </p:cMediaNode>
                                    </p:audio>
                                  </p:subTnLst>
                                </p:cTn>
                              </p:par>
                            </p:childTnLst>
                          </p:cTn>
                        </p:par>
                      </p:childTnLst>
                    </p:cTn>
                  </p:par>
                  <p:par>
                    <p:cTn id="48" fill="hold">
                      <p:stCondLst>
                        <p:cond delay="indefinite"/>
                      </p:stCondLst>
                      <p:childTnLst>
                        <p:par>
                          <p:cTn id="49" fill="hold">
                            <p:stCondLst>
                              <p:cond delay="0"/>
                            </p:stCondLst>
                            <p:childTnLst>
                              <p:par>
                                <p:cTn id="50" presetID="18" presetClass="entr" presetSubtype="9" fill="hold" grpId="0" nodeType="clickEffect">
                                  <p:stCondLst>
                                    <p:cond delay="0"/>
                                  </p:stCondLst>
                                  <p:childTnLst>
                                    <p:set>
                                      <p:cBhvr>
                                        <p:cTn id="51" dur="1" fill="hold">
                                          <p:stCondLst>
                                            <p:cond delay="0"/>
                                          </p:stCondLst>
                                        </p:cTn>
                                        <p:tgtEl>
                                          <p:spTgt spid="107"/>
                                        </p:tgtEl>
                                        <p:attrNameLst>
                                          <p:attrName>style.visibility</p:attrName>
                                        </p:attrNameLst>
                                      </p:cBhvr>
                                      <p:to>
                                        <p:strVal val="visible"/>
                                      </p:to>
                                    </p:set>
                                    <p:animEffect transition="in" filter="strips(upLeft)">
                                      <p:cBhvr>
                                        <p:cTn id="52" dur="3000"/>
                                        <p:tgtEl>
                                          <p:spTgt spid="107"/>
                                        </p:tgtEl>
                                      </p:cBhvr>
                                    </p:animEffect>
                                  </p:childTnLst>
                                  <p:subTnLst>
                                    <p:audio>
                                      <p:cMediaNode>
                                        <p:cTn display="0" masterRel="sameClick">
                                          <p:stCondLst>
                                            <p:cond evt="begin" delay="0">
                                              <p:tn val="50"/>
                                            </p:cond>
                                          </p:stCondLst>
                                          <p:endCondLst>
                                            <p:cond evt="onStopAudio" delay="0">
                                              <p:tgtEl>
                                                <p:sldTgt/>
                                              </p:tgtEl>
                                            </p:cond>
                                          </p:endCondLst>
                                        </p:cTn>
                                        <p:tgtEl>
                                          <p:sndTgt r:embed="rId2" name="CHIMES.WAV"/>
                                        </p:tgtEl>
                                      </p:cMediaNode>
                                    </p:audio>
                                  </p:subTnLst>
                                </p:cTn>
                              </p:par>
                              <p:par>
                                <p:cTn id="53" presetID="20" presetClass="entr" presetSubtype="0" fill="hold" grpId="0" nodeType="withEffect">
                                  <p:stCondLst>
                                    <p:cond delay="0"/>
                                  </p:stCondLst>
                                  <p:childTnLst>
                                    <p:set>
                                      <p:cBhvr>
                                        <p:cTn id="54" dur="1" fill="hold">
                                          <p:stCondLst>
                                            <p:cond delay="0"/>
                                          </p:stCondLst>
                                        </p:cTn>
                                        <p:tgtEl>
                                          <p:spTgt spid="110"/>
                                        </p:tgtEl>
                                        <p:attrNameLst>
                                          <p:attrName>style.visibility</p:attrName>
                                        </p:attrNameLst>
                                      </p:cBhvr>
                                      <p:to>
                                        <p:strVal val="visible"/>
                                      </p:to>
                                    </p:set>
                                    <p:animEffect transition="in" filter="wedge">
                                      <p:cBhvr>
                                        <p:cTn id="55" dur="3000"/>
                                        <p:tgtEl>
                                          <p:spTgt spid="110"/>
                                        </p:tgtEl>
                                      </p:cBhvr>
                                    </p:animEffect>
                                  </p:childTnLst>
                                  <p:subTnLst>
                                    <p:audio>
                                      <p:cMediaNode>
                                        <p:cTn display="0" masterRel="sameClick">
                                          <p:stCondLst>
                                            <p:cond evt="begin" delay="0">
                                              <p:tn val="53"/>
                                            </p:cond>
                                          </p:stCondLst>
                                          <p:endCondLst>
                                            <p:cond evt="onStopAudio" delay="0">
                                              <p:tgtEl>
                                                <p:sldTgt/>
                                              </p:tgtEl>
                                            </p:cond>
                                          </p:endCondLst>
                                        </p:cTn>
                                        <p:tgtEl>
                                          <p:sndTgt r:embed="rId2" name="CHIMES.WAV"/>
                                        </p:tgtEl>
                                      </p:cMediaNode>
                                    </p:audio>
                                  </p:subTnLst>
                                </p:cTn>
                              </p:par>
                            </p:childTnLst>
                          </p:cTn>
                        </p:par>
                        <p:par>
                          <p:cTn id="56" fill="hold">
                            <p:stCondLst>
                              <p:cond delay="3000"/>
                            </p:stCondLst>
                            <p:childTnLst>
                              <p:par>
                                <p:cTn id="57" presetID="22" presetClass="entr" presetSubtype="2" fill="hold" grpId="0" nodeType="afterEffect">
                                  <p:stCondLst>
                                    <p:cond delay="300"/>
                                  </p:stCondLst>
                                  <p:childTnLst>
                                    <p:set>
                                      <p:cBhvr>
                                        <p:cTn id="58" dur="1" fill="hold">
                                          <p:stCondLst>
                                            <p:cond delay="0"/>
                                          </p:stCondLst>
                                        </p:cTn>
                                        <p:tgtEl>
                                          <p:spTgt spid="114"/>
                                        </p:tgtEl>
                                        <p:attrNameLst>
                                          <p:attrName>style.visibility</p:attrName>
                                        </p:attrNameLst>
                                      </p:cBhvr>
                                      <p:to>
                                        <p:strVal val="visible"/>
                                      </p:to>
                                    </p:set>
                                    <p:animEffect transition="in" filter="wipe(right)">
                                      <p:cBhvr>
                                        <p:cTn id="59" dur="5000"/>
                                        <p:tgtEl>
                                          <p:spTgt spid="114"/>
                                        </p:tgtEl>
                                      </p:cBhvr>
                                    </p:animEffect>
                                  </p:childTnLst>
                                  <p:subTnLst>
                                    <p:audio>
                                      <p:cMediaNode>
                                        <p:cTn display="0" masterRel="sameClick">
                                          <p:stCondLst>
                                            <p:cond evt="begin" delay="0">
                                              <p:tn val="57"/>
                                            </p:cond>
                                          </p:stCondLst>
                                          <p:endCondLst>
                                            <p:cond evt="onStopAudio" delay="0">
                                              <p:tgtEl>
                                                <p:sldTgt/>
                                              </p:tgtEl>
                                            </p:cond>
                                          </p:endCondLst>
                                        </p:cTn>
                                        <p:tgtEl>
                                          <p:sndTgt r:embed="rId2" name="CHIMES.WAV"/>
                                        </p:tgtEl>
                                      </p:cMediaNode>
                                    </p:audio>
                                  </p:subTnLst>
                                </p:cTn>
                              </p:par>
                            </p:childTnLst>
                          </p:cTn>
                        </p:par>
                        <p:par>
                          <p:cTn id="60" fill="hold">
                            <p:stCondLst>
                              <p:cond delay="8300"/>
                            </p:stCondLst>
                            <p:childTnLst>
                              <p:par>
                                <p:cTn id="61" presetID="20" presetClass="entr" presetSubtype="0" fill="hold" grpId="0" nodeType="afterEffect">
                                  <p:stCondLst>
                                    <p:cond delay="300"/>
                                  </p:stCondLst>
                                  <p:childTnLst>
                                    <p:set>
                                      <p:cBhvr>
                                        <p:cTn id="62" dur="1" fill="hold">
                                          <p:stCondLst>
                                            <p:cond delay="0"/>
                                          </p:stCondLst>
                                        </p:cTn>
                                        <p:tgtEl>
                                          <p:spTgt spid="117"/>
                                        </p:tgtEl>
                                        <p:attrNameLst>
                                          <p:attrName>style.visibility</p:attrName>
                                        </p:attrNameLst>
                                      </p:cBhvr>
                                      <p:to>
                                        <p:strVal val="visible"/>
                                      </p:to>
                                    </p:set>
                                    <p:animEffect transition="in" filter="wedge">
                                      <p:cBhvr>
                                        <p:cTn id="63" dur="3000"/>
                                        <p:tgtEl>
                                          <p:spTgt spid="117"/>
                                        </p:tgtEl>
                                      </p:cBhvr>
                                    </p:animEffect>
                                  </p:childTnLst>
                                  <p:subTnLst>
                                    <p:audio>
                                      <p:cMediaNode>
                                        <p:cTn display="0" masterRel="sameClick">
                                          <p:stCondLst>
                                            <p:cond evt="begin" delay="0">
                                              <p:tn val="61"/>
                                            </p:cond>
                                          </p:stCondLst>
                                          <p:endCondLst>
                                            <p:cond evt="onStopAudio" delay="0">
                                              <p:tgtEl>
                                                <p:sldTgt/>
                                              </p:tgtEl>
                                            </p:cond>
                                          </p:endCondLst>
                                        </p:cTn>
                                        <p:tgtEl>
                                          <p:sndTgt r:embed="rId2" name="CHIMES.WAV"/>
                                        </p:tgtEl>
                                      </p:cMediaNode>
                                    </p:audio>
                                  </p:subTnLst>
                                </p:cTn>
                              </p:par>
                            </p:childTnLst>
                          </p:cTn>
                        </p:par>
                        <p:par>
                          <p:cTn id="64" fill="hold">
                            <p:stCondLst>
                              <p:cond delay="11600"/>
                            </p:stCondLst>
                            <p:childTnLst>
                              <p:par>
                                <p:cTn id="65" presetID="18" presetClass="entr" presetSubtype="3" fill="hold" grpId="0" nodeType="afterEffect">
                                  <p:stCondLst>
                                    <p:cond delay="300"/>
                                  </p:stCondLst>
                                  <p:childTnLst>
                                    <p:set>
                                      <p:cBhvr>
                                        <p:cTn id="66" dur="1" fill="hold">
                                          <p:stCondLst>
                                            <p:cond delay="0"/>
                                          </p:stCondLst>
                                        </p:cTn>
                                        <p:tgtEl>
                                          <p:spTgt spid="108"/>
                                        </p:tgtEl>
                                        <p:attrNameLst>
                                          <p:attrName>style.visibility</p:attrName>
                                        </p:attrNameLst>
                                      </p:cBhvr>
                                      <p:to>
                                        <p:strVal val="visible"/>
                                      </p:to>
                                    </p:set>
                                    <p:animEffect transition="in" filter="strips(upRight)">
                                      <p:cBhvr>
                                        <p:cTn id="67" dur="3000"/>
                                        <p:tgtEl>
                                          <p:spTgt spid="108"/>
                                        </p:tgtEl>
                                      </p:cBhvr>
                                    </p:animEffect>
                                  </p:childTnLst>
                                  <p:subTnLst>
                                    <p:audio>
                                      <p:cMediaNode>
                                        <p:cTn display="0" masterRel="sameClick">
                                          <p:stCondLst>
                                            <p:cond evt="begin" delay="0">
                                              <p:tn val="65"/>
                                            </p:cond>
                                          </p:stCondLst>
                                          <p:endCondLst>
                                            <p:cond evt="onStopAudio" delay="0">
                                              <p:tgtEl>
                                                <p:sldTgt/>
                                              </p:tgtEl>
                                            </p:cond>
                                          </p:endCondLst>
                                        </p:cTn>
                                        <p:tgtEl>
                                          <p:sndTgt r:embed="rId2" name="CHIMES.WAV"/>
                                        </p:tgtEl>
                                      </p:cMediaNode>
                                    </p:audio>
                                  </p:subTnLst>
                                </p:cTn>
                              </p:par>
                            </p:childTnLst>
                          </p:cTn>
                        </p:par>
                        <p:par>
                          <p:cTn id="68" fill="hold">
                            <p:stCondLst>
                              <p:cond delay="14900"/>
                            </p:stCondLst>
                            <p:childTnLst>
                              <p:par>
                                <p:cTn id="69" presetID="20" presetClass="entr" presetSubtype="0" fill="hold" grpId="0" nodeType="afterEffect">
                                  <p:stCondLst>
                                    <p:cond delay="300"/>
                                  </p:stCondLst>
                                  <p:childTnLst>
                                    <p:set>
                                      <p:cBhvr>
                                        <p:cTn id="70" dur="1" fill="hold">
                                          <p:stCondLst>
                                            <p:cond delay="0"/>
                                          </p:stCondLst>
                                        </p:cTn>
                                        <p:tgtEl>
                                          <p:spTgt spid="111"/>
                                        </p:tgtEl>
                                        <p:attrNameLst>
                                          <p:attrName>style.visibility</p:attrName>
                                        </p:attrNameLst>
                                      </p:cBhvr>
                                      <p:to>
                                        <p:strVal val="visible"/>
                                      </p:to>
                                    </p:set>
                                    <p:animEffect transition="in" filter="wedge">
                                      <p:cBhvr>
                                        <p:cTn id="71" dur="3000"/>
                                        <p:tgtEl>
                                          <p:spTgt spid="111"/>
                                        </p:tgtEl>
                                      </p:cBhvr>
                                    </p:animEffect>
                                  </p:childTnLst>
                                  <p:subTnLst>
                                    <p:audio>
                                      <p:cMediaNode>
                                        <p:cTn display="0" masterRel="sameClick">
                                          <p:stCondLst>
                                            <p:cond evt="begin" delay="0">
                                              <p:tn val="69"/>
                                            </p:cond>
                                          </p:stCondLst>
                                          <p:endCondLst>
                                            <p:cond evt="onStopAudio" delay="0">
                                              <p:tgtEl>
                                                <p:sldTgt/>
                                              </p:tgtEl>
                                            </p:cond>
                                          </p:endCondLst>
                                        </p:cTn>
                                        <p:tgtEl>
                                          <p:sndTgt r:embed="rId2" name="CHIMES.WAV"/>
                                        </p:tgtEl>
                                      </p:cMediaNode>
                                    </p:audio>
                                  </p:subTnLst>
                                </p:cTn>
                              </p:par>
                            </p:childTnLst>
                          </p:cTn>
                        </p:par>
                        <p:par>
                          <p:cTn id="72" fill="hold">
                            <p:stCondLst>
                              <p:cond delay="18200"/>
                            </p:stCondLst>
                            <p:childTnLst>
                              <p:par>
                                <p:cTn id="73" presetID="22" presetClass="entr" presetSubtype="4" fill="hold" grpId="0" nodeType="afterEffect">
                                  <p:stCondLst>
                                    <p:cond delay="300"/>
                                  </p:stCondLst>
                                  <p:childTnLst>
                                    <p:set>
                                      <p:cBhvr>
                                        <p:cTn id="74" dur="1" fill="hold">
                                          <p:stCondLst>
                                            <p:cond delay="0"/>
                                          </p:stCondLst>
                                        </p:cTn>
                                        <p:tgtEl>
                                          <p:spTgt spid="113"/>
                                        </p:tgtEl>
                                        <p:attrNameLst>
                                          <p:attrName>style.visibility</p:attrName>
                                        </p:attrNameLst>
                                      </p:cBhvr>
                                      <p:to>
                                        <p:strVal val="visible"/>
                                      </p:to>
                                    </p:set>
                                    <p:animEffect transition="in" filter="wipe(down)">
                                      <p:cBhvr>
                                        <p:cTn id="75" dur="5000"/>
                                        <p:tgtEl>
                                          <p:spTgt spid="113"/>
                                        </p:tgtEl>
                                      </p:cBhvr>
                                    </p:animEffect>
                                  </p:childTnLst>
                                  <p:subTnLst>
                                    <p:audio>
                                      <p:cMediaNode>
                                        <p:cTn display="0" masterRel="sameClick">
                                          <p:stCondLst>
                                            <p:cond evt="begin" delay="0">
                                              <p:tn val="73"/>
                                            </p:cond>
                                          </p:stCondLst>
                                          <p:endCondLst>
                                            <p:cond evt="onStopAudio" delay="0">
                                              <p:tgtEl>
                                                <p:sldTgt/>
                                              </p:tgtEl>
                                            </p:cond>
                                          </p:endCondLst>
                                        </p:cTn>
                                        <p:tgtEl>
                                          <p:sndTgt r:embed="rId2" name="CHIMES.WAV"/>
                                        </p:tgtEl>
                                      </p:cMediaNode>
                                    </p:audio>
                                  </p:subTnLst>
                                </p:cTn>
                              </p:par>
                            </p:childTnLst>
                          </p:cTn>
                        </p:par>
                        <p:par>
                          <p:cTn id="76" fill="hold">
                            <p:stCondLst>
                              <p:cond delay="23500"/>
                            </p:stCondLst>
                            <p:childTnLst>
                              <p:par>
                                <p:cTn id="77" presetID="20" presetClass="entr" presetSubtype="0" fill="hold" grpId="0" nodeType="afterEffect">
                                  <p:stCondLst>
                                    <p:cond delay="300"/>
                                  </p:stCondLst>
                                  <p:childTnLst>
                                    <p:set>
                                      <p:cBhvr>
                                        <p:cTn id="78" dur="1" fill="hold">
                                          <p:stCondLst>
                                            <p:cond delay="0"/>
                                          </p:stCondLst>
                                        </p:cTn>
                                        <p:tgtEl>
                                          <p:spTgt spid="118"/>
                                        </p:tgtEl>
                                        <p:attrNameLst>
                                          <p:attrName>style.visibility</p:attrName>
                                        </p:attrNameLst>
                                      </p:cBhvr>
                                      <p:to>
                                        <p:strVal val="visible"/>
                                      </p:to>
                                    </p:set>
                                    <p:animEffect transition="in" filter="wedge">
                                      <p:cBhvr>
                                        <p:cTn id="79" dur="3000"/>
                                        <p:tgtEl>
                                          <p:spTgt spid="118"/>
                                        </p:tgtEl>
                                      </p:cBhvr>
                                    </p:animEffect>
                                  </p:childTnLst>
                                  <p:subTnLst>
                                    <p:audio>
                                      <p:cMediaNode>
                                        <p:cTn display="0" masterRel="sameClick">
                                          <p:stCondLst>
                                            <p:cond evt="begin" delay="0">
                                              <p:tn val="77"/>
                                            </p:cond>
                                          </p:stCondLst>
                                          <p:endCondLst>
                                            <p:cond evt="onStopAudio" delay="0">
                                              <p:tgtEl>
                                                <p:sldTgt/>
                                              </p:tgtEl>
                                            </p:cond>
                                          </p:endCondLst>
                                        </p:cTn>
                                        <p:tgtEl>
                                          <p:sndTgt r:embed="rId2" name="CHIMES.WAV"/>
                                        </p:tgtEl>
                                      </p:cMediaNode>
                                    </p:audio>
                                  </p:subTnLst>
                                </p:cTn>
                              </p:par>
                            </p:childTnLst>
                          </p:cTn>
                        </p:par>
                        <p:par>
                          <p:cTn id="80" fill="hold">
                            <p:stCondLst>
                              <p:cond delay="26800"/>
                            </p:stCondLst>
                            <p:childTnLst>
                              <p:par>
                                <p:cTn id="81" presetID="18" presetClass="entr" presetSubtype="12" fill="hold" grpId="0" nodeType="afterEffect">
                                  <p:stCondLst>
                                    <p:cond delay="300"/>
                                  </p:stCondLst>
                                  <p:childTnLst>
                                    <p:set>
                                      <p:cBhvr>
                                        <p:cTn id="82" dur="1" fill="hold">
                                          <p:stCondLst>
                                            <p:cond delay="0"/>
                                          </p:stCondLst>
                                        </p:cTn>
                                        <p:tgtEl>
                                          <p:spTgt spid="109"/>
                                        </p:tgtEl>
                                        <p:attrNameLst>
                                          <p:attrName>style.visibility</p:attrName>
                                        </p:attrNameLst>
                                      </p:cBhvr>
                                      <p:to>
                                        <p:strVal val="visible"/>
                                      </p:to>
                                    </p:set>
                                    <p:animEffect transition="in" filter="strips(downLeft)">
                                      <p:cBhvr>
                                        <p:cTn id="83" dur="3000"/>
                                        <p:tgtEl>
                                          <p:spTgt spid="109"/>
                                        </p:tgtEl>
                                      </p:cBhvr>
                                    </p:animEffect>
                                  </p:childTnLst>
                                  <p:subTnLst>
                                    <p:audio>
                                      <p:cMediaNode>
                                        <p:cTn display="0" masterRel="sameClick">
                                          <p:stCondLst>
                                            <p:cond evt="begin" delay="0">
                                              <p:tn val="81"/>
                                            </p:cond>
                                          </p:stCondLst>
                                          <p:endCondLst>
                                            <p:cond evt="onStopAudio" delay="0">
                                              <p:tgtEl>
                                                <p:sldTgt/>
                                              </p:tgtEl>
                                            </p:cond>
                                          </p:endCondLst>
                                        </p:cTn>
                                        <p:tgtEl>
                                          <p:sndTgt r:embed="rId2" name="CHIMES.WAV"/>
                                        </p:tgtEl>
                                      </p:cMediaNode>
                                    </p:audio>
                                  </p:subTnLst>
                                </p:cTn>
                              </p:par>
                            </p:childTnLst>
                          </p:cTn>
                        </p:par>
                        <p:par>
                          <p:cTn id="84" fill="hold">
                            <p:stCondLst>
                              <p:cond delay="30100"/>
                            </p:stCondLst>
                            <p:childTnLst>
                              <p:par>
                                <p:cTn id="85" presetID="20" presetClass="entr" presetSubtype="0" fill="hold" grpId="0" nodeType="afterEffect">
                                  <p:stCondLst>
                                    <p:cond delay="300"/>
                                  </p:stCondLst>
                                  <p:childTnLst>
                                    <p:set>
                                      <p:cBhvr>
                                        <p:cTn id="86" dur="1" fill="hold">
                                          <p:stCondLst>
                                            <p:cond delay="0"/>
                                          </p:stCondLst>
                                        </p:cTn>
                                        <p:tgtEl>
                                          <p:spTgt spid="112"/>
                                        </p:tgtEl>
                                        <p:attrNameLst>
                                          <p:attrName>style.visibility</p:attrName>
                                        </p:attrNameLst>
                                      </p:cBhvr>
                                      <p:to>
                                        <p:strVal val="visible"/>
                                      </p:to>
                                    </p:set>
                                    <p:animEffect transition="in" filter="wedge">
                                      <p:cBhvr>
                                        <p:cTn id="87" dur="3000"/>
                                        <p:tgtEl>
                                          <p:spTgt spid="112"/>
                                        </p:tgtEl>
                                      </p:cBhvr>
                                    </p:animEffect>
                                  </p:childTnLst>
                                  <p:subTnLst>
                                    <p:audio>
                                      <p:cMediaNode>
                                        <p:cTn display="0" masterRel="sameClick">
                                          <p:stCondLst>
                                            <p:cond evt="begin" delay="0">
                                              <p:tn val="85"/>
                                            </p:cond>
                                          </p:stCondLst>
                                          <p:endCondLst>
                                            <p:cond evt="onStopAudio" delay="0">
                                              <p:tgtEl>
                                                <p:sldTgt/>
                                              </p:tgtEl>
                                            </p:cond>
                                          </p:endCondLst>
                                        </p:cTn>
                                        <p:tgtEl>
                                          <p:sndTgt r:embed="rId2" name="CHIMES.WAV"/>
                                        </p:tgtEl>
                                      </p:cMediaNode>
                                    </p:audio>
                                  </p:subTnLst>
                                </p:cTn>
                              </p:par>
                            </p:childTnLst>
                          </p:cTn>
                        </p:par>
                        <p:par>
                          <p:cTn id="88" fill="hold">
                            <p:stCondLst>
                              <p:cond delay="33400"/>
                            </p:stCondLst>
                            <p:childTnLst>
                              <p:par>
                                <p:cTn id="89" presetID="22" presetClass="entr" presetSubtype="8" fill="hold" grpId="0" nodeType="afterEffect">
                                  <p:stCondLst>
                                    <p:cond delay="300"/>
                                  </p:stCondLst>
                                  <p:childTnLst>
                                    <p:set>
                                      <p:cBhvr>
                                        <p:cTn id="90" dur="1" fill="hold">
                                          <p:stCondLst>
                                            <p:cond delay="0"/>
                                          </p:stCondLst>
                                        </p:cTn>
                                        <p:tgtEl>
                                          <p:spTgt spid="115"/>
                                        </p:tgtEl>
                                        <p:attrNameLst>
                                          <p:attrName>style.visibility</p:attrName>
                                        </p:attrNameLst>
                                      </p:cBhvr>
                                      <p:to>
                                        <p:strVal val="visible"/>
                                      </p:to>
                                    </p:set>
                                    <p:animEffect transition="in" filter="wipe(left)">
                                      <p:cBhvr>
                                        <p:cTn id="91" dur="5000"/>
                                        <p:tgtEl>
                                          <p:spTgt spid="115"/>
                                        </p:tgtEl>
                                      </p:cBhvr>
                                    </p:animEffect>
                                  </p:childTnLst>
                                  <p:subTnLst>
                                    <p:audio>
                                      <p:cMediaNode>
                                        <p:cTn display="0" masterRel="sameClick">
                                          <p:stCondLst>
                                            <p:cond evt="begin" delay="0">
                                              <p:tn val="89"/>
                                            </p:cond>
                                          </p:stCondLst>
                                          <p:endCondLst>
                                            <p:cond evt="onStopAudio" delay="0">
                                              <p:tgtEl>
                                                <p:sldTgt/>
                                              </p:tgtEl>
                                            </p:cond>
                                          </p:endCondLst>
                                        </p:cTn>
                                        <p:tgtEl>
                                          <p:sndTgt r:embed="rId2" name="CHIMES.WAV"/>
                                        </p:tgtEl>
                                      </p:cMediaNode>
                                    </p:audio>
                                  </p:subTnLst>
                                </p:cTn>
                              </p:par>
                            </p:childTnLst>
                          </p:cTn>
                        </p:par>
                        <p:par>
                          <p:cTn id="92" fill="hold">
                            <p:stCondLst>
                              <p:cond delay="38700"/>
                            </p:stCondLst>
                            <p:childTnLst>
                              <p:par>
                                <p:cTn id="93" presetID="20" presetClass="entr" presetSubtype="0" fill="hold" grpId="0" nodeType="afterEffect">
                                  <p:stCondLst>
                                    <p:cond delay="300"/>
                                  </p:stCondLst>
                                  <p:childTnLst>
                                    <p:set>
                                      <p:cBhvr>
                                        <p:cTn id="94" dur="1" fill="hold">
                                          <p:stCondLst>
                                            <p:cond delay="0"/>
                                          </p:stCondLst>
                                        </p:cTn>
                                        <p:tgtEl>
                                          <p:spTgt spid="119"/>
                                        </p:tgtEl>
                                        <p:attrNameLst>
                                          <p:attrName>style.visibility</p:attrName>
                                        </p:attrNameLst>
                                      </p:cBhvr>
                                      <p:to>
                                        <p:strVal val="visible"/>
                                      </p:to>
                                    </p:set>
                                    <p:animEffect transition="in" filter="wedge">
                                      <p:cBhvr>
                                        <p:cTn id="95" dur="3000"/>
                                        <p:tgtEl>
                                          <p:spTgt spid="119"/>
                                        </p:tgtEl>
                                      </p:cBhvr>
                                    </p:animEffect>
                                  </p:childTnLst>
                                  <p:subTnLst>
                                    <p:audio>
                                      <p:cMediaNode>
                                        <p:cTn display="0" masterRel="sameClick">
                                          <p:stCondLst>
                                            <p:cond evt="begin" delay="0">
                                              <p:tn val="93"/>
                                            </p:cond>
                                          </p:stCondLst>
                                          <p:endCondLst>
                                            <p:cond evt="onStopAudio" delay="0">
                                              <p:tgtEl>
                                                <p:sldTgt/>
                                              </p:tgtEl>
                                            </p:cond>
                                          </p:endCondLst>
                                        </p:cTn>
                                        <p:tgtEl>
                                          <p:sndTgt r:embed="rId2" name="CHIMES.WAV"/>
                                        </p:tgtEl>
                                      </p:cMediaNode>
                                    </p:audio>
                                  </p:subTnLst>
                                </p:cTn>
                              </p:par>
                            </p:childTnLst>
                          </p:cTn>
                        </p:par>
                        <p:par>
                          <p:cTn id="96" fill="hold">
                            <p:stCondLst>
                              <p:cond delay="42000"/>
                            </p:stCondLst>
                            <p:childTnLst>
                              <p:par>
                                <p:cTn id="97" presetID="16" presetClass="entr" presetSubtype="37" fill="hold" grpId="0" nodeType="afterEffect">
                                  <p:stCondLst>
                                    <p:cond delay="300"/>
                                  </p:stCondLst>
                                  <p:childTnLst>
                                    <p:set>
                                      <p:cBhvr>
                                        <p:cTn id="98" dur="1" fill="hold">
                                          <p:stCondLst>
                                            <p:cond delay="0"/>
                                          </p:stCondLst>
                                        </p:cTn>
                                        <p:tgtEl>
                                          <p:spTgt spid="99"/>
                                        </p:tgtEl>
                                        <p:attrNameLst>
                                          <p:attrName>style.visibility</p:attrName>
                                        </p:attrNameLst>
                                      </p:cBhvr>
                                      <p:to>
                                        <p:strVal val="visible"/>
                                      </p:to>
                                    </p:set>
                                    <p:animEffect transition="in" filter="barn(outVertical)">
                                      <p:cBhvr>
                                        <p:cTn id="99" dur="5000"/>
                                        <p:tgtEl>
                                          <p:spTgt spid="99"/>
                                        </p:tgtEl>
                                      </p:cBhvr>
                                    </p:animEffect>
                                  </p:childTnLst>
                                  <p:subTnLst>
                                    <p:audio>
                                      <p:cMediaNode>
                                        <p:cTn display="0" masterRel="sameClick">
                                          <p:stCondLst>
                                            <p:cond evt="begin" delay="0">
                                              <p:tn val="97"/>
                                            </p:cond>
                                          </p:stCondLst>
                                          <p:endCondLst>
                                            <p:cond evt="onStopAudio" delay="0">
                                              <p:tgtEl>
                                                <p:sldTgt/>
                                              </p:tgtEl>
                                            </p:cond>
                                          </p:endCondLst>
                                        </p:cTn>
                                        <p:tgtEl>
                                          <p:sndTgt r:embed="rId4" name="CAMERA.WAV"/>
                                        </p:tgtEl>
                                      </p:cMediaNode>
                                    </p:audio>
                                  </p:subTnLst>
                                </p:cTn>
                              </p:par>
                            </p:childTnLst>
                          </p:cTn>
                        </p:par>
                      </p:childTnLst>
                    </p:cTn>
                  </p:par>
                  <p:par>
                    <p:cTn id="100" fill="hold">
                      <p:stCondLst>
                        <p:cond delay="indefinite"/>
                      </p:stCondLst>
                      <p:childTnLst>
                        <p:par>
                          <p:cTn id="101" fill="hold">
                            <p:stCondLst>
                              <p:cond delay="0"/>
                            </p:stCondLst>
                            <p:childTnLst>
                              <p:par>
                                <p:cTn id="102" presetID="6" presetClass="entr" presetSubtype="32" fill="hold" nodeType="clickEffect">
                                  <p:stCondLst>
                                    <p:cond delay="0"/>
                                  </p:stCondLst>
                                  <p:childTnLst>
                                    <p:set>
                                      <p:cBhvr>
                                        <p:cTn id="103" dur="1" fill="hold">
                                          <p:stCondLst>
                                            <p:cond delay="0"/>
                                          </p:stCondLst>
                                        </p:cTn>
                                        <p:tgtEl>
                                          <p:spTgt spid="83"/>
                                        </p:tgtEl>
                                        <p:attrNameLst>
                                          <p:attrName>style.visibility</p:attrName>
                                        </p:attrNameLst>
                                      </p:cBhvr>
                                      <p:to>
                                        <p:strVal val="visible"/>
                                      </p:to>
                                    </p:set>
                                    <p:animEffect transition="in" filter="circle(out)">
                                      <p:cBhvr>
                                        <p:cTn id="104" dur="5000"/>
                                        <p:tgtEl>
                                          <p:spTgt spid="83"/>
                                        </p:tgtEl>
                                      </p:cBhvr>
                                    </p:animEffect>
                                  </p:childTnLst>
                                  <p:subTnLst>
                                    <p:audio>
                                      <p:cMediaNode>
                                        <p:cTn display="0" masterRel="sameClick">
                                          <p:stCondLst>
                                            <p:cond evt="begin" delay="0">
                                              <p:tn val="102"/>
                                            </p:cond>
                                          </p:stCondLst>
                                          <p:endCondLst>
                                            <p:cond evt="onStopAudio" delay="0">
                                              <p:tgtEl>
                                                <p:sldTgt/>
                                              </p:tgtEl>
                                            </p:cond>
                                          </p:endCondLst>
                                        </p:cTn>
                                        <p:tgtEl>
                                          <p:sndTgt r:embed="rId3" name="CASHREG.WAV"/>
                                        </p:tgtEl>
                                      </p:cMediaNode>
                                    </p:audio>
                                  </p:subTnLst>
                                </p:cTn>
                              </p:par>
                            </p:childTnLst>
                          </p:cTn>
                        </p:par>
                      </p:childTnLst>
                    </p:cTn>
                  </p:par>
                  <p:par>
                    <p:cTn id="105" fill="hold">
                      <p:stCondLst>
                        <p:cond delay="indefinite"/>
                      </p:stCondLst>
                      <p:childTnLst>
                        <p:par>
                          <p:cTn id="106" fill="hold">
                            <p:stCondLst>
                              <p:cond delay="0"/>
                            </p:stCondLst>
                            <p:childTnLst>
                              <p:par>
                                <p:cTn id="107" presetID="18" presetClass="entr" presetSubtype="3" fill="hold" grpId="0" nodeType="clickEffect">
                                  <p:stCondLst>
                                    <p:cond delay="0"/>
                                  </p:stCondLst>
                                  <p:childTnLst>
                                    <p:set>
                                      <p:cBhvr>
                                        <p:cTn id="108" dur="1" fill="hold">
                                          <p:stCondLst>
                                            <p:cond delay="0"/>
                                          </p:stCondLst>
                                        </p:cTn>
                                        <p:tgtEl>
                                          <p:spTgt spid="121"/>
                                        </p:tgtEl>
                                        <p:attrNameLst>
                                          <p:attrName>style.visibility</p:attrName>
                                        </p:attrNameLst>
                                      </p:cBhvr>
                                      <p:to>
                                        <p:strVal val="visible"/>
                                      </p:to>
                                    </p:set>
                                    <p:animEffect transition="in" filter="strips(upRight)">
                                      <p:cBhvr>
                                        <p:cTn id="109" dur="3000"/>
                                        <p:tgtEl>
                                          <p:spTgt spid="121"/>
                                        </p:tgtEl>
                                      </p:cBhvr>
                                    </p:animEffect>
                                  </p:childTnLst>
                                  <p:subTnLst>
                                    <p:audio>
                                      <p:cMediaNode>
                                        <p:cTn display="0" masterRel="sameClick">
                                          <p:stCondLst>
                                            <p:cond evt="begin" delay="0">
                                              <p:tn val="107"/>
                                            </p:cond>
                                          </p:stCondLst>
                                          <p:endCondLst>
                                            <p:cond evt="onStopAudio" delay="0">
                                              <p:tgtEl>
                                                <p:sldTgt/>
                                              </p:tgtEl>
                                            </p:cond>
                                          </p:endCondLst>
                                        </p:cTn>
                                        <p:tgtEl>
                                          <p:sndTgt r:embed="rId2" name="CHIMES.WAV"/>
                                        </p:tgtEl>
                                      </p:cMediaNode>
                                    </p:audio>
                                  </p:subTnLst>
                                </p:cTn>
                              </p:par>
                              <p:par>
                                <p:cTn id="110" presetID="20" presetClass="entr" presetSubtype="0" fill="hold" grpId="0" nodeType="withEffect">
                                  <p:stCondLst>
                                    <p:cond delay="0"/>
                                  </p:stCondLst>
                                  <p:childTnLst>
                                    <p:set>
                                      <p:cBhvr>
                                        <p:cTn id="111" dur="1" fill="hold">
                                          <p:stCondLst>
                                            <p:cond delay="0"/>
                                          </p:stCondLst>
                                        </p:cTn>
                                        <p:tgtEl>
                                          <p:spTgt spid="122"/>
                                        </p:tgtEl>
                                        <p:attrNameLst>
                                          <p:attrName>style.visibility</p:attrName>
                                        </p:attrNameLst>
                                      </p:cBhvr>
                                      <p:to>
                                        <p:strVal val="visible"/>
                                      </p:to>
                                    </p:set>
                                    <p:animEffect transition="in" filter="wedge">
                                      <p:cBhvr>
                                        <p:cTn id="112" dur="3000"/>
                                        <p:tgtEl>
                                          <p:spTgt spid="122"/>
                                        </p:tgtEl>
                                      </p:cBhvr>
                                    </p:animEffect>
                                  </p:childTnLst>
                                  <p:subTnLst>
                                    <p:audio>
                                      <p:cMediaNode>
                                        <p:cTn display="0" masterRel="sameClick">
                                          <p:stCondLst>
                                            <p:cond evt="begin" delay="0">
                                              <p:tn val="110"/>
                                            </p:cond>
                                          </p:stCondLst>
                                          <p:endCondLst>
                                            <p:cond evt="onStopAudio" delay="0">
                                              <p:tgtEl>
                                                <p:sldTgt/>
                                              </p:tgtEl>
                                            </p:cond>
                                          </p:endCondLst>
                                        </p:cTn>
                                        <p:tgtEl>
                                          <p:sndTgt r:embed="rId2" name="CHIMES.WAV"/>
                                        </p:tgtEl>
                                      </p:cMediaNode>
                                    </p:audio>
                                  </p:subTnLst>
                                </p:cTn>
                              </p:par>
                              <p:par>
                                <p:cTn id="113" presetID="22" presetClass="entr" presetSubtype="4" fill="hold" grpId="0" nodeType="withEffect">
                                  <p:stCondLst>
                                    <p:cond delay="0"/>
                                  </p:stCondLst>
                                  <p:childTnLst>
                                    <p:set>
                                      <p:cBhvr>
                                        <p:cTn id="114" dur="1" fill="hold">
                                          <p:stCondLst>
                                            <p:cond delay="0"/>
                                          </p:stCondLst>
                                        </p:cTn>
                                        <p:tgtEl>
                                          <p:spTgt spid="116"/>
                                        </p:tgtEl>
                                        <p:attrNameLst>
                                          <p:attrName>style.visibility</p:attrName>
                                        </p:attrNameLst>
                                      </p:cBhvr>
                                      <p:to>
                                        <p:strVal val="visible"/>
                                      </p:to>
                                    </p:set>
                                    <p:animEffect transition="in" filter="wipe(down)">
                                      <p:cBhvr>
                                        <p:cTn id="115" dur="5000"/>
                                        <p:tgtEl>
                                          <p:spTgt spid="116"/>
                                        </p:tgtEl>
                                      </p:cBhvr>
                                    </p:animEffect>
                                  </p:childTnLst>
                                  <p:subTnLst>
                                    <p:audio>
                                      <p:cMediaNode>
                                        <p:cTn display="0" masterRel="sameClick">
                                          <p:stCondLst>
                                            <p:cond evt="begin" delay="0">
                                              <p:tn val="113"/>
                                            </p:cond>
                                          </p:stCondLst>
                                          <p:endCondLst>
                                            <p:cond evt="onStopAudio" delay="0">
                                              <p:tgtEl>
                                                <p:sldTgt/>
                                              </p:tgtEl>
                                            </p:cond>
                                          </p:endCondLst>
                                        </p:cTn>
                                        <p:tgtEl>
                                          <p:sndTgt r:embed="rId2" name="CHIMES.WAV"/>
                                        </p:tgtEl>
                                      </p:cMediaNode>
                                    </p:audio>
                                  </p:subTnLst>
                                </p:cTn>
                              </p:par>
                              <p:par>
                                <p:cTn id="116" presetID="20" presetClass="entr" presetSubtype="0" fill="hold" grpId="0" nodeType="withEffect">
                                  <p:stCondLst>
                                    <p:cond delay="0"/>
                                  </p:stCondLst>
                                  <p:childTnLst>
                                    <p:set>
                                      <p:cBhvr>
                                        <p:cTn id="117" dur="1" fill="hold">
                                          <p:stCondLst>
                                            <p:cond delay="0"/>
                                          </p:stCondLst>
                                        </p:cTn>
                                        <p:tgtEl>
                                          <p:spTgt spid="120"/>
                                        </p:tgtEl>
                                        <p:attrNameLst>
                                          <p:attrName>style.visibility</p:attrName>
                                        </p:attrNameLst>
                                      </p:cBhvr>
                                      <p:to>
                                        <p:strVal val="visible"/>
                                      </p:to>
                                    </p:set>
                                    <p:animEffect transition="in" filter="wedge">
                                      <p:cBhvr>
                                        <p:cTn id="118" dur="3000"/>
                                        <p:tgtEl>
                                          <p:spTgt spid="120"/>
                                        </p:tgtEl>
                                      </p:cBhvr>
                                    </p:animEffect>
                                  </p:childTnLst>
                                  <p:subTnLst>
                                    <p:audio>
                                      <p:cMediaNode>
                                        <p:cTn display="0" masterRel="sameClick">
                                          <p:stCondLst>
                                            <p:cond evt="begin" delay="0">
                                              <p:tn val="116"/>
                                            </p:cond>
                                          </p:stCondLst>
                                          <p:endCondLst>
                                            <p:cond evt="onStopAudio" delay="0">
                                              <p:tgtEl>
                                                <p:sldTgt/>
                                              </p:tgtEl>
                                            </p:cond>
                                          </p:endCondLst>
                                        </p:cTn>
                                        <p:tgtEl>
                                          <p:sndTgt r:embed="rId2" name="CHIMES.WAV"/>
                                        </p:tgtEl>
                                      </p:cMediaNode>
                                    </p:audio>
                                  </p:subTnLst>
                                </p:cTn>
                              </p:par>
                            </p:childTnLst>
                          </p:cTn>
                        </p:par>
                      </p:childTnLst>
                    </p:cTn>
                  </p:par>
                  <p:par>
                    <p:cTn id="119" fill="hold">
                      <p:stCondLst>
                        <p:cond delay="indefinite"/>
                      </p:stCondLst>
                      <p:childTnLst>
                        <p:par>
                          <p:cTn id="120" fill="hold">
                            <p:stCondLst>
                              <p:cond delay="0"/>
                            </p:stCondLst>
                            <p:childTnLst>
                              <p:par>
                                <p:cTn id="121" presetID="1" presetClass="entr" presetSubtype="0" fill="hold" grpId="0" nodeType="clickEffect">
                                  <p:stCondLst>
                                    <p:cond delay="0"/>
                                  </p:stCondLst>
                                  <p:childTnLst>
                                    <p:set>
                                      <p:cBhvr>
                                        <p:cTn id="122" dur="1" fill="hold">
                                          <p:stCondLst>
                                            <p:cond delay="499"/>
                                          </p:stCondLst>
                                        </p:cTn>
                                        <p:tgtEl>
                                          <p:spTgt spid="6"/>
                                        </p:tgtEl>
                                        <p:attrNameLst>
                                          <p:attrName>style.visibility</p:attrName>
                                        </p:attrNameLst>
                                      </p:cBhvr>
                                      <p:to>
                                        <p:strVal val="visible"/>
                                      </p:to>
                                    </p:set>
                                  </p:childTnLst>
                                </p:cTn>
                              </p:par>
                            </p:childTnLst>
                          </p:cTn>
                        </p:par>
                        <p:par>
                          <p:cTn id="123" fill="hold">
                            <p:stCondLst>
                              <p:cond delay="500"/>
                            </p:stCondLst>
                            <p:childTnLst>
                              <p:par>
                                <p:cTn id="124" presetID="16" presetClass="entr" presetSubtype="37" fill="hold" grpId="0" nodeType="afterEffect">
                                  <p:stCondLst>
                                    <p:cond delay="500"/>
                                  </p:stCondLst>
                                  <p:childTnLst>
                                    <p:set>
                                      <p:cBhvr>
                                        <p:cTn id="125" dur="1" fill="hold">
                                          <p:stCondLst>
                                            <p:cond delay="0"/>
                                          </p:stCondLst>
                                        </p:cTn>
                                        <p:tgtEl>
                                          <p:spTgt spid="106"/>
                                        </p:tgtEl>
                                        <p:attrNameLst>
                                          <p:attrName>style.visibility</p:attrName>
                                        </p:attrNameLst>
                                      </p:cBhvr>
                                      <p:to>
                                        <p:strVal val="visible"/>
                                      </p:to>
                                    </p:set>
                                    <p:animEffect transition="in" filter="barn(outVertical)">
                                      <p:cBhvr>
                                        <p:cTn id="126" dur="5000"/>
                                        <p:tgtEl>
                                          <p:spTgt spid="106"/>
                                        </p:tgtEl>
                                      </p:cBhvr>
                                    </p:animEffect>
                                  </p:childTnLst>
                                  <p:subTnLst>
                                    <p:audio>
                                      <p:cMediaNode>
                                        <p:cTn display="0" masterRel="sameClick">
                                          <p:stCondLst>
                                            <p:cond evt="begin" delay="0">
                                              <p:tn val="124"/>
                                            </p:cond>
                                          </p:stCondLst>
                                          <p:endCondLst>
                                            <p:cond evt="onStopAudio" delay="0">
                                              <p:tgtEl>
                                                <p:sldTgt/>
                                              </p:tgtEl>
                                            </p:cond>
                                          </p:endCondLst>
                                        </p:cTn>
                                        <p:tgtEl>
                                          <p:sndTgt r:embed="rId4" name="CAMERA.WAV"/>
                                        </p:tgtEl>
                                      </p:cMediaNode>
                                    </p:audio>
                                  </p:subTnLst>
                                </p:cTn>
                              </p:par>
                            </p:childTnLst>
                          </p:cTn>
                        </p:par>
                      </p:childTnLst>
                    </p:cTn>
                  </p:par>
                  <p:par>
                    <p:cTn id="127" fill="hold">
                      <p:stCondLst>
                        <p:cond delay="indefinite"/>
                      </p:stCondLst>
                      <p:childTnLst>
                        <p:par>
                          <p:cTn id="128" fill="hold">
                            <p:stCondLst>
                              <p:cond delay="0"/>
                            </p:stCondLst>
                            <p:childTnLst>
                              <p:par>
                                <p:cTn id="129" presetID="1" presetClass="entr" presetSubtype="0" fill="hold" grpId="0" nodeType="clickEffect">
                                  <p:stCondLst>
                                    <p:cond delay="0"/>
                                  </p:stCondLst>
                                  <p:childTnLst>
                                    <p:set>
                                      <p:cBhvr>
                                        <p:cTn id="130" dur="1" fill="hold">
                                          <p:stCondLst>
                                            <p:cond delay="499"/>
                                          </p:stCondLst>
                                        </p:cTn>
                                        <p:tgtEl>
                                          <p:spTgt spid="178"/>
                                        </p:tgtEl>
                                        <p:attrNameLst>
                                          <p:attrName>style.visibility</p:attrName>
                                        </p:attrNameLst>
                                      </p:cBhvr>
                                      <p:to>
                                        <p:strVal val="visible"/>
                                      </p:to>
                                    </p:set>
                                  </p:childTnLst>
                                </p:cTn>
                              </p:par>
                            </p:childTnLst>
                          </p:cTn>
                        </p:par>
                      </p:childTnLst>
                    </p:cTn>
                  </p:par>
                  <p:par>
                    <p:cTn id="131" fill="hold">
                      <p:stCondLst>
                        <p:cond delay="indefinite"/>
                      </p:stCondLst>
                      <p:childTnLst>
                        <p:par>
                          <p:cTn id="132" fill="hold">
                            <p:stCondLst>
                              <p:cond delay="0"/>
                            </p:stCondLst>
                            <p:childTnLst>
                              <p:par>
                                <p:cTn id="133" presetID="22" presetClass="entr" presetSubtype="8" fill="hold" nodeType="clickEffect">
                                  <p:stCondLst>
                                    <p:cond delay="0"/>
                                  </p:stCondLst>
                                  <p:iterate type="wd">
                                    <p:tmPct val="100000"/>
                                  </p:iterate>
                                  <p:childTnLst>
                                    <p:set>
                                      <p:cBhvr>
                                        <p:cTn id="134" dur="1" fill="hold">
                                          <p:stCondLst>
                                            <p:cond delay="0"/>
                                          </p:stCondLst>
                                        </p:cTn>
                                        <p:tgtEl>
                                          <p:spTgt spid="180">
                                            <p:txEl>
                                              <p:pRg st="0" end="0"/>
                                            </p:txEl>
                                          </p:spTgt>
                                        </p:tgtEl>
                                        <p:attrNameLst>
                                          <p:attrName>style.visibility</p:attrName>
                                        </p:attrNameLst>
                                      </p:cBhvr>
                                      <p:to>
                                        <p:strVal val="visible"/>
                                      </p:to>
                                    </p:set>
                                    <p:animEffect transition="in" filter="wipe(left)">
                                      <p:cBhvr>
                                        <p:cTn id="135" dur="300"/>
                                        <p:tgtEl>
                                          <p:spTgt spid="180">
                                            <p:txEl>
                                              <p:pRg st="0" end="0"/>
                                            </p:txEl>
                                          </p:spTgt>
                                        </p:tgtEl>
                                      </p:cBhvr>
                                    </p:animEffect>
                                  </p:childTnLst>
                                  <p:subTnLst>
                                    <p:audio>
                                      <p:cMediaNode>
                                        <p:cTn display="0" masterRel="sameClick">
                                          <p:stCondLst>
                                            <p:cond evt="begin" delay="0">
                                              <p:tn val="133"/>
                                            </p:cond>
                                          </p:stCondLst>
                                          <p:endCondLst>
                                            <p:cond evt="onStopAudio" delay="0">
                                              <p:tgtEl>
                                                <p:sldTgt/>
                                              </p:tgtEl>
                                            </p:cond>
                                          </p:endCondLst>
                                        </p:cTn>
                                        <p:tgtEl>
                                          <p:sndTgt r:embed="rId5" name="TYPE.WAV"/>
                                        </p:tgtEl>
                                      </p:cMediaNode>
                                    </p:audio>
                                  </p:subTnLst>
                                </p:cTn>
                              </p:par>
                            </p:childTnLst>
                          </p:cTn>
                        </p:par>
                      </p:childTnLst>
                    </p:cTn>
                  </p:par>
                  <p:par>
                    <p:cTn id="136" fill="hold">
                      <p:stCondLst>
                        <p:cond delay="indefinite"/>
                      </p:stCondLst>
                      <p:childTnLst>
                        <p:par>
                          <p:cTn id="137" fill="hold">
                            <p:stCondLst>
                              <p:cond delay="0"/>
                            </p:stCondLst>
                            <p:childTnLst>
                              <p:par>
                                <p:cTn id="138" presetID="1" presetClass="entr" presetSubtype="0" fill="hold" grpId="0" nodeType="clickEffect">
                                  <p:stCondLst>
                                    <p:cond delay="0"/>
                                  </p:stCondLst>
                                  <p:childTnLst>
                                    <p:set>
                                      <p:cBhvr>
                                        <p:cTn id="139" dur="1" fill="hold">
                                          <p:stCondLst>
                                            <p:cond delay="499"/>
                                          </p:stCondLst>
                                        </p:cTn>
                                        <p:tgtEl>
                                          <p:spTgt spid="179"/>
                                        </p:tgtEl>
                                        <p:attrNameLst>
                                          <p:attrName>style.visibility</p:attrName>
                                        </p:attrNameLst>
                                      </p:cBhvr>
                                      <p:to>
                                        <p:strVal val="visible"/>
                                      </p:to>
                                    </p:set>
                                  </p:childTnLst>
                                </p:cTn>
                              </p:par>
                            </p:childTnLst>
                          </p:cTn>
                        </p:par>
                      </p:childTnLst>
                    </p:cTn>
                  </p:par>
                  <p:par>
                    <p:cTn id="140" fill="hold">
                      <p:stCondLst>
                        <p:cond delay="indefinite"/>
                      </p:stCondLst>
                      <p:childTnLst>
                        <p:par>
                          <p:cTn id="141" fill="hold">
                            <p:stCondLst>
                              <p:cond delay="0"/>
                            </p:stCondLst>
                            <p:childTnLst>
                              <p:par>
                                <p:cTn id="142" presetID="22" presetClass="entr" presetSubtype="8" fill="hold" grpId="0" nodeType="clickEffect">
                                  <p:stCondLst>
                                    <p:cond delay="0"/>
                                  </p:stCondLst>
                                  <p:iterate type="wd">
                                    <p:tmPct val="100000"/>
                                  </p:iterate>
                                  <p:childTnLst>
                                    <p:set>
                                      <p:cBhvr>
                                        <p:cTn id="143" dur="1" fill="hold">
                                          <p:stCondLst>
                                            <p:cond delay="0"/>
                                          </p:stCondLst>
                                        </p:cTn>
                                        <p:tgtEl>
                                          <p:spTgt spid="181">
                                            <p:txEl>
                                              <p:pRg st="0" end="0"/>
                                            </p:txEl>
                                          </p:spTgt>
                                        </p:tgtEl>
                                        <p:attrNameLst>
                                          <p:attrName>style.visibility</p:attrName>
                                        </p:attrNameLst>
                                      </p:cBhvr>
                                      <p:to>
                                        <p:strVal val="visible"/>
                                      </p:to>
                                    </p:set>
                                    <p:animEffect transition="in" filter="wipe(left)">
                                      <p:cBhvr>
                                        <p:cTn id="144" dur="300"/>
                                        <p:tgtEl>
                                          <p:spTgt spid="181">
                                            <p:txEl>
                                              <p:pRg st="0" end="0"/>
                                            </p:txEl>
                                          </p:spTgt>
                                        </p:tgtEl>
                                      </p:cBhvr>
                                    </p:animEffect>
                                  </p:childTnLst>
                                  <p:subTnLst>
                                    <p:audio>
                                      <p:cMediaNode>
                                        <p:cTn display="0" masterRel="sameClick">
                                          <p:stCondLst>
                                            <p:cond evt="begin" delay="0">
                                              <p:tn val="142"/>
                                            </p:cond>
                                          </p:stCondLst>
                                          <p:endCondLst>
                                            <p:cond evt="onStopAudio" delay="0">
                                              <p:tgtEl>
                                                <p:sldTgt/>
                                              </p:tgtEl>
                                            </p:cond>
                                          </p:endCondLst>
                                        </p:cTn>
                                        <p:tgtEl>
                                          <p:sndTgt r:embed="rId5" name="TYPE.WAV"/>
                                        </p:tgtEl>
                                      </p:cMediaNode>
                                    </p:audio>
                                  </p:subTnLst>
                                </p:cTn>
                              </p:par>
                            </p:childTnLst>
                          </p:cTn>
                        </p:par>
                      </p:childTnLst>
                    </p:cTn>
                  </p:par>
                  <p:par>
                    <p:cTn id="145" fill="hold">
                      <p:stCondLst>
                        <p:cond delay="indefinite"/>
                      </p:stCondLst>
                      <p:childTnLst>
                        <p:par>
                          <p:cTn id="146" fill="hold">
                            <p:stCondLst>
                              <p:cond delay="0"/>
                            </p:stCondLst>
                            <p:childTnLst>
                              <p:par>
                                <p:cTn id="147" presetID="1" presetClass="entr" presetSubtype="0" fill="hold" grpId="0" nodeType="clickEffect">
                                  <p:stCondLst>
                                    <p:cond delay="0"/>
                                  </p:stCondLst>
                                  <p:childTnLst>
                                    <p:set>
                                      <p:cBhvr>
                                        <p:cTn id="148" dur="1" fill="hold">
                                          <p:stCondLst>
                                            <p:cond delay="499"/>
                                          </p:stCondLst>
                                        </p:cTn>
                                        <p:tgtEl>
                                          <p:spTgt spid="18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utoUpdateAnimBg="0"/>
      <p:bldP spid="29" grpId="0" animBg="1"/>
      <p:bldP spid="99" grpId="0" animBg="1"/>
      <p:bldP spid="100" grpId="0" animBg="1"/>
      <p:bldP spid="101" grpId="0" animBg="1"/>
      <p:bldP spid="102" grpId="0" autoUpdateAnimBg="0"/>
      <p:bldP spid="103" grpId="0" autoUpdateAnimBg="0"/>
      <p:bldP spid="104" grpId="0" autoUpdateAnimBg="0"/>
      <p:bldP spid="105" grpId="0" autoUpdateAnimBg="0"/>
      <p:bldP spid="106" grpId="0" animBg="1"/>
      <p:bldP spid="107" grpId="0" animBg="1"/>
      <p:bldP spid="108" grpId="0" animBg="1"/>
      <p:bldP spid="109" grpId="0" animBg="1"/>
      <p:bldP spid="110" grpId="0" autoUpdateAnimBg="0"/>
      <p:bldP spid="111" grpId="0" autoUpdateAnimBg="0"/>
      <p:bldP spid="112" grpId="0" autoUpdateAnimBg="0"/>
      <p:bldP spid="113" grpId="0" animBg="1"/>
      <p:bldP spid="114" grpId="0" animBg="1"/>
      <p:bldP spid="115" grpId="0" animBg="1"/>
      <p:bldP spid="116" grpId="0" animBg="1"/>
      <p:bldP spid="117" grpId="0" autoUpdateAnimBg="0"/>
      <p:bldP spid="118" grpId="0" autoUpdateAnimBg="0"/>
      <p:bldP spid="119" grpId="0" autoUpdateAnimBg="0"/>
      <p:bldP spid="120" grpId="0" autoUpdateAnimBg="0"/>
      <p:bldP spid="121" grpId="0" animBg="1"/>
      <p:bldP spid="122" grpId="0" autoUpdateAnimBg="0"/>
      <p:bldP spid="178" grpId="0" autoUpdateAnimBg="0"/>
      <p:bldP spid="179" grpId="0" autoUpdateAnimBg="0"/>
      <p:bldP spid="181" grpId="0" build="p" autoUpdateAnimBg="0"/>
      <p:bldP spid="182" grpId="0" autoUpdateAnimBg="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164442" y="91693"/>
            <a:ext cx="5546711" cy="615553"/>
          </a:xfrm>
          <a:prstGeom prst="rect">
            <a:avLst/>
          </a:prstGeom>
        </p:spPr>
        <p:txBody>
          <a:bodyPr wrap="none">
            <a:spAutoFit/>
          </a:bodyPr>
          <a:lstStyle/>
          <a:p>
            <a:pPr>
              <a:defRPr/>
            </a:pPr>
            <a:r>
              <a:rPr kumimoji="1" lang="zh-CN" altLang="en-US" sz="3400" i="0" dirty="0">
                <a:solidFill>
                  <a:srgbClr val="FFFFFF"/>
                </a:solidFill>
                <a:latin typeface="微软雅黑" panose="020B0503020204020204" pitchFamily="34" charset="-122"/>
                <a:ea typeface="微软雅黑" panose="020B0503020204020204" pitchFamily="34" charset="-122"/>
              </a:rPr>
              <a:t>第二章</a:t>
            </a:r>
            <a:r>
              <a:rPr kumimoji="1" lang="en-US" altLang="zh-CN" sz="3400" i="0" dirty="0">
                <a:solidFill>
                  <a:srgbClr val="FFFFFF"/>
                </a:solidFill>
                <a:latin typeface="微软雅黑" panose="020B0503020204020204" pitchFamily="34" charset="-122"/>
                <a:ea typeface="微软雅黑" panose="020B0503020204020204" pitchFamily="34" charset="-122"/>
              </a:rPr>
              <a:t> </a:t>
            </a:r>
            <a:r>
              <a:rPr kumimoji="1" lang="zh-CN" altLang="en-US" sz="3400" i="0" dirty="0">
                <a:solidFill>
                  <a:srgbClr val="FFFFFF"/>
                </a:solidFill>
                <a:latin typeface="微软雅黑" panose="020B0503020204020204" pitchFamily="34" charset="-122"/>
                <a:ea typeface="微软雅黑" panose="020B0503020204020204" pitchFamily="34" charset="-122"/>
              </a:rPr>
              <a:t>平面问题的受力分析</a:t>
            </a:r>
          </a:p>
        </p:txBody>
      </p:sp>
      <p:sp>
        <p:nvSpPr>
          <p:cNvPr id="6" name="Text Box 9"/>
          <p:cNvSpPr txBox="1">
            <a:spLocks noChangeArrowheads="1"/>
          </p:cNvSpPr>
          <p:nvPr/>
        </p:nvSpPr>
        <p:spPr bwMode="auto">
          <a:xfrm>
            <a:off x="871117" y="1802762"/>
            <a:ext cx="1693886" cy="5656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just">
              <a:spcBef>
                <a:spcPct val="20000"/>
              </a:spcBef>
              <a:buClr>
                <a:schemeClr val="accent1"/>
              </a:buClr>
              <a:buSzPct val="75000"/>
              <a:buFont typeface="Monotype Sorts" pitchFamily="2" charset="2"/>
              <a:buChar char="•"/>
              <a:defRPr kumimoji="1" sz="2400">
                <a:solidFill>
                  <a:schemeClr val="tx1"/>
                </a:solidFill>
                <a:latin typeface="Impact" panose="020B0806030902050204" pitchFamily="34" charset="0"/>
                <a:ea typeface="宋体" panose="02010600030101010101" pitchFamily="2" charset="-122"/>
              </a:defRPr>
            </a:lvl1pPr>
            <a:lvl2pPr marL="742950" indent="-285750">
              <a:spcBef>
                <a:spcPct val="20000"/>
              </a:spcBef>
              <a:buClr>
                <a:schemeClr val="accent2"/>
              </a:buClr>
              <a:buChar char="•"/>
              <a:defRPr kumimoji="1" sz="2000">
                <a:solidFill>
                  <a:schemeClr val="tx1"/>
                </a:solidFill>
                <a:latin typeface="Impact" panose="020B0806030902050204" pitchFamily="34" charset="0"/>
                <a:ea typeface="宋体" panose="02010600030101010101" pitchFamily="2" charset="-122"/>
              </a:defRPr>
            </a:lvl2pPr>
            <a:lvl3pPr marL="1143000" indent="-228600">
              <a:spcBef>
                <a:spcPct val="20000"/>
              </a:spcBef>
              <a:buChar char="–"/>
              <a:defRPr kumimoji="1" sz="2400">
                <a:solidFill>
                  <a:schemeClr val="tx1"/>
                </a:solidFill>
                <a:latin typeface="Impact" panose="020B0806030902050204" pitchFamily="34" charset="0"/>
                <a:ea typeface="宋体" panose="02010600030101010101" pitchFamily="2" charset="-122"/>
              </a:defRPr>
            </a:lvl3pPr>
            <a:lvl4pPr marL="1600200" indent="-228600">
              <a:spcBef>
                <a:spcPct val="20000"/>
              </a:spcBef>
              <a:buChar char="–"/>
              <a:defRPr kumimoji="1" sz="2000">
                <a:solidFill>
                  <a:schemeClr val="tx1"/>
                </a:solidFill>
                <a:latin typeface="Impact" panose="020B0806030902050204" pitchFamily="34" charset="0"/>
                <a:ea typeface="宋体" panose="02010600030101010101" pitchFamily="2" charset="-122"/>
              </a:defRPr>
            </a:lvl4pPr>
            <a:lvl5pPr marL="2057400" indent="-228600">
              <a:spcBef>
                <a:spcPct val="20000"/>
              </a:spcBef>
              <a:buChar char="»"/>
              <a:defRPr kumimoji="1" sz="2000">
                <a:solidFill>
                  <a:schemeClr val="tx1"/>
                </a:solidFill>
                <a:latin typeface="Impact" panose="020B0806030902050204" pitchFamily="34"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9pPr>
          </a:lstStyle>
          <a:p>
            <a:pPr>
              <a:lnSpc>
                <a:spcPct val="120000"/>
              </a:lnSpc>
              <a:spcBef>
                <a:spcPct val="0"/>
              </a:spcBef>
              <a:buClrTx/>
              <a:buSzTx/>
              <a:buNone/>
            </a:pPr>
            <a:r>
              <a:rPr lang="zh-CN" altLang="en-US" sz="2800" i="0" dirty="0">
                <a:solidFill>
                  <a:srgbClr val="FF0000"/>
                </a:solidFill>
                <a:latin typeface="微软雅黑" panose="020B0503020204020204" pitchFamily="34" charset="-122"/>
                <a:ea typeface="微软雅黑" panose="020B0503020204020204" pitchFamily="34" charset="-122"/>
              </a:rPr>
              <a:t>主矢大小</a:t>
            </a:r>
          </a:p>
        </p:txBody>
      </p:sp>
      <p:sp>
        <p:nvSpPr>
          <p:cNvPr id="29" name="Rectangle 61"/>
          <p:cNvSpPr>
            <a:spLocks noChangeArrowheads="1"/>
          </p:cNvSpPr>
          <p:nvPr/>
        </p:nvSpPr>
        <p:spPr bwMode="auto">
          <a:xfrm>
            <a:off x="8904312" y="939084"/>
            <a:ext cx="3096344" cy="2847823"/>
          </a:xfrm>
          <a:prstGeom prst="rect">
            <a:avLst/>
          </a:prstGeom>
          <a:solidFill>
            <a:srgbClr val="B9CDE5"/>
          </a:solidFill>
          <a:ln>
            <a:noFill/>
          </a:ln>
          <a:effectLst/>
        </p:spPr>
        <p:txBody>
          <a:bodyPr wrap="none" anchor="ctr"/>
          <a:lstStyle/>
          <a:p>
            <a:endParaRPr lang="zh-CN" altLang="en-US"/>
          </a:p>
        </p:txBody>
      </p:sp>
      <p:sp>
        <p:nvSpPr>
          <p:cNvPr id="182" name="Text Box 9"/>
          <p:cNvSpPr txBox="1">
            <a:spLocks noChangeArrowheads="1"/>
          </p:cNvSpPr>
          <p:nvPr/>
        </p:nvSpPr>
        <p:spPr bwMode="auto">
          <a:xfrm>
            <a:off x="688875" y="3734339"/>
            <a:ext cx="10081120" cy="37117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just">
              <a:spcBef>
                <a:spcPct val="20000"/>
              </a:spcBef>
              <a:buClr>
                <a:schemeClr val="accent1"/>
              </a:buClr>
              <a:buSzPct val="75000"/>
              <a:buFont typeface="Monotype Sorts" pitchFamily="2" charset="2"/>
              <a:buChar char="•"/>
              <a:defRPr kumimoji="1" sz="2400">
                <a:solidFill>
                  <a:schemeClr val="tx1"/>
                </a:solidFill>
                <a:latin typeface="Impact" panose="020B0806030902050204" pitchFamily="34" charset="0"/>
                <a:ea typeface="宋体" panose="02010600030101010101" pitchFamily="2" charset="-122"/>
              </a:defRPr>
            </a:lvl1pPr>
            <a:lvl2pPr marL="742950" indent="-285750">
              <a:spcBef>
                <a:spcPct val="20000"/>
              </a:spcBef>
              <a:buClr>
                <a:schemeClr val="accent2"/>
              </a:buClr>
              <a:buChar char="•"/>
              <a:defRPr kumimoji="1" sz="2000">
                <a:solidFill>
                  <a:schemeClr val="tx1"/>
                </a:solidFill>
                <a:latin typeface="Impact" panose="020B0806030902050204" pitchFamily="34" charset="0"/>
                <a:ea typeface="宋体" panose="02010600030101010101" pitchFamily="2" charset="-122"/>
              </a:defRPr>
            </a:lvl2pPr>
            <a:lvl3pPr marL="1143000" indent="-228600">
              <a:spcBef>
                <a:spcPct val="20000"/>
              </a:spcBef>
              <a:buChar char="–"/>
              <a:defRPr kumimoji="1" sz="2400">
                <a:solidFill>
                  <a:schemeClr val="tx1"/>
                </a:solidFill>
                <a:latin typeface="Impact" panose="020B0806030902050204" pitchFamily="34" charset="0"/>
                <a:ea typeface="宋体" panose="02010600030101010101" pitchFamily="2" charset="-122"/>
              </a:defRPr>
            </a:lvl3pPr>
            <a:lvl4pPr marL="1600200" indent="-228600">
              <a:spcBef>
                <a:spcPct val="20000"/>
              </a:spcBef>
              <a:buChar char="–"/>
              <a:defRPr kumimoji="1" sz="2000">
                <a:solidFill>
                  <a:schemeClr val="tx1"/>
                </a:solidFill>
                <a:latin typeface="Impact" panose="020B0806030902050204" pitchFamily="34" charset="0"/>
                <a:ea typeface="宋体" panose="02010600030101010101" pitchFamily="2" charset="-122"/>
              </a:defRPr>
            </a:lvl4pPr>
            <a:lvl5pPr marL="2057400" indent="-228600">
              <a:spcBef>
                <a:spcPct val="20000"/>
              </a:spcBef>
              <a:buChar char="»"/>
              <a:defRPr kumimoji="1" sz="2000">
                <a:solidFill>
                  <a:schemeClr val="tx1"/>
                </a:solidFill>
                <a:latin typeface="Impact" panose="020B0806030902050204" pitchFamily="34"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9pPr>
          </a:lstStyle>
          <a:p>
            <a:pPr>
              <a:lnSpc>
                <a:spcPct val="120000"/>
              </a:lnSpc>
              <a:spcBef>
                <a:spcPct val="0"/>
              </a:spcBef>
              <a:buClrTx/>
              <a:buSzTx/>
              <a:buNone/>
            </a:pPr>
            <a:r>
              <a:rPr lang="zh-CN" altLang="en-US" sz="2800" i="0" dirty="0">
                <a:latin typeface="+mn-lt"/>
                <a:ea typeface="微软雅黑" panose="020B0503020204020204" pitchFamily="34" charset="-122"/>
              </a:rPr>
              <a:t>单独的</a:t>
            </a:r>
            <a:r>
              <a:rPr lang="en-US" altLang="zh-CN" sz="2800" dirty="0">
                <a:latin typeface="+mn-lt"/>
                <a:ea typeface="微软雅黑" panose="020B0503020204020204" pitchFamily="34" charset="-122"/>
              </a:rPr>
              <a:t>F</a:t>
            </a:r>
            <a:r>
              <a:rPr lang="en-US" altLang="zh-CN" sz="2800" i="0" dirty="0">
                <a:latin typeface="+mn-lt"/>
                <a:ea typeface="微软雅黑" panose="020B0503020204020204" pitchFamily="34" charset="-122"/>
              </a:rPr>
              <a:t>'</a:t>
            </a:r>
            <a:r>
              <a:rPr lang="en-US" altLang="zh-CN" sz="2800" i="0" baseline="-25000" dirty="0">
                <a:latin typeface="+mn-lt"/>
                <a:ea typeface="微软雅黑" panose="020B0503020204020204" pitchFamily="34" charset="-122"/>
              </a:rPr>
              <a:t>R</a:t>
            </a:r>
            <a:r>
              <a:rPr lang="zh-CN" altLang="en-US" sz="2800" i="0" dirty="0">
                <a:latin typeface="+mn-lt"/>
                <a:ea typeface="微软雅黑" panose="020B0503020204020204" pitchFamily="34" charset="-122"/>
              </a:rPr>
              <a:t>不能和原力系等效，故称它为力系的</a:t>
            </a:r>
            <a:r>
              <a:rPr lang="zh-CN" altLang="en-US" sz="2800" i="0" dirty="0">
                <a:solidFill>
                  <a:srgbClr val="FF0000"/>
                </a:solidFill>
                <a:latin typeface="+mn-lt"/>
                <a:ea typeface="微软雅黑" panose="020B0503020204020204" pitchFamily="34" charset="-122"/>
              </a:rPr>
              <a:t>主矢</a:t>
            </a:r>
            <a:r>
              <a:rPr lang="zh-CN" altLang="en-US" sz="2800" i="0" dirty="0">
                <a:latin typeface="+mn-lt"/>
                <a:ea typeface="微软雅黑" panose="020B0503020204020204" pitchFamily="34" charset="-122"/>
              </a:rPr>
              <a:t>。单独的</a:t>
            </a:r>
            <a:r>
              <a:rPr lang="en-US" altLang="zh-CN" sz="2800" b="0" dirty="0">
                <a:latin typeface="+mn-lt"/>
                <a:ea typeface="微软雅黑" panose="020B0503020204020204" pitchFamily="34" charset="-122"/>
              </a:rPr>
              <a:t>M</a:t>
            </a:r>
            <a:r>
              <a:rPr lang="en-US" altLang="zh-CN" sz="2800" baseline="-25000" dirty="0">
                <a:latin typeface="+mn-lt"/>
                <a:ea typeface="微软雅黑" panose="020B0503020204020204" pitchFamily="34" charset="-122"/>
              </a:rPr>
              <a:t>O</a:t>
            </a:r>
            <a:r>
              <a:rPr lang="zh-CN" altLang="en-US" sz="2800" i="0" dirty="0">
                <a:latin typeface="+mn-lt"/>
                <a:ea typeface="微软雅黑" panose="020B0503020204020204" pitchFamily="34" charset="-122"/>
              </a:rPr>
              <a:t>也不能和原力系等效，故称其为原力系的</a:t>
            </a:r>
            <a:r>
              <a:rPr lang="zh-CN" altLang="en-US" sz="2800" i="0" dirty="0">
                <a:solidFill>
                  <a:srgbClr val="FF0000"/>
                </a:solidFill>
                <a:latin typeface="+mn-lt"/>
                <a:ea typeface="微软雅黑" panose="020B0503020204020204" pitchFamily="34" charset="-122"/>
              </a:rPr>
              <a:t>主矩</a:t>
            </a:r>
            <a:r>
              <a:rPr lang="zh-CN" altLang="en-US" sz="2800" i="0" dirty="0">
                <a:latin typeface="+mn-lt"/>
                <a:ea typeface="微软雅黑" panose="020B0503020204020204" pitchFamily="34" charset="-122"/>
              </a:rPr>
              <a:t>。</a:t>
            </a:r>
            <a:endParaRPr lang="en-US" altLang="zh-CN" sz="2800" i="0" dirty="0">
              <a:latin typeface="+mn-lt"/>
              <a:ea typeface="微软雅黑" panose="020B0503020204020204" pitchFamily="34" charset="-122"/>
            </a:endParaRPr>
          </a:p>
          <a:p>
            <a:pPr>
              <a:lnSpc>
                <a:spcPct val="120000"/>
              </a:lnSpc>
              <a:spcBef>
                <a:spcPct val="0"/>
              </a:spcBef>
              <a:buClrTx/>
              <a:buSzTx/>
              <a:buNone/>
            </a:pPr>
            <a:r>
              <a:rPr lang="zh-CN" altLang="en-US" sz="2800" i="0" dirty="0">
                <a:latin typeface="+mn-lt"/>
                <a:ea typeface="微软雅黑" panose="020B0503020204020204" pitchFamily="34" charset="-122"/>
              </a:rPr>
              <a:t>原力系与其主矢</a:t>
            </a:r>
            <a:r>
              <a:rPr lang="en-US" altLang="zh-CN" sz="2800" dirty="0">
                <a:latin typeface="+mn-lt"/>
                <a:ea typeface="微软雅黑" panose="020B0503020204020204" pitchFamily="34" charset="-122"/>
              </a:rPr>
              <a:t>F</a:t>
            </a:r>
            <a:r>
              <a:rPr lang="en-US" altLang="zh-CN" sz="2800" i="0" dirty="0">
                <a:latin typeface="+mn-lt"/>
                <a:ea typeface="微软雅黑" panose="020B0503020204020204" pitchFamily="34" charset="-122"/>
              </a:rPr>
              <a:t>'</a:t>
            </a:r>
            <a:r>
              <a:rPr lang="en-US" altLang="zh-CN" sz="2800" i="0" baseline="-25000" dirty="0">
                <a:latin typeface="+mn-lt"/>
                <a:ea typeface="微软雅黑" panose="020B0503020204020204" pitchFamily="34" charset="-122"/>
              </a:rPr>
              <a:t>R</a:t>
            </a:r>
            <a:r>
              <a:rPr lang="zh-CN" altLang="en-US" sz="2800" i="0" dirty="0">
                <a:latin typeface="+mn-lt"/>
                <a:ea typeface="微软雅黑" panose="020B0503020204020204" pitchFamily="34" charset="-122"/>
              </a:rPr>
              <a:t>和主矩</a:t>
            </a:r>
            <a:r>
              <a:rPr lang="en-US" altLang="zh-CN" sz="2800" b="0" dirty="0">
                <a:latin typeface="+mn-lt"/>
                <a:ea typeface="微软雅黑" panose="020B0503020204020204" pitchFamily="34" charset="-122"/>
              </a:rPr>
              <a:t>M </a:t>
            </a:r>
            <a:r>
              <a:rPr lang="zh-CN" altLang="en-US" sz="2800" i="0" dirty="0">
                <a:latin typeface="+mn-lt"/>
                <a:ea typeface="微软雅黑" panose="020B0503020204020204" pitchFamily="34" charset="-122"/>
              </a:rPr>
              <a:t>的联合作用等效。其中，主矢</a:t>
            </a:r>
            <a:r>
              <a:rPr lang="en-US" altLang="zh-CN" sz="2800" dirty="0">
                <a:latin typeface="+mn-lt"/>
                <a:ea typeface="微软雅黑" panose="020B0503020204020204" pitchFamily="34" charset="-122"/>
              </a:rPr>
              <a:t>F</a:t>
            </a:r>
            <a:r>
              <a:rPr lang="en-US" altLang="zh-CN" sz="2800" i="0" dirty="0">
                <a:latin typeface="+mn-lt"/>
                <a:ea typeface="微软雅黑" panose="020B0503020204020204" pitchFamily="34" charset="-122"/>
              </a:rPr>
              <a:t>'</a:t>
            </a:r>
            <a:r>
              <a:rPr lang="en-US" altLang="zh-CN" sz="2800" i="0" baseline="-25000" dirty="0">
                <a:latin typeface="+mn-lt"/>
                <a:ea typeface="微软雅黑" panose="020B0503020204020204" pitchFamily="34" charset="-122"/>
              </a:rPr>
              <a:t>R</a:t>
            </a:r>
            <a:r>
              <a:rPr lang="zh-CN" altLang="en-US" sz="2800" i="0" dirty="0">
                <a:latin typeface="+mn-lt"/>
                <a:ea typeface="微软雅黑" panose="020B0503020204020204" pitchFamily="34" charset="-122"/>
              </a:rPr>
              <a:t>的大小和方向与简化中心的选择无关，而</a:t>
            </a:r>
            <a:r>
              <a:rPr lang="zh-CN" altLang="en-US" sz="2800" i="0" dirty="0">
                <a:ea typeface="微软雅黑" panose="020B0503020204020204" pitchFamily="34" charset="-122"/>
              </a:rPr>
              <a:t>主矩</a:t>
            </a:r>
            <a:r>
              <a:rPr lang="en-US" altLang="zh-CN" sz="2800" b="0" dirty="0">
                <a:latin typeface="+mn-lt"/>
                <a:ea typeface="微软雅黑" panose="020B0503020204020204" pitchFamily="34" charset="-122"/>
              </a:rPr>
              <a:t>M </a:t>
            </a:r>
            <a:r>
              <a:rPr lang="zh-CN" altLang="en-US" sz="2800" i="0" dirty="0">
                <a:latin typeface="+mn-lt"/>
                <a:ea typeface="微软雅黑" panose="020B0503020204020204" pitchFamily="34" charset="-122"/>
              </a:rPr>
              <a:t>的大小和转向与简化中心的选择有关。  </a:t>
            </a:r>
          </a:p>
          <a:p>
            <a:pPr>
              <a:lnSpc>
                <a:spcPct val="120000"/>
              </a:lnSpc>
              <a:spcBef>
                <a:spcPct val="0"/>
              </a:spcBef>
              <a:buClrTx/>
              <a:buSzTx/>
              <a:buNone/>
            </a:pPr>
            <a:endParaRPr lang="zh-CN" altLang="en-US" sz="2800" dirty="0"/>
          </a:p>
          <a:p>
            <a:pPr>
              <a:lnSpc>
                <a:spcPct val="120000"/>
              </a:lnSpc>
              <a:spcBef>
                <a:spcPct val="0"/>
              </a:spcBef>
              <a:buClrTx/>
              <a:buSzTx/>
              <a:buNone/>
            </a:pPr>
            <a:endParaRPr lang="zh-CN" altLang="en-US" sz="2800" i="0" dirty="0">
              <a:latin typeface="微软雅黑" panose="020B0503020204020204" pitchFamily="34" charset="-122"/>
              <a:ea typeface="微软雅黑" panose="020B0503020204020204" pitchFamily="34" charset="-122"/>
            </a:endParaRPr>
          </a:p>
        </p:txBody>
      </p:sp>
      <p:grpSp>
        <p:nvGrpSpPr>
          <p:cNvPr id="127" name="Group 92"/>
          <p:cNvGrpSpPr>
            <a:grpSpLocks/>
          </p:cNvGrpSpPr>
          <p:nvPr/>
        </p:nvGrpSpPr>
        <p:grpSpPr bwMode="auto">
          <a:xfrm>
            <a:off x="9434897" y="970710"/>
            <a:ext cx="2335212" cy="2349500"/>
            <a:chOff x="4145" y="980"/>
            <a:chExt cx="1471" cy="1480"/>
          </a:xfrm>
        </p:grpSpPr>
        <p:sp>
          <p:nvSpPr>
            <p:cNvPr id="128" name="Freeform 93"/>
            <p:cNvSpPr>
              <a:spLocks noChangeAspect="1"/>
            </p:cNvSpPr>
            <p:nvPr/>
          </p:nvSpPr>
          <p:spPr bwMode="auto">
            <a:xfrm>
              <a:off x="4145" y="1340"/>
              <a:ext cx="1209" cy="1120"/>
            </a:xfrm>
            <a:custGeom>
              <a:avLst/>
              <a:gdLst>
                <a:gd name="T0" fmla="*/ 345 w 1656"/>
                <a:gd name="T1" fmla="*/ 140 h 1658"/>
                <a:gd name="T2" fmla="*/ 465 w 1656"/>
                <a:gd name="T3" fmla="*/ 100 h 1658"/>
                <a:gd name="T4" fmla="*/ 525 w 1656"/>
                <a:gd name="T5" fmla="*/ 60 h 1658"/>
                <a:gd name="T6" fmla="*/ 725 w 1656"/>
                <a:gd name="T7" fmla="*/ 0 h 1658"/>
                <a:gd name="T8" fmla="*/ 1405 w 1656"/>
                <a:gd name="T9" fmla="*/ 220 h 1658"/>
                <a:gd name="T10" fmla="*/ 1645 w 1656"/>
                <a:gd name="T11" fmla="*/ 660 h 1658"/>
                <a:gd name="T12" fmla="*/ 1645 w 1656"/>
                <a:gd name="T13" fmla="*/ 1020 h 1658"/>
                <a:gd name="T14" fmla="*/ 1525 w 1656"/>
                <a:gd name="T15" fmla="*/ 1300 h 1658"/>
                <a:gd name="T16" fmla="*/ 1465 w 1656"/>
                <a:gd name="T17" fmla="*/ 1400 h 1658"/>
                <a:gd name="T18" fmla="*/ 1265 w 1656"/>
                <a:gd name="T19" fmla="*/ 1520 h 1658"/>
                <a:gd name="T20" fmla="*/ 825 w 1656"/>
                <a:gd name="T21" fmla="*/ 1600 h 1658"/>
                <a:gd name="T22" fmla="*/ 545 w 1656"/>
                <a:gd name="T23" fmla="*/ 1620 h 1658"/>
                <a:gd name="T24" fmla="*/ 305 w 1656"/>
                <a:gd name="T25" fmla="*/ 1500 h 1658"/>
                <a:gd name="T26" fmla="*/ 185 w 1656"/>
                <a:gd name="T27" fmla="*/ 1440 h 1658"/>
                <a:gd name="T28" fmla="*/ 25 w 1656"/>
                <a:gd name="T29" fmla="*/ 1060 h 1658"/>
                <a:gd name="T30" fmla="*/ 5 w 1656"/>
                <a:gd name="T31" fmla="*/ 880 h 1658"/>
                <a:gd name="T32" fmla="*/ 25 w 1656"/>
                <a:gd name="T33" fmla="*/ 580 h 1658"/>
                <a:gd name="T34" fmla="*/ 345 w 1656"/>
                <a:gd name="T35" fmla="*/ 140 h 16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656" h="1658">
                  <a:moveTo>
                    <a:pt x="345" y="140"/>
                  </a:moveTo>
                  <a:cubicBezTo>
                    <a:pt x="385" y="127"/>
                    <a:pt x="430" y="123"/>
                    <a:pt x="465" y="100"/>
                  </a:cubicBezTo>
                  <a:cubicBezTo>
                    <a:pt x="485" y="87"/>
                    <a:pt x="503" y="70"/>
                    <a:pt x="525" y="60"/>
                  </a:cubicBezTo>
                  <a:cubicBezTo>
                    <a:pt x="588" y="32"/>
                    <a:pt x="659" y="17"/>
                    <a:pt x="725" y="0"/>
                  </a:cubicBezTo>
                  <a:cubicBezTo>
                    <a:pt x="1171" y="16"/>
                    <a:pt x="1132" y="152"/>
                    <a:pt x="1405" y="220"/>
                  </a:cubicBezTo>
                  <a:cubicBezTo>
                    <a:pt x="1597" y="348"/>
                    <a:pt x="1579" y="463"/>
                    <a:pt x="1645" y="660"/>
                  </a:cubicBezTo>
                  <a:cubicBezTo>
                    <a:pt x="1638" y="847"/>
                    <a:pt x="1656" y="834"/>
                    <a:pt x="1645" y="1020"/>
                  </a:cubicBezTo>
                  <a:cubicBezTo>
                    <a:pt x="1643" y="1054"/>
                    <a:pt x="1548" y="1275"/>
                    <a:pt x="1525" y="1300"/>
                  </a:cubicBezTo>
                  <a:cubicBezTo>
                    <a:pt x="1489" y="1340"/>
                    <a:pt x="1510" y="1370"/>
                    <a:pt x="1465" y="1400"/>
                  </a:cubicBezTo>
                  <a:cubicBezTo>
                    <a:pt x="1410" y="1437"/>
                    <a:pt x="1326" y="1493"/>
                    <a:pt x="1265" y="1520"/>
                  </a:cubicBezTo>
                  <a:cubicBezTo>
                    <a:pt x="1209" y="1545"/>
                    <a:pt x="844" y="1597"/>
                    <a:pt x="825" y="1600"/>
                  </a:cubicBezTo>
                  <a:cubicBezTo>
                    <a:pt x="446" y="1658"/>
                    <a:pt x="845" y="1640"/>
                    <a:pt x="545" y="1620"/>
                  </a:cubicBezTo>
                  <a:cubicBezTo>
                    <a:pt x="476" y="1643"/>
                    <a:pt x="389" y="1542"/>
                    <a:pt x="305" y="1500"/>
                  </a:cubicBezTo>
                  <a:cubicBezTo>
                    <a:pt x="267" y="1481"/>
                    <a:pt x="188" y="1449"/>
                    <a:pt x="185" y="1440"/>
                  </a:cubicBezTo>
                  <a:cubicBezTo>
                    <a:pt x="149" y="1333"/>
                    <a:pt x="87" y="1154"/>
                    <a:pt x="25" y="1060"/>
                  </a:cubicBezTo>
                  <a:cubicBezTo>
                    <a:pt x="0" y="961"/>
                    <a:pt x="25" y="980"/>
                    <a:pt x="5" y="880"/>
                  </a:cubicBezTo>
                  <a:cubicBezTo>
                    <a:pt x="12" y="733"/>
                    <a:pt x="13" y="726"/>
                    <a:pt x="25" y="580"/>
                  </a:cubicBezTo>
                  <a:cubicBezTo>
                    <a:pt x="41" y="381"/>
                    <a:pt x="196" y="190"/>
                    <a:pt x="345" y="140"/>
                  </a:cubicBezTo>
                  <a:close/>
                </a:path>
              </a:pathLst>
            </a:custGeom>
            <a:gradFill rotWithShape="0">
              <a:gsLst>
                <a:gs pos="0">
                  <a:srgbClr val="FFFF99"/>
                </a:gs>
                <a:gs pos="100000">
                  <a:srgbClr val="FFCC99"/>
                </a:gs>
              </a:gsLst>
              <a:path path="rect">
                <a:fillToRect l="50000" t="50000" r="50000" b="50000"/>
              </a:path>
            </a:gradFill>
            <a:ln w="28575" cap="flat" cmpd="sng">
              <a:solidFill>
                <a:srgbClr val="000000"/>
              </a:solidFill>
              <a:prstDash val="solid"/>
              <a:round/>
              <a:headEnd type="none" w="med" len="med"/>
              <a:tailEnd type="none" w="med" len="med"/>
            </a:ln>
            <a:effectLst>
              <a:outerShdw dist="107763" dir="2700000" algn="ctr" rotWithShape="0">
                <a:srgbClr val="808080"/>
              </a:outerShdw>
            </a:effectLst>
          </p:spPr>
          <p:txBody>
            <a:bodyPr/>
            <a:lstStyle/>
            <a:p>
              <a:endParaRPr lang="zh-CN" altLang="en-US"/>
            </a:p>
          </p:txBody>
        </p:sp>
        <p:sp>
          <p:nvSpPr>
            <p:cNvPr id="129" name="Line 94"/>
            <p:cNvSpPr>
              <a:spLocks noChangeAspect="1" noChangeShapeType="1"/>
            </p:cNvSpPr>
            <p:nvPr/>
          </p:nvSpPr>
          <p:spPr bwMode="auto">
            <a:xfrm>
              <a:off x="4632" y="1996"/>
              <a:ext cx="984" cy="0"/>
            </a:xfrm>
            <a:prstGeom prst="line">
              <a:avLst/>
            </a:prstGeom>
            <a:noFill/>
            <a:ln w="6350">
              <a:solidFill>
                <a:srgbClr val="000000"/>
              </a:solidFill>
              <a:round/>
              <a:headEn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30" name="Line 95"/>
            <p:cNvSpPr>
              <a:spLocks noChangeAspect="1" noChangeShapeType="1"/>
            </p:cNvSpPr>
            <p:nvPr/>
          </p:nvSpPr>
          <p:spPr bwMode="auto">
            <a:xfrm flipV="1">
              <a:off x="4641" y="1100"/>
              <a:ext cx="0" cy="896"/>
            </a:xfrm>
            <a:prstGeom prst="line">
              <a:avLst/>
            </a:prstGeom>
            <a:noFill/>
            <a:ln w="6350">
              <a:solidFill>
                <a:srgbClr val="000000"/>
              </a:solidFill>
              <a:round/>
              <a:headEn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31" name="Text Box 96"/>
            <p:cNvSpPr txBox="1">
              <a:spLocks noChangeAspect="1" noChangeArrowheads="1"/>
            </p:cNvSpPr>
            <p:nvPr/>
          </p:nvSpPr>
          <p:spPr bwMode="auto">
            <a:xfrm>
              <a:off x="5401" y="1924"/>
              <a:ext cx="191" cy="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r>
                <a:rPr lang="en-US" altLang="zh-CN" i="1">
                  <a:solidFill>
                    <a:schemeClr val="tx1"/>
                  </a:solidFill>
                  <a:ea typeface="宋体" panose="02010600030101010101" pitchFamily="2" charset="-122"/>
                </a:rPr>
                <a:t>x</a:t>
              </a:r>
            </a:p>
          </p:txBody>
        </p:sp>
        <p:sp>
          <p:nvSpPr>
            <p:cNvPr id="132" name="Text Box 97"/>
            <p:cNvSpPr txBox="1">
              <a:spLocks noChangeAspect="1" noChangeArrowheads="1"/>
            </p:cNvSpPr>
            <p:nvPr/>
          </p:nvSpPr>
          <p:spPr bwMode="auto">
            <a:xfrm>
              <a:off x="4649" y="980"/>
              <a:ext cx="300" cy="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r>
                <a:rPr lang="en-US" altLang="zh-CN" i="1">
                  <a:solidFill>
                    <a:schemeClr val="tx1"/>
                  </a:solidFill>
                  <a:ea typeface="宋体" panose="02010600030101010101" pitchFamily="2" charset="-122"/>
                </a:rPr>
                <a:t>y</a:t>
              </a:r>
            </a:p>
          </p:txBody>
        </p:sp>
        <p:sp>
          <p:nvSpPr>
            <p:cNvPr id="133" name="Text Box 98"/>
            <p:cNvSpPr txBox="1">
              <a:spLocks noChangeAspect="1" noChangeArrowheads="1"/>
            </p:cNvSpPr>
            <p:nvPr/>
          </p:nvSpPr>
          <p:spPr bwMode="auto">
            <a:xfrm>
              <a:off x="4441" y="1888"/>
              <a:ext cx="384" cy="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r>
                <a:rPr lang="en-US" altLang="zh-CN" i="1">
                  <a:solidFill>
                    <a:schemeClr val="tx1"/>
                  </a:solidFill>
                  <a:ea typeface="宋体" panose="02010600030101010101" pitchFamily="2" charset="-122"/>
                </a:rPr>
                <a:t>O</a:t>
              </a:r>
            </a:p>
          </p:txBody>
        </p:sp>
        <p:sp>
          <p:nvSpPr>
            <p:cNvPr id="134" name="Text Box 99"/>
            <p:cNvSpPr txBox="1">
              <a:spLocks noChangeAspect="1" noChangeArrowheads="1"/>
            </p:cNvSpPr>
            <p:nvPr/>
          </p:nvSpPr>
          <p:spPr bwMode="auto">
            <a:xfrm>
              <a:off x="4546" y="1804"/>
              <a:ext cx="240" cy="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r>
                <a:rPr lang="en-US" altLang="zh-CN" sz="3200">
                  <a:solidFill>
                    <a:srgbClr val="FF6600"/>
                  </a:solidFill>
                  <a:ea typeface="宋体" panose="02010600030101010101" pitchFamily="2" charset="-122"/>
                </a:rPr>
                <a:t>·</a:t>
              </a:r>
            </a:p>
          </p:txBody>
        </p:sp>
      </p:grpSp>
      <p:sp>
        <p:nvSpPr>
          <p:cNvPr id="135" name="Arc 125"/>
          <p:cNvSpPr>
            <a:spLocks noChangeAspect="1"/>
          </p:cNvSpPr>
          <p:nvPr/>
        </p:nvSpPr>
        <p:spPr bwMode="auto">
          <a:xfrm>
            <a:off x="10149272" y="2188323"/>
            <a:ext cx="457200" cy="30480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0" y="0"/>
                </a:moveTo>
                <a:cubicBezTo>
                  <a:pt x="11929" y="0"/>
                  <a:pt x="21600" y="9670"/>
                  <a:pt x="21600" y="21600"/>
                </a:cubicBezTo>
              </a:path>
              <a:path w="21600" h="21600" stroke="0" extrusionOk="0">
                <a:moveTo>
                  <a:pt x="0" y="0"/>
                </a:moveTo>
                <a:cubicBezTo>
                  <a:pt x="11929" y="0"/>
                  <a:pt x="21600" y="9670"/>
                  <a:pt x="21600" y="21600"/>
                </a:cubicBezTo>
                <a:lnTo>
                  <a:pt x="0" y="21600"/>
                </a:lnTo>
                <a:close/>
              </a:path>
            </a:pathLst>
          </a:custGeom>
          <a:noFill/>
          <a:ln w="38100">
            <a:solidFill>
              <a:srgbClr val="FF0000"/>
            </a:solidFill>
            <a:round/>
            <a:headEnd type="stealth" w="med" len="lg"/>
            <a:tailEnd type="none" w="sm"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36" name="Text Box 129"/>
          <p:cNvSpPr txBox="1">
            <a:spLocks noChangeAspect="1" noChangeArrowheads="1"/>
          </p:cNvSpPr>
          <p:nvPr/>
        </p:nvSpPr>
        <p:spPr bwMode="auto">
          <a:xfrm>
            <a:off x="10546147" y="2081960"/>
            <a:ext cx="666750" cy="49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r>
              <a:rPr lang="en-US" altLang="zh-CN" i="1">
                <a:solidFill>
                  <a:srgbClr val="FF0000"/>
                </a:solidFill>
                <a:ea typeface="宋体" panose="02010600030101010101" pitchFamily="2" charset="-122"/>
              </a:rPr>
              <a:t>M</a:t>
            </a:r>
            <a:r>
              <a:rPr lang="en-US" altLang="zh-CN" i="1" baseline="-25000">
                <a:solidFill>
                  <a:srgbClr val="FF0000"/>
                </a:solidFill>
                <a:ea typeface="宋体" panose="02010600030101010101" pitchFamily="2" charset="-122"/>
              </a:rPr>
              <a:t>O</a:t>
            </a:r>
          </a:p>
        </p:txBody>
      </p:sp>
      <p:sp>
        <p:nvSpPr>
          <p:cNvPr id="137" name="Line 130"/>
          <p:cNvSpPr>
            <a:spLocks noChangeAspect="1" noChangeShapeType="1"/>
          </p:cNvSpPr>
          <p:nvPr/>
        </p:nvSpPr>
        <p:spPr bwMode="auto">
          <a:xfrm flipV="1">
            <a:off x="10219122" y="1739060"/>
            <a:ext cx="584200" cy="838200"/>
          </a:xfrm>
          <a:prstGeom prst="line">
            <a:avLst/>
          </a:prstGeom>
          <a:noFill/>
          <a:ln w="38100">
            <a:solidFill>
              <a:srgbClr val="FF00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38" name="Text Box 131"/>
          <p:cNvSpPr txBox="1">
            <a:spLocks noChangeAspect="1" noChangeArrowheads="1"/>
          </p:cNvSpPr>
          <p:nvPr/>
        </p:nvSpPr>
        <p:spPr bwMode="auto">
          <a:xfrm>
            <a:off x="10146097" y="1488235"/>
            <a:ext cx="779462"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r>
              <a:rPr lang="en-US" altLang="zh-CN" b="1" i="1">
                <a:solidFill>
                  <a:srgbClr val="FF0000"/>
                </a:solidFill>
                <a:ea typeface="宋体" panose="02010600030101010101" pitchFamily="2" charset="-122"/>
              </a:rPr>
              <a:t>F'</a:t>
            </a:r>
            <a:r>
              <a:rPr lang="en-US" altLang="zh-CN" baseline="-25000">
                <a:solidFill>
                  <a:srgbClr val="FF0000"/>
                </a:solidFill>
                <a:ea typeface="宋体" panose="02010600030101010101" pitchFamily="2" charset="-122"/>
              </a:rPr>
              <a:t>R</a:t>
            </a:r>
          </a:p>
        </p:txBody>
      </p:sp>
      <p:sp>
        <p:nvSpPr>
          <p:cNvPr id="140" name="Text Box 44"/>
          <p:cNvSpPr txBox="1">
            <a:spLocks noChangeArrowheads="1"/>
          </p:cNvSpPr>
          <p:nvPr/>
        </p:nvSpPr>
        <p:spPr bwMode="auto">
          <a:xfrm>
            <a:off x="764548" y="1037403"/>
            <a:ext cx="6036542" cy="6524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30000"/>
              </a:lnSpc>
            </a:pPr>
            <a:r>
              <a:rPr lang="en-US" altLang="zh-CN" sz="3000" i="1" dirty="0">
                <a:solidFill>
                  <a:schemeClr val="tx1"/>
                </a:solidFill>
              </a:rPr>
              <a:t> </a:t>
            </a:r>
            <a:r>
              <a:rPr lang="en-US" altLang="zh-CN" sz="3000" dirty="0">
                <a:solidFill>
                  <a:schemeClr val="tx1"/>
                </a:solidFill>
              </a:rPr>
              <a:t>F</a:t>
            </a:r>
            <a:r>
              <a:rPr lang="en-US" altLang="zh-CN" sz="3000" baseline="-25000" dirty="0">
                <a:solidFill>
                  <a:schemeClr val="tx1"/>
                </a:solidFill>
              </a:rPr>
              <a:t>R</a:t>
            </a:r>
            <a:r>
              <a:rPr lang="en-US" altLang="zh-CN" sz="3000" dirty="0">
                <a:solidFill>
                  <a:schemeClr val="tx1"/>
                </a:solidFill>
              </a:rPr>
              <a:t> = </a:t>
            </a:r>
            <a:r>
              <a:rPr lang="en-US" altLang="zh-CN" sz="3000" i="1" dirty="0" err="1">
                <a:solidFill>
                  <a:schemeClr val="tx1"/>
                </a:solidFill>
              </a:rPr>
              <a:t>F</a:t>
            </a:r>
            <a:r>
              <a:rPr lang="en-US" altLang="zh-CN" sz="3000" baseline="-25000" dirty="0" err="1">
                <a:solidFill>
                  <a:schemeClr val="tx1"/>
                </a:solidFill>
              </a:rPr>
              <a:t>R</a:t>
            </a:r>
            <a:r>
              <a:rPr lang="en-US" altLang="zh-CN" sz="3000" i="1" baseline="-25000" dirty="0" err="1">
                <a:solidFill>
                  <a:schemeClr val="tx1"/>
                </a:solidFill>
              </a:rPr>
              <a:t>x</a:t>
            </a:r>
            <a:r>
              <a:rPr lang="en-US" altLang="zh-CN" sz="3000" dirty="0">
                <a:solidFill>
                  <a:schemeClr val="tx1"/>
                </a:solidFill>
              </a:rPr>
              <a:t>+ </a:t>
            </a:r>
            <a:r>
              <a:rPr lang="en-US" altLang="zh-CN" sz="3000" dirty="0" err="1">
                <a:solidFill>
                  <a:schemeClr val="tx1"/>
                </a:solidFill>
              </a:rPr>
              <a:t>F</a:t>
            </a:r>
            <a:r>
              <a:rPr lang="en-US" altLang="zh-CN" sz="3000" baseline="-25000" dirty="0" err="1">
                <a:solidFill>
                  <a:schemeClr val="tx1"/>
                </a:solidFill>
              </a:rPr>
              <a:t>Ry</a:t>
            </a:r>
            <a:r>
              <a:rPr lang="en-US" altLang="zh-CN" sz="3000" baseline="-25000" dirty="0">
                <a:solidFill>
                  <a:schemeClr val="tx1"/>
                </a:solidFill>
              </a:rPr>
              <a:t> </a:t>
            </a:r>
            <a:r>
              <a:rPr lang="en-US" altLang="zh-CN" sz="3000" dirty="0">
                <a:solidFill>
                  <a:schemeClr val="tx1"/>
                </a:solidFill>
              </a:rPr>
              <a:t>= ∑</a:t>
            </a:r>
            <a:r>
              <a:rPr lang="en-US" altLang="zh-CN" sz="3000" b="0" i="1" dirty="0">
                <a:solidFill>
                  <a:schemeClr val="tx1"/>
                </a:solidFill>
              </a:rPr>
              <a:t>F</a:t>
            </a:r>
            <a:r>
              <a:rPr lang="en-US" altLang="zh-CN" sz="3000" baseline="-25000" dirty="0">
                <a:solidFill>
                  <a:schemeClr val="tx1"/>
                </a:solidFill>
              </a:rPr>
              <a:t>ix </a:t>
            </a:r>
            <a:r>
              <a:rPr lang="en-US" altLang="zh-CN" sz="3000" dirty="0" err="1">
                <a:solidFill>
                  <a:schemeClr val="tx1"/>
                </a:solidFill>
              </a:rPr>
              <a:t>i</a:t>
            </a:r>
            <a:r>
              <a:rPr lang="en-US" altLang="zh-CN" sz="3000" dirty="0">
                <a:solidFill>
                  <a:schemeClr val="tx1"/>
                </a:solidFill>
              </a:rPr>
              <a:t>+ ∑</a:t>
            </a:r>
            <a:r>
              <a:rPr lang="en-US" altLang="zh-CN" sz="3000" b="0" dirty="0" err="1">
                <a:solidFill>
                  <a:schemeClr val="tx1"/>
                </a:solidFill>
              </a:rPr>
              <a:t>F</a:t>
            </a:r>
            <a:r>
              <a:rPr lang="en-US" altLang="zh-CN" sz="3000" baseline="-25000" dirty="0" err="1">
                <a:solidFill>
                  <a:schemeClr val="tx1"/>
                </a:solidFill>
              </a:rPr>
              <a:t>iy</a:t>
            </a:r>
            <a:r>
              <a:rPr lang="en-US" altLang="zh-CN" sz="3000" baseline="-25000" dirty="0">
                <a:solidFill>
                  <a:schemeClr val="tx1"/>
                </a:solidFill>
              </a:rPr>
              <a:t> </a:t>
            </a:r>
            <a:r>
              <a:rPr lang="en-US" altLang="zh-CN" sz="3000" dirty="0">
                <a:solidFill>
                  <a:schemeClr val="tx1"/>
                </a:solidFill>
              </a:rPr>
              <a:t>j</a:t>
            </a:r>
            <a:endParaRPr lang="en-US" altLang="zh-CN" sz="3000" i="1" baseline="-25000" dirty="0">
              <a:solidFill>
                <a:schemeClr val="tx1"/>
              </a:solidFill>
            </a:endParaRPr>
          </a:p>
        </p:txBody>
      </p:sp>
      <p:graphicFrame>
        <p:nvGraphicFramePr>
          <p:cNvPr id="23" name="Object 138"/>
          <p:cNvGraphicFramePr>
            <a:graphicFrameLocks noChangeAspect="1"/>
          </p:cNvGraphicFramePr>
          <p:nvPr>
            <p:extLst>
              <p:ext uri="{D42A27DB-BD31-4B8C-83A1-F6EECF244321}">
                <p14:modId xmlns:p14="http://schemas.microsoft.com/office/powerpoint/2010/main" val="3551753733"/>
              </p:ext>
            </p:extLst>
          </p:nvPr>
        </p:nvGraphicFramePr>
        <p:xfrm>
          <a:off x="2505874" y="1689889"/>
          <a:ext cx="6140450" cy="822325"/>
        </p:xfrm>
        <a:graphic>
          <a:graphicData uri="http://schemas.openxmlformats.org/presentationml/2006/ole">
            <mc:AlternateContent xmlns:mc="http://schemas.openxmlformats.org/markup-compatibility/2006">
              <mc:Choice xmlns:v="urn:schemas-microsoft-com:vml" Requires="v">
                <p:oleObj name="Equation" r:id="rId2" imgW="2476440" imgH="330120" progId="Equation.DSMT4">
                  <p:embed/>
                </p:oleObj>
              </mc:Choice>
              <mc:Fallback>
                <p:oleObj name="Equation" r:id="rId2" imgW="2476440" imgH="330120" progId="Equation.DSMT4">
                  <p:embed/>
                  <p:pic>
                    <p:nvPicPr>
                      <p:cNvPr id="0" name=""/>
                      <p:cNvPicPr>
                        <a:picLocks noChangeAspect="1" noChangeArrowheads="1"/>
                      </p:cNvPicPr>
                      <p:nvPr/>
                    </p:nvPicPr>
                    <p:blipFill>
                      <a:blip r:embed="rId3"/>
                      <a:srcRect/>
                      <a:stretch>
                        <a:fillRect/>
                      </a:stretch>
                    </p:blipFill>
                    <p:spPr bwMode="auto">
                      <a:xfrm>
                        <a:off x="2505874" y="1689889"/>
                        <a:ext cx="6140450" cy="8223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4" name="Text Box 9"/>
          <p:cNvSpPr txBox="1">
            <a:spLocks noChangeArrowheads="1"/>
          </p:cNvSpPr>
          <p:nvPr/>
        </p:nvSpPr>
        <p:spPr bwMode="auto">
          <a:xfrm>
            <a:off x="871117" y="2621501"/>
            <a:ext cx="1693886" cy="5656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just">
              <a:spcBef>
                <a:spcPct val="20000"/>
              </a:spcBef>
              <a:buClr>
                <a:schemeClr val="accent1"/>
              </a:buClr>
              <a:buSzPct val="75000"/>
              <a:buFont typeface="Monotype Sorts" pitchFamily="2" charset="2"/>
              <a:buChar char="•"/>
              <a:defRPr kumimoji="1" sz="2400">
                <a:solidFill>
                  <a:schemeClr val="tx1"/>
                </a:solidFill>
                <a:latin typeface="Impact" panose="020B0806030902050204" pitchFamily="34" charset="0"/>
                <a:ea typeface="宋体" panose="02010600030101010101" pitchFamily="2" charset="-122"/>
              </a:defRPr>
            </a:lvl1pPr>
            <a:lvl2pPr marL="742950" indent="-285750">
              <a:spcBef>
                <a:spcPct val="20000"/>
              </a:spcBef>
              <a:buClr>
                <a:schemeClr val="accent2"/>
              </a:buClr>
              <a:buChar char="•"/>
              <a:defRPr kumimoji="1" sz="2000">
                <a:solidFill>
                  <a:schemeClr val="tx1"/>
                </a:solidFill>
                <a:latin typeface="Impact" panose="020B0806030902050204" pitchFamily="34" charset="0"/>
                <a:ea typeface="宋体" panose="02010600030101010101" pitchFamily="2" charset="-122"/>
              </a:defRPr>
            </a:lvl2pPr>
            <a:lvl3pPr marL="1143000" indent="-228600">
              <a:spcBef>
                <a:spcPct val="20000"/>
              </a:spcBef>
              <a:buChar char="–"/>
              <a:defRPr kumimoji="1" sz="2400">
                <a:solidFill>
                  <a:schemeClr val="tx1"/>
                </a:solidFill>
                <a:latin typeface="Impact" panose="020B0806030902050204" pitchFamily="34" charset="0"/>
                <a:ea typeface="宋体" panose="02010600030101010101" pitchFamily="2" charset="-122"/>
              </a:defRPr>
            </a:lvl3pPr>
            <a:lvl4pPr marL="1600200" indent="-228600">
              <a:spcBef>
                <a:spcPct val="20000"/>
              </a:spcBef>
              <a:buChar char="–"/>
              <a:defRPr kumimoji="1" sz="2000">
                <a:solidFill>
                  <a:schemeClr val="tx1"/>
                </a:solidFill>
                <a:latin typeface="Impact" panose="020B0806030902050204" pitchFamily="34" charset="0"/>
                <a:ea typeface="宋体" panose="02010600030101010101" pitchFamily="2" charset="-122"/>
              </a:defRPr>
            </a:lvl4pPr>
            <a:lvl5pPr marL="2057400" indent="-228600">
              <a:spcBef>
                <a:spcPct val="20000"/>
              </a:spcBef>
              <a:buChar char="»"/>
              <a:defRPr kumimoji="1" sz="2000">
                <a:solidFill>
                  <a:schemeClr val="tx1"/>
                </a:solidFill>
                <a:latin typeface="Impact" panose="020B0806030902050204" pitchFamily="34"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9pPr>
          </a:lstStyle>
          <a:p>
            <a:pPr>
              <a:lnSpc>
                <a:spcPct val="120000"/>
              </a:lnSpc>
              <a:spcBef>
                <a:spcPct val="0"/>
              </a:spcBef>
              <a:buClrTx/>
              <a:buSzTx/>
              <a:buNone/>
            </a:pPr>
            <a:r>
              <a:rPr lang="zh-CN" altLang="en-US" sz="2800" i="0" dirty="0">
                <a:solidFill>
                  <a:srgbClr val="FF0000"/>
                </a:solidFill>
                <a:latin typeface="微软雅黑" panose="020B0503020204020204" pitchFamily="34" charset="-122"/>
                <a:ea typeface="微软雅黑" panose="020B0503020204020204" pitchFamily="34" charset="-122"/>
              </a:rPr>
              <a:t>方向</a:t>
            </a:r>
          </a:p>
        </p:txBody>
      </p:sp>
      <p:graphicFrame>
        <p:nvGraphicFramePr>
          <p:cNvPr id="26" name="Object 139"/>
          <p:cNvGraphicFramePr>
            <a:graphicFrameLocks noChangeAspect="1"/>
          </p:cNvGraphicFramePr>
          <p:nvPr>
            <p:extLst>
              <p:ext uri="{D42A27DB-BD31-4B8C-83A1-F6EECF244321}">
                <p14:modId xmlns:p14="http://schemas.microsoft.com/office/powerpoint/2010/main" val="2168745785"/>
              </p:ext>
            </p:extLst>
          </p:nvPr>
        </p:nvGraphicFramePr>
        <p:xfrm>
          <a:off x="2000250" y="2435225"/>
          <a:ext cx="2576513" cy="1112838"/>
        </p:xfrm>
        <a:graphic>
          <a:graphicData uri="http://schemas.openxmlformats.org/presentationml/2006/ole">
            <mc:AlternateContent xmlns:mc="http://schemas.openxmlformats.org/markup-compatibility/2006">
              <mc:Choice xmlns:v="urn:schemas-microsoft-com:vml" Requires="v">
                <p:oleObj name="Equation" r:id="rId4" imgW="1015920" imgH="444240" progId="Equation.DSMT4">
                  <p:embed/>
                </p:oleObj>
              </mc:Choice>
              <mc:Fallback>
                <p:oleObj name="Equation" r:id="rId4" imgW="1015920" imgH="444240" progId="Equation.DSMT4">
                  <p:embed/>
                  <p:pic>
                    <p:nvPicPr>
                      <p:cNvPr id="0" name=""/>
                      <p:cNvPicPr>
                        <a:picLocks noChangeAspect="1" noChangeArrowheads="1"/>
                      </p:cNvPicPr>
                      <p:nvPr/>
                    </p:nvPicPr>
                    <p:blipFill>
                      <a:blip r:embed="rId5"/>
                      <a:srcRect/>
                      <a:stretch>
                        <a:fillRect/>
                      </a:stretch>
                    </p:blipFill>
                    <p:spPr bwMode="auto">
                      <a:xfrm>
                        <a:off x="2000250" y="2435225"/>
                        <a:ext cx="2576513" cy="11128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7" name="Text Box 9"/>
          <p:cNvSpPr txBox="1">
            <a:spLocks noChangeArrowheads="1"/>
          </p:cNvSpPr>
          <p:nvPr/>
        </p:nvSpPr>
        <p:spPr bwMode="auto">
          <a:xfrm>
            <a:off x="4834750" y="2621501"/>
            <a:ext cx="4230259" cy="609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just">
              <a:spcBef>
                <a:spcPct val="20000"/>
              </a:spcBef>
              <a:buClr>
                <a:schemeClr val="accent1"/>
              </a:buClr>
              <a:buSzPct val="75000"/>
              <a:buFont typeface="Monotype Sorts" pitchFamily="2" charset="2"/>
              <a:buChar char="•"/>
              <a:defRPr kumimoji="1" sz="2400">
                <a:solidFill>
                  <a:schemeClr val="tx1"/>
                </a:solidFill>
                <a:latin typeface="Impact" panose="020B0806030902050204" pitchFamily="34" charset="0"/>
                <a:ea typeface="宋体" panose="02010600030101010101" pitchFamily="2" charset="-122"/>
              </a:defRPr>
            </a:lvl1pPr>
            <a:lvl2pPr marL="742950" indent="-285750">
              <a:spcBef>
                <a:spcPct val="20000"/>
              </a:spcBef>
              <a:buClr>
                <a:schemeClr val="accent2"/>
              </a:buClr>
              <a:buChar char="•"/>
              <a:defRPr kumimoji="1" sz="2000">
                <a:solidFill>
                  <a:schemeClr val="tx1"/>
                </a:solidFill>
                <a:latin typeface="Impact" panose="020B0806030902050204" pitchFamily="34" charset="0"/>
                <a:ea typeface="宋体" panose="02010600030101010101" pitchFamily="2" charset="-122"/>
              </a:defRPr>
            </a:lvl2pPr>
            <a:lvl3pPr marL="1143000" indent="-228600">
              <a:spcBef>
                <a:spcPct val="20000"/>
              </a:spcBef>
              <a:buChar char="–"/>
              <a:defRPr kumimoji="1" sz="2400">
                <a:solidFill>
                  <a:schemeClr val="tx1"/>
                </a:solidFill>
                <a:latin typeface="Impact" panose="020B0806030902050204" pitchFamily="34" charset="0"/>
                <a:ea typeface="宋体" panose="02010600030101010101" pitchFamily="2" charset="-122"/>
              </a:defRPr>
            </a:lvl3pPr>
            <a:lvl4pPr marL="1600200" indent="-228600">
              <a:spcBef>
                <a:spcPct val="20000"/>
              </a:spcBef>
              <a:buChar char="–"/>
              <a:defRPr kumimoji="1" sz="2000">
                <a:solidFill>
                  <a:schemeClr val="tx1"/>
                </a:solidFill>
                <a:latin typeface="Impact" panose="020B0806030902050204" pitchFamily="34" charset="0"/>
                <a:ea typeface="宋体" panose="02010600030101010101" pitchFamily="2" charset="-122"/>
              </a:defRPr>
            </a:lvl4pPr>
            <a:lvl5pPr marL="2057400" indent="-228600">
              <a:spcBef>
                <a:spcPct val="20000"/>
              </a:spcBef>
              <a:buChar char="»"/>
              <a:defRPr kumimoji="1" sz="2000">
                <a:solidFill>
                  <a:schemeClr val="tx1"/>
                </a:solidFill>
                <a:latin typeface="Impact" panose="020B0806030902050204" pitchFamily="34"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9pPr>
          </a:lstStyle>
          <a:p>
            <a:pPr>
              <a:lnSpc>
                <a:spcPct val="120000"/>
              </a:lnSpc>
              <a:spcBef>
                <a:spcPct val="0"/>
              </a:spcBef>
              <a:buClrTx/>
              <a:buSzTx/>
              <a:buNone/>
            </a:pPr>
            <a:r>
              <a:rPr lang="zh-CN" altLang="en-US" sz="2800" i="0" dirty="0">
                <a:solidFill>
                  <a:srgbClr val="FF0000"/>
                </a:solidFill>
                <a:latin typeface="微软雅黑" panose="020B0503020204020204" pitchFamily="34" charset="-122"/>
                <a:ea typeface="微软雅黑" panose="020B0503020204020204" pitchFamily="34" charset="-122"/>
              </a:rPr>
              <a:t>作用点  </a:t>
            </a:r>
            <a:r>
              <a:rPr lang="zh-CN" altLang="en-US" sz="2800" i="0" dirty="0">
                <a:latin typeface="微软雅黑" panose="020B0503020204020204" pitchFamily="34" charset="-122"/>
                <a:ea typeface="微软雅黑" panose="020B0503020204020204" pitchFamily="34" charset="-122"/>
              </a:rPr>
              <a:t>简化中心上</a:t>
            </a:r>
          </a:p>
        </p:txBody>
      </p:sp>
    </p:spTree>
    <p:extLst>
      <p:ext uri="{BB962C8B-B14F-4D97-AF65-F5344CB8AC3E}">
        <p14:creationId xmlns:p14="http://schemas.microsoft.com/office/powerpoint/2010/main" val="2656269438"/>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2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3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3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38"/>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40"/>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499"/>
                                          </p:stCondLst>
                                        </p:cTn>
                                        <p:tgtEl>
                                          <p:spTgt spid="6"/>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nodeType="clickEffect">
                                  <p:stCondLst>
                                    <p:cond delay="0"/>
                                  </p:stCondLst>
                                  <p:childTnLst>
                                    <p:set>
                                      <p:cBhvr>
                                        <p:cTn id="28" dur="1" fill="hold">
                                          <p:stCondLst>
                                            <p:cond delay="0"/>
                                          </p:stCondLst>
                                        </p:cTn>
                                        <p:tgtEl>
                                          <p:spTgt spid="23"/>
                                        </p:tgtEl>
                                        <p:attrNameLst>
                                          <p:attrName>style.visibility</p:attrName>
                                        </p:attrNameLst>
                                      </p:cBhvr>
                                      <p:to>
                                        <p:strVal val="visible"/>
                                      </p:to>
                                    </p:set>
                                    <p:animEffect transition="in" filter="wipe(left)">
                                      <p:cBhvr>
                                        <p:cTn id="29" dur="5000"/>
                                        <p:tgtEl>
                                          <p:spTgt spid="2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grpId="0" nodeType="clickEffect">
                                  <p:stCondLst>
                                    <p:cond delay="0"/>
                                  </p:stCondLst>
                                  <p:childTnLst>
                                    <p:set>
                                      <p:cBhvr>
                                        <p:cTn id="33" dur="1" fill="hold">
                                          <p:stCondLst>
                                            <p:cond delay="499"/>
                                          </p:stCondLst>
                                        </p:cTn>
                                        <p:tgtEl>
                                          <p:spTgt spid="24"/>
                                        </p:tgtEl>
                                        <p:attrNameLst>
                                          <p:attrName>style.visibility</p:attrName>
                                        </p:attrNameLst>
                                      </p:cBhvr>
                                      <p:to>
                                        <p:strVal val="visible"/>
                                      </p:to>
                                    </p:set>
                                  </p:childTnLst>
                                </p:cTn>
                              </p:par>
                            </p:childTnLst>
                          </p:cTn>
                        </p:par>
                        <p:par>
                          <p:cTn id="34" fill="hold">
                            <p:stCondLst>
                              <p:cond delay="500"/>
                            </p:stCondLst>
                            <p:childTnLst>
                              <p:par>
                                <p:cTn id="35" presetID="22" presetClass="entr" presetSubtype="8" fill="hold" nodeType="afterEffect">
                                  <p:stCondLst>
                                    <p:cond delay="0"/>
                                  </p:stCondLst>
                                  <p:childTnLst>
                                    <p:set>
                                      <p:cBhvr>
                                        <p:cTn id="36" dur="1" fill="hold">
                                          <p:stCondLst>
                                            <p:cond delay="0"/>
                                          </p:stCondLst>
                                        </p:cTn>
                                        <p:tgtEl>
                                          <p:spTgt spid="26"/>
                                        </p:tgtEl>
                                        <p:attrNameLst>
                                          <p:attrName>style.visibility</p:attrName>
                                        </p:attrNameLst>
                                      </p:cBhvr>
                                      <p:to>
                                        <p:strVal val="visible"/>
                                      </p:to>
                                    </p:set>
                                    <p:animEffect transition="in" filter="wipe(left)">
                                      <p:cBhvr>
                                        <p:cTn id="37" dur="5000"/>
                                        <p:tgtEl>
                                          <p:spTgt spid="26"/>
                                        </p:tgtEl>
                                      </p:cBhvr>
                                    </p:animEffect>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grpId="0" nodeType="clickEffect">
                                  <p:stCondLst>
                                    <p:cond delay="0"/>
                                  </p:stCondLst>
                                  <p:childTnLst>
                                    <p:set>
                                      <p:cBhvr>
                                        <p:cTn id="41" dur="1" fill="hold">
                                          <p:stCondLst>
                                            <p:cond delay="499"/>
                                          </p:stCondLst>
                                        </p:cTn>
                                        <p:tgtEl>
                                          <p:spTgt spid="27"/>
                                        </p:tgtEl>
                                        <p:attrNameLst>
                                          <p:attrName>style.visibility</p:attrName>
                                        </p:attrNameLst>
                                      </p:cBhvr>
                                      <p:to>
                                        <p:strVal val="visible"/>
                                      </p:to>
                                    </p:se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grpId="0" nodeType="clickEffect">
                                  <p:stCondLst>
                                    <p:cond delay="0"/>
                                  </p:stCondLst>
                                  <p:childTnLst>
                                    <p:set>
                                      <p:cBhvr>
                                        <p:cTn id="45" dur="1" fill="hold">
                                          <p:stCondLst>
                                            <p:cond delay="499"/>
                                          </p:stCondLst>
                                        </p:cTn>
                                        <p:tgtEl>
                                          <p:spTgt spid="18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utoUpdateAnimBg="0"/>
      <p:bldP spid="29" grpId="0" animBg="1"/>
      <p:bldP spid="182" grpId="0" autoUpdateAnimBg="0"/>
      <p:bldP spid="135" grpId="0" animBg="1"/>
      <p:bldP spid="136" grpId="0"/>
      <p:bldP spid="137" grpId="0" animBg="1"/>
      <p:bldP spid="138" grpId="0"/>
      <p:bldP spid="140" grpId="0"/>
      <p:bldP spid="24" grpId="0" autoUpdateAnimBg="0"/>
      <p:bldP spid="27" grpId="0" autoUpdateAnimBg="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164442" y="91693"/>
            <a:ext cx="5546711" cy="615553"/>
          </a:xfrm>
          <a:prstGeom prst="rect">
            <a:avLst/>
          </a:prstGeom>
        </p:spPr>
        <p:txBody>
          <a:bodyPr wrap="none">
            <a:spAutoFit/>
          </a:bodyPr>
          <a:lstStyle/>
          <a:p>
            <a:pPr>
              <a:defRPr/>
            </a:pPr>
            <a:r>
              <a:rPr kumimoji="1" lang="zh-CN" altLang="en-US" sz="3400" i="0" dirty="0">
                <a:solidFill>
                  <a:srgbClr val="FFFFFF"/>
                </a:solidFill>
                <a:latin typeface="微软雅黑" panose="020B0503020204020204" pitchFamily="34" charset="-122"/>
                <a:ea typeface="微软雅黑" panose="020B0503020204020204" pitchFamily="34" charset="-122"/>
              </a:rPr>
              <a:t>第二章</a:t>
            </a:r>
            <a:r>
              <a:rPr kumimoji="1" lang="en-US" altLang="zh-CN" sz="3400" i="0" dirty="0">
                <a:solidFill>
                  <a:srgbClr val="FFFFFF"/>
                </a:solidFill>
                <a:latin typeface="微软雅黑" panose="020B0503020204020204" pitchFamily="34" charset="-122"/>
                <a:ea typeface="微软雅黑" panose="020B0503020204020204" pitchFamily="34" charset="-122"/>
              </a:rPr>
              <a:t> </a:t>
            </a:r>
            <a:r>
              <a:rPr kumimoji="1" lang="zh-CN" altLang="en-US" sz="3400" i="0" dirty="0">
                <a:solidFill>
                  <a:srgbClr val="FFFFFF"/>
                </a:solidFill>
                <a:latin typeface="微软雅黑" panose="020B0503020204020204" pitchFamily="34" charset="-122"/>
                <a:ea typeface="微软雅黑" panose="020B0503020204020204" pitchFamily="34" charset="-122"/>
              </a:rPr>
              <a:t>平面问题的受力分析</a:t>
            </a:r>
          </a:p>
        </p:txBody>
      </p:sp>
      <p:sp>
        <p:nvSpPr>
          <p:cNvPr id="182" name="Text Box 9"/>
          <p:cNvSpPr txBox="1">
            <a:spLocks noChangeArrowheads="1"/>
          </p:cNvSpPr>
          <p:nvPr/>
        </p:nvSpPr>
        <p:spPr bwMode="auto">
          <a:xfrm>
            <a:off x="688874" y="1543734"/>
            <a:ext cx="10231661" cy="1858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just">
              <a:spcBef>
                <a:spcPct val="20000"/>
              </a:spcBef>
              <a:buClr>
                <a:schemeClr val="accent1"/>
              </a:buClr>
              <a:buSzPct val="75000"/>
              <a:buFont typeface="Monotype Sorts" pitchFamily="2" charset="2"/>
              <a:buChar char="•"/>
              <a:defRPr kumimoji="1" sz="2400">
                <a:solidFill>
                  <a:schemeClr val="tx1"/>
                </a:solidFill>
                <a:latin typeface="Impact" panose="020B0806030902050204" pitchFamily="34" charset="0"/>
                <a:ea typeface="宋体" panose="02010600030101010101" pitchFamily="2" charset="-122"/>
              </a:defRPr>
            </a:lvl1pPr>
            <a:lvl2pPr marL="742950" indent="-285750">
              <a:spcBef>
                <a:spcPct val="20000"/>
              </a:spcBef>
              <a:buClr>
                <a:schemeClr val="accent2"/>
              </a:buClr>
              <a:buChar char="•"/>
              <a:defRPr kumimoji="1" sz="2000">
                <a:solidFill>
                  <a:schemeClr val="tx1"/>
                </a:solidFill>
                <a:latin typeface="Impact" panose="020B0806030902050204" pitchFamily="34" charset="0"/>
                <a:ea typeface="宋体" panose="02010600030101010101" pitchFamily="2" charset="-122"/>
              </a:defRPr>
            </a:lvl2pPr>
            <a:lvl3pPr marL="1143000" indent="-228600">
              <a:spcBef>
                <a:spcPct val="20000"/>
              </a:spcBef>
              <a:buChar char="–"/>
              <a:defRPr kumimoji="1" sz="2400">
                <a:solidFill>
                  <a:schemeClr val="tx1"/>
                </a:solidFill>
                <a:latin typeface="Impact" panose="020B0806030902050204" pitchFamily="34" charset="0"/>
                <a:ea typeface="宋体" panose="02010600030101010101" pitchFamily="2" charset="-122"/>
              </a:defRPr>
            </a:lvl3pPr>
            <a:lvl4pPr marL="1600200" indent="-228600">
              <a:spcBef>
                <a:spcPct val="20000"/>
              </a:spcBef>
              <a:buChar char="–"/>
              <a:defRPr kumimoji="1" sz="2000">
                <a:solidFill>
                  <a:schemeClr val="tx1"/>
                </a:solidFill>
                <a:latin typeface="Impact" panose="020B0806030902050204" pitchFamily="34" charset="0"/>
                <a:ea typeface="宋体" panose="02010600030101010101" pitchFamily="2" charset="-122"/>
              </a:defRPr>
            </a:lvl4pPr>
            <a:lvl5pPr marL="2057400" indent="-228600">
              <a:spcBef>
                <a:spcPct val="20000"/>
              </a:spcBef>
              <a:buChar char="»"/>
              <a:defRPr kumimoji="1" sz="2000">
                <a:solidFill>
                  <a:schemeClr val="tx1"/>
                </a:solidFill>
                <a:latin typeface="Impact" panose="020B0806030902050204" pitchFamily="34"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9pPr>
          </a:lstStyle>
          <a:p>
            <a:pPr>
              <a:lnSpc>
                <a:spcPct val="130000"/>
              </a:lnSpc>
              <a:buNone/>
            </a:pPr>
            <a:r>
              <a:rPr lang="en-US" altLang="zh-CN" sz="2800" i="0" dirty="0">
                <a:latin typeface="+mj-lt"/>
              </a:rPr>
              <a:t>1</a:t>
            </a:r>
            <a:r>
              <a:rPr lang="zh-CN" altLang="en-US" sz="2800" i="0" dirty="0">
                <a:latin typeface="+mj-lt"/>
              </a:rPr>
              <a:t>．</a:t>
            </a:r>
            <a:r>
              <a:rPr lang="en-US" altLang="zh-CN" sz="2800" dirty="0">
                <a:latin typeface="+mj-lt"/>
              </a:rPr>
              <a:t>F'</a:t>
            </a:r>
            <a:r>
              <a:rPr lang="en-US" altLang="zh-CN" sz="2800" baseline="-25000" dirty="0">
                <a:latin typeface="+mj-lt"/>
              </a:rPr>
              <a:t>R</a:t>
            </a:r>
            <a:r>
              <a:rPr lang="en-US" altLang="zh-CN" sz="2800" dirty="0">
                <a:latin typeface="+mj-lt"/>
              </a:rPr>
              <a:t>≠</a:t>
            </a:r>
            <a:r>
              <a:rPr lang="en-US" altLang="zh-CN" sz="2800" i="0" dirty="0">
                <a:latin typeface="+mj-lt"/>
              </a:rPr>
              <a:t>0</a:t>
            </a:r>
            <a:r>
              <a:rPr lang="zh-CN" altLang="en-US" sz="2800" dirty="0">
                <a:latin typeface="+mj-lt"/>
              </a:rPr>
              <a:t>、</a:t>
            </a:r>
            <a:r>
              <a:rPr lang="en-US" altLang="zh-CN" sz="2800" b="0" dirty="0">
                <a:latin typeface="+mj-lt"/>
              </a:rPr>
              <a:t>M</a:t>
            </a:r>
            <a:r>
              <a:rPr lang="en-US" altLang="zh-CN" sz="2800" baseline="-25000" dirty="0">
                <a:latin typeface="+mj-lt"/>
              </a:rPr>
              <a:t>O</a:t>
            </a:r>
            <a:r>
              <a:rPr lang="en-US" altLang="zh-CN" sz="2800" dirty="0">
                <a:latin typeface="+mj-lt"/>
              </a:rPr>
              <a:t>=</a:t>
            </a:r>
            <a:r>
              <a:rPr lang="en-US" altLang="zh-CN" sz="2800" i="0" dirty="0">
                <a:latin typeface="+mj-lt"/>
              </a:rPr>
              <a:t>0</a:t>
            </a:r>
          </a:p>
          <a:p>
            <a:pPr>
              <a:lnSpc>
                <a:spcPct val="130000"/>
              </a:lnSpc>
              <a:buNone/>
            </a:pPr>
            <a:r>
              <a:rPr lang="zh-CN" altLang="en-US" sz="2800" i="0" dirty="0">
                <a:latin typeface="+mn-lt"/>
                <a:ea typeface="微软雅黑" panose="020B0503020204020204" pitchFamily="34" charset="-122"/>
              </a:rPr>
              <a:t>因为</a:t>
            </a:r>
            <a:r>
              <a:rPr lang="en-US" altLang="zh-CN" sz="2800" dirty="0">
                <a:latin typeface="+mj-lt"/>
              </a:rPr>
              <a:t>M</a:t>
            </a:r>
            <a:r>
              <a:rPr lang="en-US" altLang="zh-CN" sz="2800" baseline="-25000" dirty="0">
                <a:latin typeface="+mj-lt"/>
              </a:rPr>
              <a:t>O</a:t>
            </a:r>
            <a:r>
              <a:rPr lang="zh-CN" altLang="en-US" sz="2800" i="0" dirty="0">
                <a:latin typeface="+mj-lt"/>
              </a:rPr>
              <a:t>＝</a:t>
            </a:r>
            <a:r>
              <a:rPr lang="en-US" altLang="zh-CN" sz="2800" i="0" dirty="0">
                <a:latin typeface="+mj-lt"/>
              </a:rPr>
              <a:t>0</a:t>
            </a:r>
            <a:r>
              <a:rPr lang="zh-CN" altLang="en-US" sz="2800" i="0" dirty="0">
                <a:latin typeface="+mn-lt"/>
                <a:ea typeface="微软雅黑" panose="020B0503020204020204" pitchFamily="34" charset="-122"/>
              </a:rPr>
              <a:t>，主矢</a:t>
            </a:r>
            <a:r>
              <a:rPr lang="en-US" altLang="zh-CN" sz="2800" dirty="0">
                <a:latin typeface="+mj-lt"/>
              </a:rPr>
              <a:t>F'</a:t>
            </a:r>
            <a:r>
              <a:rPr lang="en-US" altLang="zh-CN" sz="2800" baseline="-25000" dirty="0">
                <a:latin typeface="+mj-lt"/>
              </a:rPr>
              <a:t>R</a:t>
            </a:r>
            <a:r>
              <a:rPr lang="zh-CN" altLang="en-US" sz="2800" i="0" dirty="0">
                <a:latin typeface="+mn-lt"/>
                <a:ea typeface="微软雅黑" panose="020B0503020204020204" pitchFamily="34" charset="-122"/>
              </a:rPr>
              <a:t>就与原力系等效，</a:t>
            </a:r>
            <a:r>
              <a:rPr lang="en-US" altLang="zh-CN" sz="2800" dirty="0">
                <a:latin typeface="+mj-lt"/>
              </a:rPr>
              <a:t>F'</a:t>
            </a:r>
            <a:r>
              <a:rPr lang="en-US" altLang="zh-CN" sz="2800" baseline="-25000" dirty="0">
                <a:latin typeface="+mj-lt"/>
              </a:rPr>
              <a:t>R</a:t>
            </a:r>
            <a:r>
              <a:rPr lang="zh-CN" altLang="en-US" sz="2800" i="0" dirty="0">
                <a:latin typeface="+mn-lt"/>
                <a:ea typeface="微软雅黑" panose="020B0503020204020204" pitchFamily="34" charset="-122"/>
              </a:rPr>
              <a:t>即为原力系的合力，其作用线通过简化中心。</a:t>
            </a:r>
            <a:endParaRPr lang="zh-CN" altLang="en-US" sz="2800" i="0" dirty="0">
              <a:latin typeface="微软雅黑" panose="020B0503020204020204" pitchFamily="34" charset="-122"/>
              <a:ea typeface="微软雅黑" panose="020B0503020204020204" pitchFamily="34" charset="-122"/>
            </a:endParaRPr>
          </a:p>
        </p:txBody>
      </p:sp>
      <p:sp>
        <p:nvSpPr>
          <p:cNvPr id="25" name="矩形 24"/>
          <p:cNvSpPr/>
          <p:nvPr/>
        </p:nvSpPr>
        <p:spPr>
          <a:xfrm>
            <a:off x="4618672" y="897403"/>
            <a:ext cx="2877711" cy="646331"/>
          </a:xfrm>
          <a:prstGeom prst="rect">
            <a:avLst/>
          </a:prstGeom>
        </p:spPr>
        <p:txBody>
          <a:bodyPr wrap="none">
            <a:spAutoFit/>
          </a:bodyPr>
          <a:lstStyle/>
          <a:p>
            <a:pPr>
              <a:lnSpc>
                <a:spcPct val="120000"/>
              </a:lnSpc>
            </a:pPr>
            <a:r>
              <a:rPr lang="zh-CN" altLang="en-US" sz="3000" i="0" dirty="0">
                <a:solidFill>
                  <a:srgbClr val="4F81BD"/>
                </a:solidFill>
                <a:latin typeface="微软雅黑" panose="020B0503020204020204" pitchFamily="34" charset="-122"/>
                <a:ea typeface="微软雅黑" panose="020B0503020204020204" pitchFamily="34" charset="-122"/>
              </a:rPr>
              <a:t>简化结果的讨论</a:t>
            </a:r>
          </a:p>
        </p:txBody>
      </p:sp>
      <p:sp>
        <p:nvSpPr>
          <p:cNvPr id="28" name="Text Box 9"/>
          <p:cNvSpPr txBox="1">
            <a:spLocks noChangeArrowheads="1"/>
          </p:cNvSpPr>
          <p:nvPr/>
        </p:nvSpPr>
        <p:spPr bwMode="auto">
          <a:xfrm>
            <a:off x="688874" y="3419296"/>
            <a:ext cx="10231661" cy="2505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just">
              <a:spcBef>
                <a:spcPct val="20000"/>
              </a:spcBef>
              <a:buClr>
                <a:schemeClr val="accent1"/>
              </a:buClr>
              <a:buSzPct val="75000"/>
              <a:buFont typeface="Monotype Sorts" pitchFamily="2" charset="2"/>
              <a:buChar char="•"/>
              <a:defRPr kumimoji="1" sz="2400">
                <a:solidFill>
                  <a:schemeClr val="tx1"/>
                </a:solidFill>
                <a:latin typeface="Impact" panose="020B0806030902050204" pitchFamily="34" charset="0"/>
                <a:ea typeface="宋体" panose="02010600030101010101" pitchFamily="2" charset="-122"/>
              </a:defRPr>
            </a:lvl1pPr>
            <a:lvl2pPr marL="742950" indent="-285750">
              <a:spcBef>
                <a:spcPct val="20000"/>
              </a:spcBef>
              <a:buClr>
                <a:schemeClr val="accent2"/>
              </a:buClr>
              <a:buChar char="•"/>
              <a:defRPr kumimoji="1" sz="2000">
                <a:solidFill>
                  <a:schemeClr val="tx1"/>
                </a:solidFill>
                <a:latin typeface="Impact" panose="020B0806030902050204" pitchFamily="34" charset="0"/>
                <a:ea typeface="宋体" panose="02010600030101010101" pitchFamily="2" charset="-122"/>
              </a:defRPr>
            </a:lvl2pPr>
            <a:lvl3pPr marL="1143000" indent="-228600">
              <a:spcBef>
                <a:spcPct val="20000"/>
              </a:spcBef>
              <a:buChar char="–"/>
              <a:defRPr kumimoji="1" sz="2400">
                <a:solidFill>
                  <a:schemeClr val="tx1"/>
                </a:solidFill>
                <a:latin typeface="Impact" panose="020B0806030902050204" pitchFamily="34" charset="0"/>
                <a:ea typeface="宋体" panose="02010600030101010101" pitchFamily="2" charset="-122"/>
              </a:defRPr>
            </a:lvl3pPr>
            <a:lvl4pPr marL="1600200" indent="-228600">
              <a:spcBef>
                <a:spcPct val="20000"/>
              </a:spcBef>
              <a:buChar char="–"/>
              <a:defRPr kumimoji="1" sz="2000">
                <a:solidFill>
                  <a:schemeClr val="tx1"/>
                </a:solidFill>
                <a:latin typeface="Impact" panose="020B0806030902050204" pitchFamily="34" charset="0"/>
                <a:ea typeface="宋体" panose="02010600030101010101" pitchFamily="2" charset="-122"/>
              </a:defRPr>
            </a:lvl4pPr>
            <a:lvl5pPr marL="2057400" indent="-228600">
              <a:spcBef>
                <a:spcPct val="20000"/>
              </a:spcBef>
              <a:buChar char="»"/>
              <a:defRPr kumimoji="1" sz="2000">
                <a:solidFill>
                  <a:schemeClr val="tx1"/>
                </a:solidFill>
                <a:latin typeface="Impact" panose="020B0806030902050204" pitchFamily="34"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9pPr>
          </a:lstStyle>
          <a:p>
            <a:pPr>
              <a:lnSpc>
                <a:spcPct val="130000"/>
              </a:lnSpc>
              <a:buNone/>
            </a:pPr>
            <a:r>
              <a:rPr lang="en-US" altLang="zh-CN" sz="2800" i="0" dirty="0">
                <a:latin typeface="+mj-lt"/>
              </a:rPr>
              <a:t>2</a:t>
            </a:r>
            <a:r>
              <a:rPr lang="zh-CN" altLang="en-US" sz="2800" i="0" dirty="0">
                <a:latin typeface="+mj-lt"/>
              </a:rPr>
              <a:t>．</a:t>
            </a:r>
            <a:r>
              <a:rPr lang="en-US" altLang="zh-CN" sz="2800" dirty="0">
                <a:latin typeface="+mj-lt"/>
              </a:rPr>
              <a:t>F'</a:t>
            </a:r>
            <a:r>
              <a:rPr lang="en-US" altLang="zh-CN" sz="2800" baseline="-25000" dirty="0">
                <a:latin typeface="+mj-lt"/>
              </a:rPr>
              <a:t>R</a:t>
            </a:r>
            <a:r>
              <a:rPr lang="en-US" altLang="zh-CN" sz="2800" dirty="0"/>
              <a:t> </a:t>
            </a:r>
            <a:r>
              <a:rPr lang="en-US" altLang="zh-CN" sz="2800" dirty="0">
                <a:latin typeface="+mj-lt"/>
              </a:rPr>
              <a:t>= </a:t>
            </a:r>
            <a:r>
              <a:rPr lang="en-US" altLang="zh-CN" sz="2800" i="0" dirty="0">
                <a:latin typeface="+mj-lt"/>
              </a:rPr>
              <a:t>0</a:t>
            </a:r>
            <a:r>
              <a:rPr lang="zh-CN" altLang="en-US" sz="2800" dirty="0">
                <a:latin typeface="+mj-lt"/>
              </a:rPr>
              <a:t>、</a:t>
            </a:r>
            <a:r>
              <a:rPr lang="en-US" altLang="zh-CN" sz="2800" b="0" dirty="0">
                <a:latin typeface="+mj-lt"/>
              </a:rPr>
              <a:t>M</a:t>
            </a:r>
            <a:r>
              <a:rPr lang="en-US" altLang="zh-CN" sz="2800" baseline="-25000" dirty="0">
                <a:latin typeface="+mj-lt"/>
              </a:rPr>
              <a:t>O</a:t>
            </a:r>
            <a:r>
              <a:rPr lang="en-US" altLang="zh-CN" sz="2800" dirty="0">
                <a:latin typeface="+mj-lt"/>
              </a:rPr>
              <a:t>≠ </a:t>
            </a:r>
            <a:r>
              <a:rPr lang="en-US" altLang="zh-CN" sz="2800" i="0" dirty="0">
                <a:latin typeface="+mj-lt"/>
              </a:rPr>
              <a:t>0</a:t>
            </a:r>
          </a:p>
          <a:p>
            <a:pPr>
              <a:lnSpc>
                <a:spcPct val="130000"/>
              </a:lnSpc>
              <a:buNone/>
            </a:pPr>
            <a:r>
              <a:rPr lang="zh-CN" altLang="en-US" sz="2800" i="0" dirty="0">
                <a:latin typeface="+mn-lt"/>
                <a:ea typeface="微软雅黑" panose="020B0503020204020204" pitchFamily="34" charset="-122"/>
              </a:rPr>
              <a:t>原力系简化结果为一合力偶</a:t>
            </a:r>
            <a:r>
              <a:rPr lang="en-US" altLang="zh-CN" sz="2800" b="0" dirty="0">
                <a:latin typeface="+mn-lt"/>
              </a:rPr>
              <a:t>M</a:t>
            </a:r>
            <a:r>
              <a:rPr lang="en-US" altLang="zh-CN" sz="2800" baseline="-25000" dirty="0">
                <a:latin typeface="+mn-lt"/>
              </a:rPr>
              <a:t>O</a:t>
            </a:r>
            <a:r>
              <a:rPr lang="zh-CN" altLang="en-US" sz="2800" i="0" dirty="0">
                <a:latin typeface="+mn-lt"/>
              </a:rPr>
              <a:t>＝</a:t>
            </a:r>
            <a:r>
              <a:rPr lang="zh-CN" altLang="en-US" sz="2800" dirty="0">
                <a:latin typeface="+mn-lt"/>
              </a:rPr>
              <a:t>∑</a:t>
            </a:r>
            <a:r>
              <a:rPr lang="en-US" altLang="zh-CN" sz="2800" b="0" dirty="0">
                <a:latin typeface="+mn-lt"/>
              </a:rPr>
              <a:t>M</a:t>
            </a:r>
            <a:r>
              <a:rPr lang="en-US" altLang="zh-CN" sz="2800" baseline="-25000" dirty="0">
                <a:latin typeface="+mn-lt"/>
              </a:rPr>
              <a:t>O</a:t>
            </a:r>
            <a:r>
              <a:rPr lang="en-US" altLang="zh-CN" sz="2800" i="0" dirty="0">
                <a:latin typeface="+mn-lt"/>
              </a:rPr>
              <a:t>(</a:t>
            </a:r>
            <a:r>
              <a:rPr lang="en-US" altLang="zh-CN" sz="2800" dirty="0">
                <a:latin typeface="+mn-lt"/>
              </a:rPr>
              <a:t>F</a:t>
            </a:r>
            <a:r>
              <a:rPr lang="en-US" altLang="zh-CN" sz="2800" i="0" dirty="0">
                <a:latin typeface="+mn-lt"/>
              </a:rPr>
              <a:t>)</a:t>
            </a:r>
            <a:r>
              <a:rPr lang="zh-CN" altLang="en-US" sz="2800" i="0" dirty="0">
                <a:latin typeface="+mn-lt"/>
                <a:ea typeface="微软雅黑" panose="020B0503020204020204" pitchFamily="34" charset="-122"/>
              </a:rPr>
              <a:t>， 此时主矩</a:t>
            </a:r>
            <a:r>
              <a:rPr lang="en-US" altLang="zh-CN" sz="2800" b="0" dirty="0">
                <a:latin typeface="+mn-lt"/>
              </a:rPr>
              <a:t>M</a:t>
            </a:r>
            <a:r>
              <a:rPr lang="en-US" altLang="zh-CN" sz="2800" baseline="-25000" dirty="0">
                <a:latin typeface="+mn-lt"/>
              </a:rPr>
              <a:t>O</a:t>
            </a:r>
            <a:r>
              <a:rPr lang="zh-CN" altLang="en-US" sz="2800" i="0" dirty="0">
                <a:latin typeface="+mn-lt"/>
                <a:ea typeface="微软雅黑" panose="020B0503020204020204" pitchFamily="34" charset="-122"/>
              </a:rPr>
              <a:t>与简化中心的选择无关。 </a:t>
            </a:r>
          </a:p>
          <a:p>
            <a:pPr>
              <a:lnSpc>
                <a:spcPct val="130000"/>
              </a:lnSpc>
              <a:buNone/>
            </a:pPr>
            <a:endParaRPr lang="zh-CN" altLang="en-US" sz="2800" i="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504544867"/>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8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2" grpId="0" autoUpdateAnimBg="0"/>
      <p:bldP spid="28" grpId="0" autoUpdateAnimBg="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164442" y="91693"/>
            <a:ext cx="5546711" cy="615553"/>
          </a:xfrm>
          <a:prstGeom prst="rect">
            <a:avLst/>
          </a:prstGeom>
        </p:spPr>
        <p:txBody>
          <a:bodyPr wrap="none">
            <a:spAutoFit/>
          </a:bodyPr>
          <a:lstStyle/>
          <a:p>
            <a:pPr>
              <a:defRPr/>
            </a:pPr>
            <a:r>
              <a:rPr kumimoji="1" lang="zh-CN" altLang="en-US" sz="3400" i="0" dirty="0">
                <a:solidFill>
                  <a:srgbClr val="FFFFFF"/>
                </a:solidFill>
                <a:latin typeface="微软雅黑" panose="020B0503020204020204" pitchFamily="34" charset="-122"/>
                <a:ea typeface="微软雅黑" panose="020B0503020204020204" pitchFamily="34" charset="-122"/>
              </a:rPr>
              <a:t>第二章</a:t>
            </a:r>
            <a:r>
              <a:rPr kumimoji="1" lang="en-US" altLang="zh-CN" sz="3400" i="0" dirty="0">
                <a:solidFill>
                  <a:srgbClr val="FFFFFF"/>
                </a:solidFill>
                <a:latin typeface="微软雅黑" panose="020B0503020204020204" pitchFamily="34" charset="-122"/>
                <a:ea typeface="微软雅黑" panose="020B0503020204020204" pitchFamily="34" charset="-122"/>
              </a:rPr>
              <a:t> </a:t>
            </a:r>
            <a:r>
              <a:rPr kumimoji="1" lang="zh-CN" altLang="en-US" sz="3400" i="0" dirty="0">
                <a:solidFill>
                  <a:srgbClr val="FFFFFF"/>
                </a:solidFill>
                <a:latin typeface="微软雅黑" panose="020B0503020204020204" pitchFamily="34" charset="-122"/>
                <a:ea typeface="微软雅黑" panose="020B0503020204020204" pitchFamily="34" charset="-122"/>
              </a:rPr>
              <a:t>平面问题的受力分析</a:t>
            </a:r>
          </a:p>
        </p:txBody>
      </p:sp>
      <p:sp>
        <p:nvSpPr>
          <p:cNvPr id="182" name="Text Box 9"/>
          <p:cNvSpPr txBox="1">
            <a:spLocks noChangeArrowheads="1"/>
          </p:cNvSpPr>
          <p:nvPr/>
        </p:nvSpPr>
        <p:spPr bwMode="auto">
          <a:xfrm>
            <a:off x="701684" y="767595"/>
            <a:ext cx="10231661" cy="5932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just">
              <a:spcBef>
                <a:spcPct val="20000"/>
              </a:spcBef>
              <a:buClr>
                <a:schemeClr val="accent1"/>
              </a:buClr>
              <a:buSzPct val="75000"/>
              <a:buFont typeface="Monotype Sorts" pitchFamily="2" charset="2"/>
              <a:buChar char="•"/>
              <a:defRPr kumimoji="1" sz="2400">
                <a:solidFill>
                  <a:schemeClr val="tx1"/>
                </a:solidFill>
                <a:latin typeface="Impact" panose="020B0806030902050204" pitchFamily="34" charset="0"/>
                <a:ea typeface="宋体" panose="02010600030101010101" pitchFamily="2" charset="-122"/>
              </a:defRPr>
            </a:lvl1pPr>
            <a:lvl2pPr marL="742950" indent="-285750">
              <a:spcBef>
                <a:spcPct val="20000"/>
              </a:spcBef>
              <a:buClr>
                <a:schemeClr val="accent2"/>
              </a:buClr>
              <a:buChar char="•"/>
              <a:defRPr kumimoji="1" sz="2000">
                <a:solidFill>
                  <a:schemeClr val="tx1"/>
                </a:solidFill>
                <a:latin typeface="Impact" panose="020B0806030902050204" pitchFamily="34" charset="0"/>
                <a:ea typeface="宋体" panose="02010600030101010101" pitchFamily="2" charset="-122"/>
              </a:defRPr>
            </a:lvl2pPr>
            <a:lvl3pPr marL="1143000" indent="-228600">
              <a:spcBef>
                <a:spcPct val="20000"/>
              </a:spcBef>
              <a:buChar char="–"/>
              <a:defRPr kumimoji="1" sz="2400">
                <a:solidFill>
                  <a:schemeClr val="tx1"/>
                </a:solidFill>
                <a:latin typeface="Impact" panose="020B0806030902050204" pitchFamily="34" charset="0"/>
                <a:ea typeface="宋体" panose="02010600030101010101" pitchFamily="2" charset="-122"/>
              </a:defRPr>
            </a:lvl3pPr>
            <a:lvl4pPr marL="1600200" indent="-228600">
              <a:spcBef>
                <a:spcPct val="20000"/>
              </a:spcBef>
              <a:buChar char="–"/>
              <a:defRPr kumimoji="1" sz="2000">
                <a:solidFill>
                  <a:schemeClr val="tx1"/>
                </a:solidFill>
                <a:latin typeface="Impact" panose="020B0806030902050204" pitchFamily="34" charset="0"/>
                <a:ea typeface="宋体" panose="02010600030101010101" pitchFamily="2" charset="-122"/>
              </a:defRPr>
            </a:lvl4pPr>
            <a:lvl5pPr marL="2057400" indent="-228600">
              <a:spcBef>
                <a:spcPct val="20000"/>
              </a:spcBef>
              <a:buChar char="»"/>
              <a:defRPr kumimoji="1" sz="2000">
                <a:solidFill>
                  <a:schemeClr val="tx1"/>
                </a:solidFill>
                <a:latin typeface="Impact" panose="020B0806030902050204" pitchFamily="34"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9pPr>
          </a:lstStyle>
          <a:p>
            <a:pPr>
              <a:lnSpc>
                <a:spcPct val="130000"/>
              </a:lnSpc>
              <a:buNone/>
            </a:pPr>
            <a:r>
              <a:rPr lang="en-US" altLang="zh-CN" sz="2800" i="0" dirty="0">
                <a:latin typeface="+mj-lt"/>
              </a:rPr>
              <a:t>3</a:t>
            </a:r>
            <a:r>
              <a:rPr lang="zh-CN" altLang="en-US" sz="2800" i="0" dirty="0">
                <a:latin typeface="+mj-lt"/>
              </a:rPr>
              <a:t>．</a:t>
            </a:r>
            <a:r>
              <a:rPr lang="en-US" altLang="zh-CN" sz="2800" dirty="0">
                <a:latin typeface="+mj-lt"/>
              </a:rPr>
              <a:t>F'</a:t>
            </a:r>
            <a:r>
              <a:rPr lang="en-US" altLang="zh-CN" sz="2800" baseline="-25000" dirty="0">
                <a:latin typeface="+mj-lt"/>
              </a:rPr>
              <a:t>R</a:t>
            </a:r>
            <a:r>
              <a:rPr lang="en-US" altLang="zh-CN" sz="2800" dirty="0">
                <a:latin typeface="+mj-lt"/>
              </a:rPr>
              <a:t>≠</a:t>
            </a:r>
            <a:r>
              <a:rPr lang="en-US" altLang="zh-CN" sz="2800" i="0" dirty="0">
                <a:latin typeface="+mj-lt"/>
              </a:rPr>
              <a:t>0</a:t>
            </a:r>
            <a:r>
              <a:rPr lang="zh-CN" altLang="en-US" sz="2800" dirty="0">
                <a:latin typeface="+mj-lt"/>
              </a:rPr>
              <a:t>、</a:t>
            </a:r>
            <a:r>
              <a:rPr lang="en-US" altLang="zh-CN" sz="2800" b="0" dirty="0">
                <a:latin typeface="+mj-lt"/>
              </a:rPr>
              <a:t>M</a:t>
            </a:r>
            <a:r>
              <a:rPr lang="en-US" altLang="zh-CN" sz="2800" baseline="-25000" dirty="0">
                <a:latin typeface="+mj-lt"/>
              </a:rPr>
              <a:t>O</a:t>
            </a:r>
            <a:r>
              <a:rPr lang="en-US" altLang="zh-CN" sz="2800" dirty="0"/>
              <a:t> </a:t>
            </a:r>
            <a:r>
              <a:rPr lang="en-US" altLang="zh-CN" sz="2800" dirty="0">
                <a:latin typeface="+mn-lt"/>
              </a:rPr>
              <a:t>≠</a:t>
            </a:r>
            <a:r>
              <a:rPr lang="en-US" altLang="zh-CN" sz="2800" dirty="0"/>
              <a:t> </a:t>
            </a:r>
            <a:r>
              <a:rPr lang="en-US" altLang="zh-CN" sz="2800" i="0" dirty="0">
                <a:latin typeface="+mj-lt"/>
              </a:rPr>
              <a:t>0</a:t>
            </a:r>
            <a:endParaRPr lang="zh-CN" altLang="en-US" sz="2800" i="0" dirty="0">
              <a:latin typeface="微软雅黑" panose="020B0503020204020204" pitchFamily="34" charset="-122"/>
              <a:ea typeface="微软雅黑" panose="020B0503020204020204" pitchFamily="34" charset="-122"/>
            </a:endParaRPr>
          </a:p>
        </p:txBody>
      </p:sp>
      <p:graphicFrame>
        <p:nvGraphicFramePr>
          <p:cNvPr id="6" name="Object 4"/>
          <p:cNvGraphicFramePr>
            <a:graphicFrameLocks noChangeAspect="1"/>
          </p:cNvGraphicFramePr>
          <p:nvPr>
            <p:extLst>
              <p:ext uri="{D42A27DB-BD31-4B8C-83A1-F6EECF244321}">
                <p14:modId xmlns:p14="http://schemas.microsoft.com/office/powerpoint/2010/main" val="1505573232"/>
              </p:ext>
            </p:extLst>
          </p:nvPr>
        </p:nvGraphicFramePr>
        <p:xfrm>
          <a:off x="1941640" y="3018532"/>
          <a:ext cx="1992313" cy="608013"/>
        </p:xfrm>
        <a:graphic>
          <a:graphicData uri="http://schemas.openxmlformats.org/presentationml/2006/ole">
            <mc:AlternateContent xmlns:mc="http://schemas.openxmlformats.org/markup-compatibility/2006">
              <mc:Choice xmlns:v="urn:schemas-microsoft-com:vml" Requires="v">
                <p:oleObj name="Equation" r:id="rId2" imgW="825480" imgH="253800" progId="Equation.DSMT4">
                  <p:embed/>
                </p:oleObj>
              </mc:Choice>
              <mc:Fallback>
                <p:oleObj name="Equation" r:id="rId2" imgW="825480" imgH="253800" progId="Equation.DSMT4">
                  <p:embed/>
                  <p:pic>
                    <p:nvPicPr>
                      <p:cNvPr id="0" name=""/>
                      <p:cNvPicPr>
                        <a:picLocks noChangeAspect="1" noChangeArrowheads="1"/>
                      </p:cNvPicPr>
                      <p:nvPr/>
                    </p:nvPicPr>
                    <p:blipFill>
                      <a:blip r:embed="rId3"/>
                      <a:srcRect/>
                      <a:stretch>
                        <a:fillRect/>
                      </a:stretch>
                    </p:blipFill>
                    <p:spPr bwMode="auto">
                      <a:xfrm>
                        <a:off x="1941640" y="3018532"/>
                        <a:ext cx="1992313" cy="6080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 name="Rectangle 61"/>
          <p:cNvSpPr>
            <a:spLocks noChangeArrowheads="1"/>
          </p:cNvSpPr>
          <p:nvPr/>
        </p:nvSpPr>
        <p:spPr bwMode="auto">
          <a:xfrm>
            <a:off x="1271464" y="3717032"/>
            <a:ext cx="9289180" cy="2520280"/>
          </a:xfrm>
          <a:prstGeom prst="rect">
            <a:avLst/>
          </a:prstGeom>
          <a:solidFill>
            <a:srgbClr val="B9CDE5"/>
          </a:solidFill>
          <a:ln>
            <a:noFill/>
          </a:ln>
          <a:effectLst/>
        </p:spPr>
        <p:txBody>
          <a:bodyPr wrap="none" anchor="ctr"/>
          <a:lstStyle/>
          <a:p>
            <a:endParaRPr lang="zh-CN" altLang="en-US"/>
          </a:p>
        </p:txBody>
      </p:sp>
      <p:grpSp>
        <p:nvGrpSpPr>
          <p:cNvPr id="9" name="Group 5"/>
          <p:cNvGrpSpPr>
            <a:grpSpLocks/>
          </p:cNvGrpSpPr>
          <p:nvPr/>
        </p:nvGrpSpPr>
        <p:grpSpPr bwMode="auto">
          <a:xfrm>
            <a:off x="4991073" y="4211265"/>
            <a:ext cx="1728787" cy="1600200"/>
            <a:chOff x="2349" y="3038"/>
            <a:chExt cx="1089" cy="1008"/>
          </a:xfrm>
        </p:grpSpPr>
        <p:grpSp>
          <p:nvGrpSpPr>
            <p:cNvPr id="10" name="Group 6"/>
            <p:cNvGrpSpPr>
              <a:grpSpLocks/>
            </p:cNvGrpSpPr>
            <p:nvPr/>
          </p:nvGrpSpPr>
          <p:grpSpPr bwMode="auto">
            <a:xfrm>
              <a:off x="2349" y="3038"/>
              <a:ext cx="1089" cy="1008"/>
              <a:chOff x="2349" y="3038"/>
              <a:chExt cx="1089" cy="1008"/>
            </a:xfrm>
          </p:grpSpPr>
          <p:sp>
            <p:nvSpPr>
              <p:cNvPr id="12" name="Freeform 7"/>
              <p:cNvSpPr>
                <a:spLocks noChangeAspect="1"/>
              </p:cNvSpPr>
              <p:nvPr/>
            </p:nvSpPr>
            <p:spPr bwMode="auto">
              <a:xfrm>
                <a:off x="2349" y="3038"/>
                <a:ext cx="1089" cy="1008"/>
              </a:xfrm>
              <a:custGeom>
                <a:avLst/>
                <a:gdLst>
                  <a:gd name="T0" fmla="*/ 345 w 1656"/>
                  <a:gd name="T1" fmla="*/ 140 h 1658"/>
                  <a:gd name="T2" fmla="*/ 465 w 1656"/>
                  <a:gd name="T3" fmla="*/ 100 h 1658"/>
                  <a:gd name="T4" fmla="*/ 525 w 1656"/>
                  <a:gd name="T5" fmla="*/ 60 h 1658"/>
                  <a:gd name="T6" fmla="*/ 725 w 1656"/>
                  <a:gd name="T7" fmla="*/ 0 h 1658"/>
                  <a:gd name="T8" fmla="*/ 1405 w 1656"/>
                  <a:gd name="T9" fmla="*/ 220 h 1658"/>
                  <a:gd name="T10" fmla="*/ 1645 w 1656"/>
                  <a:gd name="T11" fmla="*/ 660 h 1658"/>
                  <a:gd name="T12" fmla="*/ 1645 w 1656"/>
                  <a:gd name="T13" fmla="*/ 1020 h 1658"/>
                  <a:gd name="T14" fmla="*/ 1525 w 1656"/>
                  <a:gd name="T15" fmla="*/ 1300 h 1658"/>
                  <a:gd name="T16" fmla="*/ 1465 w 1656"/>
                  <a:gd name="T17" fmla="*/ 1400 h 1658"/>
                  <a:gd name="T18" fmla="*/ 1265 w 1656"/>
                  <a:gd name="T19" fmla="*/ 1520 h 1658"/>
                  <a:gd name="T20" fmla="*/ 825 w 1656"/>
                  <a:gd name="T21" fmla="*/ 1600 h 1658"/>
                  <a:gd name="T22" fmla="*/ 545 w 1656"/>
                  <a:gd name="T23" fmla="*/ 1620 h 1658"/>
                  <a:gd name="T24" fmla="*/ 305 w 1656"/>
                  <a:gd name="T25" fmla="*/ 1500 h 1658"/>
                  <a:gd name="T26" fmla="*/ 185 w 1656"/>
                  <a:gd name="T27" fmla="*/ 1440 h 1658"/>
                  <a:gd name="T28" fmla="*/ 25 w 1656"/>
                  <a:gd name="T29" fmla="*/ 1060 h 1658"/>
                  <a:gd name="T30" fmla="*/ 5 w 1656"/>
                  <a:gd name="T31" fmla="*/ 880 h 1658"/>
                  <a:gd name="T32" fmla="*/ 25 w 1656"/>
                  <a:gd name="T33" fmla="*/ 580 h 1658"/>
                  <a:gd name="T34" fmla="*/ 345 w 1656"/>
                  <a:gd name="T35" fmla="*/ 140 h 16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656" h="1658">
                    <a:moveTo>
                      <a:pt x="345" y="140"/>
                    </a:moveTo>
                    <a:cubicBezTo>
                      <a:pt x="385" y="127"/>
                      <a:pt x="430" y="123"/>
                      <a:pt x="465" y="100"/>
                    </a:cubicBezTo>
                    <a:cubicBezTo>
                      <a:pt x="485" y="87"/>
                      <a:pt x="503" y="70"/>
                      <a:pt x="525" y="60"/>
                    </a:cubicBezTo>
                    <a:cubicBezTo>
                      <a:pt x="588" y="32"/>
                      <a:pt x="659" y="17"/>
                      <a:pt x="725" y="0"/>
                    </a:cubicBezTo>
                    <a:cubicBezTo>
                      <a:pt x="1171" y="16"/>
                      <a:pt x="1132" y="152"/>
                      <a:pt x="1405" y="220"/>
                    </a:cubicBezTo>
                    <a:cubicBezTo>
                      <a:pt x="1597" y="348"/>
                      <a:pt x="1579" y="463"/>
                      <a:pt x="1645" y="660"/>
                    </a:cubicBezTo>
                    <a:cubicBezTo>
                      <a:pt x="1638" y="847"/>
                      <a:pt x="1656" y="834"/>
                      <a:pt x="1645" y="1020"/>
                    </a:cubicBezTo>
                    <a:cubicBezTo>
                      <a:pt x="1643" y="1054"/>
                      <a:pt x="1548" y="1275"/>
                      <a:pt x="1525" y="1300"/>
                    </a:cubicBezTo>
                    <a:cubicBezTo>
                      <a:pt x="1489" y="1340"/>
                      <a:pt x="1510" y="1370"/>
                      <a:pt x="1465" y="1400"/>
                    </a:cubicBezTo>
                    <a:cubicBezTo>
                      <a:pt x="1410" y="1437"/>
                      <a:pt x="1326" y="1493"/>
                      <a:pt x="1265" y="1520"/>
                    </a:cubicBezTo>
                    <a:cubicBezTo>
                      <a:pt x="1209" y="1545"/>
                      <a:pt x="844" y="1597"/>
                      <a:pt x="825" y="1600"/>
                    </a:cubicBezTo>
                    <a:cubicBezTo>
                      <a:pt x="446" y="1658"/>
                      <a:pt x="845" y="1640"/>
                      <a:pt x="545" y="1620"/>
                    </a:cubicBezTo>
                    <a:cubicBezTo>
                      <a:pt x="476" y="1643"/>
                      <a:pt x="389" y="1542"/>
                      <a:pt x="305" y="1500"/>
                    </a:cubicBezTo>
                    <a:cubicBezTo>
                      <a:pt x="267" y="1481"/>
                      <a:pt x="188" y="1449"/>
                      <a:pt x="185" y="1440"/>
                    </a:cubicBezTo>
                    <a:cubicBezTo>
                      <a:pt x="149" y="1333"/>
                      <a:pt x="87" y="1154"/>
                      <a:pt x="25" y="1060"/>
                    </a:cubicBezTo>
                    <a:cubicBezTo>
                      <a:pt x="0" y="961"/>
                      <a:pt x="25" y="980"/>
                      <a:pt x="5" y="880"/>
                    </a:cubicBezTo>
                    <a:cubicBezTo>
                      <a:pt x="12" y="733"/>
                      <a:pt x="13" y="726"/>
                      <a:pt x="25" y="580"/>
                    </a:cubicBezTo>
                    <a:cubicBezTo>
                      <a:pt x="41" y="381"/>
                      <a:pt x="196" y="190"/>
                      <a:pt x="345" y="140"/>
                    </a:cubicBezTo>
                    <a:close/>
                  </a:path>
                </a:pathLst>
              </a:custGeom>
              <a:gradFill rotWithShape="0">
                <a:gsLst>
                  <a:gs pos="0">
                    <a:srgbClr val="FFFF99"/>
                  </a:gs>
                  <a:gs pos="100000">
                    <a:srgbClr val="FFCC66"/>
                  </a:gs>
                </a:gsLst>
                <a:path path="rect">
                  <a:fillToRect l="50000" t="50000" r="50000" b="50000"/>
                </a:path>
              </a:gradFill>
              <a:ln w="28575" cap="flat" cmpd="sng">
                <a:solidFill>
                  <a:srgbClr val="000000"/>
                </a:solidFill>
                <a:prstDash val="solid"/>
                <a:round/>
                <a:headEnd type="none" w="med" len="med"/>
                <a:tailEnd type="none" w="med" len="med"/>
              </a:ln>
              <a:effectLst>
                <a:outerShdw dist="107763" dir="2700000" algn="ctr" rotWithShape="0">
                  <a:srgbClr val="808080"/>
                </a:outerShdw>
              </a:effectLst>
            </p:spPr>
            <p:txBody>
              <a:bodyPr/>
              <a:lstStyle/>
              <a:p>
                <a:endParaRPr lang="zh-CN" altLang="en-US"/>
              </a:p>
            </p:txBody>
          </p:sp>
          <p:sp>
            <p:nvSpPr>
              <p:cNvPr id="13" name="Text Box 8"/>
              <p:cNvSpPr txBox="1">
                <a:spLocks noChangeAspect="1" noChangeArrowheads="1"/>
              </p:cNvSpPr>
              <p:nvPr/>
            </p:nvSpPr>
            <p:spPr bwMode="auto">
              <a:xfrm>
                <a:off x="2416" y="3513"/>
                <a:ext cx="310" cy="3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r>
                  <a:rPr lang="en-US" altLang="zh-CN" i="1">
                    <a:solidFill>
                      <a:schemeClr val="tx1"/>
                    </a:solidFill>
                    <a:ea typeface="宋体" panose="02010600030101010101" pitchFamily="2" charset="-122"/>
                  </a:rPr>
                  <a:t>O</a:t>
                </a:r>
              </a:p>
            </p:txBody>
          </p:sp>
          <p:sp>
            <p:nvSpPr>
              <p:cNvPr id="14" name="Text Box 9"/>
              <p:cNvSpPr txBox="1">
                <a:spLocks noChangeAspect="1" noChangeArrowheads="1"/>
              </p:cNvSpPr>
              <p:nvPr/>
            </p:nvSpPr>
            <p:spPr bwMode="auto">
              <a:xfrm>
                <a:off x="2534" y="3499"/>
                <a:ext cx="264" cy="29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just"/>
                <a:r>
                  <a:rPr lang="zh-CN" altLang="en-US" sz="2000" b="1">
                    <a:solidFill>
                      <a:schemeClr val="tx1"/>
                    </a:solidFill>
                    <a:ea typeface="宋体" panose="02010600030101010101" pitchFamily="2" charset="-122"/>
                  </a:rPr>
                  <a:t>。</a:t>
                </a:r>
              </a:p>
            </p:txBody>
          </p:sp>
          <p:sp>
            <p:nvSpPr>
              <p:cNvPr id="15" name="Text Box 10"/>
              <p:cNvSpPr txBox="1">
                <a:spLocks noChangeAspect="1" noChangeArrowheads="1"/>
              </p:cNvSpPr>
              <p:nvPr/>
            </p:nvSpPr>
            <p:spPr bwMode="auto">
              <a:xfrm>
                <a:off x="3046" y="3393"/>
                <a:ext cx="300" cy="3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just"/>
                <a:r>
                  <a:rPr lang="zh-CN" altLang="en-US" sz="2000" b="1">
                    <a:solidFill>
                      <a:schemeClr val="tx1"/>
                    </a:solidFill>
                    <a:ea typeface="宋体" panose="02010600030101010101" pitchFamily="2" charset="-122"/>
                  </a:rPr>
                  <a:t>。</a:t>
                </a:r>
              </a:p>
            </p:txBody>
          </p:sp>
          <p:sp>
            <p:nvSpPr>
              <p:cNvPr id="16" name="Line 11"/>
              <p:cNvSpPr>
                <a:spLocks noChangeAspect="1" noChangeShapeType="1"/>
              </p:cNvSpPr>
              <p:nvPr/>
            </p:nvSpPr>
            <p:spPr bwMode="auto">
              <a:xfrm flipV="1">
                <a:off x="2652" y="3139"/>
                <a:ext cx="288" cy="518"/>
              </a:xfrm>
              <a:prstGeom prst="line">
                <a:avLst/>
              </a:prstGeom>
              <a:noFill/>
              <a:ln w="38100">
                <a:solidFill>
                  <a:srgbClr val="FF00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7" name="Text Box 12"/>
              <p:cNvSpPr txBox="1">
                <a:spLocks noChangeAspect="1" noChangeArrowheads="1"/>
              </p:cNvSpPr>
              <p:nvPr/>
            </p:nvSpPr>
            <p:spPr bwMode="auto">
              <a:xfrm>
                <a:off x="2431" y="3070"/>
                <a:ext cx="579" cy="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r>
                  <a:rPr lang="en-US" altLang="zh-CN" sz="2800" b="1" i="1" dirty="0">
                    <a:solidFill>
                      <a:srgbClr val="FF0000"/>
                    </a:solidFill>
                    <a:ea typeface="宋体" panose="02010600030101010101" pitchFamily="2" charset="-122"/>
                  </a:rPr>
                  <a:t>F</a:t>
                </a:r>
                <a:r>
                  <a:rPr lang="en-US" altLang="zh-CN" sz="2800" i="1" dirty="0">
                    <a:solidFill>
                      <a:srgbClr val="FF0000"/>
                    </a:solidFill>
                  </a:rPr>
                  <a:t>'</a:t>
                </a:r>
                <a:r>
                  <a:rPr lang="en-US" altLang="zh-CN" sz="2800" i="0" baseline="-25000" dirty="0">
                    <a:solidFill>
                      <a:srgbClr val="FF0000"/>
                    </a:solidFill>
                  </a:rPr>
                  <a:t>R</a:t>
                </a:r>
              </a:p>
            </p:txBody>
          </p:sp>
        </p:grpSp>
        <p:sp>
          <p:nvSpPr>
            <p:cNvPr id="11" name="Text Box 13"/>
            <p:cNvSpPr txBox="1">
              <a:spLocks noChangeAspect="1" noChangeArrowheads="1"/>
            </p:cNvSpPr>
            <p:nvPr/>
          </p:nvSpPr>
          <p:spPr bwMode="auto">
            <a:xfrm>
              <a:off x="2903" y="3344"/>
              <a:ext cx="360" cy="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r>
                <a:rPr lang="en-US" altLang="zh-CN" i="1" dirty="0">
                  <a:solidFill>
                    <a:schemeClr val="tx1"/>
                  </a:solidFill>
                  <a:ea typeface="宋体" panose="02010600030101010101" pitchFamily="2" charset="-122"/>
                </a:rPr>
                <a:t>A</a:t>
              </a:r>
              <a:endParaRPr lang="en-US" altLang="zh-CN" baseline="-25000" dirty="0">
                <a:solidFill>
                  <a:schemeClr val="tx1"/>
                </a:solidFill>
                <a:ea typeface="宋体" panose="02010600030101010101" pitchFamily="2" charset="-122"/>
              </a:endParaRPr>
            </a:p>
          </p:txBody>
        </p:sp>
      </p:grpSp>
      <p:sp>
        <p:nvSpPr>
          <p:cNvPr id="18" name="Text Box 14"/>
          <p:cNvSpPr txBox="1">
            <a:spLocks noChangeAspect="1" noChangeArrowheads="1"/>
          </p:cNvSpPr>
          <p:nvPr/>
        </p:nvSpPr>
        <p:spPr bwMode="auto">
          <a:xfrm>
            <a:off x="6091210" y="3869953"/>
            <a:ext cx="709613" cy="5032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just"/>
            <a:r>
              <a:rPr lang="en-US" altLang="zh-CN" sz="2800" b="1" i="1" dirty="0">
                <a:solidFill>
                  <a:srgbClr val="FF0000"/>
                </a:solidFill>
                <a:ea typeface="宋体" panose="02010600030101010101" pitchFamily="2" charset="-122"/>
              </a:rPr>
              <a:t>F</a:t>
            </a:r>
            <a:r>
              <a:rPr lang="en-US" altLang="zh-CN" sz="2800" i="0" baseline="-25000" dirty="0">
                <a:solidFill>
                  <a:srgbClr val="FF0000"/>
                </a:solidFill>
              </a:rPr>
              <a:t>R</a:t>
            </a:r>
            <a:endParaRPr lang="en-US" altLang="zh-CN" sz="2800" b="1" i="0" baseline="-25000" dirty="0">
              <a:solidFill>
                <a:srgbClr val="FF0000"/>
              </a:solidFill>
            </a:endParaRPr>
          </a:p>
        </p:txBody>
      </p:sp>
      <p:sp>
        <p:nvSpPr>
          <p:cNvPr id="19" name="Line 15"/>
          <p:cNvSpPr>
            <a:spLocks noChangeAspect="1" noChangeShapeType="1"/>
          </p:cNvSpPr>
          <p:nvPr/>
        </p:nvSpPr>
        <p:spPr bwMode="auto">
          <a:xfrm flipV="1">
            <a:off x="6264248" y="4201740"/>
            <a:ext cx="457200" cy="823913"/>
          </a:xfrm>
          <a:prstGeom prst="line">
            <a:avLst/>
          </a:prstGeom>
          <a:noFill/>
          <a:ln w="38100">
            <a:solidFill>
              <a:srgbClr val="FF00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0" name="Text Box 16"/>
          <p:cNvSpPr txBox="1">
            <a:spLocks noChangeAspect="1" noChangeArrowheads="1"/>
          </p:cNvSpPr>
          <p:nvPr/>
        </p:nvSpPr>
        <p:spPr bwMode="auto">
          <a:xfrm>
            <a:off x="5041873" y="5743203"/>
            <a:ext cx="814387" cy="5032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just"/>
            <a:r>
              <a:rPr lang="en-US" altLang="zh-CN" sz="2800" b="1" i="1" dirty="0">
                <a:solidFill>
                  <a:srgbClr val="FF0000"/>
                </a:solidFill>
                <a:ea typeface="宋体" panose="02010600030101010101" pitchFamily="2" charset="-122"/>
                <a:cs typeface="Times New Roman" panose="02020603050405020304" pitchFamily="18" charset="0"/>
              </a:rPr>
              <a:t>F</a:t>
            </a:r>
            <a:r>
              <a:rPr lang="en-US" altLang="zh-CN" sz="2800" i="1" dirty="0">
                <a:solidFill>
                  <a:srgbClr val="FF0000"/>
                </a:solidFill>
                <a:ea typeface="宋体" panose="02010600030101010101" pitchFamily="2" charset="-122"/>
                <a:cs typeface="Times New Roman" panose="02020603050405020304" pitchFamily="18" charset="0"/>
              </a:rPr>
              <a:t>"</a:t>
            </a:r>
            <a:r>
              <a:rPr lang="en-US" altLang="zh-CN" sz="2800" i="0" baseline="-25000" dirty="0">
                <a:solidFill>
                  <a:srgbClr val="FF0000"/>
                </a:solidFill>
              </a:rPr>
              <a:t>R</a:t>
            </a:r>
            <a:endParaRPr lang="en-US" altLang="en-US" sz="2800" i="0" baseline="-25000" dirty="0">
              <a:solidFill>
                <a:srgbClr val="FF0000"/>
              </a:solidFill>
            </a:endParaRPr>
          </a:p>
        </p:txBody>
      </p:sp>
      <p:sp>
        <p:nvSpPr>
          <p:cNvPr id="21" name="Line 17"/>
          <p:cNvSpPr>
            <a:spLocks noChangeAspect="1" noChangeShapeType="1"/>
          </p:cNvSpPr>
          <p:nvPr/>
        </p:nvSpPr>
        <p:spPr bwMode="auto">
          <a:xfrm rot="10800000" flipV="1">
            <a:off x="4991073" y="5225678"/>
            <a:ext cx="458787" cy="822325"/>
          </a:xfrm>
          <a:prstGeom prst="line">
            <a:avLst/>
          </a:prstGeom>
          <a:noFill/>
          <a:ln w="38100">
            <a:solidFill>
              <a:srgbClr val="FF00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2" name="Line 18"/>
          <p:cNvSpPr>
            <a:spLocks noChangeAspect="1" noChangeShapeType="1"/>
          </p:cNvSpPr>
          <p:nvPr/>
        </p:nvSpPr>
        <p:spPr bwMode="auto">
          <a:xfrm rot="240000" flipH="1">
            <a:off x="5927698" y="5081215"/>
            <a:ext cx="273050" cy="568325"/>
          </a:xfrm>
          <a:prstGeom prst="line">
            <a:avLst/>
          </a:prstGeom>
          <a:noFill/>
          <a:ln w="19050">
            <a:solidFill>
              <a:srgbClr val="000000"/>
            </a:solidFill>
            <a:prstDash val="lg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3" name="Line 19"/>
          <p:cNvSpPr>
            <a:spLocks noChangeAspect="1" noChangeShapeType="1"/>
          </p:cNvSpPr>
          <p:nvPr/>
        </p:nvSpPr>
        <p:spPr bwMode="auto">
          <a:xfrm rot="304278">
            <a:off x="5470498" y="5263778"/>
            <a:ext cx="515937" cy="225425"/>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4" name="Line 20"/>
          <p:cNvSpPr>
            <a:spLocks noChangeAspect="1" noChangeShapeType="1"/>
          </p:cNvSpPr>
          <p:nvPr/>
        </p:nvSpPr>
        <p:spPr bwMode="auto">
          <a:xfrm rot="21120000" flipH="1">
            <a:off x="5886423" y="5379665"/>
            <a:ext cx="57150" cy="79375"/>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nvGrpSpPr>
          <p:cNvPr id="26" name="Group 21"/>
          <p:cNvGrpSpPr>
            <a:grpSpLocks/>
          </p:cNvGrpSpPr>
          <p:nvPr/>
        </p:nvGrpSpPr>
        <p:grpSpPr bwMode="auto">
          <a:xfrm>
            <a:off x="2001810" y="4227140"/>
            <a:ext cx="1728788" cy="1601788"/>
            <a:chOff x="466" y="3048"/>
            <a:chExt cx="1089" cy="1009"/>
          </a:xfrm>
        </p:grpSpPr>
        <p:sp>
          <p:nvSpPr>
            <p:cNvPr id="27" name="Freeform 22"/>
            <p:cNvSpPr>
              <a:spLocks noChangeAspect="1"/>
            </p:cNvSpPr>
            <p:nvPr/>
          </p:nvSpPr>
          <p:spPr bwMode="auto">
            <a:xfrm>
              <a:off x="466" y="3048"/>
              <a:ext cx="1089" cy="1009"/>
            </a:xfrm>
            <a:custGeom>
              <a:avLst/>
              <a:gdLst>
                <a:gd name="T0" fmla="*/ 345 w 1656"/>
                <a:gd name="T1" fmla="*/ 140 h 1658"/>
                <a:gd name="T2" fmla="*/ 465 w 1656"/>
                <a:gd name="T3" fmla="*/ 100 h 1658"/>
                <a:gd name="T4" fmla="*/ 525 w 1656"/>
                <a:gd name="T5" fmla="*/ 60 h 1658"/>
                <a:gd name="T6" fmla="*/ 725 w 1656"/>
                <a:gd name="T7" fmla="*/ 0 h 1658"/>
                <a:gd name="T8" fmla="*/ 1405 w 1656"/>
                <a:gd name="T9" fmla="*/ 220 h 1658"/>
                <a:gd name="T10" fmla="*/ 1645 w 1656"/>
                <a:gd name="T11" fmla="*/ 660 h 1658"/>
                <a:gd name="T12" fmla="*/ 1645 w 1656"/>
                <a:gd name="T13" fmla="*/ 1020 h 1658"/>
                <a:gd name="T14" fmla="*/ 1525 w 1656"/>
                <a:gd name="T15" fmla="*/ 1300 h 1658"/>
                <a:gd name="T16" fmla="*/ 1465 w 1656"/>
                <a:gd name="T17" fmla="*/ 1400 h 1658"/>
                <a:gd name="T18" fmla="*/ 1265 w 1656"/>
                <a:gd name="T19" fmla="*/ 1520 h 1658"/>
                <a:gd name="T20" fmla="*/ 825 w 1656"/>
                <a:gd name="T21" fmla="*/ 1600 h 1658"/>
                <a:gd name="T22" fmla="*/ 545 w 1656"/>
                <a:gd name="T23" fmla="*/ 1620 h 1658"/>
                <a:gd name="T24" fmla="*/ 305 w 1656"/>
                <a:gd name="T25" fmla="*/ 1500 h 1658"/>
                <a:gd name="T26" fmla="*/ 185 w 1656"/>
                <a:gd name="T27" fmla="*/ 1440 h 1658"/>
                <a:gd name="T28" fmla="*/ 25 w 1656"/>
                <a:gd name="T29" fmla="*/ 1060 h 1658"/>
                <a:gd name="T30" fmla="*/ 5 w 1656"/>
                <a:gd name="T31" fmla="*/ 880 h 1658"/>
                <a:gd name="T32" fmla="*/ 25 w 1656"/>
                <a:gd name="T33" fmla="*/ 580 h 1658"/>
                <a:gd name="T34" fmla="*/ 345 w 1656"/>
                <a:gd name="T35" fmla="*/ 140 h 16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656" h="1658">
                  <a:moveTo>
                    <a:pt x="345" y="140"/>
                  </a:moveTo>
                  <a:cubicBezTo>
                    <a:pt x="385" y="127"/>
                    <a:pt x="430" y="123"/>
                    <a:pt x="465" y="100"/>
                  </a:cubicBezTo>
                  <a:cubicBezTo>
                    <a:pt x="485" y="87"/>
                    <a:pt x="503" y="70"/>
                    <a:pt x="525" y="60"/>
                  </a:cubicBezTo>
                  <a:cubicBezTo>
                    <a:pt x="588" y="32"/>
                    <a:pt x="659" y="17"/>
                    <a:pt x="725" y="0"/>
                  </a:cubicBezTo>
                  <a:cubicBezTo>
                    <a:pt x="1171" y="16"/>
                    <a:pt x="1132" y="152"/>
                    <a:pt x="1405" y="220"/>
                  </a:cubicBezTo>
                  <a:cubicBezTo>
                    <a:pt x="1597" y="348"/>
                    <a:pt x="1579" y="463"/>
                    <a:pt x="1645" y="660"/>
                  </a:cubicBezTo>
                  <a:cubicBezTo>
                    <a:pt x="1638" y="847"/>
                    <a:pt x="1656" y="834"/>
                    <a:pt x="1645" y="1020"/>
                  </a:cubicBezTo>
                  <a:cubicBezTo>
                    <a:pt x="1643" y="1054"/>
                    <a:pt x="1548" y="1275"/>
                    <a:pt x="1525" y="1300"/>
                  </a:cubicBezTo>
                  <a:cubicBezTo>
                    <a:pt x="1489" y="1340"/>
                    <a:pt x="1510" y="1370"/>
                    <a:pt x="1465" y="1400"/>
                  </a:cubicBezTo>
                  <a:cubicBezTo>
                    <a:pt x="1410" y="1437"/>
                    <a:pt x="1326" y="1493"/>
                    <a:pt x="1265" y="1520"/>
                  </a:cubicBezTo>
                  <a:cubicBezTo>
                    <a:pt x="1209" y="1545"/>
                    <a:pt x="844" y="1597"/>
                    <a:pt x="825" y="1600"/>
                  </a:cubicBezTo>
                  <a:cubicBezTo>
                    <a:pt x="446" y="1658"/>
                    <a:pt x="845" y="1640"/>
                    <a:pt x="545" y="1620"/>
                  </a:cubicBezTo>
                  <a:cubicBezTo>
                    <a:pt x="476" y="1643"/>
                    <a:pt x="389" y="1542"/>
                    <a:pt x="305" y="1500"/>
                  </a:cubicBezTo>
                  <a:cubicBezTo>
                    <a:pt x="267" y="1481"/>
                    <a:pt x="188" y="1449"/>
                    <a:pt x="185" y="1440"/>
                  </a:cubicBezTo>
                  <a:cubicBezTo>
                    <a:pt x="149" y="1333"/>
                    <a:pt x="87" y="1154"/>
                    <a:pt x="25" y="1060"/>
                  </a:cubicBezTo>
                  <a:cubicBezTo>
                    <a:pt x="0" y="961"/>
                    <a:pt x="25" y="980"/>
                    <a:pt x="5" y="880"/>
                  </a:cubicBezTo>
                  <a:cubicBezTo>
                    <a:pt x="12" y="733"/>
                    <a:pt x="13" y="726"/>
                    <a:pt x="25" y="580"/>
                  </a:cubicBezTo>
                  <a:cubicBezTo>
                    <a:pt x="41" y="381"/>
                    <a:pt x="196" y="190"/>
                    <a:pt x="345" y="140"/>
                  </a:cubicBezTo>
                  <a:close/>
                </a:path>
              </a:pathLst>
            </a:custGeom>
            <a:gradFill rotWithShape="0">
              <a:gsLst>
                <a:gs pos="0">
                  <a:srgbClr val="FFFF99"/>
                </a:gs>
                <a:gs pos="100000">
                  <a:srgbClr val="FFCC66"/>
                </a:gs>
              </a:gsLst>
              <a:path path="rect">
                <a:fillToRect l="50000" t="50000" r="50000" b="50000"/>
              </a:path>
            </a:gradFill>
            <a:ln w="28575" cap="flat" cmpd="sng">
              <a:solidFill>
                <a:srgbClr val="000000"/>
              </a:solidFill>
              <a:prstDash val="solid"/>
              <a:round/>
              <a:headEnd type="none" w="med" len="med"/>
              <a:tailEnd type="none" w="med" len="med"/>
            </a:ln>
            <a:effectLst>
              <a:outerShdw dist="107763" dir="2700000" algn="ctr" rotWithShape="0">
                <a:srgbClr val="808080"/>
              </a:outerShdw>
            </a:effectLst>
          </p:spPr>
          <p:txBody>
            <a:bodyPr/>
            <a:lstStyle/>
            <a:p>
              <a:endParaRPr lang="zh-CN" altLang="en-US"/>
            </a:p>
          </p:txBody>
        </p:sp>
        <p:sp>
          <p:nvSpPr>
            <p:cNvPr id="29" name="Text Box 23"/>
            <p:cNvSpPr txBox="1">
              <a:spLocks noChangeAspect="1" noChangeArrowheads="1"/>
            </p:cNvSpPr>
            <p:nvPr/>
          </p:nvSpPr>
          <p:spPr bwMode="auto">
            <a:xfrm>
              <a:off x="541" y="3524"/>
              <a:ext cx="257" cy="2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r>
                <a:rPr lang="en-US" altLang="zh-CN" i="1">
                  <a:solidFill>
                    <a:schemeClr val="tx1"/>
                  </a:solidFill>
                  <a:ea typeface="宋体" panose="02010600030101010101" pitchFamily="2" charset="-122"/>
                </a:rPr>
                <a:t>O</a:t>
              </a:r>
            </a:p>
          </p:txBody>
        </p:sp>
        <p:sp>
          <p:nvSpPr>
            <p:cNvPr id="30" name="Text Box 24"/>
            <p:cNvSpPr txBox="1">
              <a:spLocks noChangeAspect="1" noChangeArrowheads="1"/>
            </p:cNvSpPr>
            <p:nvPr/>
          </p:nvSpPr>
          <p:spPr bwMode="auto">
            <a:xfrm>
              <a:off x="1120" y="3416"/>
              <a:ext cx="276"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r>
                <a:rPr lang="en-US" altLang="zh-CN" i="1">
                  <a:solidFill>
                    <a:schemeClr val="tx1"/>
                  </a:solidFill>
                  <a:ea typeface="宋体" panose="02010600030101010101" pitchFamily="2" charset="-122"/>
                </a:rPr>
                <a:t>A</a:t>
              </a:r>
              <a:endParaRPr lang="en-US" altLang="zh-CN" baseline="-25000">
                <a:solidFill>
                  <a:schemeClr val="tx1"/>
                </a:solidFill>
                <a:ea typeface="宋体" panose="02010600030101010101" pitchFamily="2" charset="-122"/>
              </a:endParaRPr>
            </a:p>
          </p:txBody>
        </p:sp>
        <p:sp>
          <p:nvSpPr>
            <p:cNvPr id="31" name="Text Box 25"/>
            <p:cNvSpPr txBox="1">
              <a:spLocks noChangeAspect="1" noChangeArrowheads="1"/>
            </p:cNvSpPr>
            <p:nvPr/>
          </p:nvSpPr>
          <p:spPr bwMode="auto">
            <a:xfrm>
              <a:off x="569" y="3073"/>
              <a:ext cx="579" cy="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r>
                <a:rPr lang="en-US" altLang="zh-CN" sz="2800" b="1" i="1" dirty="0">
                  <a:solidFill>
                    <a:srgbClr val="FF0000"/>
                  </a:solidFill>
                  <a:ea typeface="宋体" panose="02010600030101010101" pitchFamily="2" charset="-122"/>
                </a:rPr>
                <a:t>F</a:t>
              </a:r>
              <a:r>
                <a:rPr lang="en-US" altLang="zh-CN" sz="2800" i="1" dirty="0">
                  <a:solidFill>
                    <a:srgbClr val="FF0000"/>
                  </a:solidFill>
                </a:rPr>
                <a:t>'</a:t>
              </a:r>
              <a:r>
                <a:rPr lang="en-US" altLang="zh-CN" sz="2800" i="0" baseline="-25000" dirty="0">
                  <a:solidFill>
                    <a:srgbClr val="FF0000"/>
                  </a:solidFill>
                </a:rPr>
                <a:t>R</a:t>
              </a:r>
            </a:p>
          </p:txBody>
        </p:sp>
        <p:sp>
          <p:nvSpPr>
            <p:cNvPr id="32" name="Line 26"/>
            <p:cNvSpPr>
              <a:spLocks noChangeAspect="1" noChangeShapeType="1"/>
            </p:cNvSpPr>
            <p:nvPr/>
          </p:nvSpPr>
          <p:spPr bwMode="auto">
            <a:xfrm flipV="1">
              <a:off x="769" y="3149"/>
              <a:ext cx="288" cy="519"/>
            </a:xfrm>
            <a:prstGeom prst="line">
              <a:avLst/>
            </a:prstGeom>
            <a:noFill/>
            <a:ln w="38100">
              <a:solidFill>
                <a:srgbClr val="FF00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3" name="Text Box 27"/>
            <p:cNvSpPr txBox="1">
              <a:spLocks noChangeAspect="1" noChangeArrowheads="1"/>
            </p:cNvSpPr>
            <p:nvPr/>
          </p:nvSpPr>
          <p:spPr bwMode="auto">
            <a:xfrm>
              <a:off x="671" y="3509"/>
              <a:ext cx="276" cy="3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just"/>
              <a:r>
                <a:rPr lang="zh-CN" altLang="en-US" sz="2000" b="1">
                  <a:solidFill>
                    <a:schemeClr val="tx1"/>
                  </a:solidFill>
                  <a:ea typeface="宋体" panose="02010600030101010101" pitchFamily="2" charset="-122"/>
                </a:rPr>
                <a:t>。</a:t>
              </a:r>
            </a:p>
          </p:txBody>
        </p:sp>
        <p:sp>
          <p:nvSpPr>
            <p:cNvPr id="34" name="Text Box 28"/>
            <p:cNvSpPr txBox="1">
              <a:spLocks noChangeAspect="1" noChangeArrowheads="1"/>
            </p:cNvSpPr>
            <p:nvPr/>
          </p:nvSpPr>
          <p:spPr bwMode="auto">
            <a:xfrm>
              <a:off x="1211" y="3356"/>
              <a:ext cx="228" cy="29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just"/>
              <a:r>
                <a:rPr lang="zh-CN" altLang="en-US" sz="2000" b="1" dirty="0">
                  <a:solidFill>
                    <a:schemeClr val="tx1"/>
                  </a:solidFill>
                  <a:ea typeface="宋体" panose="02010600030101010101" pitchFamily="2" charset="-122"/>
                </a:rPr>
                <a:t>。</a:t>
              </a:r>
            </a:p>
          </p:txBody>
        </p:sp>
        <p:sp>
          <p:nvSpPr>
            <p:cNvPr id="35" name="Arc 29"/>
            <p:cNvSpPr>
              <a:spLocks noChangeAspect="1"/>
            </p:cNvSpPr>
            <p:nvPr/>
          </p:nvSpPr>
          <p:spPr bwMode="auto">
            <a:xfrm>
              <a:off x="548" y="3508"/>
              <a:ext cx="313" cy="23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0" y="0"/>
                  </a:moveTo>
                  <a:cubicBezTo>
                    <a:pt x="11929" y="0"/>
                    <a:pt x="21600" y="9670"/>
                    <a:pt x="21600" y="21600"/>
                  </a:cubicBezTo>
                </a:path>
                <a:path w="21600" h="21600" stroke="0" extrusionOk="0">
                  <a:moveTo>
                    <a:pt x="0" y="0"/>
                  </a:moveTo>
                  <a:cubicBezTo>
                    <a:pt x="11929" y="0"/>
                    <a:pt x="21600" y="9670"/>
                    <a:pt x="21600" y="21600"/>
                  </a:cubicBezTo>
                  <a:lnTo>
                    <a:pt x="0" y="21600"/>
                  </a:lnTo>
                  <a:close/>
                </a:path>
              </a:pathLst>
            </a:custGeom>
            <a:noFill/>
            <a:ln w="38100">
              <a:solidFill>
                <a:srgbClr val="FF0000"/>
              </a:solidFill>
              <a:round/>
              <a:headEnd type="stealth" w="med" len="lg"/>
              <a:tailEnd type="none" w="sm"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 name="Text Box 30"/>
            <p:cNvSpPr txBox="1">
              <a:spLocks noChangeAspect="1" noChangeArrowheads="1"/>
            </p:cNvSpPr>
            <p:nvPr/>
          </p:nvSpPr>
          <p:spPr bwMode="auto">
            <a:xfrm>
              <a:off x="879" y="3504"/>
              <a:ext cx="421" cy="4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r>
                <a:rPr lang="en-US" altLang="zh-CN" sz="2800" i="1">
                  <a:solidFill>
                    <a:srgbClr val="FF0000"/>
                  </a:solidFill>
                  <a:ea typeface="宋体" panose="02010600030101010101" pitchFamily="2" charset="-122"/>
                </a:rPr>
                <a:t>M</a:t>
              </a:r>
              <a:r>
                <a:rPr lang="en-US" altLang="zh-CN" sz="2800" i="1" baseline="-25000">
                  <a:solidFill>
                    <a:srgbClr val="FF0000"/>
                  </a:solidFill>
                  <a:ea typeface="宋体" panose="02010600030101010101" pitchFamily="2" charset="-122"/>
                </a:rPr>
                <a:t>O</a:t>
              </a:r>
              <a:endParaRPr lang="en-US" altLang="zh-CN" sz="2800" baseline="-25000">
                <a:solidFill>
                  <a:srgbClr val="FF0000"/>
                </a:solidFill>
                <a:ea typeface="宋体" panose="02010600030101010101" pitchFamily="2" charset="-122"/>
              </a:endParaRPr>
            </a:p>
          </p:txBody>
        </p:sp>
      </p:grpSp>
      <p:sp>
        <p:nvSpPr>
          <p:cNvPr id="37" name="AutoShape 31"/>
          <p:cNvSpPr>
            <a:spLocks noChangeArrowheads="1"/>
          </p:cNvSpPr>
          <p:nvPr/>
        </p:nvSpPr>
        <p:spPr bwMode="auto">
          <a:xfrm>
            <a:off x="3849660" y="4922465"/>
            <a:ext cx="1085850" cy="207963"/>
          </a:xfrm>
          <a:prstGeom prst="leftRightArrow">
            <a:avLst>
              <a:gd name="adj1" fmla="val 50000"/>
              <a:gd name="adj2" fmla="val 104427"/>
            </a:avLst>
          </a:prstGeom>
          <a:gradFill rotWithShape="0">
            <a:gsLst>
              <a:gs pos="0">
                <a:srgbClr val="00FFFF"/>
              </a:gs>
              <a:gs pos="50000">
                <a:schemeClr val="accent1"/>
              </a:gs>
              <a:gs pos="100000">
                <a:srgbClr val="00FFFF"/>
              </a:gs>
            </a:gsLst>
            <a:lin ang="0" scaled="1"/>
          </a:gra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8" name="AutoShape 32"/>
          <p:cNvSpPr>
            <a:spLocks noChangeArrowheads="1"/>
          </p:cNvSpPr>
          <p:nvPr/>
        </p:nvSpPr>
        <p:spPr bwMode="auto">
          <a:xfrm>
            <a:off x="7015135" y="4946278"/>
            <a:ext cx="1085850" cy="207962"/>
          </a:xfrm>
          <a:prstGeom prst="leftRightArrow">
            <a:avLst>
              <a:gd name="adj1" fmla="val 50000"/>
              <a:gd name="adj2" fmla="val 104428"/>
            </a:avLst>
          </a:prstGeom>
          <a:gradFill rotWithShape="0">
            <a:gsLst>
              <a:gs pos="0">
                <a:srgbClr val="00FFFF"/>
              </a:gs>
              <a:gs pos="50000">
                <a:schemeClr val="accent1"/>
              </a:gs>
              <a:gs pos="100000">
                <a:srgbClr val="00FFFF"/>
              </a:gs>
            </a:gsLst>
            <a:lin ang="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 name="Line 33"/>
          <p:cNvSpPr>
            <a:spLocks noChangeShapeType="1"/>
          </p:cNvSpPr>
          <p:nvPr/>
        </p:nvSpPr>
        <p:spPr bwMode="auto">
          <a:xfrm>
            <a:off x="5954685" y="5389190"/>
            <a:ext cx="76200" cy="381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40" name="Group 34"/>
          <p:cNvGrpSpPr>
            <a:grpSpLocks/>
          </p:cNvGrpSpPr>
          <p:nvPr/>
        </p:nvGrpSpPr>
        <p:grpSpPr bwMode="auto">
          <a:xfrm>
            <a:off x="8243860" y="3974728"/>
            <a:ext cx="1792288" cy="1892300"/>
            <a:chOff x="4398" y="2889"/>
            <a:chExt cx="1129" cy="1192"/>
          </a:xfrm>
        </p:grpSpPr>
        <p:sp>
          <p:nvSpPr>
            <p:cNvPr id="41" name="Freeform 35"/>
            <p:cNvSpPr>
              <a:spLocks noChangeAspect="1"/>
            </p:cNvSpPr>
            <p:nvPr/>
          </p:nvSpPr>
          <p:spPr bwMode="auto">
            <a:xfrm>
              <a:off x="4398" y="3073"/>
              <a:ext cx="1089" cy="1008"/>
            </a:xfrm>
            <a:custGeom>
              <a:avLst/>
              <a:gdLst>
                <a:gd name="T0" fmla="*/ 345 w 1656"/>
                <a:gd name="T1" fmla="*/ 140 h 1658"/>
                <a:gd name="T2" fmla="*/ 465 w 1656"/>
                <a:gd name="T3" fmla="*/ 100 h 1658"/>
                <a:gd name="T4" fmla="*/ 525 w 1656"/>
                <a:gd name="T5" fmla="*/ 60 h 1658"/>
                <a:gd name="T6" fmla="*/ 725 w 1656"/>
                <a:gd name="T7" fmla="*/ 0 h 1658"/>
                <a:gd name="T8" fmla="*/ 1405 w 1656"/>
                <a:gd name="T9" fmla="*/ 220 h 1658"/>
                <a:gd name="T10" fmla="*/ 1645 w 1656"/>
                <a:gd name="T11" fmla="*/ 660 h 1658"/>
                <a:gd name="T12" fmla="*/ 1645 w 1656"/>
                <a:gd name="T13" fmla="*/ 1020 h 1658"/>
                <a:gd name="T14" fmla="*/ 1525 w 1656"/>
                <a:gd name="T15" fmla="*/ 1300 h 1658"/>
                <a:gd name="T16" fmla="*/ 1465 w 1656"/>
                <a:gd name="T17" fmla="*/ 1400 h 1658"/>
                <a:gd name="T18" fmla="*/ 1265 w 1656"/>
                <a:gd name="T19" fmla="*/ 1520 h 1658"/>
                <a:gd name="T20" fmla="*/ 825 w 1656"/>
                <a:gd name="T21" fmla="*/ 1600 h 1658"/>
                <a:gd name="T22" fmla="*/ 545 w 1656"/>
                <a:gd name="T23" fmla="*/ 1620 h 1658"/>
                <a:gd name="T24" fmla="*/ 305 w 1656"/>
                <a:gd name="T25" fmla="*/ 1500 h 1658"/>
                <a:gd name="T26" fmla="*/ 185 w 1656"/>
                <a:gd name="T27" fmla="*/ 1440 h 1658"/>
                <a:gd name="T28" fmla="*/ 25 w 1656"/>
                <a:gd name="T29" fmla="*/ 1060 h 1658"/>
                <a:gd name="T30" fmla="*/ 5 w 1656"/>
                <a:gd name="T31" fmla="*/ 880 h 1658"/>
                <a:gd name="T32" fmla="*/ 25 w 1656"/>
                <a:gd name="T33" fmla="*/ 580 h 1658"/>
                <a:gd name="T34" fmla="*/ 345 w 1656"/>
                <a:gd name="T35" fmla="*/ 140 h 16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656" h="1658">
                  <a:moveTo>
                    <a:pt x="345" y="140"/>
                  </a:moveTo>
                  <a:cubicBezTo>
                    <a:pt x="385" y="127"/>
                    <a:pt x="430" y="123"/>
                    <a:pt x="465" y="100"/>
                  </a:cubicBezTo>
                  <a:cubicBezTo>
                    <a:pt x="485" y="87"/>
                    <a:pt x="503" y="70"/>
                    <a:pt x="525" y="60"/>
                  </a:cubicBezTo>
                  <a:cubicBezTo>
                    <a:pt x="588" y="32"/>
                    <a:pt x="659" y="17"/>
                    <a:pt x="725" y="0"/>
                  </a:cubicBezTo>
                  <a:cubicBezTo>
                    <a:pt x="1171" y="16"/>
                    <a:pt x="1132" y="152"/>
                    <a:pt x="1405" y="220"/>
                  </a:cubicBezTo>
                  <a:cubicBezTo>
                    <a:pt x="1597" y="348"/>
                    <a:pt x="1579" y="463"/>
                    <a:pt x="1645" y="660"/>
                  </a:cubicBezTo>
                  <a:cubicBezTo>
                    <a:pt x="1638" y="847"/>
                    <a:pt x="1656" y="834"/>
                    <a:pt x="1645" y="1020"/>
                  </a:cubicBezTo>
                  <a:cubicBezTo>
                    <a:pt x="1643" y="1054"/>
                    <a:pt x="1548" y="1275"/>
                    <a:pt x="1525" y="1300"/>
                  </a:cubicBezTo>
                  <a:cubicBezTo>
                    <a:pt x="1489" y="1340"/>
                    <a:pt x="1510" y="1370"/>
                    <a:pt x="1465" y="1400"/>
                  </a:cubicBezTo>
                  <a:cubicBezTo>
                    <a:pt x="1410" y="1437"/>
                    <a:pt x="1326" y="1493"/>
                    <a:pt x="1265" y="1520"/>
                  </a:cubicBezTo>
                  <a:cubicBezTo>
                    <a:pt x="1209" y="1545"/>
                    <a:pt x="844" y="1597"/>
                    <a:pt x="825" y="1600"/>
                  </a:cubicBezTo>
                  <a:cubicBezTo>
                    <a:pt x="446" y="1658"/>
                    <a:pt x="845" y="1640"/>
                    <a:pt x="545" y="1620"/>
                  </a:cubicBezTo>
                  <a:cubicBezTo>
                    <a:pt x="476" y="1643"/>
                    <a:pt x="389" y="1542"/>
                    <a:pt x="305" y="1500"/>
                  </a:cubicBezTo>
                  <a:cubicBezTo>
                    <a:pt x="267" y="1481"/>
                    <a:pt x="188" y="1449"/>
                    <a:pt x="185" y="1440"/>
                  </a:cubicBezTo>
                  <a:cubicBezTo>
                    <a:pt x="149" y="1333"/>
                    <a:pt x="87" y="1154"/>
                    <a:pt x="25" y="1060"/>
                  </a:cubicBezTo>
                  <a:cubicBezTo>
                    <a:pt x="0" y="961"/>
                    <a:pt x="25" y="980"/>
                    <a:pt x="5" y="880"/>
                  </a:cubicBezTo>
                  <a:cubicBezTo>
                    <a:pt x="12" y="733"/>
                    <a:pt x="13" y="726"/>
                    <a:pt x="25" y="580"/>
                  </a:cubicBezTo>
                  <a:cubicBezTo>
                    <a:pt x="41" y="381"/>
                    <a:pt x="196" y="190"/>
                    <a:pt x="345" y="140"/>
                  </a:cubicBezTo>
                  <a:close/>
                </a:path>
              </a:pathLst>
            </a:custGeom>
            <a:gradFill rotWithShape="0">
              <a:gsLst>
                <a:gs pos="0">
                  <a:srgbClr val="FFFF99"/>
                </a:gs>
                <a:gs pos="100000">
                  <a:srgbClr val="FFCC66"/>
                </a:gs>
              </a:gsLst>
              <a:path path="rect">
                <a:fillToRect l="50000" t="50000" r="50000" b="50000"/>
              </a:path>
            </a:gradFill>
            <a:ln w="28575" cmpd="sng">
              <a:solidFill>
                <a:srgbClr val="000000"/>
              </a:solidFill>
              <a:round/>
              <a:headEnd/>
              <a:tailEnd/>
            </a:ln>
            <a:effectLst>
              <a:outerShdw dist="107763" dir="2700000" algn="ctr" rotWithShape="0">
                <a:srgbClr val="808080"/>
              </a:outerShdw>
            </a:effectLst>
          </p:spPr>
          <p:txBody>
            <a:bodyPr/>
            <a:lstStyle/>
            <a:p>
              <a:endParaRPr lang="zh-CN" altLang="en-US"/>
            </a:p>
          </p:txBody>
        </p:sp>
        <p:sp>
          <p:nvSpPr>
            <p:cNvPr id="42" name="Text Box 36"/>
            <p:cNvSpPr txBox="1">
              <a:spLocks noChangeAspect="1" noChangeArrowheads="1"/>
            </p:cNvSpPr>
            <p:nvPr/>
          </p:nvSpPr>
          <p:spPr bwMode="auto">
            <a:xfrm>
              <a:off x="4460" y="3572"/>
              <a:ext cx="346" cy="3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r>
                <a:rPr lang="en-US" altLang="zh-CN" i="1">
                  <a:solidFill>
                    <a:schemeClr val="tx1"/>
                  </a:solidFill>
                  <a:ea typeface="宋体" panose="02010600030101010101" pitchFamily="2" charset="-122"/>
                </a:rPr>
                <a:t>O</a:t>
              </a:r>
            </a:p>
          </p:txBody>
        </p:sp>
        <p:sp>
          <p:nvSpPr>
            <p:cNvPr id="43" name="Text Box 37"/>
            <p:cNvSpPr txBox="1">
              <a:spLocks noChangeAspect="1" noChangeArrowheads="1"/>
            </p:cNvSpPr>
            <p:nvPr/>
          </p:nvSpPr>
          <p:spPr bwMode="auto">
            <a:xfrm>
              <a:off x="4975" y="3378"/>
              <a:ext cx="360" cy="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r>
                <a:rPr lang="en-US" altLang="zh-CN" i="1" dirty="0">
                  <a:solidFill>
                    <a:schemeClr val="tx1"/>
                  </a:solidFill>
                  <a:ea typeface="宋体" panose="02010600030101010101" pitchFamily="2" charset="-122"/>
                </a:rPr>
                <a:t>A</a:t>
              </a:r>
              <a:endParaRPr lang="en-US" altLang="zh-CN" baseline="-25000" dirty="0">
                <a:solidFill>
                  <a:schemeClr val="tx1"/>
                </a:solidFill>
                <a:ea typeface="宋体" panose="02010600030101010101" pitchFamily="2" charset="-122"/>
              </a:endParaRPr>
            </a:p>
          </p:txBody>
        </p:sp>
        <p:sp>
          <p:nvSpPr>
            <p:cNvPr id="44" name="Line 38"/>
            <p:cNvSpPr>
              <a:spLocks noChangeAspect="1" noChangeShapeType="1"/>
            </p:cNvSpPr>
            <p:nvPr/>
          </p:nvSpPr>
          <p:spPr bwMode="auto">
            <a:xfrm flipV="1">
              <a:off x="5199" y="3058"/>
              <a:ext cx="289" cy="519"/>
            </a:xfrm>
            <a:prstGeom prst="line">
              <a:avLst/>
            </a:prstGeom>
            <a:noFill/>
            <a:ln w="38100">
              <a:solidFill>
                <a:srgbClr val="FF00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45" name="Text Box 39"/>
            <p:cNvSpPr txBox="1">
              <a:spLocks noChangeAspect="1" noChangeArrowheads="1"/>
            </p:cNvSpPr>
            <p:nvPr/>
          </p:nvSpPr>
          <p:spPr bwMode="auto">
            <a:xfrm>
              <a:off x="4590" y="3522"/>
              <a:ext cx="252" cy="30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just"/>
              <a:r>
                <a:rPr lang="zh-CN" altLang="en-US" sz="2000" b="1">
                  <a:solidFill>
                    <a:schemeClr val="tx1"/>
                  </a:solidFill>
                  <a:ea typeface="宋体" panose="02010600030101010101" pitchFamily="2" charset="-122"/>
                </a:rPr>
                <a:t>。</a:t>
              </a:r>
            </a:p>
          </p:txBody>
        </p:sp>
        <p:sp>
          <p:nvSpPr>
            <p:cNvPr id="46" name="Text Box 40"/>
            <p:cNvSpPr txBox="1">
              <a:spLocks noChangeAspect="1" noChangeArrowheads="1"/>
            </p:cNvSpPr>
            <p:nvPr/>
          </p:nvSpPr>
          <p:spPr bwMode="auto">
            <a:xfrm>
              <a:off x="5082" y="3404"/>
              <a:ext cx="313" cy="31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r>
                <a:rPr lang="zh-CN" altLang="en-US" sz="2000" b="1">
                  <a:solidFill>
                    <a:schemeClr val="tx1"/>
                  </a:solidFill>
                  <a:ea typeface="宋体" panose="02010600030101010101" pitchFamily="2" charset="-122"/>
                </a:rPr>
                <a:t>。</a:t>
              </a:r>
            </a:p>
          </p:txBody>
        </p:sp>
        <p:sp>
          <p:nvSpPr>
            <p:cNvPr id="47" name="Text Box 41"/>
            <p:cNvSpPr txBox="1">
              <a:spLocks noChangeAspect="1" noChangeArrowheads="1"/>
            </p:cNvSpPr>
            <p:nvPr/>
          </p:nvSpPr>
          <p:spPr bwMode="auto">
            <a:xfrm>
              <a:off x="5080" y="2889"/>
              <a:ext cx="447" cy="31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just"/>
              <a:r>
                <a:rPr lang="en-US" altLang="zh-CN" sz="2800" b="1" i="1" dirty="0">
                  <a:solidFill>
                    <a:srgbClr val="FF0000"/>
                  </a:solidFill>
                  <a:ea typeface="宋体" panose="02010600030101010101" pitchFamily="2" charset="-122"/>
                </a:rPr>
                <a:t>F</a:t>
              </a:r>
              <a:r>
                <a:rPr lang="en-US" altLang="zh-CN" sz="2800" i="0" baseline="-25000" dirty="0">
                  <a:solidFill>
                    <a:srgbClr val="FF0000"/>
                  </a:solidFill>
                </a:rPr>
                <a:t>R</a:t>
              </a:r>
              <a:endParaRPr lang="en-US" altLang="zh-CN" sz="2800" b="1" i="0" baseline="-25000" dirty="0">
                <a:solidFill>
                  <a:srgbClr val="FF0000"/>
                </a:solidFill>
              </a:endParaRPr>
            </a:p>
          </p:txBody>
        </p:sp>
        <p:sp>
          <p:nvSpPr>
            <p:cNvPr id="48" name="Line 42"/>
            <p:cNvSpPr>
              <a:spLocks noChangeAspect="1" noChangeShapeType="1"/>
            </p:cNvSpPr>
            <p:nvPr/>
          </p:nvSpPr>
          <p:spPr bwMode="auto">
            <a:xfrm rot="240000" flipH="1">
              <a:off x="4986" y="3600"/>
              <a:ext cx="172" cy="358"/>
            </a:xfrm>
            <a:prstGeom prst="line">
              <a:avLst/>
            </a:prstGeom>
            <a:noFill/>
            <a:ln w="19050">
              <a:solidFill>
                <a:srgbClr val="000000"/>
              </a:solidFill>
              <a:prstDash val="lg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49" name="Line 43"/>
            <p:cNvSpPr>
              <a:spLocks noChangeAspect="1" noChangeShapeType="1"/>
            </p:cNvSpPr>
            <p:nvPr/>
          </p:nvSpPr>
          <p:spPr bwMode="auto">
            <a:xfrm rot="304278">
              <a:off x="4698" y="3715"/>
              <a:ext cx="325" cy="142"/>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50" name="Line 44"/>
            <p:cNvSpPr>
              <a:spLocks noChangeAspect="1" noChangeShapeType="1"/>
            </p:cNvSpPr>
            <p:nvPr/>
          </p:nvSpPr>
          <p:spPr bwMode="auto">
            <a:xfrm rot="21120000" flipH="1">
              <a:off x="4960" y="3788"/>
              <a:ext cx="36" cy="5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51" name="Text Box 45"/>
            <p:cNvSpPr txBox="1">
              <a:spLocks noChangeAspect="1" noChangeArrowheads="1"/>
            </p:cNvSpPr>
            <p:nvPr/>
          </p:nvSpPr>
          <p:spPr bwMode="auto">
            <a:xfrm rot="1550726">
              <a:off x="4810" y="3517"/>
              <a:ext cx="223" cy="24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just"/>
              <a:r>
                <a:rPr lang="en-US" altLang="zh-CN" i="1">
                  <a:solidFill>
                    <a:schemeClr val="tx1"/>
                  </a:solidFill>
                  <a:ea typeface="宋体" panose="02010600030101010101" pitchFamily="2" charset="-122"/>
                </a:rPr>
                <a:t>d</a:t>
              </a:r>
            </a:p>
          </p:txBody>
        </p:sp>
        <p:sp>
          <p:nvSpPr>
            <p:cNvPr id="52" name="Line 46"/>
            <p:cNvSpPr>
              <a:spLocks noChangeShapeType="1"/>
            </p:cNvSpPr>
            <p:nvPr/>
          </p:nvSpPr>
          <p:spPr bwMode="auto">
            <a:xfrm>
              <a:off x="5003" y="3794"/>
              <a:ext cx="48" cy="2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53" name="Text Box 47"/>
          <p:cNvSpPr txBox="1">
            <a:spLocks noChangeAspect="1" noChangeArrowheads="1"/>
          </p:cNvSpPr>
          <p:nvPr/>
        </p:nvSpPr>
        <p:spPr bwMode="auto">
          <a:xfrm rot="1550726">
            <a:off x="5648298" y="4949453"/>
            <a:ext cx="354012" cy="390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just"/>
            <a:r>
              <a:rPr lang="en-US" altLang="zh-CN" i="1">
                <a:solidFill>
                  <a:schemeClr val="tx1"/>
                </a:solidFill>
                <a:ea typeface="宋体" panose="02010600030101010101" pitchFamily="2" charset="-122"/>
              </a:rPr>
              <a:t>d</a:t>
            </a:r>
          </a:p>
        </p:txBody>
      </p:sp>
      <p:sp>
        <p:nvSpPr>
          <p:cNvPr id="54" name="Text Box 9"/>
          <p:cNvSpPr txBox="1">
            <a:spLocks noChangeArrowheads="1"/>
          </p:cNvSpPr>
          <p:nvPr/>
        </p:nvSpPr>
        <p:spPr bwMode="auto">
          <a:xfrm>
            <a:off x="701684" y="1277504"/>
            <a:ext cx="10231661" cy="22781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just">
              <a:spcBef>
                <a:spcPct val="20000"/>
              </a:spcBef>
              <a:buClr>
                <a:schemeClr val="accent1"/>
              </a:buClr>
              <a:buSzPct val="75000"/>
              <a:buFont typeface="Monotype Sorts" pitchFamily="2" charset="2"/>
              <a:buChar char="•"/>
              <a:defRPr kumimoji="1" sz="2400">
                <a:solidFill>
                  <a:schemeClr val="tx1"/>
                </a:solidFill>
                <a:latin typeface="Impact" panose="020B0806030902050204" pitchFamily="34" charset="0"/>
                <a:ea typeface="宋体" panose="02010600030101010101" pitchFamily="2" charset="-122"/>
              </a:defRPr>
            </a:lvl1pPr>
            <a:lvl2pPr marL="742950" indent="-285750">
              <a:spcBef>
                <a:spcPct val="20000"/>
              </a:spcBef>
              <a:buClr>
                <a:schemeClr val="accent2"/>
              </a:buClr>
              <a:buChar char="•"/>
              <a:defRPr kumimoji="1" sz="2000">
                <a:solidFill>
                  <a:schemeClr val="tx1"/>
                </a:solidFill>
                <a:latin typeface="Impact" panose="020B0806030902050204" pitchFamily="34" charset="0"/>
                <a:ea typeface="宋体" panose="02010600030101010101" pitchFamily="2" charset="-122"/>
              </a:defRPr>
            </a:lvl2pPr>
            <a:lvl3pPr marL="1143000" indent="-228600">
              <a:spcBef>
                <a:spcPct val="20000"/>
              </a:spcBef>
              <a:buChar char="–"/>
              <a:defRPr kumimoji="1" sz="2400">
                <a:solidFill>
                  <a:schemeClr val="tx1"/>
                </a:solidFill>
                <a:latin typeface="Impact" panose="020B0806030902050204" pitchFamily="34" charset="0"/>
                <a:ea typeface="宋体" panose="02010600030101010101" pitchFamily="2" charset="-122"/>
              </a:defRPr>
            </a:lvl3pPr>
            <a:lvl4pPr marL="1600200" indent="-228600">
              <a:spcBef>
                <a:spcPct val="20000"/>
              </a:spcBef>
              <a:buChar char="–"/>
              <a:defRPr kumimoji="1" sz="2000">
                <a:solidFill>
                  <a:schemeClr val="tx1"/>
                </a:solidFill>
                <a:latin typeface="Impact" panose="020B0806030902050204" pitchFamily="34" charset="0"/>
                <a:ea typeface="宋体" panose="02010600030101010101" pitchFamily="2" charset="-122"/>
              </a:defRPr>
            </a:lvl4pPr>
            <a:lvl5pPr marL="2057400" indent="-228600">
              <a:spcBef>
                <a:spcPct val="20000"/>
              </a:spcBef>
              <a:buChar char="»"/>
              <a:defRPr kumimoji="1" sz="2000">
                <a:solidFill>
                  <a:schemeClr val="tx1"/>
                </a:solidFill>
                <a:latin typeface="Impact" panose="020B0806030902050204" pitchFamily="34"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9pPr>
          </a:lstStyle>
          <a:p>
            <a:pPr>
              <a:lnSpc>
                <a:spcPct val="130000"/>
              </a:lnSpc>
              <a:buNone/>
            </a:pPr>
            <a:r>
              <a:rPr lang="zh-CN" altLang="en-US" sz="2800" i="0" dirty="0">
                <a:latin typeface="+mn-lt"/>
                <a:ea typeface="微软雅黑" panose="020B0503020204020204" pitchFamily="34" charset="-122"/>
              </a:rPr>
              <a:t>因为</a:t>
            </a:r>
            <a:r>
              <a:rPr lang="en-US" altLang="zh-CN" sz="2800" dirty="0">
                <a:latin typeface="+mj-lt"/>
              </a:rPr>
              <a:t>M</a:t>
            </a:r>
            <a:r>
              <a:rPr lang="en-US" altLang="zh-CN" sz="2800" baseline="-25000" dirty="0">
                <a:latin typeface="+mj-lt"/>
              </a:rPr>
              <a:t>O</a:t>
            </a:r>
            <a:r>
              <a:rPr lang="zh-CN" altLang="en-US" sz="2800" i="0" dirty="0">
                <a:latin typeface="+mj-lt"/>
              </a:rPr>
              <a:t>＝</a:t>
            </a:r>
            <a:r>
              <a:rPr lang="en-US" altLang="zh-CN" sz="2800" i="0" dirty="0">
                <a:latin typeface="+mj-lt"/>
              </a:rPr>
              <a:t>0</a:t>
            </a:r>
            <a:r>
              <a:rPr lang="zh-CN" altLang="en-US" sz="2800" i="0" dirty="0">
                <a:latin typeface="+mn-lt"/>
                <a:ea typeface="微软雅黑" panose="020B0503020204020204" pitchFamily="34" charset="-122"/>
              </a:rPr>
              <a:t>，主矢</a:t>
            </a:r>
            <a:r>
              <a:rPr lang="en-US" altLang="zh-CN" sz="2800" dirty="0">
                <a:latin typeface="+mj-lt"/>
              </a:rPr>
              <a:t>F'</a:t>
            </a:r>
            <a:r>
              <a:rPr lang="en-US" altLang="zh-CN" sz="2800" baseline="-25000" dirty="0">
                <a:latin typeface="+mj-lt"/>
              </a:rPr>
              <a:t>R</a:t>
            </a:r>
            <a:r>
              <a:rPr lang="zh-CN" altLang="en-US" sz="2800" i="0" dirty="0">
                <a:latin typeface="+mn-lt"/>
                <a:ea typeface="微软雅黑" panose="020B0503020204020204" pitchFamily="34" charset="-122"/>
              </a:rPr>
              <a:t>就与原力系等效，</a:t>
            </a:r>
            <a:r>
              <a:rPr lang="en-US" altLang="zh-CN" sz="2800" dirty="0">
                <a:latin typeface="+mj-lt"/>
              </a:rPr>
              <a:t>F'</a:t>
            </a:r>
            <a:r>
              <a:rPr lang="en-US" altLang="zh-CN" sz="2800" i="0" baseline="-25000" dirty="0">
                <a:latin typeface="+mj-lt"/>
              </a:rPr>
              <a:t>R</a:t>
            </a:r>
            <a:r>
              <a:rPr lang="zh-CN" altLang="en-US" sz="2800" i="0" dirty="0">
                <a:latin typeface="+mn-lt"/>
                <a:ea typeface="微软雅黑" panose="020B0503020204020204" pitchFamily="34" charset="-122"/>
              </a:rPr>
              <a:t>即为原力系的合力，其作用线通过简化中心。根据力的平移定理逆过程，可以把</a:t>
            </a:r>
            <a:r>
              <a:rPr lang="en-US" altLang="zh-CN" sz="2800" dirty="0">
                <a:latin typeface="+mj-lt"/>
              </a:rPr>
              <a:t>F'</a:t>
            </a:r>
            <a:r>
              <a:rPr lang="en-US" altLang="zh-CN" sz="2800" i="0" baseline="-25000" dirty="0">
                <a:latin typeface="+mj-lt"/>
              </a:rPr>
              <a:t>R</a:t>
            </a:r>
            <a:r>
              <a:rPr lang="zh-CN" altLang="en-US" sz="2800" i="0" dirty="0">
                <a:latin typeface="+mn-lt"/>
                <a:ea typeface="微软雅黑" panose="020B0503020204020204" pitchFamily="34" charset="-122"/>
              </a:rPr>
              <a:t>和</a:t>
            </a:r>
            <a:r>
              <a:rPr lang="en-US" altLang="zh-CN" sz="2800" b="0" dirty="0">
                <a:latin typeface="+mj-lt"/>
              </a:rPr>
              <a:t>M</a:t>
            </a:r>
            <a:r>
              <a:rPr lang="en-US" altLang="zh-CN" sz="2800" b="0" baseline="-25000" dirty="0">
                <a:latin typeface="+mj-lt"/>
              </a:rPr>
              <a:t>O</a:t>
            </a:r>
            <a:r>
              <a:rPr lang="zh-CN" altLang="en-US" sz="2800" i="0" dirty="0">
                <a:latin typeface="+mn-lt"/>
                <a:ea typeface="微软雅黑" panose="020B0503020204020204" pitchFamily="34" charset="-122"/>
              </a:rPr>
              <a:t>合成为一个合力</a:t>
            </a:r>
            <a:r>
              <a:rPr lang="en-US" altLang="zh-CN" sz="2800" dirty="0">
                <a:latin typeface="+mj-lt"/>
              </a:rPr>
              <a:t>F</a:t>
            </a:r>
            <a:r>
              <a:rPr lang="en-US" altLang="zh-CN" sz="2800" i="0" baseline="-25000" dirty="0">
                <a:latin typeface="+mj-lt"/>
              </a:rPr>
              <a:t>R</a:t>
            </a:r>
            <a:r>
              <a:rPr lang="zh-CN" altLang="en-US" sz="2800" i="0" dirty="0">
                <a:latin typeface="+mj-lt"/>
              </a:rPr>
              <a:t>。</a:t>
            </a:r>
            <a:r>
              <a:rPr lang="zh-CN" altLang="en-US" sz="2800" i="0" dirty="0">
                <a:latin typeface="+mn-lt"/>
                <a:ea typeface="微软雅黑" panose="020B0503020204020204" pitchFamily="34" charset="-122"/>
              </a:rPr>
              <a:t>合力</a:t>
            </a:r>
            <a:r>
              <a:rPr lang="en-US" altLang="zh-CN" sz="2800" dirty="0">
                <a:latin typeface="+mj-lt"/>
              </a:rPr>
              <a:t>F</a:t>
            </a:r>
            <a:r>
              <a:rPr lang="en-US" altLang="zh-CN" sz="2800" i="0" baseline="-25000" dirty="0">
                <a:latin typeface="+mj-lt"/>
              </a:rPr>
              <a:t>R</a:t>
            </a:r>
            <a:r>
              <a:rPr lang="zh-CN" altLang="en-US" sz="2800" i="0" dirty="0">
                <a:latin typeface="+mn-lt"/>
                <a:ea typeface="微软雅黑" panose="020B0503020204020204" pitchFamily="34" charset="-122"/>
              </a:rPr>
              <a:t>的作用线到简化中心的</a:t>
            </a:r>
            <a:r>
              <a:rPr lang="en-US" altLang="zh-CN" sz="2800" b="0" dirty="0">
                <a:latin typeface="+mj-lt"/>
              </a:rPr>
              <a:t>O</a:t>
            </a:r>
            <a:r>
              <a:rPr lang="zh-CN" altLang="en-US" sz="2800" i="0" dirty="0">
                <a:latin typeface="+mn-lt"/>
                <a:ea typeface="微软雅黑" panose="020B0503020204020204" pitchFamily="34" charset="-122"/>
              </a:rPr>
              <a:t>的距离</a:t>
            </a:r>
            <a:r>
              <a:rPr lang="en-US" altLang="zh-CN" sz="2800" b="0" dirty="0">
                <a:latin typeface="+mj-lt"/>
              </a:rPr>
              <a:t>d </a:t>
            </a:r>
            <a:r>
              <a:rPr lang="zh-CN" altLang="en-US" sz="2800" i="0" dirty="0">
                <a:latin typeface="+mn-lt"/>
                <a:ea typeface="微软雅黑" panose="020B0503020204020204" pitchFamily="34" charset="-122"/>
              </a:rPr>
              <a:t>为</a:t>
            </a:r>
            <a:endParaRPr lang="zh-CN" altLang="en-US" sz="2800" i="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821736701"/>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8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20" presetClass="entr" presetSubtype="0" fill="hold" nodeType="clickEffect">
                                  <p:stCondLst>
                                    <p:cond delay="0"/>
                                  </p:stCondLst>
                                  <p:childTnLst>
                                    <p:set>
                                      <p:cBhvr>
                                        <p:cTn id="12" dur="1" fill="hold">
                                          <p:stCondLst>
                                            <p:cond delay="0"/>
                                          </p:stCondLst>
                                        </p:cTn>
                                        <p:tgtEl>
                                          <p:spTgt spid="26"/>
                                        </p:tgtEl>
                                        <p:attrNameLst>
                                          <p:attrName>style.visibility</p:attrName>
                                        </p:attrNameLst>
                                      </p:cBhvr>
                                      <p:to>
                                        <p:strVal val="visible"/>
                                      </p:to>
                                    </p:set>
                                    <p:animEffect transition="in" filter="wedge">
                                      <p:cBhvr>
                                        <p:cTn id="13" dur="3000"/>
                                        <p:tgtEl>
                                          <p:spTgt spid="26"/>
                                        </p:tgtEl>
                                      </p:cBhvr>
                                    </p:animEffect>
                                  </p:childTnLst>
                                </p:cTn>
                              </p:par>
                            </p:childTnLst>
                          </p:cTn>
                        </p:par>
                      </p:childTnLst>
                    </p:cTn>
                  </p:par>
                  <p:par>
                    <p:cTn id="14" fill="hold">
                      <p:stCondLst>
                        <p:cond delay="indefinite"/>
                      </p:stCondLst>
                      <p:childTnLst>
                        <p:par>
                          <p:cTn id="15" fill="hold">
                            <p:stCondLst>
                              <p:cond delay="0"/>
                            </p:stCondLst>
                            <p:childTnLst>
                              <p:par>
                                <p:cTn id="16" presetID="16" presetClass="entr" presetSubtype="37" fill="hold" grpId="0" nodeType="clickEffect">
                                  <p:stCondLst>
                                    <p:cond delay="0"/>
                                  </p:stCondLst>
                                  <p:childTnLst>
                                    <p:set>
                                      <p:cBhvr>
                                        <p:cTn id="17" dur="1" fill="hold">
                                          <p:stCondLst>
                                            <p:cond delay="0"/>
                                          </p:stCondLst>
                                        </p:cTn>
                                        <p:tgtEl>
                                          <p:spTgt spid="37"/>
                                        </p:tgtEl>
                                        <p:attrNameLst>
                                          <p:attrName>style.visibility</p:attrName>
                                        </p:attrNameLst>
                                      </p:cBhvr>
                                      <p:to>
                                        <p:strVal val="visible"/>
                                      </p:to>
                                    </p:set>
                                    <p:animEffect transition="in" filter="barn(outVertical)">
                                      <p:cBhvr>
                                        <p:cTn id="18" dur="3000"/>
                                        <p:tgtEl>
                                          <p:spTgt spid="37"/>
                                        </p:tgtEl>
                                      </p:cBhvr>
                                    </p:animEffect>
                                  </p:childTnLst>
                                </p:cTn>
                              </p:par>
                            </p:childTnLst>
                          </p:cTn>
                        </p:par>
                      </p:childTnLst>
                    </p:cTn>
                  </p:par>
                  <p:par>
                    <p:cTn id="19" fill="hold">
                      <p:stCondLst>
                        <p:cond delay="indefinite"/>
                      </p:stCondLst>
                      <p:childTnLst>
                        <p:par>
                          <p:cTn id="20" fill="hold">
                            <p:stCondLst>
                              <p:cond delay="0"/>
                            </p:stCondLst>
                            <p:childTnLst>
                              <p:par>
                                <p:cTn id="21" presetID="20" presetClass="entr" presetSubtype="0" fill="hold" nodeType="click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wedge">
                                      <p:cBhvr>
                                        <p:cTn id="23" dur="3000"/>
                                        <p:tgtEl>
                                          <p:spTgt spid="9"/>
                                        </p:tgtEl>
                                      </p:cBhvr>
                                    </p:animEffect>
                                  </p:childTnLst>
                                </p:cTn>
                              </p:par>
                            </p:childTnLst>
                          </p:cTn>
                        </p:par>
                        <p:par>
                          <p:cTn id="24" fill="hold">
                            <p:stCondLst>
                              <p:cond delay="3000"/>
                            </p:stCondLst>
                            <p:childTnLst>
                              <p:par>
                                <p:cTn id="25" presetID="18" presetClass="entr" presetSubtype="12" fill="hold" grpId="0" nodeType="afterEffect">
                                  <p:stCondLst>
                                    <p:cond delay="0"/>
                                  </p:stCondLst>
                                  <p:childTnLst>
                                    <p:set>
                                      <p:cBhvr>
                                        <p:cTn id="26" dur="1" fill="hold">
                                          <p:stCondLst>
                                            <p:cond delay="0"/>
                                          </p:stCondLst>
                                        </p:cTn>
                                        <p:tgtEl>
                                          <p:spTgt spid="22"/>
                                        </p:tgtEl>
                                        <p:attrNameLst>
                                          <p:attrName>style.visibility</p:attrName>
                                        </p:attrNameLst>
                                      </p:cBhvr>
                                      <p:to>
                                        <p:strVal val="visible"/>
                                      </p:to>
                                    </p:set>
                                    <p:animEffect transition="in" filter="strips(downLeft)">
                                      <p:cBhvr>
                                        <p:cTn id="27" dur="2000"/>
                                        <p:tgtEl>
                                          <p:spTgt spid="22"/>
                                        </p:tgtEl>
                                      </p:cBhvr>
                                    </p:animEffect>
                                  </p:childTnLst>
                                </p:cTn>
                              </p:par>
                            </p:childTnLst>
                          </p:cTn>
                        </p:par>
                        <p:par>
                          <p:cTn id="28" fill="hold">
                            <p:stCondLst>
                              <p:cond delay="5000"/>
                            </p:stCondLst>
                            <p:childTnLst>
                              <p:par>
                                <p:cTn id="29" presetID="18" presetClass="entr" presetSubtype="9" fill="hold" grpId="0" nodeType="afterEffect">
                                  <p:stCondLst>
                                    <p:cond delay="0"/>
                                  </p:stCondLst>
                                  <p:childTnLst>
                                    <p:set>
                                      <p:cBhvr>
                                        <p:cTn id="30" dur="1" fill="hold">
                                          <p:stCondLst>
                                            <p:cond delay="0"/>
                                          </p:stCondLst>
                                        </p:cTn>
                                        <p:tgtEl>
                                          <p:spTgt spid="23"/>
                                        </p:tgtEl>
                                        <p:attrNameLst>
                                          <p:attrName>style.visibility</p:attrName>
                                        </p:attrNameLst>
                                      </p:cBhvr>
                                      <p:to>
                                        <p:strVal val="visible"/>
                                      </p:to>
                                    </p:set>
                                    <p:animEffect transition="in" filter="strips(upLeft)">
                                      <p:cBhvr>
                                        <p:cTn id="31" dur="3000"/>
                                        <p:tgtEl>
                                          <p:spTgt spid="23"/>
                                        </p:tgtEl>
                                      </p:cBhvr>
                                    </p:animEffect>
                                  </p:childTnLst>
                                </p:cTn>
                              </p:par>
                            </p:childTnLst>
                          </p:cTn>
                        </p:par>
                        <p:par>
                          <p:cTn id="32" fill="hold">
                            <p:stCondLst>
                              <p:cond delay="8000"/>
                            </p:stCondLst>
                            <p:childTnLst>
                              <p:par>
                                <p:cTn id="33" presetID="18" presetClass="entr" presetSubtype="3" fill="hold" grpId="0" nodeType="afterEffect">
                                  <p:stCondLst>
                                    <p:cond delay="0"/>
                                  </p:stCondLst>
                                  <p:childTnLst>
                                    <p:set>
                                      <p:cBhvr>
                                        <p:cTn id="34" dur="1" fill="hold">
                                          <p:stCondLst>
                                            <p:cond delay="0"/>
                                          </p:stCondLst>
                                        </p:cTn>
                                        <p:tgtEl>
                                          <p:spTgt spid="24"/>
                                        </p:tgtEl>
                                        <p:attrNameLst>
                                          <p:attrName>style.visibility</p:attrName>
                                        </p:attrNameLst>
                                      </p:cBhvr>
                                      <p:to>
                                        <p:strVal val="visible"/>
                                      </p:to>
                                    </p:set>
                                    <p:animEffect transition="in" filter="strips(upRight)">
                                      <p:cBhvr>
                                        <p:cTn id="35" dur="500"/>
                                        <p:tgtEl>
                                          <p:spTgt spid="24"/>
                                        </p:tgtEl>
                                      </p:cBhvr>
                                    </p:animEffect>
                                  </p:childTnLst>
                                </p:cTn>
                              </p:par>
                            </p:childTnLst>
                          </p:cTn>
                        </p:par>
                        <p:par>
                          <p:cTn id="36" fill="hold">
                            <p:stCondLst>
                              <p:cond delay="8500"/>
                            </p:stCondLst>
                            <p:childTnLst>
                              <p:par>
                                <p:cTn id="37" presetID="18" presetClass="entr" presetSubtype="6" fill="hold" grpId="0" nodeType="afterEffect">
                                  <p:stCondLst>
                                    <p:cond delay="0"/>
                                  </p:stCondLst>
                                  <p:childTnLst>
                                    <p:set>
                                      <p:cBhvr>
                                        <p:cTn id="38" dur="1" fill="hold">
                                          <p:stCondLst>
                                            <p:cond delay="0"/>
                                          </p:stCondLst>
                                        </p:cTn>
                                        <p:tgtEl>
                                          <p:spTgt spid="39"/>
                                        </p:tgtEl>
                                        <p:attrNameLst>
                                          <p:attrName>style.visibility</p:attrName>
                                        </p:attrNameLst>
                                      </p:cBhvr>
                                      <p:to>
                                        <p:strVal val="visible"/>
                                      </p:to>
                                    </p:set>
                                    <p:animEffect transition="in" filter="strips(downRight)">
                                      <p:cBhvr>
                                        <p:cTn id="39" dur="500"/>
                                        <p:tgtEl>
                                          <p:spTgt spid="39"/>
                                        </p:tgtEl>
                                      </p:cBhvr>
                                    </p:animEffect>
                                  </p:childTnLst>
                                </p:cTn>
                              </p:par>
                            </p:childTnLst>
                          </p:cTn>
                        </p:par>
                        <p:par>
                          <p:cTn id="40" fill="hold">
                            <p:stCondLst>
                              <p:cond delay="9000"/>
                            </p:stCondLst>
                            <p:childTnLst>
                              <p:par>
                                <p:cTn id="41" presetID="19" presetClass="entr" presetSubtype="10" fill="hold" grpId="0" nodeType="afterEffect">
                                  <p:stCondLst>
                                    <p:cond delay="0"/>
                                  </p:stCondLst>
                                  <p:childTnLst>
                                    <p:set>
                                      <p:cBhvr>
                                        <p:cTn id="42" dur="1" fill="hold">
                                          <p:stCondLst>
                                            <p:cond delay="0"/>
                                          </p:stCondLst>
                                        </p:cTn>
                                        <p:tgtEl>
                                          <p:spTgt spid="53"/>
                                        </p:tgtEl>
                                        <p:attrNameLst>
                                          <p:attrName>style.visibility</p:attrName>
                                        </p:attrNameLst>
                                      </p:cBhvr>
                                      <p:to>
                                        <p:strVal val="visible"/>
                                      </p:to>
                                    </p:set>
                                    <p:anim calcmode="lin" valueType="num">
                                      <p:cBhvr>
                                        <p:cTn id="43" dur="5000" fill="hold"/>
                                        <p:tgtEl>
                                          <p:spTgt spid="53"/>
                                        </p:tgtEl>
                                        <p:attrNameLst>
                                          <p:attrName>ppt_w</p:attrName>
                                        </p:attrNameLst>
                                      </p:cBhvr>
                                      <p:tavLst>
                                        <p:tav tm="0" fmla="#ppt_w*sin(2.5*pi*$)">
                                          <p:val>
                                            <p:fltVal val="0"/>
                                          </p:val>
                                        </p:tav>
                                        <p:tav tm="100000">
                                          <p:val>
                                            <p:fltVal val="1"/>
                                          </p:val>
                                        </p:tav>
                                      </p:tavLst>
                                    </p:anim>
                                    <p:anim calcmode="lin" valueType="num">
                                      <p:cBhvr>
                                        <p:cTn id="44" dur="5000" fill="hold"/>
                                        <p:tgtEl>
                                          <p:spTgt spid="53"/>
                                        </p:tgtEl>
                                        <p:attrNameLst>
                                          <p:attrName>ppt_h</p:attrName>
                                        </p:attrNameLst>
                                      </p:cBhvr>
                                      <p:tavLst>
                                        <p:tav tm="0">
                                          <p:val>
                                            <p:strVal val="#ppt_h"/>
                                          </p:val>
                                        </p:tav>
                                        <p:tav tm="100000">
                                          <p:val>
                                            <p:strVal val="#ppt_h"/>
                                          </p:val>
                                        </p:tav>
                                      </p:tavLst>
                                    </p:anim>
                                  </p:childTnLst>
                                </p:cTn>
                              </p:par>
                            </p:childTnLst>
                          </p:cTn>
                        </p:par>
                        <p:par>
                          <p:cTn id="45" fill="hold">
                            <p:stCondLst>
                              <p:cond delay="14000"/>
                            </p:stCondLst>
                            <p:childTnLst>
                              <p:par>
                                <p:cTn id="46" presetID="18" presetClass="entr" presetSubtype="3" fill="hold" grpId="0" nodeType="afterEffect">
                                  <p:stCondLst>
                                    <p:cond delay="0"/>
                                  </p:stCondLst>
                                  <p:childTnLst>
                                    <p:set>
                                      <p:cBhvr>
                                        <p:cTn id="47" dur="1" fill="hold">
                                          <p:stCondLst>
                                            <p:cond delay="0"/>
                                          </p:stCondLst>
                                        </p:cTn>
                                        <p:tgtEl>
                                          <p:spTgt spid="19"/>
                                        </p:tgtEl>
                                        <p:attrNameLst>
                                          <p:attrName>style.visibility</p:attrName>
                                        </p:attrNameLst>
                                      </p:cBhvr>
                                      <p:to>
                                        <p:strVal val="visible"/>
                                      </p:to>
                                    </p:set>
                                    <p:animEffect transition="in" filter="strips(upRight)">
                                      <p:cBhvr>
                                        <p:cTn id="48" dur="3000"/>
                                        <p:tgtEl>
                                          <p:spTgt spid="19"/>
                                        </p:tgtEl>
                                      </p:cBhvr>
                                    </p:animEffect>
                                  </p:childTnLst>
                                </p:cTn>
                              </p:par>
                              <p:par>
                                <p:cTn id="49" presetID="18" presetClass="entr" presetSubtype="12" fill="hold" grpId="0" nodeType="withEffect">
                                  <p:stCondLst>
                                    <p:cond delay="0"/>
                                  </p:stCondLst>
                                  <p:childTnLst>
                                    <p:set>
                                      <p:cBhvr>
                                        <p:cTn id="50" dur="1" fill="hold">
                                          <p:stCondLst>
                                            <p:cond delay="0"/>
                                          </p:stCondLst>
                                        </p:cTn>
                                        <p:tgtEl>
                                          <p:spTgt spid="21"/>
                                        </p:tgtEl>
                                        <p:attrNameLst>
                                          <p:attrName>style.visibility</p:attrName>
                                        </p:attrNameLst>
                                      </p:cBhvr>
                                      <p:to>
                                        <p:strVal val="visible"/>
                                      </p:to>
                                    </p:set>
                                    <p:animEffect transition="in" filter="strips(downLeft)">
                                      <p:cBhvr>
                                        <p:cTn id="51" dur="3000"/>
                                        <p:tgtEl>
                                          <p:spTgt spid="21"/>
                                        </p:tgtEl>
                                      </p:cBhvr>
                                    </p:animEffect>
                                  </p:childTnLst>
                                </p:cTn>
                              </p:par>
                            </p:childTnLst>
                          </p:cTn>
                        </p:par>
                        <p:par>
                          <p:cTn id="52" fill="hold">
                            <p:stCondLst>
                              <p:cond delay="17000"/>
                            </p:stCondLst>
                            <p:childTnLst>
                              <p:par>
                                <p:cTn id="53" presetID="19" presetClass="entr" presetSubtype="10" fill="hold" grpId="0" nodeType="afterEffect">
                                  <p:stCondLst>
                                    <p:cond delay="0"/>
                                  </p:stCondLst>
                                  <p:childTnLst>
                                    <p:set>
                                      <p:cBhvr>
                                        <p:cTn id="54" dur="1" fill="hold">
                                          <p:stCondLst>
                                            <p:cond delay="0"/>
                                          </p:stCondLst>
                                        </p:cTn>
                                        <p:tgtEl>
                                          <p:spTgt spid="18"/>
                                        </p:tgtEl>
                                        <p:attrNameLst>
                                          <p:attrName>style.visibility</p:attrName>
                                        </p:attrNameLst>
                                      </p:cBhvr>
                                      <p:to>
                                        <p:strVal val="visible"/>
                                      </p:to>
                                    </p:set>
                                    <p:anim calcmode="lin" valueType="num">
                                      <p:cBhvr>
                                        <p:cTn id="55" dur="5000" fill="hold"/>
                                        <p:tgtEl>
                                          <p:spTgt spid="18"/>
                                        </p:tgtEl>
                                        <p:attrNameLst>
                                          <p:attrName>ppt_w</p:attrName>
                                        </p:attrNameLst>
                                      </p:cBhvr>
                                      <p:tavLst>
                                        <p:tav tm="0" fmla="#ppt_w*sin(2.5*pi*$)">
                                          <p:val>
                                            <p:fltVal val="0"/>
                                          </p:val>
                                        </p:tav>
                                        <p:tav tm="100000">
                                          <p:val>
                                            <p:fltVal val="1"/>
                                          </p:val>
                                        </p:tav>
                                      </p:tavLst>
                                    </p:anim>
                                    <p:anim calcmode="lin" valueType="num">
                                      <p:cBhvr>
                                        <p:cTn id="56" dur="5000" fill="hold"/>
                                        <p:tgtEl>
                                          <p:spTgt spid="18"/>
                                        </p:tgtEl>
                                        <p:attrNameLst>
                                          <p:attrName>ppt_h</p:attrName>
                                        </p:attrNameLst>
                                      </p:cBhvr>
                                      <p:tavLst>
                                        <p:tav tm="0">
                                          <p:val>
                                            <p:strVal val="#ppt_h"/>
                                          </p:val>
                                        </p:tav>
                                        <p:tav tm="100000">
                                          <p:val>
                                            <p:strVal val="#ppt_h"/>
                                          </p:val>
                                        </p:tav>
                                      </p:tavLst>
                                    </p:anim>
                                  </p:childTnLst>
                                </p:cTn>
                              </p:par>
                              <p:par>
                                <p:cTn id="57" presetID="19" presetClass="entr" presetSubtype="10" fill="hold" grpId="0" nodeType="withEffect">
                                  <p:stCondLst>
                                    <p:cond delay="0"/>
                                  </p:stCondLst>
                                  <p:childTnLst>
                                    <p:set>
                                      <p:cBhvr>
                                        <p:cTn id="58" dur="1" fill="hold">
                                          <p:stCondLst>
                                            <p:cond delay="0"/>
                                          </p:stCondLst>
                                        </p:cTn>
                                        <p:tgtEl>
                                          <p:spTgt spid="20"/>
                                        </p:tgtEl>
                                        <p:attrNameLst>
                                          <p:attrName>style.visibility</p:attrName>
                                        </p:attrNameLst>
                                      </p:cBhvr>
                                      <p:to>
                                        <p:strVal val="visible"/>
                                      </p:to>
                                    </p:set>
                                    <p:anim calcmode="lin" valueType="num">
                                      <p:cBhvr>
                                        <p:cTn id="59" dur="5000" fill="hold"/>
                                        <p:tgtEl>
                                          <p:spTgt spid="20"/>
                                        </p:tgtEl>
                                        <p:attrNameLst>
                                          <p:attrName>ppt_w</p:attrName>
                                        </p:attrNameLst>
                                      </p:cBhvr>
                                      <p:tavLst>
                                        <p:tav tm="0" fmla="#ppt_w*sin(2.5*pi*$)">
                                          <p:val>
                                            <p:fltVal val="0"/>
                                          </p:val>
                                        </p:tav>
                                        <p:tav tm="100000">
                                          <p:val>
                                            <p:fltVal val="1"/>
                                          </p:val>
                                        </p:tav>
                                      </p:tavLst>
                                    </p:anim>
                                    <p:anim calcmode="lin" valueType="num">
                                      <p:cBhvr>
                                        <p:cTn id="60" dur="5000" fill="hold"/>
                                        <p:tgtEl>
                                          <p:spTgt spid="20"/>
                                        </p:tgtEl>
                                        <p:attrNameLst>
                                          <p:attrName>ppt_h</p:attrName>
                                        </p:attrNameLst>
                                      </p:cBhvr>
                                      <p:tavLst>
                                        <p:tav tm="0">
                                          <p:val>
                                            <p:strVal val="#ppt_h"/>
                                          </p:val>
                                        </p:tav>
                                        <p:tav tm="100000">
                                          <p:val>
                                            <p:strVal val="#ppt_h"/>
                                          </p:val>
                                        </p:tav>
                                      </p:tavLst>
                                    </p:anim>
                                  </p:childTnLst>
                                </p:cTn>
                              </p:par>
                            </p:childTnLst>
                          </p:cTn>
                        </p:par>
                      </p:childTnLst>
                    </p:cTn>
                  </p:par>
                  <p:par>
                    <p:cTn id="61" fill="hold">
                      <p:stCondLst>
                        <p:cond delay="indefinite"/>
                      </p:stCondLst>
                      <p:childTnLst>
                        <p:par>
                          <p:cTn id="62" fill="hold">
                            <p:stCondLst>
                              <p:cond delay="0"/>
                            </p:stCondLst>
                            <p:childTnLst>
                              <p:par>
                                <p:cTn id="63" presetID="16" presetClass="entr" presetSubtype="37" fill="hold" grpId="0" nodeType="clickEffect">
                                  <p:stCondLst>
                                    <p:cond delay="0"/>
                                  </p:stCondLst>
                                  <p:childTnLst>
                                    <p:set>
                                      <p:cBhvr>
                                        <p:cTn id="64" dur="1" fill="hold">
                                          <p:stCondLst>
                                            <p:cond delay="0"/>
                                          </p:stCondLst>
                                        </p:cTn>
                                        <p:tgtEl>
                                          <p:spTgt spid="38"/>
                                        </p:tgtEl>
                                        <p:attrNameLst>
                                          <p:attrName>style.visibility</p:attrName>
                                        </p:attrNameLst>
                                      </p:cBhvr>
                                      <p:to>
                                        <p:strVal val="visible"/>
                                      </p:to>
                                    </p:set>
                                    <p:animEffect transition="in" filter="barn(outVertical)">
                                      <p:cBhvr>
                                        <p:cTn id="65" dur="3000"/>
                                        <p:tgtEl>
                                          <p:spTgt spid="38"/>
                                        </p:tgtEl>
                                      </p:cBhvr>
                                    </p:animEffect>
                                  </p:childTnLst>
                                </p:cTn>
                              </p:par>
                            </p:childTnLst>
                          </p:cTn>
                        </p:par>
                      </p:childTnLst>
                    </p:cTn>
                  </p:par>
                  <p:par>
                    <p:cTn id="66" fill="hold">
                      <p:stCondLst>
                        <p:cond delay="indefinite"/>
                      </p:stCondLst>
                      <p:childTnLst>
                        <p:par>
                          <p:cTn id="67" fill="hold">
                            <p:stCondLst>
                              <p:cond delay="0"/>
                            </p:stCondLst>
                            <p:childTnLst>
                              <p:par>
                                <p:cTn id="68" presetID="20" presetClass="entr" presetSubtype="0" fill="hold" nodeType="clickEffect">
                                  <p:stCondLst>
                                    <p:cond delay="0"/>
                                  </p:stCondLst>
                                  <p:childTnLst>
                                    <p:set>
                                      <p:cBhvr>
                                        <p:cTn id="69" dur="1" fill="hold">
                                          <p:stCondLst>
                                            <p:cond delay="0"/>
                                          </p:stCondLst>
                                        </p:cTn>
                                        <p:tgtEl>
                                          <p:spTgt spid="40"/>
                                        </p:tgtEl>
                                        <p:attrNameLst>
                                          <p:attrName>style.visibility</p:attrName>
                                        </p:attrNameLst>
                                      </p:cBhvr>
                                      <p:to>
                                        <p:strVal val="visible"/>
                                      </p:to>
                                    </p:set>
                                    <p:animEffect transition="in" filter="wedge">
                                      <p:cBhvr>
                                        <p:cTn id="70" dur="3000"/>
                                        <p:tgtEl>
                                          <p:spTgt spid="40"/>
                                        </p:tgtEl>
                                      </p:cBhvr>
                                    </p:animEffec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499"/>
                                          </p:stCondLst>
                                        </p:cTn>
                                        <p:tgtEl>
                                          <p:spTgt spid="54"/>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22" presetClass="entr" presetSubtype="8" fill="hold" nodeType="clickEffect">
                                  <p:stCondLst>
                                    <p:cond delay="0"/>
                                  </p:stCondLst>
                                  <p:childTnLst>
                                    <p:set>
                                      <p:cBhvr>
                                        <p:cTn id="78" dur="1" fill="hold">
                                          <p:stCondLst>
                                            <p:cond delay="0"/>
                                          </p:stCondLst>
                                        </p:cTn>
                                        <p:tgtEl>
                                          <p:spTgt spid="6"/>
                                        </p:tgtEl>
                                        <p:attrNameLst>
                                          <p:attrName>style.visibility</p:attrName>
                                        </p:attrNameLst>
                                      </p:cBhvr>
                                      <p:to>
                                        <p:strVal val="visible"/>
                                      </p:to>
                                    </p:set>
                                    <p:animEffect transition="in" filter="wipe(left)">
                                      <p:cBhvr>
                                        <p:cTn id="79" dur="5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2" grpId="0" autoUpdateAnimBg="0"/>
      <p:bldP spid="8" grpId="0" animBg="1"/>
      <p:bldP spid="18" grpId="0"/>
      <p:bldP spid="19" grpId="0" animBg="1"/>
      <p:bldP spid="20" grpId="0"/>
      <p:bldP spid="21" grpId="0" animBg="1"/>
      <p:bldP spid="22" grpId="0" animBg="1"/>
      <p:bldP spid="23" grpId="0" animBg="1"/>
      <p:bldP spid="24" grpId="0" animBg="1"/>
      <p:bldP spid="37" grpId="0" animBg="1"/>
      <p:bldP spid="38" grpId="0" animBg="1"/>
      <p:bldP spid="39" grpId="0" animBg="1"/>
      <p:bldP spid="53" grpId="0"/>
      <p:bldP spid="54" grpId="0" autoUpdateAnimBg="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164442" y="91693"/>
            <a:ext cx="5546711" cy="615553"/>
          </a:xfrm>
          <a:prstGeom prst="rect">
            <a:avLst/>
          </a:prstGeom>
        </p:spPr>
        <p:txBody>
          <a:bodyPr wrap="none">
            <a:spAutoFit/>
          </a:bodyPr>
          <a:lstStyle/>
          <a:p>
            <a:pPr>
              <a:defRPr/>
            </a:pPr>
            <a:r>
              <a:rPr kumimoji="1" lang="zh-CN" altLang="en-US" sz="3400" i="0" dirty="0">
                <a:solidFill>
                  <a:srgbClr val="FFFFFF"/>
                </a:solidFill>
                <a:latin typeface="微软雅黑" panose="020B0503020204020204" pitchFamily="34" charset="-122"/>
                <a:ea typeface="微软雅黑" panose="020B0503020204020204" pitchFamily="34" charset="-122"/>
              </a:rPr>
              <a:t>第二章</a:t>
            </a:r>
            <a:r>
              <a:rPr kumimoji="1" lang="en-US" altLang="zh-CN" sz="3400" i="0" dirty="0">
                <a:solidFill>
                  <a:srgbClr val="FFFFFF"/>
                </a:solidFill>
                <a:latin typeface="微软雅黑" panose="020B0503020204020204" pitchFamily="34" charset="-122"/>
                <a:ea typeface="微软雅黑" panose="020B0503020204020204" pitchFamily="34" charset="-122"/>
              </a:rPr>
              <a:t> </a:t>
            </a:r>
            <a:r>
              <a:rPr kumimoji="1" lang="zh-CN" altLang="en-US" sz="3400" i="0" dirty="0">
                <a:solidFill>
                  <a:srgbClr val="FFFFFF"/>
                </a:solidFill>
                <a:latin typeface="微软雅黑" panose="020B0503020204020204" pitchFamily="34" charset="-122"/>
                <a:ea typeface="微软雅黑" panose="020B0503020204020204" pitchFamily="34" charset="-122"/>
              </a:rPr>
              <a:t>平面问题的受力分析</a:t>
            </a:r>
          </a:p>
        </p:txBody>
      </p:sp>
      <p:sp>
        <p:nvSpPr>
          <p:cNvPr id="182" name="Text Box 9"/>
          <p:cNvSpPr txBox="1">
            <a:spLocks noChangeArrowheads="1"/>
          </p:cNvSpPr>
          <p:nvPr/>
        </p:nvSpPr>
        <p:spPr bwMode="auto">
          <a:xfrm>
            <a:off x="701684" y="767595"/>
            <a:ext cx="10231661" cy="19451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just">
              <a:spcBef>
                <a:spcPct val="20000"/>
              </a:spcBef>
              <a:buClr>
                <a:schemeClr val="accent1"/>
              </a:buClr>
              <a:buSzPct val="75000"/>
              <a:buFont typeface="Monotype Sorts" pitchFamily="2" charset="2"/>
              <a:buChar char="•"/>
              <a:defRPr kumimoji="1" sz="2400">
                <a:solidFill>
                  <a:schemeClr val="tx1"/>
                </a:solidFill>
                <a:latin typeface="Impact" panose="020B0806030902050204" pitchFamily="34" charset="0"/>
                <a:ea typeface="宋体" panose="02010600030101010101" pitchFamily="2" charset="-122"/>
              </a:defRPr>
            </a:lvl1pPr>
            <a:lvl2pPr marL="742950" indent="-285750">
              <a:spcBef>
                <a:spcPct val="20000"/>
              </a:spcBef>
              <a:buClr>
                <a:schemeClr val="accent2"/>
              </a:buClr>
              <a:buChar char="•"/>
              <a:defRPr kumimoji="1" sz="2000">
                <a:solidFill>
                  <a:schemeClr val="tx1"/>
                </a:solidFill>
                <a:latin typeface="Impact" panose="020B0806030902050204" pitchFamily="34" charset="0"/>
                <a:ea typeface="宋体" panose="02010600030101010101" pitchFamily="2" charset="-122"/>
              </a:defRPr>
            </a:lvl2pPr>
            <a:lvl3pPr marL="1143000" indent="-228600">
              <a:spcBef>
                <a:spcPct val="20000"/>
              </a:spcBef>
              <a:buChar char="–"/>
              <a:defRPr kumimoji="1" sz="2400">
                <a:solidFill>
                  <a:schemeClr val="tx1"/>
                </a:solidFill>
                <a:latin typeface="Impact" panose="020B0806030902050204" pitchFamily="34" charset="0"/>
                <a:ea typeface="宋体" panose="02010600030101010101" pitchFamily="2" charset="-122"/>
              </a:defRPr>
            </a:lvl3pPr>
            <a:lvl4pPr marL="1600200" indent="-228600">
              <a:spcBef>
                <a:spcPct val="20000"/>
              </a:spcBef>
              <a:buChar char="–"/>
              <a:defRPr kumimoji="1" sz="2000">
                <a:solidFill>
                  <a:schemeClr val="tx1"/>
                </a:solidFill>
                <a:latin typeface="Impact" panose="020B0806030902050204" pitchFamily="34" charset="0"/>
                <a:ea typeface="宋体" panose="02010600030101010101" pitchFamily="2" charset="-122"/>
              </a:defRPr>
            </a:lvl4pPr>
            <a:lvl5pPr marL="2057400" indent="-228600">
              <a:spcBef>
                <a:spcPct val="20000"/>
              </a:spcBef>
              <a:buChar char="»"/>
              <a:defRPr kumimoji="1" sz="2000">
                <a:solidFill>
                  <a:schemeClr val="tx1"/>
                </a:solidFill>
                <a:latin typeface="Impact" panose="020B0806030902050204" pitchFamily="34"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9pPr>
          </a:lstStyle>
          <a:p>
            <a:pPr>
              <a:lnSpc>
                <a:spcPct val="130000"/>
              </a:lnSpc>
              <a:buNone/>
            </a:pPr>
            <a:r>
              <a:rPr lang="en-US" altLang="zh-CN" sz="2800" i="0" dirty="0">
                <a:latin typeface="+mj-lt"/>
              </a:rPr>
              <a:t>4</a:t>
            </a:r>
            <a:r>
              <a:rPr lang="zh-CN" altLang="en-US" sz="2800" i="0" dirty="0">
                <a:latin typeface="+mj-lt"/>
              </a:rPr>
              <a:t>．</a:t>
            </a:r>
            <a:r>
              <a:rPr lang="en-US" altLang="zh-CN" sz="2800" dirty="0">
                <a:latin typeface="+mj-lt"/>
              </a:rPr>
              <a:t>F'</a:t>
            </a:r>
            <a:r>
              <a:rPr lang="en-US" altLang="zh-CN" sz="2800" baseline="-25000" dirty="0">
                <a:latin typeface="+mj-lt"/>
              </a:rPr>
              <a:t>R</a:t>
            </a:r>
            <a:r>
              <a:rPr lang="zh-CN" altLang="en-US" sz="2800" i="0" dirty="0"/>
              <a:t> </a:t>
            </a:r>
            <a:r>
              <a:rPr lang="en-US" altLang="zh-CN" sz="2800" i="0" dirty="0">
                <a:latin typeface="+mj-lt"/>
              </a:rPr>
              <a:t>=</a:t>
            </a:r>
            <a:r>
              <a:rPr lang="zh-CN" altLang="en-US" sz="2800" i="0" dirty="0">
                <a:latin typeface="+mj-lt"/>
              </a:rPr>
              <a:t> </a:t>
            </a:r>
            <a:r>
              <a:rPr lang="en-US" altLang="zh-CN" sz="2800" i="0" dirty="0">
                <a:latin typeface="+mj-lt"/>
              </a:rPr>
              <a:t>0</a:t>
            </a:r>
            <a:r>
              <a:rPr lang="zh-CN" altLang="en-US" sz="2800" dirty="0">
                <a:latin typeface="+mj-lt"/>
              </a:rPr>
              <a:t>、</a:t>
            </a:r>
            <a:r>
              <a:rPr lang="en-US" altLang="zh-CN" sz="2800" dirty="0">
                <a:latin typeface="+mj-lt"/>
              </a:rPr>
              <a:t>M</a:t>
            </a:r>
            <a:r>
              <a:rPr lang="en-US" altLang="zh-CN" sz="2800" baseline="-25000" dirty="0">
                <a:latin typeface="+mj-lt"/>
              </a:rPr>
              <a:t>O</a:t>
            </a:r>
            <a:r>
              <a:rPr lang="en-US" altLang="zh-CN" sz="2800" dirty="0">
                <a:latin typeface="+mj-lt"/>
              </a:rPr>
              <a:t> = </a:t>
            </a:r>
            <a:r>
              <a:rPr lang="en-US" altLang="zh-CN" sz="2800" i="0" dirty="0">
                <a:latin typeface="+mj-lt"/>
              </a:rPr>
              <a:t>0</a:t>
            </a:r>
          </a:p>
          <a:p>
            <a:pPr algn="l">
              <a:lnSpc>
                <a:spcPct val="130000"/>
              </a:lnSpc>
              <a:buNone/>
            </a:pPr>
            <a:r>
              <a:rPr lang="zh-CN" altLang="en-US" sz="2800" i="0" dirty="0">
                <a:latin typeface="+mn-lt"/>
                <a:ea typeface="微软雅黑" panose="020B0503020204020204" pitchFamily="34" charset="-122"/>
              </a:rPr>
              <a:t>物体在此力系作用下处于平衡状态。</a:t>
            </a:r>
          </a:p>
          <a:p>
            <a:pPr algn="l">
              <a:lnSpc>
                <a:spcPct val="130000"/>
              </a:lnSpc>
              <a:buNone/>
            </a:pPr>
            <a:r>
              <a:rPr lang="zh-CN" altLang="en-US" sz="2800" i="0" dirty="0">
                <a:latin typeface="+mn-lt"/>
                <a:ea typeface="微软雅黑" panose="020B0503020204020204" pitchFamily="34" charset="-122"/>
              </a:rPr>
              <a:t>关于平衡问题将在下面的节章中进行详细讨论。 </a:t>
            </a:r>
          </a:p>
        </p:txBody>
      </p:sp>
    </p:spTree>
    <p:extLst>
      <p:ext uri="{BB962C8B-B14F-4D97-AF65-F5344CB8AC3E}">
        <p14:creationId xmlns:p14="http://schemas.microsoft.com/office/powerpoint/2010/main" val="1334213361"/>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8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2" grpId="0" autoUpdateAnimBg="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164442" y="91693"/>
            <a:ext cx="5546711" cy="615553"/>
          </a:xfrm>
          <a:prstGeom prst="rect">
            <a:avLst/>
          </a:prstGeom>
        </p:spPr>
        <p:txBody>
          <a:bodyPr wrap="none">
            <a:spAutoFit/>
          </a:bodyPr>
          <a:lstStyle/>
          <a:p>
            <a:pPr>
              <a:defRPr/>
            </a:pPr>
            <a:r>
              <a:rPr kumimoji="1" lang="zh-CN" altLang="en-US" sz="3400" i="0" dirty="0">
                <a:solidFill>
                  <a:srgbClr val="FFFFFF"/>
                </a:solidFill>
                <a:latin typeface="微软雅黑" panose="020B0503020204020204" pitchFamily="34" charset="-122"/>
                <a:ea typeface="微软雅黑" panose="020B0503020204020204" pitchFamily="34" charset="-122"/>
              </a:rPr>
              <a:t>第二章</a:t>
            </a:r>
            <a:r>
              <a:rPr kumimoji="1" lang="en-US" altLang="zh-CN" sz="3400" i="0" dirty="0">
                <a:solidFill>
                  <a:srgbClr val="FFFFFF"/>
                </a:solidFill>
                <a:latin typeface="微软雅黑" panose="020B0503020204020204" pitchFamily="34" charset="-122"/>
                <a:ea typeface="微软雅黑" panose="020B0503020204020204" pitchFamily="34" charset="-122"/>
              </a:rPr>
              <a:t> </a:t>
            </a:r>
            <a:r>
              <a:rPr kumimoji="1" lang="zh-CN" altLang="en-US" sz="3400" i="0" dirty="0">
                <a:solidFill>
                  <a:srgbClr val="FFFFFF"/>
                </a:solidFill>
                <a:latin typeface="微软雅黑" panose="020B0503020204020204" pitchFamily="34" charset="-122"/>
                <a:ea typeface="微软雅黑" panose="020B0503020204020204" pitchFamily="34" charset="-122"/>
              </a:rPr>
              <a:t>平面问题的受力分析</a:t>
            </a:r>
          </a:p>
        </p:txBody>
      </p:sp>
      <p:sp>
        <p:nvSpPr>
          <p:cNvPr id="5" name="Rectangle 2"/>
          <p:cNvSpPr>
            <a:spLocks noChangeArrowheads="1"/>
          </p:cNvSpPr>
          <p:nvPr/>
        </p:nvSpPr>
        <p:spPr bwMode="auto">
          <a:xfrm>
            <a:off x="164442" y="928670"/>
            <a:ext cx="9747982" cy="5539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zh-CN" sz="3000" i="0" dirty="0">
                <a:solidFill>
                  <a:schemeClr val="accent6">
                    <a:lumMod val="75000"/>
                  </a:schemeClr>
                </a:solidFill>
                <a:latin typeface="+mn-lt"/>
                <a:ea typeface="微软雅黑" panose="020B0503020204020204" pitchFamily="34" charset="-122"/>
              </a:rPr>
              <a:t>§2-2  </a:t>
            </a:r>
            <a:r>
              <a:rPr lang="zh-CN" altLang="en-US" sz="3000" i="0" dirty="0">
                <a:solidFill>
                  <a:schemeClr val="accent6">
                    <a:lumMod val="75000"/>
                  </a:schemeClr>
                </a:solidFill>
                <a:latin typeface="+mn-lt"/>
                <a:ea typeface="微软雅黑" panose="020B0503020204020204" pitchFamily="34" charset="-122"/>
              </a:rPr>
              <a:t>平面任意力系的平衡方程及其应用</a:t>
            </a:r>
          </a:p>
        </p:txBody>
      </p:sp>
      <p:sp>
        <p:nvSpPr>
          <p:cNvPr id="6" name="Text Box 9"/>
          <p:cNvSpPr txBox="1">
            <a:spLocks noChangeArrowheads="1"/>
          </p:cNvSpPr>
          <p:nvPr/>
        </p:nvSpPr>
        <p:spPr bwMode="auto">
          <a:xfrm>
            <a:off x="1055440" y="2151609"/>
            <a:ext cx="10081120" cy="16435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just">
              <a:spcBef>
                <a:spcPct val="20000"/>
              </a:spcBef>
              <a:buClr>
                <a:schemeClr val="accent1"/>
              </a:buClr>
              <a:buSzPct val="75000"/>
              <a:buFont typeface="Monotype Sorts" pitchFamily="2" charset="2"/>
              <a:buChar char="•"/>
              <a:defRPr kumimoji="1" sz="2400">
                <a:solidFill>
                  <a:schemeClr val="tx1"/>
                </a:solidFill>
                <a:latin typeface="Impact" panose="020B0806030902050204" pitchFamily="34" charset="0"/>
                <a:ea typeface="宋体" panose="02010600030101010101" pitchFamily="2" charset="-122"/>
              </a:defRPr>
            </a:lvl1pPr>
            <a:lvl2pPr marL="742950" indent="-285750">
              <a:spcBef>
                <a:spcPct val="20000"/>
              </a:spcBef>
              <a:buClr>
                <a:schemeClr val="accent2"/>
              </a:buClr>
              <a:buChar char="•"/>
              <a:defRPr kumimoji="1" sz="2000">
                <a:solidFill>
                  <a:schemeClr val="tx1"/>
                </a:solidFill>
                <a:latin typeface="Impact" panose="020B0806030902050204" pitchFamily="34" charset="0"/>
                <a:ea typeface="宋体" panose="02010600030101010101" pitchFamily="2" charset="-122"/>
              </a:defRPr>
            </a:lvl2pPr>
            <a:lvl3pPr marL="1143000" indent="-228600">
              <a:spcBef>
                <a:spcPct val="20000"/>
              </a:spcBef>
              <a:buChar char="–"/>
              <a:defRPr kumimoji="1" sz="2400">
                <a:solidFill>
                  <a:schemeClr val="tx1"/>
                </a:solidFill>
                <a:latin typeface="Impact" panose="020B0806030902050204" pitchFamily="34" charset="0"/>
                <a:ea typeface="宋体" panose="02010600030101010101" pitchFamily="2" charset="-122"/>
              </a:defRPr>
            </a:lvl3pPr>
            <a:lvl4pPr marL="1600200" indent="-228600">
              <a:spcBef>
                <a:spcPct val="20000"/>
              </a:spcBef>
              <a:buChar char="–"/>
              <a:defRPr kumimoji="1" sz="2000">
                <a:solidFill>
                  <a:schemeClr val="tx1"/>
                </a:solidFill>
                <a:latin typeface="Impact" panose="020B0806030902050204" pitchFamily="34" charset="0"/>
                <a:ea typeface="宋体" panose="02010600030101010101" pitchFamily="2" charset="-122"/>
              </a:defRPr>
            </a:lvl4pPr>
            <a:lvl5pPr marL="2057400" indent="-228600">
              <a:spcBef>
                <a:spcPct val="20000"/>
              </a:spcBef>
              <a:buChar char="»"/>
              <a:defRPr kumimoji="1" sz="2000">
                <a:solidFill>
                  <a:schemeClr val="tx1"/>
                </a:solidFill>
                <a:latin typeface="Impact" panose="020B0806030902050204" pitchFamily="34"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9pPr>
          </a:lstStyle>
          <a:p>
            <a:pPr>
              <a:lnSpc>
                <a:spcPct val="120000"/>
              </a:lnSpc>
              <a:spcBef>
                <a:spcPct val="0"/>
              </a:spcBef>
              <a:buClrTx/>
              <a:buSzTx/>
              <a:buFontTx/>
              <a:buNone/>
            </a:pPr>
            <a:r>
              <a:rPr kumimoji="0" lang="zh-CN" altLang="en-US" sz="2800" i="0" dirty="0">
                <a:solidFill>
                  <a:srgbClr val="FF0000"/>
                </a:solidFill>
                <a:latin typeface="微软雅黑" panose="020B0503020204020204" pitchFamily="34" charset="-122"/>
                <a:ea typeface="微软雅黑" panose="020B0503020204020204" pitchFamily="34" charset="-122"/>
              </a:rPr>
              <a:t>基本形式：</a:t>
            </a:r>
            <a:r>
              <a:rPr lang="zh-CN" altLang="en-US" sz="2800" i="0" dirty="0">
                <a:latin typeface="微软雅黑" panose="020B0503020204020204" pitchFamily="34" charset="-122"/>
                <a:ea typeface="微软雅黑" panose="020B0503020204020204" pitchFamily="34" charset="-122"/>
              </a:rPr>
              <a:t>如平面任意力系向任一点</a:t>
            </a:r>
            <a:r>
              <a:rPr lang="en-US" altLang="zh-CN" sz="2800" b="0" dirty="0">
                <a:latin typeface="+mj-lt"/>
                <a:ea typeface="微软雅黑" panose="020B0503020204020204" pitchFamily="34" charset="-122"/>
              </a:rPr>
              <a:t>O</a:t>
            </a:r>
            <a:r>
              <a:rPr lang="zh-CN" altLang="en-US" sz="2800" i="0" dirty="0">
                <a:latin typeface="微软雅黑" panose="020B0503020204020204" pitchFamily="34" charset="-122"/>
                <a:ea typeface="微软雅黑" panose="020B0503020204020204" pitchFamily="34" charset="-122"/>
              </a:rPr>
              <a:t>简化，所得主矢、主矩均为零，则物体处于平衡；反之，若力系是平衡力系，则主矢、主矩必同时为零。平衡的充要条件为 </a:t>
            </a:r>
          </a:p>
        </p:txBody>
      </p:sp>
      <p:sp>
        <p:nvSpPr>
          <p:cNvPr id="18" name="矩形 17"/>
          <p:cNvSpPr/>
          <p:nvPr/>
        </p:nvSpPr>
        <p:spPr>
          <a:xfrm>
            <a:off x="3887703" y="1518244"/>
            <a:ext cx="4416594" cy="599331"/>
          </a:xfrm>
          <a:prstGeom prst="rect">
            <a:avLst/>
          </a:prstGeom>
        </p:spPr>
        <p:txBody>
          <a:bodyPr wrap="none">
            <a:spAutoFit/>
          </a:bodyPr>
          <a:lstStyle/>
          <a:p>
            <a:pPr>
              <a:lnSpc>
                <a:spcPct val="120000"/>
              </a:lnSpc>
            </a:pPr>
            <a:r>
              <a:rPr lang="zh-CN" altLang="en-US" sz="3000" i="0" dirty="0">
                <a:solidFill>
                  <a:srgbClr val="4F81BD"/>
                </a:solidFill>
                <a:latin typeface="微软雅黑" panose="020B0503020204020204" pitchFamily="34" charset="-122"/>
                <a:ea typeface="微软雅黑" panose="020B0503020204020204" pitchFamily="34" charset="-122"/>
              </a:rPr>
              <a:t>平面任意力系的平衡方程</a:t>
            </a:r>
          </a:p>
        </p:txBody>
      </p:sp>
      <p:graphicFrame>
        <p:nvGraphicFramePr>
          <p:cNvPr id="19" name="Object 7"/>
          <p:cNvGraphicFramePr>
            <a:graphicFrameLocks noChangeAspect="1"/>
          </p:cNvGraphicFramePr>
          <p:nvPr>
            <p:extLst>
              <p:ext uri="{D42A27DB-BD31-4B8C-83A1-F6EECF244321}">
                <p14:modId xmlns:p14="http://schemas.microsoft.com/office/powerpoint/2010/main" val="3697362424"/>
              </p:ext>
            </p:extLst>
          </p:nvPr>
        </p:nvGraphicFramePr>
        <p:xfrm>
          <a:off x="1628690" y="4513747"/>
          <a:ext cx="4518025" cy="792163"/>
        </p:xfrm>
        <a:graphic>
          <a:graphicData uri="http://schemas.openxmlformats.org/presentationml/2006/ole">
            <mc:AlternateContent xmlns:mc="http://schemas.openxmlformats.org/markup-compatibility/2006">
              <mc:Choice xmlns:v="urn:schemas-microsoft-com:vml" Requires="v">
                <p:oleObj name="Equation" r:id="rId4" imgW="1892160" imgH="330120" progId="Equation.DSMT4">
                  <p:embed/>
                </p:oleObj>
              </mc:Choice>
              <mc:Fallback>
                <p:oleObj name="Equation" r:id="rId4" imgW="1892160" imgH="330120" progId="Equation.DSMT4">
                  <p:embed/>
                  <p:pic>
                    <p:nvPicPr>
                      <p:cNvPr id="0" name=""/>
                      <p:cNvPicPr>
                        <a:picLocks noChangeAspect="1" noChangeArrowheads="1"/>
                      </p:cNvPicPr>
                      <p:nvPr/>
                    </p:nvPicPr>
                    <p:blipFill>
                      <a:blip r:embed="rId5"/>
                      <a:srcRect/>
                      <a:stretch>
                        <a:fillRect/>
                      </a:stretch>
                    </p:blipFill>
                    <p:spPr bwMode="auto">
                      <a:xfrm>
                        <a:off x="1628690" y="4513747"/>
                        <a:ext cx="4518025" cy="7921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0" name="Text Box 8"/>
          <p:cNvSpPr txBox="1">
            <a:spLocks noChangeArrowheads="1"/>
          </p:cNvSpPr>
          <p:nvPr/>
        </p:nvSpPr>
        <p:spPr bwMode="auto">
          <a:xfrm>
            <a:off x="1531853" y="5088422"/>
            <a:ext cx="5240337" cy="1187450"/>
          </a:xfrm>
          <a:prstGeom prst="rect">
            <a:avLst/>
          </a:prstGeom>
          <a:noFill/>
          <a:ln>
            <a:noFill/>
          </a:ln>
          <a:effectLst/>
          <a:extLst>
            <a:ext uri="{909E8E84-426E-40DD-AFC4-6F175D3DCCD1}">
              <a14:hiddenFill xmlns:a14="http://schemas.microsoft.com/office/drawing/2010/main">
                <a:gradFill rotWithShape="0">
                  <a:gsLst>
                    <a:gs pos="0">
                      <a:srgbClr val="66CCFF"/>
                    </a:gs>
                    <a:gs pos="50000">
                      <a:srgbClr val="CCFFFF"/>
                    </a:gs>
                    <a:gs pos="100000">
                      <a:srgbClr val="66CCFF"/>
                    </a:gs>
                  </a:gsLst>
                  <a:lin ang="5400000" scaled="1"/>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l">
              <a:lnSpc>
                <a:spcPct val="150000"/>
              </a:lnSpc>
              <a:spcBef>
                <a:spcPct val="50000"/>
              </a:spcBef>
            </a:pPr>
            <a:r>
              <a:rPr lang="en-US" altLang="zh-CN" sz="2800" b="0" i="1" dirty="0">
                <a:solidFill>
                  <a:schemeClr val="tx1"/>
                </a:solidFill>
                <a:ea typeface="宋体" panose="02010600030101010101" pitchFamily="2" charset="-122"/>
              </a:rPr>
              <a:t>M</a:t>
            </a:r>
            <a:r>
              <a:rPr lang="en-US" altLang="zh-CN" sz="2800" b="0" i="1" baseline="-25000" dirty="0">
                <a:solidFill>
                  <a:schemeClr val="tx1"/>
                </a:solidFill>
                <a:ea typeface="宋体" panose="02010600030101010101" pitchFamily="2" charset="-122"/>
              </a:rPr>
              <a:t>O</a:t>
            </a:r>
            <a:r>
              <a:rPr lang="en-US" altLang="zh-CN" sz="2800" dirty="0">
                <a:solidFill>
                  <a:schemeClr val="tx1"/>
                </a:solidFill>
                <a:ea typeface="宋体" panose="02010600030101010101" pitchFamily="2" charset="-122"/>
              </a:rPr>
              <a:t>=∑</a:t>
            </a:r>
            <a:r>
              <a:rPr lang="en-US" altLang="zh-CN" sz="2800" b="0" dirty="0">
                <a:solidFill>
                  <a:schemeClr val="tx1"/>
                </a:solidFill>
                <a:ea typeface="宋体" panose="02010600030101010101" pitchFamily="2" charset="-122"/>
              </a:rPr>
              <a:t>M</a:t>
            </a:r>
            <a:r>
              <a:rPr lang="en-US" altLang="zh-CN" sz="2800" b="0" baseline="-25000" dirty="0">
                <a:solidFill>
                  <a:schemeClr val="tx1"/>
                </a:solidFill>
                <a:ea typeface="宋体" panose="02010600030101010101" pitchFamily="2" charset="-122"/>
              </a:rPr>
              <a:t>O</a:t>
            </a:r>
            <a:r>
              <a:rPr lang="en-US" altLang="zh-CN" sz="2800" i="0" dirty="0">
                <a:solidFill>
                  <a:schemeClr val="tx1"/>
                </a:solidFill>
                <a:ea typeface="宋体" panose="02010600030101010101" pitchFamily="2" charset="-122"/>
              </a:rPr>
              <a:t>(</a:t>
            </a:r>
            <a:r>
              <a:rPr lang="en-US" altLang="zh-CN" sz="2800" b="1" i="1" dirty="0">
                <a:solidFill>
                  <a:schemeClr val="tx1"/>
                </a:solidFill>
                <a:ea typeface="宋体" panose="02010600030101010101" pitchFamily="2" charset="-122"/>
              </a:rPr>
              <a:t>F</a:t>
            </a:r>
            <a:r>
              <a:rPr lang="en-US" altLang="zh-CN" sz="2800" i="0" dirty="0">
                <a:solidFill>
                  <a:schemeClr val="tx1"/>
                </a:solidFill>
                <a:ea typeface="宋体" panose="02010600030101010101" pitchFamily="2" charset="-122"/>
              </a:rPr>
              <a:t>)</a:t>
            </a:r>
            <a:r>
              <a:rPr lang="en-US" altLang="zh-CN" sz="2800" dirty="0">
                <a:solidFill>
                  <a:schemeClr val="tx1"/>
                </a:solidFill>
                <a:ea typeface="宋体" panose="02010600030101010101" pitchFamily="2" charset="-122"/>
              </a:rPr>
              <a:t> =</a:t>
            </a:r>
            <a:r>
              <a:rPr lang="en-US" altLang="zh-CN" sz="2800" b="0" i="0" dirty="0">
                <a:solidFill>
                  <a:schemeClr val="tx1"/>
                </a:solidFill>
                <a:ea typeface="宋体" panose="02010600030101010101" pitchFamily="2" charset="-122"/>
              </a:rPr>
              <a:t>0</a:t>
            </a:r>
          </a:p>
        </p:txBody>
      </p:sp>
      <p:sp>
        <p:nvSpPr>
          <p:cNvPr id="21" name="AutoShape 10"/>
          <p:cNvSpPr>
            <a:spLocks/>
          </p:cNvSpPr>
          <p:nvPr/>
        </p:nvSpPr>
        <p:spPr bwMode="auto">
          <a:xfrm>
            <a:off x="1146090" y="4872522"/>
            <a:ext cx="417513" cy="917575"/>
          </a:xfrm>
          <a:prstGeom prst="leftBrace">
            <a:avLst>
              <a:gd name="adj1" fmla="val 18314"/>
              <a:gd name="adj2" fmla="val 50000"/>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tLang="zh-CN"/>
          </a:p>
          <a:p>
            <a:endParaRPr lang="en-US" altLang="zh-CN"/>
          </a:p>
        </p:txBody>
      </p:sp>
      <p:sp>
        <p:nvSpPr>
          <p:cNvPr id="22" name="Text Box 9"/>
          <p:cNvSpPr txBox="1">
            <a:spLocks noChangeArrowheads="1"/>
          </p:cNvSpPr>
          <p:nvPr/>
        </p:nvSpPr>
        <p:spPr bwMode="auto">
          <a:xfrm>
            <a:off x="6629316" y="3877160"/>
            <a:ext cx="2232248" cy="609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just">
              <a:spcBef>
                <a:spcPct val="20000"/>
              </a:spcBef>
              <a:buClr>
                <a:schemeClr val="accent1"/>
              </a:buClr>
              <a:buSzPct val="75000"/>
              <a:buFont typeface="Monotype Sorts" pitchFamily="2" charset="2"/>
              <a:buChar char="•"/>
              <a:defRPr kumimoji="1" sz="2400">
                <a:solidFill>
                  <a:schemeClr val="tx1"/>
                </a:solidFill>
                <a:latin typeface="Impact" panose="020B0806030902050204" pitchFamily="34" charset="0"/>
                <a:ea typeface="宋体" panose="02010600030101010101" pitchFamily="2" charset="-122"/>
              </a:defRPr>
            </a:lvl1pPr>
            <a:lvl2pPr marL="742950" indent="-285750">
              <a:spcBef>
                <a:spcPct val="20000"/>
              </a:spcBef>
              <a:buClr>
                <a:schemeClr val="accent2"/>
              </a:buClr>
              <a:buChar char="•"/>
              <a:defRPr kumimoji="1" sz="2000">
                <a:solidFill>
                  <a:schemeClr val="tx1"/>
                </a:solidFill>
                <a:latin typeface="Impact" panose="020B0806030902050204" pitchFamily="34" charset="0"/>
                <a:ea typeface="宋体" panose="02010600030101010101" pitchFamily="2" charset="-122"/>
              </a:defRPr>
            </a:lvl2pPr>
            <a:lvl3pPr marL="1143000" indent="-228600">
              <a:spcBef>
                <a:spcPct val="20000"/>
              </a:spcBef>
              <a:buChar char="–"/>
              <a:defRPr kumimoji="1" sz="2400">
                <a:solidFill>
                  <a:schemeClr val="tx1"/>
                </a:solidFill>
                <a:latin typeface="Impact" panose="020B0806030902050204" pitchFamily="34" charset="0"/>
                <a:ea typeface="宋体" panose="02010600030101010101" pitchFamily="2" charset="-122"/>
              </a:defRPr>
            </a:lvl3pPr>
            <a:lvl4pPr marL="1600200" indent="-228600">
              <a:spcBef>
                <a:spcPct val="20000"/>
              </a:spcBef>
              <a:buChar char="–"/>
              <a:defRPr kumimoji="1" sz="2000">
                <a:solidFill>
                  <a:schemeClr val="tx1"/>
                </a:solidFill>
                <a:latin typeface="Impact" panose="020B0806030902050204" pitchFamily="34" charset="0"/>
                <a:ea typeface="宋体" panose="02010600030101010101" pitchFamily="2" charset="-122"/>
              </a:defRPr>
            </a:lvl4pPr>
            <a:lvl5pPr marL="2057400" indent="-228600">
              <a:spcBef>
                <a:spcPct val="20000"/>
              </a:spcBef>
              <a:buChar char="»"/>
              <a:defRPr kumimoji="1" sz="2000">
                <a:solidFill>
                  <a:schemeClr val="tx1"/>
                </a:solidFill>
                <a:latin typeface="Impact" panose="020B0806030902050204" pitchFamily="34"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9pPr>
          </a:lstStyle>
          <a:p>
            <a:pPr>
              <a:lnSpc>
                <a:spcPct val="120000"/>
              </a:lnSpc>
              <a:spcBef>
                <a:spcPct val="0"/>
              </a:spcBef>
              <a:buClrTx/>
              <a:buSzTx/>
              <a:buFontTx/>
              <a:buNone/>
            </a:pPr>
            <a:r>
              <a:rPr kumimoji="0" lang="zh-CN" altLang="en-US" sz="2800" i="0" dirty="0">
                <a:solidFill>
                  <a:srgbClr val="FF0000"/>
                </a:solidFill>
                <a:latin typeface="微软雅黑" panose="020B0503020204020204" pitchFamily="34" charset="-122"/>
                <a:ea typeface="微软雅黑" panose="020B0503020204020204" pitchFamily="34" charset="-122"/>
              </a:rPr>
              <a:t>平衡方程：</a:t>
            </a:r>
            <a:endParaRPr lang="zh-CN" altLang="en-US" sz="2800" i="0" dirty="0">
              <a:latin typeface="微软雅黑" panose="020B0503020204020204" pitchFamily="34" charset="-122"/>
              <a:ea typeface="微软雅黑" panose="020B0503020204020204" pitchFamily="34" charset="-122"/>
            </a:endParaRPr>
          </a:p>
        </p:txBody>
      </p:sp>
      <p:sp>
        <p:nvSpPr>
          <p:cNvPr id="23" name="Text Box 4"/>
          <p:cNvSpPr txBox="1">
            <a:spLocks noChangeArrowheads="1"/>
          </p:cNvSpPr>
          <p:nvPr/>
        </p:nvSpPr>
        <p:spPr bwMode="auto">
          <a:xfrm>
            <a:off x="6355985" y="4354375"/>
            <a:ext cx="2987675" cy="2016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lnSpc>
                <a:spcPct val="150000"/>
              </a:lnSpc>
            </a:pPr>
            <a:r>
              <a:rPr lang="en-US" altLang="zh-CN" sz="2800" b="1" dirty="0">
                <a:solidFill>
                  <a:schemeClr val="tx1"/>
                </a:solidFill>
                <a:ea typeface="宋体" panose="02010600030101010101" pitchFamily="2" charset="-122"/>
              </a:rPr>
              <a:t>     </a:t>
            </a:r>
            <a:r>
              <a:rPr lang="en-US" altLang="zh-CN" sz="2800" dirty="0">
                <a:solidFill>
                  <a:schemeClr val="tx1"/>
                </a:solidFill>
                <a:ea typeface="宋体" panose="02010600030101010101" pitchFamily="2" charset="-122"/>
              </a:rPr>
              <a:t> ∑</a:t>
            </a:r>
            <a:r>
              <a:rPr lang="en-US" altLang="zh-CN" sz="2800" b="0" i="1" dirty="0">
                <a:solidFill>
                  <a:schemeClr val="tx1"/>
                </a:solidFill>
                <a:ea typeface="宋体" panose="02010600030101010101" pitchFamily="2" charset="-122"/>
              </a:rPr>
              <a:t>F</a:t>
            </a:r>
            <a:r>
              <a:rPr lang="en-US" altLang="zh-CN" sz="2800" baseline="-25000" dirty="0">
                <a:solidFill>
                  <a:schemeClr val="tx1"/>
                </a:solidFill>
              </a:rPr>
              <a:t>i</a:t>
            </a:r>
            <a:r>
              <a:rPr lang="en-US" altLang="zh-CN" sz="2800" i="1" baseline="-25000" dirty="0">
                <a:solidFill>
                  <a:schemeClr val="tx1"/>
                </a:solidFill>
                <a:ea typeface="宋体" panose="02010600030101010101" pitchFamily="2" charset="-122"/>
              </a:rPr>
              <a:t>x</a:t>
            </a:r>
            <a:r>
              <a:rPr lang="zh-CN" altLang="en-US" sz="2800" dirty="0">
                <a:solidFill>
                  <a:schemeClr val="tx1"/>
                </a:solidFill>
                <a:ea typeface="宋体" panose="02010600030101010101" pitchFamily="2" charset="-122"/>
              </a:rPr>
              <a:t>＝</a:t>
            </a:r>
            <a:r>
              <a:rPr lang="en-US" altLang="zh-CN" sz="2800" i="0" dirty="0">
                <a:solidFill>
                  <a:schemeClr val="tx1"/>
                </a:solidFill>
                <a:ea typeface="宋体" panose="02010600030101010101" pitchFamily="2" charset="-122"/>
              </a:rPr>
              <a:t>0</a:t>
            </a:r>
          </a:p>
          <a:p>
            <a:pPr algn="just">
              <a:lnSpc>
                <a:spcPct val="150000"/>
              </a:lnSpc>
            </a:pPr>
            <a:r>
              <a:rPr lang="en-US" altLang="zh-CN" sz="2800" dirty="0">
                <a:solidFill>
                  <a:schemeClr val="tx1"/>
                </a:solidFill>
                <a:ea typeface="宋体" panose="02010600030101010101" pitchFamily="2" charset="-122"/>
              </a:rPr>
              <a:t>      ∑</a:t>
            </a:r>
            <a:r>
              <a:rPr lang="en-US" altLang="zh-CN" sz="2800" b="0" i="1" dirty="0" err="1">
                <a:solidFill>
                  <a:schemeClr val="tx1"/>
                </a:solidFill>
                <a:ea typeface="宋体" panose="02010600030101010101" pitchFamily="2" charset="-122"/>
              </a:rPr>
              <a:t>F</a:t>
            </a:r>
            <a:r>
              <a:rPr lang="en-US" altLang="zh-CN" sz="2800" baseline="-25000" dirty="0" err="1">
                <a:solidFill>
                  <a:schemeClr val="tx1"/>
                </a:solidFill>
              </a:rPr>
              <a:t>i</a:t>
            </a:r>
            <a:r>
              <a:rPr lang="en-US" altLang="zh-CN" sz="2800" i="1" baseline="-25000" dirty="0" err="1">
                <a:solidFill>
                  <a:schemeClr val="tx1"/>
                </a:solidFill>
                <a:ea typeface="宋体" panose="02010600030101010101" pitchFamily="2" charset="-122"/>
              </a:rPr>
              <a:t>y</a:t>
            </a:r>
            <a:r>
              <a:rPr lang="zh-CN" altLang="en-US" sz="2800" dirty="0">
                <a:solidFill>
                  <a:schemeClr val="tx1"/>
                </a:solidFill>
                <a:ea typeface="宋体" panose="02010600030101010101" pitchFamily="2" charset="-122"/>
              </a:rPr>
              <a:t>＝</a:t>
            </a:r>
            <a:r>
              <a:rPr lang="en-US" altLang="zh-CN" sz="2800" i="0" dirty="0">
                <a:solidFill>
                  <a:schemeClr val="tx1"/>
                </a:solidFill>
                <a:ea typeface="宋体" panose="02010600030101010101" pitchFamily="2" charset="-122"/>
              </a:rPr>
              <a:t>0</a:t>
            </a:r>
          </a:p>
          <a:p>
            <a:pPr algn="just">
              <a:lnSpc>
                <a:spcPct val="150000"/>
              </a:lnSpc>
            </a:pPr>
            <a:r>
              <a:rPr lang="en-US" altLang="zh-CN" sz="2800" dirty="0">
                <a:solidFill>
                  <a:schemeClr val="tx1"/>
                </a:solidFill>
                <a:ea typeface="宋体" panose="02010600030101010101" pitchFamily="2" charset="-122"/>
              </a:rPr>
              <a:t>      </a:t>
            </a:r>
            <a:r>
              <a:rPr lang="en-US" altLang="zh-CN" sz="2800" dirty="0">
                <a:solidFill>
                  <a:schemeClr val="tx1"/>
                </a:solidFill>
              </a:rPr>
              <a:t>∑</a:t>
            </a:r>
            <a:r>
              <a:rPr lang="en-US" altLang="zh-CN" sz="2800" b="0" i="1" dirty="0">
                <a:solidFill>
                  <a:schemeClr val="tx1"/>
                </a:solidFill>
                <a:ea typeface="宋体" panose="02010600030101010101" pitchFamily="2" charset="-122"/>
              </a:rPr>
              <a:t>M</a:t>
            </a:r>
            <a:r>
              <a:rPr lang="en-US" altLang="zh-CN" sz="2800" b="0" i="1" baseline="-25000" dirty="0">
                <a:solidFill>
                  <a:schemeClr val="tx1"/>
                </a:solidFill>
                <a:ea typeface="宋体" panose="02010600030101010101" pitchFamily="2" charset="-122"/>
              </a:rPr>
              <a:t>O</a:t>
            </a:r>
            <a:r>
              <a:rPr lang="en-US" altLang="zh-CN" sz="2800" dirty="0">
                <a:solidFill>
                  <a:schemeClr val="tx1"/>
                </a:solidFill>
              </a:rPr>
              <a:t> (</a:t>
            </a:r>
            <a:r>
              <a:rPr lang="en-US" altLang="zh-CN" sz="2800" b="1" i="1" dirty="0">
                <a:solidFill>
                  <a:schemeClr val="tx1"/>
                </a:solidFill>
              </a:rPr>
              <a:t>F</a:t>
            </a:r>
            <a:r>
              <a:rPr lang="en-US" altLang="zh-CN" sz="2800" dirty="0">
                <a:solidFill>
                  <a:schemeClr val="tx1"/>
                </a:solidFill>
              </a:rPr>
              <a:t>) </a:t>
            </a:r>
            <a:r>
              <a:rPr lang="zh-CN" altLang="en-US" sz="2800" dirty="0">
                <a:solidFill>
                  <a:schemeClr val="tx1"/>
                </a:solidFill>
                <a:ea typeface="宋体" panose="02010600030101010101" pitchFamily="2" charset="-122"/>
              </a:rPr>
              <a:t>＝</a:t>
            </a:r>
            <a:r>
              <a:rPr lang="en-US" altLang="zh-CN" sz="2800" i="0" dirty="0">
                <a:solidFill>
                  <a:schemeClr val="tx1"/>
                </a:solidFill>
                <a:ea typeface="宋体" panose="02010600030101010101" pitchFamily="2" charset="-122"/>
              </a:rPr>
              <a:t>0</a:t>
            </a:r>
          </a:p>
        </p:txBody>
      </p:sp>
      <p:sp>
        <p:nvSpPr>
          <p:cNvPr id="24" name="AutoShape 5"/>
          <p:cNvSpPr>
            <a:spLocks/>
          </p:cNvSpPr>
          <p:nvPr/>
        </p:nvSpPr>
        <p:spPr bwMode="auto">
          <a:xfrm>
            <a:off x="6421396" y="4668701"/>
            <a:ext cx="344487" cy="1430337"/>
          </a:xfrm>
          <a:prstGeom prst="leftBrace">
            <a:avLst>
              <a:gd name="adj1" fmla="val 34601"/>
              <a:gd name="adj2" fmla="val 50000"/>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 name="Text Box 9"/>
          <p:cNvSpPr txBox="1">
            <a:spLocks noChangeArrowheads="1"/>
          </p:cNvSpPr>
          <p:nvPr/>
        </p:nvSpPr>
        <p:spPr bwMode="auto">
          <a:xfrm>
            <a:off x="1146089" y="3877160"/>
            <a:ext cx="5058579" cy="1126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just">
              <a:spcBef>
                <a:spcPct val="20000"/>
              </a:spcBef>
              <a:buClr>
                <a:schemeClr val="accent1"/>
              </a:buClr>
              <a:buSzPct val="75000"/>
              <a:buFont typeface="Monotype Sorts" pitchFamily="2" charset="2"/>
              <a:buChar char="•"/>
              <a:defRPr kumimoji="1" sz="2400">
                <a:solidFill>
                  <a:schemeClr val="tx1"/>
                </a:solidFill>
                <a:latin typeface="Impact" panose="020B0806030902050204" pitchFamily="34" charset="0"/>
                <a:ea typeface="宋体" panose="02010600030101010101" pitchFamily="2" charset="-122"/>
              </a:defRPr>
            </a:lvl1pPr>
            <a:lvl2pPr marL="742950" indent="-285750">
              <a:spcBef>
                <a:spcPct val="20000"/>
              </a:spcBef>
              <a:buClr>
                <a:schemeClr val="accent2"/>
              </a:buClr>
              <a:buChar char="•"/>
              <a:defRPr kumimoji="1" sz="2000">
                <a:solidFill>
                  <a:schemeClr val="tx1"/>
                </a:solidFill>
                <a:latin typeface="Impact" panose="020B0806030902050204" pitchFamily="34" charset="0"/>
                <a:ea typeface="宋体" panose="02010600030101010101" pitchFamily="2" charset="-122"/>
              </a:defRPr>
            </a:lvl2pPr>
            <a:lvl3pPr marL="1143000" indent="-228600">
              <a:spcBef>
                <a:spcPct val="20000"/>
              </a:spcBef>
              <a:buChar char="–"/>
              <a:defRPr kumimoji="1" sz="2400">
                <a:solidFill>
                  <a:schemeClr val="tx1"/>
                </a:solidFill>
                <a:latin typeface="Impact" panose="020B0806030902050204" pitchFamily="34" charset="0"/>
                <a:ea typeface="宋体" panose="02010600030101010101" pitchFamily="2" charset="-122"/>
              </a:defRPr>
            </a:lvl3pPr>
            <a:lvl4pPr marL="1600200" indent="-228600">
              <a:spcBef>
                <a:spcPct val="20000"/>
              </a:spcBef>
              <a:buChar char="–"/>
              <a:defRPr kumimoji="1" sz="2000">
                <a:solidFill>
                  <a:schemeClr val="tx1"/>
                </a:solidFill>
                <a:latin typeface="Impact" panose="020B0806030902050204" pitchFamily="34" charset="0"/>
                <a:ea typeface="宋体" panose="02010600030101010101" pitchFamily="2" charset="-122"/>
              </a:defRPr>
            </a:lvl4pPr>
            <a:lvl5pPr marL="2057400" indent="-228600">
              <a:spcBef>
                <a:spcPct val="20000"/>
              </a:spcBef>
              <a:buChar char="»"/>
              <a:defRPr kumimoji="1" sz="2000">
                <a:solidFill>
                  <a:schemeClr val="tx1"/>
                </a:solidFill>
                <a:latin typeface="Impact" panose="020B0806030902050204" pitchFamily="34"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9pPr>
          </a:lstStyle>
          <a:p>
            <a:pPr>
              <a:lnSpc>
                <a:spcPct val="120000"/>
              </a:lnSpc>
              <a:spcBef>
                <a:spcPct val="0"/>
              </a:spcBef>
              <a:buClrTx/>
              <a:buSzTx/>
              <a:buNone/>
            </a:pPr>
            <a:r>
              <a:rPr kumimoji="0" lang="zh-CN" altLang="en-US" sz="2800" i="0" dirty="0">
                <a:solidFill>
                  <a:srgbClr val="FF0000"/>
                </a:solidFill>
                <a:latin typeface="微软雅黑" panose="020B0503020204020204" pitchFamily="34" charset="-122"/>
                <a:ea typeface="微软雅黑" panose="020B0503020204020204" pitchFamily="34" charset="-122"/>
              </a:rPr>
              <a:t>平衡的充要条件为： </a:t>
            </a:r>
          </a:p>
          <a:p>
            <a:pPr>
              <a:lnSpc>
                <a:spcPct val="120000"/>
              </a:lnSpc>
              <a:spcBef>
                <a:spcPct val="0"/>
              </a:spcBef>
              <a:buClrTx/>
              <a:buSzTx/>
              <a:buFontTx/>
              <a:buNone/>
            </a:pPr>
            <a:endParaRPr lang="zh-CN" altLang="en-US" sz="2800" i="0" dirty="0">
              <a:latin typeface="微软雅黑" panose="020B0503020204020204" pitchFamily="34" charset="-122"/>
              <a:ea typeface="微软雅黑" panose="020B0503020204020204" pitchFamily="34" charset="-122"/>
            </a:endParaRPr>
          </a:p>
        </p:txBody>
      </p:sp>
      <p:sp>
        <p:nvSpPr>
          <p:cNvPr id="26" name="Text Box 11"/>
          <p:cNvSpPr txBox="1">
            <a:spLocks noChangeArrowheads="1"/>
          </p:cNvSpPr>
          <p:nvPr/>
        </p:nvSpPr>
        <p:spPr bwMode="auto">
          <a:xfrm>
            <a:off x="8544272" y="4591546"/>
            <a:ext cx="3384376" cy="11580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lnSpc>
                <a:spcPct val="130000"/>
              </a:lnSpc>
            </a:pPr>
            <a:r>
              <a:rPr kumimoji="1" lang="zh-CN" altLang="en-US" sz="2800" i="0" dirty="0">
                <a:latin typeface="微软雅黑" panose="020B0503020204020204" pitchFamily="34" charset="-122"/>
                <a:ea typeface="微软雅黑" panose="020B0503020204020204" pitchFamily="34" charset="-122"/>
              </a:rPr>
              <a:t>三个独立的平衡方程，求解三个未知量。 </a:t>
            </a:r>
          </a:p>
        </p:txBody>
      </p:sp>
    </p:spTree>
    <p:extLst>
      <p:ext uri="{BB962C8B-B14F-4D97-AF65-F5344CB8AC3E}">
        <p14:creationId xmlns:p14="http://schemas.microsoft.com/office/powerpoint/2010/main" val="2909649896"/>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2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nodeType="clickEffect">
                                  <p:stCondLst>
                                    <p:cond delay="0"/>
                                  </p:stCondLst>
                                  <p:childTnLst>
                                    <p:set>
                                      <p:cBhvr>
                                        <p:cTn id="14" dur="1" fill="hold">
                                          <p:stCondLst>
                                            <p:cond delay="0"/>
                                          </p:stCondLst>
                                        </p:cTn>
                                        <p:tgtEl>
                                          <p:spTgt spid="19"/>
                                        </p:tgtEl>
                                        <p:attrNameLst>
                                          <p:attrName>style.visibility</p:attrName>
                                        </p:attrNameLst>
                                      </p:cBhvr>
                                      <p:to>
                                        <p:strVal val="visible"/>
                                      </p:to>
                                    </p:set>
                                    <p:animEffect transition="in" filter="wipe(left)">
                                      <p:cBhvr>
                                        <p:cTn id="15" dur="3000"/>
                                        <p:tgtEl>
                                          <p:spTgt spid="19"/>
                                        </p:tgtEl>
                                      </p:cBhvr>
                                    </p:animEffect>
                                  </p:childTnLst>
                                </p:cTn>
                              </p:par>
                            </p:childTnLst>
                          </p:cTn>
                        </p:par>
                        <p:par>
                          <p:cTn id="16" fill="hold">
                            <p:stCondLst>
                              <p:cond delay="3000"/>
                            </p:stCondLst>
                            <p:childTnLst>
                              <p:par>
                                <p:cTn id="17" presetID="23" presetClass="entr" presetSubtype="288" fill="hold" grpId="0" nodeType="afterEffect">
                                  <p:stCondLst>
                                    <p:cond delay="0"/>
                                  </p:stCondLst>
                                  <p:childTnLst>
                                    <p:set>
                                      <p:cBhvr>
                                        <p:cTn id="18" dur="1" fill="hold">
                                          <p:stCondLst>
                                            <p:cond delay="0"/>
                                          </p:stCondLst>
                                        </p:cTn>
                                        <p:tgtEl>
                                          <p:spTgt spid="21"/>
                                        </p:tgtEl>
                                        <p:attrNameLst>
                                          <p:attrName>style.visibility</p:attrName>
                                        </p:attrNameLst>
                                      </p:cBhvr>
                                      <p:to>
                                        <p:strVal val="visible"/>
                                      </p:to>
                                    </p:set>
                                    <p:anim calcmode="lin" valueType="num">
                                      <p:cBhvr>
                                        <p:cTn id="19" dur="500" fill="hold"/>
                                        <p:tgtEl>
                                          <p:spTgt spid="21"/>
                                        </p:tgtEl>
                                        <p:attrNameLst>
                                          <p:attrName>ppt_w</p:attrName>
                                        </p:attrNameLst>
                                      </p:cBhvr>
                                      <p:tavLst>
                                        <p:tav tm="0">
                                          <p:val>
                                            <p:strVal val="4/3*#ppt_w"/>
                                          </p:val>
                                        </p:tav>
                                        <p:tav tm="100000">
                                          <p:val>
                                            <p:strVal val="#ppt_w"/>
                                          </p:val>
                                        </p:tav>
                                      </p:tavLst>
                                    </p:anim>
                                    <p:anim calcmode="lin" valueType="num">
                                      <p:cBhvr>
                                        <p:cTn id="20" dur="500" fill="hold"/>
                                        <p:tgtEl>
                                          <p:spTgt spid="21"/>
                                        </p:tgtEl>
                                        <p:attrNameLst>
                                          <p:attrName>ppt_h</p:attrName>
                                        </p:attrNameLst>
                                      </p:cBhvr>
                                      <p:tavLst>
                                        <p:tav tm="0">
                                          <p:val>
                                            <p:strVal val="4/3*#ppt_h"/>
                                          </p:val>
                                        </p:tav>
                                        <p:tav tm="100000">
                                          <p:val>
                                            <p:strVal val="#ppt_h"/>
                                          </p:val>
                                        </p:tav>
                                      </p:tavLst>
                                    </p:anim>
                                  </p:childTnLst>
                                  <p:subTnLst>
                                    <p:audio>
                                      <p:cMediaNode>
                                        <p:cTn display="0" masterRel="sameClick">
                                          <p:stCondLst>
                                            <p:cond evt="begin" delay="0">
                                              <p:tn val="17"/>
                                            </p:cond>
                                          </p:stCondLst>
                                          <p:endCondLst>
                                            <p:cond evt="onStopAudio" delay="0">
                                              <p:tgtEl>
                                                <p:sldTgt/>
                                              </p:tgtEl>
                                            </p:cond>
                                          </p:endCondLst>
                                        </p:cTn>
                                        <p:tgtEl>
                                          <p:sndTgt r:embed="rId3" name="CAMERA.WAV"/>
                                        </p:tgtEl>
                                      </p:cMediaNode>
                                    </p:audio>
                                  </p:sub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20"/>
                                        </p:tgtEl>
                                        <p:attrNameLst>
                                          <p:attrName>style.visibility</p:attrName>
                                        </p:attrNameLst>
                                      </p:cBhvr>
                                      <p:to>
                                        <p:strVal val="visible"/>
                                      </p:to>
                                    </p:set>
                                    <p:animEffect transition="in" filter="wipe(left)">
                                      <p:cBhvr>
                                        <p:cTn id="25" dur="3000"/>
                                        <p:tgtEl>
                                          <p:spTgt spid="20"/>
                                        </p:tgtEl>
                                      </p:cBhvr>
                                    </p:animEffec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grpId="0" nodeType="clickEffect">
                                  <p:stCondLst>
                                    <p:cond delay="0"/>
                                  </p:stCondLst>
                                  <p:childTnLst>
                                    <p:set>
                                      <p:cBhvr>
                                        <p:cTn id="29" dur="1" fill="hold">
                                          <p:stCondLst>
                                            <p:cond delay="499"/>
                                          </p:stCondLst>
                                        </p:cTn>
                                        <p:tgtEl>
                                          <p:spTgt spid="22"/>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grpId="0" nodeType="clickEffect">
                                  <p:stCondLst>
                                    <p:cond delay="0"/>
                                  </p:stCondLst>
                                  <p:childTnLst>
                                    <p:set>
                                      <p:cBhvr>
                                        <p:cTn id="33" dur="1" fill="hold">
                                          <p:stCondLst>
                                            <p:cond delay="0"/>
                                          </p:stCondLst>
                                        </p:cTn>
                                        <p:tgtEl>
                                          <p:spTgt spid="23">
                                            <p:txEl>
                                              <p:pRg st="0" end="0"/>
                                            </p:txEl>
                                          </p:spTgt>
                                        </p:tgtEl>
                                        <p:attrNameLst>
                                          <p:attrName>style.visibility</p:attrName>
                                        </p:attrNameLst>
                                      </p:cBhvr>
                                      <p:to>
                                        <p:strVal val="visible"/>
                                      </p:to>
                                    </p:set>
                                    <p:animEffect transition="in" filter="wipe(left)">
                                      <p:cBhvr>
                                        <p:cTn id="34" dur="500"/>
                                        <p:tgtEl>
                                          <p:spTgt spid="23">
                                            <p:txEl>
                                              <p:pRg st="0" end="0"/>
                                            </p:txEl>
                                          </p:spTgt>
                                        </p:tgtEl>
                                      </p:cBhvr>
                                    </p:animEffect>
                                  </p:childTnLst>
                                  <p:subTnLst>
                                    <p:audio>
                                      <p:cMediaNode>
                                        <p:cTn display="0" masterRel="sameClick">
                                          <p:stCondLst>
                                            <p:cond evt="begin" delay="0">
                                              <p:tn val="32"/>
                                            </p:cond>
                                          </p:stCondLst>
                                          <p:endCondLst>
                                            <p:cond evt="onStopAudio" delay="0">
                                              <p:tgtEl>
                                                <p:sldTgt/>
                                              </p:tgtEl>
                                            </p:cond>
                                          </p:endCondLst>
                                        </p:cTn>
                                        <p:tgtEl>
                                          <p:sndTgt r:embed="rId3" name="CAMERA.WAV"/>
                                        </p:tgtEl>
                                      </p:cMediaNode>
                                    </p:audio>
                                  </p:subTnLst>
                                </p:cTn>
                              </p:par>
                            </p:childTnLst>
                          </p:cTn>
                        </p:par>
                        <p:par>
                          <p:cTn id="35" fill="hold">
                            <p:stCondLst>
                              <p:cond delay="500"/>
                            </p:stCondLst>
                            <p:childTnLst>
                              <p:par>
                                <p:cTn id="36" presetID="23" presetClass="entr" presetSubtype="288" fill="hold" grpId="0" nodeType="afterEffect">
                                  <p:stCondLst>
                                    <p:cond delay="0"/>
                                  </p:stCondLst>
                                  <p:childTnLst>
                                    <p:set>
                                      <p:cBhvr>
                                        <p:cTn id="37" dur="1" fill="hold">
                                          <p:stCondLst>
                                            <p:cond delay="0"/>
                                          </p:stCondLst>
                                        </p:cTn>
                                        <p:tgtEl>
                                          <p:spTgt spid="24"/>
                                        </p:tgtEl>
                                        <p:attrNameLst>
                                          <p:attrName>style.visibility</p:attrName>
                                        </p:attrNameLst>
                                      </p:cBhvr>
                                      <p:to>
                                        <p:strVal val="visible"/>
                                      </p:to>
                                    </p:set>
                                    <p:anim calcmode="lin" valueType="num">
                                      <p:cBhvr>
                                        <p:cTn id="38" dur="500" fill="hold"/>
                                        <p:tgtEl>
                                          <p:spTgt spid="24"/>
                                        </p:tgtEl>
                                        <p:attrNameLst>
                                          <p:attrName>ppt_w</p:attrName>
                                        </p:attrNameLst>
                                      </p:cBhvr>
                                      <p:tavLst>
                                        <p:tav tm="0">
                                          <p:val>
                                            <p:strVal val="4/3*#ppt_w"/>
                                          </p:val>
                                        </p:tav>
                                        <p:tav tm="100000">
                                          <p:val>
                                            <p:strVal val="#ppt_w"/>
                                          </p:val>
                                        </p:tav>
                                      </p:tavLst>
                                    </p:anim>
                                    <p:anim calcmode="lin" valueType="num">
                                      <p:cBhvr>
                                        <p:cTn id="39" dur="500" fill="hold"/>
                                        <p:tgtEl>
                                          <p:spTgt spid="24"/>
                                        </p:tgtEl>
                                        <p:attrNameLst>
                                          <p:attrName>ppt_h</p:attrName>
                                        </p:attrNameLst>
                                      </p:cBhvr>
                                      <p:tavLst>
                                        <p:tav tm="0">
                                          <p:val>
                                            <p:strVal val="4/3*#ppt_h"/>
                                          </p:val>
                                        </p:tav>
                                        <p:tav tm="100000">
                                          <p:val>
                                            <p:strVal val="#ppt_h"/>
                                          </p:val>
                                        </p:tav>
                                      </p:tavLst>
                                    </p:anim>
                                  </p:childTnLst>
                                  <p:subTnLst>
                                    <p:audio>
                                      <p:cMediaNode>
                                        <p:cTn display="0" masterRel="sameClick">
                                          <p:stCondLst>
                                            <p:cond evt="begin" delay="0">
                                              <p:tn val="36"/>
                                            </p:cond>
                                          </p:stCondLst>
                                          <p:endCondLst>
                                            <p:cond evt="onStopAudio" delay="0">
                                              <p:tgtEl>
                                                <p:sldTgt/>
                                              </p:tgtEl>
                                            </p:cond>
                                          </p:endCondLst>
                                        </p:cTn>
                                        <p:tgtEl>
                                          <p:sndTgt r:embed="rId3" name="CAMERA.WAV"/>
                                        </p:tgtEl>
                                      </p:cMediaNode>
                                    </p:audio>
                                  </p:subTnLst>
                                </p:cTn>
                              </p:par>
                            </p:childTnLst>
                          </p:cTn>
                        </p:par>
                        <p:par>
                          <p:cTn id="40" fill="hold">
                            <p:stCondLst>
                              <p:cond delay="1000"/>
                            </p:stCondLst>
                            <p:childTnLst>
                              <p:par>
                                <p:cTn id="41" presetID="22" presetClass="entr" presetSubtype="8" fill="hold" grpId="0" nodeType="afterEffect">
                                  <p:stCondLst>
                                    <p:cond delay="0"/>
                                  </p:stCondLst>
                                  <p:childTnLst>
                                    <p:set>
                                      <p:cBhvr>
                                        <p:cTn id="42" dur="1" fill="hold">
                                          <p:stCondLst>
                                            <p:cond delay="0"/>
                                          </p:stCondLst>
                                        </p:cTn>
                                        <p:tgtEl>
                                          <p:spTgt spid="23">
                                            <p:txEl>
                                              <p:pRg st="1" end="1"/>
                                            </p:txEl>
                                          </p:spTgt>
                                        </p:tgtEl>
                                        <p:attrNameLst>
                                          <p:attrName>style.visibility</p:attrName>
                                        </p:attrNameLst>
                                      </p:cBhvr>
                                      <p:to>
                                        <p:strVal val="visible"/>
                                      </p:to>
                                    </p:set>
                                    <p:animEffect transition="in" filter="wipe(left)">
                                      <p:cBhvr>
                                        <p:cTn id="43" dur="500"/>
                                        <p:tgtEl>
                                          <p:spTgt spid="23">
                                            <p:txEl>
                                              <p:pRg st="1" end="1"/>
                                            </p:txEl>
                                          </p:spTgt>
                                        </p:tgtEl>
                                      </p:cBhvr>
                                    </p:animEffect>
                                  </p:childTnLst>
                                  <p:subTnLst>
                                    <p:audio>
                                      <p:cMediaNode>
                                        <p:cTn display="0" masterRel="sameClick">
                                          <p:stCondLst>
                                            <p:cond evt="begin" delay="0">
                                              <p:tn val="41"/>
                                            </p:cond>
                                          </p:stCondLst>
                                          <p:endCondLst>
                                            <p:cond evt="onStopAudio" delay="0">
                                              <p:tgtEl>
                                                <p:sldTgt/>
                                              </p:tgtEl>
                                            </p:cond>
                                          </p:endCondLst>
                                        </p:cTn>
                                        <p:tgtEl>
                                          <p:sndTgt r:embed="rId3" name="CAMERA.WAV"/>
                                        </p:tgtEl>
                                      </p:cMediaNode>
                                    </p:audio>
                                  </p:subTnLst>
                                </p:cTn>
                              </p:par>
                            </p:childTnLst>
                          </p:cTn>
                        </p:par>
                        <p:par>
                          <p:cTn id="44" fill="hold">
                            <p:stCondLst>
                              <p:cond delay="1500"/>
                            </p:stCondLst>
                            <p:childTnLst>
                              <p:par>
                                <p:cTn id="45" presetID="22" presetClass="entr" presetSubtype="8" fill="hold" grpId="0" nodeType="afterEffect">
                                  <p:stCondLst>
                                    <p:cond delay="0"/>
                                  </p:stCondLst>
                                  <p:childTnLst>
                                    <p:set>
                                      <p:cBhvr>
                                        <p:cTn id="46" dur="1" fill="hold">
                                          <p:stCondLst>
                                            <p:cond delay="0"/>
                                          </p:stCondLst>
                                        </p:cTn>
                                        <p:tgtEl>
                                          <p:spTgt spid="23">
                                            <p:txEl>
                                              <p:pRg st="2" end="2"/>
                                            </p:txEl>
                                          </p:spTgt>
                                        </p:tgtEl>
                                        <p:attrNameLst>
                                          <p:attrName>style.visibility</p:attrName>
                                        </p:attrNameLst>
                                      </p:cBhvr>
                                      <p:to>
                                        <p:strVal val="visible"/>
                                      </p:to>
                                    </p:set>
                                    <p:animEffect transition="in" filter="wipe(left)">
                                      <p:cBhvr>
                                        <p:cTn id="47" dur="500"/>
                                        <p:tgtEl>
                                          <p:spTgt spid="23">
                                            <p:txEl>
                                              <p:pRg st="2" end="2"/>
                                            </p:txEl>
                                          </p:spTgt>
                                        </p:tgtEl>
                                      </p:cBhvr>
                                    </p:animEffect>
                                  </p:childTnLst>
                                  <p:subTnLst>
                                    <p:audio>
                                      <p:cMediaNode>
                                        <p:cTn display="0" masterRel="sameClick">
                                          <p:stCondLst>
                                            <p:cond evt="begin" delay="0">
                                              <p:tn val="45"/>
                                            </p:cond>
                                          </p:stCondLst>
                                          <p:endCondLst>
                                            <p:cond evt="onStopAudio" delay="0">
                                              <p:tgtEl>
                                                <p:sldTgt/>
                                              </p:tgtEl>
                                            </p:cond>
                                          </p:endCondLst>
                                        </p:cTn>
                                        <p:tgtEl>
                                          <p:sndTgt r:embed="rId3" name="CAMERA.WAV"/>
                                        </p:tgtEl>
                                      </p:cMediaNode>
                                    </p:audio>
                                  </p:sub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iterate type="lt">
                                    <p:tmPct val="30000"/>
                                  </p:iterate>
                                  <p:childTnLst>
                                    <p:set>
                                      <p:cBhvr>
                                        <p:cTn id="51" dur="1" fill="hold">
                                          <p:stCondLst>
                                            <p:cond delay="0"/>
                                          </p:stCondLst>
                                        </p:cTn>
                                        <p:tgtEl>
                                          <p:spTgt spid="26"/>
                                        </p:tgtEl>
                                        <p:attrNameLst>
                                          <p:attrName>style.visibility</p:attrName>
                                        </p:attrNameLst>
                                      </p:cBhvr>
                                      <p:to>
                                        <p:strVal val="visible"/>
                                      </p:to>
                                    </p:set>
                                    <p:animEffect transition="in" filter="wipe(left)">
                                      <p:cBhvr>
                                        <p:cTn id="52" dur="500"/>
                                        <p:tgtEl>
                                          <p:spTgt spid="26"/>
                                        </p:tgtEl>
                                      </p:cBhvr>
                                    </p:animEffect>
                                  </p:childTnLst>
                                  <p:subTnLst>
                                    <p:audio>
                                      <p:cMediaNode>
                                        <p:cTn display="0" masterRel="sameClick">
                                          <p:stCondLst>
                                            <p:cond evt="begin" delay="0">
                                              <p:tn val="50"/>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utoUpdateAnimBg="0"/>
      <p:bldP spid="20" grpId="0"/>
      <p:bldP spid="21" grpId="0" animBg="1"/>
      <p:bldP spid="22" grpId="0" autoUpdateAnimBg="0"/>
      <p:bldP spid="23" grpId="0" uiExpand="1" build="p" autoUpdateAnimBg="0"/>
      <p:bldP spid="24" grpId="0" animBg="1"/>
      <p:bldP spid="25" grpId="0" autoUpdateAnimBg="0"/>
      <p:bldP spid="26" grpId="0" autoUpdateAnimBg="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164442" y="91693"/>
            <a:ext cx="5546711" cy="615553"/>
          </a:xfrm>
          <a:prstGeom prst="rect">
            <a:avLst/>
          </a:prstGeom>
        </p:spPr>
        <p:txBody>
          <a:bodyPr wrap="none">
            <a:spAutoFit/>
          </a:bodyPr>
          <a:lstStyle/>
          <a:p>
            <a:pPr>
              <a:defRPr/>
            </a:pPr>
            <a:r>
              <a:rPr kumimoji="1" lang="zh-CN" altLang="en-US" sz="3400" i="0" dirty="0">
                <a:solidFill>
                  <a:srgbClr val="FFFFFF"/>
                </a:solidFill>
                <a:latin typeface="微软雅黑" panose="020B0503020204020204" pitchFamily="34" charset="-122"/>
                <a:ea typeface="微软雅黑" panose="020B0503020204020204" pitchFamily="34" charset="-122"/>
              </a:rPr>
              <a:t>第二章</a:t>
            </a:r>
            <a:r>
              <a:rPr kumimoji="1" lang="en-US" altLang="zh-CN" sz="3400" i="0" dirty="0">
                <a:solidFill>
                  <a:srgbClr val="FFFFFF"/>
                </a:solidFill>
                <a:latin typeface="微软雅黑" panose="020B0503020204020204" pitchFamily="34" charset="-122"/>
                <a:ea typeface="微软雅黑" panose="020B0503020204020204" pitchFamily="34" charset="-122"/>
              </a:rPr>
              <a:t> </a:t>
            </a:r>
            <a:r>
              <a:rPr kumimoji="1" lang="zh-CN" altLang="en-US" sz="3400" i="0" dirty="0">
                <a:solidFill>
                  <a:srgbClr val="FFFFFF"/>
                </a:solidFill>
                <a:latin typeface="微软雅黑" panose="020B0503020204020204" pitchFamily="34" charset="-122"/>
                <a:ea typeface="微软雅黑" panose="020B0503020204020204" pitchFamily="34" charset="-122"/>
              </a:rPr>
              <a:t>平面问题的受力分析</a:t>
            </a:r>
          </a:p>
        </p:txBody>
      </p:sp>
      <p:sp>
        <p:nvSpPr>
          <p:cNvPr id="6" name="Text Box 9"/>
          <p:cNvSpPr txBox="1">
            <a:spLocks noChangeArrowheads="1"/>
          </p:cNvSpPr>
          <p:nvPr/>
        </p:nvSpPr>
        <p:spPr bwMode="auto">
          <a:xfrm>
            <a:off x="1055440" y="932495"/>
            <a:ext cx="10081120" cy="6524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just">
              <a:spcBef>
                <a:spcPct val="20000"/>
              </a:spcBef>
              <a:buClr>
                <a:schemeClr val="accent1"/>
              </a:buClr>
              <a:buSzPct val="75000"/>
              <a:buFont typeface="Monotype Sorts" pitchFamily="2" charset="2"/>
              <a:buChar char="•"/>
              <a:defRPr kumimoji="1" sz="2400">
                <a:solidFill>
                  <a:schemeClr val="tx1"/>
                </a:solidFill>
                <a:latin typeface="Impact" panose="020B0806030902050204" pitchFamily="34" charset="0"/>
                <a:ea typeface="宋体" panose="02010600030101010101" pitchFamily="2" charset="-122"/>
              </a:defRPr>
            </a:lvl1pPr>
            <a:lvl2pPr marL="742950" indent="-285750">
              <a:spcBef>
                <a:spcPct val="20000"/>
              </a:spcBef>
              <a:buClr>
                <a:schemeClr val="accent2"/>
              </a:buClr>
              <a:buChar char="•"/>
              <a:defRPr kumimoji="1" sz="2000">
                <a:solidFill>
                  <a:schemeClr val="tx1"/>
                </a:solidFill>
                <a:latin typeface="Impact" panose="020B0806030902050204" pitchFamily="34" charset="0"/>
                <a:ea typeface="宋体" panose="02010600030101010101" pitchFamily="2" charset="-122"/>
              </a:defRPr>
            </a:lvl2pPr>
            <a:lvl3pPr marL="1143000" indent="-228600">
              <a:spcBef>
                <a:spcPct val="20000"/>
              </a:spcBef>
              <a:buChar char="–"/>
              <a:defRPr kumimoji="1" sz="2400">
                <a:solidFill>
                  <a:schemeClr val="tx1"/>
                </a:solidFill>
                <a:latin typeface="Impact" panose="020B0806030902050204" pitchFamily="34" charset="0"/>
                <a:ea typeface="宋体" panose="02010600030101010101" pitchFamily="2" charset="-122"/>
              </a:defRPr>
            </a:lvl3pPr>
            <a:lvl4pPr marL="1600200" indent="-228600">
              <a:spcBef>
                <a:spcPct val="20000"/>
              </a:spcBef>
              <a:buChar char="–"/>
              <a:defRPr kumimoji="1" sz="2000">
                <a:solidFill>
                  <a:schemeClr val="tx1"/>
                </a:solidFill>
                <a:latin typeface="Impact" panose="020B0806030902050204" pitchFamily="34" charset="0"/>
                <a:ea typeface="宋体" panose="02010600030101010101" pitchFamily="2" charset="-122"/>
              </a:defRPr>
            </a:lvl4pPr>
            <a:lvl5pPr marL="2057400" indent="-228600">
              <a:spcBef>
                <a:spcPct val="20000"/>
              </a:spcBef>
              <a:buChar char="»"/>
              <a:defRPr kumimoji="1" sz="2000">
                <a:solidFill>
                  <a:schemeClr val="tx1"/>
                </a:solidFill>
                <a:latin typeface="Impact" panose="020B0806030902050204" pitchFamily="34"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9pPr>
          </a:lstStyle>
          <a:p>
            <a:pPr>
              <a:lnSpc>
                <a:spcPct val="130000"/>
              </a:lnSpc>
              <a:buNone/>
            </a:pPr>
            <a:r>
              <a:rPr kumimoji="0" lang="zh-CN" altLang="en-US" sz="2800" i="0" dirty="0">
                <a:solidFill>
                  <a:srgbClr val="FF0000"/>
                </a:solidFill>
                <a:latin typeface="微软雅黑" panose="020B0503020204020204" pitchFamily="34" charset="-122"/>
                <a:ea typeface="微软雅黑" panose="020B0503020204020204" pitchFamily="34" charset="-122"/>
              </a:rPr>
              <a:t>其它形式：二矩式、三矩式</a:t>
            </a:r>
          </a:p>
        </p:txBody>
      </p:sp>
      <p:sp>
        <p:nvSpPr>
          <p:cNvPr id="14" name="Text Box 4"/>
          <p:cNvSpPr txBox="1">
            <a:spLocks noChangeArrowheads="1"/>
          </p:cNvSpPr>
          <p:nvPr/>
        </p:nvSpPr>
        <p:spPr bwMode="auto">
          <a:xfrm>
            <a:off x="2711624" y="1563735"/>
            <a:ext cx="5535612" cy="22875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lnSpc>
                <a:spcPct val="150000"/>
              </a:lnSpc>
            </a:pPr>
            <a:r>
              <a:rPr lang="en-US" altLang="zh-CN" sz="3200" i="1" dirty="0">
                <a:ea typeface="宋体" panose="02010600030101010101" pitchFamily="2" charset="-122"/>
              </a:rPr>
              <a:t>        </a:t>
            </a:r>
            <a:r>
              <a:rPr lang="en-US" altLang="zh-CN" sz="3200" dirty="0">
                <a:solidFill>
                  <a:schemeClr val="tx1"/>
                </a:solidFill>
                <a:ea typeface="宋体" panose="02010600030101010101" pitchFamily="2" charset="-122"/>
              </a:rPr>
              <a:t>∑</a:t>
            </a:r>
            <a:r>
              <a:rPr lang="en-US" altLang="zh-CN" sz="3200" b="0" dirty="0">
                <a:solidFill>
                  <a:schemeClr val="tx1"/>
                </a:solidFill>
                <a:ea typeface="宋体" panose="02010600030101010101" pitchFamily="2" charset="-122"/>
              </a:rPr>
              <a:t>F</a:t>
            </a:r>
            <a:r>
              <a:rPr lang="en-US" altLang="zh-CN" sz="3200" baseline="-25000" dirty="0">
                <a:solidFill>
                  <a:schemeClr val="tx1"/>
                </a:solidFill>
              </a:rPr>
              <a:t>i</a:t>
            </a:r>
            <a:r>
              <a:rPr lang="en-US" altLang="zh-CN" sz="3200" i="1" baseline="-25000" dirty="0">
                <a:solidFill>
                  <a:schemeClr val="tx1"/>
                </a:solidFill>
                <a:ea typeface="宋体" panose="02010600030101010101" pitchFamily="2" charset="-122"/>
              </a:rPr>
              <a:t>x</a:t>
            </a:r>
            <a:r>
              <a:rPr lang="zh-CN" altLang="en-US" sz="3200" i="0" dirty="0">
                <a:solidFill>
                  <a:schemeClr val="tx1"/>
                </a:solidFill>
                <a:ea typeface="宋体" panose="02010600030101010101" pitchFamily="2" charset="-122"/>
              </a:rPr>
              <a:t>＝</a:t>
            </a:r>
            <a:r>
              <a:rPr lang="en-US" altLang="zh-CN" sz="3200" b="0" i="0" dirty="0">
                <a:solidFill>
                  <a:schemeClr val="tx1"/>
                </a:solidFill>
                <a:ea typeface="宋体" panose="02010600030101010101" pitchFamily="2" charset="-122"/>
              </a:rPr>
              <a:t>0</a:t>
            </a:r>
          </a:p>
          <a:p>
            <a:pPr algn="just">
              <a:lnSpc>
                <a:spcPct val="150000"/>
              </a:lnSpc>
            </a:pPr>
            <a:r>
              <a:rPr lang="en-US" altLang="zh-CN" sz="3200" dirty="0">
                <a:solidFill>
                  <a:schemeClr val="tx1"/>
                </a:solidFill>
                <a:ea typeface="宋体" panose="02010600030101010101" pitchFamily="2" charset="-122"/>
              </a:rPr>
              <a:t>        ∑</a:t>
            </a:r>
            <a:r>
              <a:rPr lang="en-US" altLang="zh-CN" sz="3200" b="0" dirty="0">
                <a:solidFill>
                  <a:schemeClr val="tx1"/>
                </a:solidFill>
                <a:ea typeface="宋体" panose="02010600030101010101" pitchFamily="2" charset="-122"/>
              </a:rPr>
              <a:t>M</a:t>
            </a:r>
            <a:r>
              <a:rPr lang="en-US" altLang="zh-CN" sz="3200" i="1" baseline="-25000" dirty="0">
                <a:solidFill>
                  <a:schemeClr val="tx1"/>
                </a:solidFill>
                <a:ea typeface="宋体" panose="02010600030101010101" pitchFamily="2" charset="-122"/>
              </a:rPr>
              <a:t>A</a:t>
            </a:r>
            <a:r>
              <a:rPr lang="en-US" altLang="zh-CN" sz="3200" i="0" dirty="0">
                <a:solidFill>
                  <a:schemeClr val="tx1"/>
                </a:solidFill>
                <a:ea typeface="宋体" panose="02010600030101010101" pitchFamily="2" charset="-122"/>
              </a:rPr>
              <a:t>(</a:t>
            </a:r>
            <a:r>
              <a:rPr lang="en-US" altLang="zh-CN" sz="3200" b="1" i="1" dirty="0">
                <a:solidFill>
                  <a:schemeClr val="tx1"/>
                </a:solidFill>
                <a:ea typeface="宋体" panose="02010600030101010101" pitchFamily="2" charset="-122"/>
              </a:rPr>
              <a:t>F</a:t>
            </a:r>
            <a:r>
              <a:rPr lang="en-US" altLang="zh-CN" sz="3200" i="0" dirty="0">
                <a:solidFill>
                  <a:schemeClr val="tx1"/>
                </a:solidFill>
                <a:ea typeface="宋体" panose="02010600030101010101" pitchFamily="2" charset="-122"/>
              </a:rPr>
              <a:t>)</a:t>
            </a:r>
            <a:r>
              <a:rPr lang="zh-CN" altLang="en-US" sz="3200" i="0" dirty="0">
                <a:solidFill>
                  <a:schemeClr val="tx1"/>
                </a:solidFill>
              </a:rPr>
              <a:t>＝</a:t>
            </a:r>
            <a:r>
              <a:rPr lang="en-US" altLang="zh-CN" sz="3200" b="0" i="0" dirty="0">
                <a:solidFill>
                  <a:schemeClr val="tx1"/>
                </a:solidFill>
              </a:rPr>
              <a:t>0</a:t>
            </a:r>
            <a:r>
              <a:rPr lang="en-US" altLang="zh-CN" sz="3200" dirty="0">
                <a:solidFill>
                  <a:schemeClr val="tx1"/>
                </a:solidFill>
                <a:ea typeface="宋体" panose="02010600030101010101" pitchFamily="2" charset="-122"/>
              </a:rPr>
              <a:t>          </a:t>
            </a:r>
            <a:endParaRPr lang="zh-CN" altLang="en-US" sz="3200" dirty="0">
              <a:solidFill>
                <a:schemeClr val="tx1"/>
              </a:solidFill>
              <a:ea typeface="宋体" panose="02010600030101010101" pitchFamily="2" charset="-122"/>
            </a:endParaRPr>
          </a:p>
          <a:p>
            <a:pPr algn="just">
              <a:lnSpc>
                <a:spcPct val="150000"/>
              </a:lnSpc>
            </a:pPr>
            <a:r>
              <a:rPr lang="zh-CN" altLang="en-US" sz="3200" dirty="0">
                <a:solidFill>
                  <a:schemeClr val="tx1"/>
                </a:solidFill>
                <a:ea typeface="宋体" panose="02010600030101010101" pitchFamily="2" charset="-122"/>
              </a:rPr>
              <a:t>        ∑</a:t>
            </a:r>
            <a:r>
              <a:rPr lang="en-US" altLang="zh-CN" sz="3200" b="0" dirty="0">
                <a:solidFill>
                  <a:schemeClr val="tx1"/>
                </a:solidFill>
                <a:ea typeface="宋体" panose="02010600030101010101" pitchFamily="2" charset="-122"/>
              </a:rPr>
              <a:t>M</a:t>
            </a:r>
            <a:r>
              <a:rPr lang="en-US" altLang="zh-CN" sz="3200" i="1" baseline="-25000" dirty="0">
                <a:solidFill>
                  <a:schemeClr val="tx1"/>
                </a:solidFill>
                <a:ea typeface="宋体" panose="02010600030101010101" pitchFamily="2" charset="-122"/>
              </a:rPr>
              <a:t>B</a:t>
            </a:r>
            <a:r>
              <a:rPr lang="en-US" altLang="zh-CN" sz="3200" i="0" dirty="0">
                <a:solidFill>
                  <a:schemeClr val="tx1"/>
                </a:solidFill>
                <a:ea typeface="宋体" panose="02010600030101010101" pitchFamily="2" charset="-122"/>
              </a:rPr>
              <a:t>(</a:t>
            </a:r>
            <a:r>
              <a:rPr lang="en-US" altLang="zh-CN" sz="3200" b="1" i="1" dirty="0">
                <a:solidFill>
                  <a:schemeClr val="tx1"/>
                </a:solidFill>
                <a:ea typeface="宋体" panose="02010600030101010101" pitchFamily="2" charset="-122"/>
              </a:rPr>
              <a:t>F</a:t>
            </a:r>
            <a:r>
              <a:rPr lang="en-US" altLang="zh-CN" sz="3200" i="0" dirty="0">
                <a:solidFill>
                  <a:schemeClr val="tx1"/>
                </a:solidFill>
                <a:ea typeface="宋体" panose="02010600030101010101" pitchFamily="2" charset="-122"/>
              </a:rPr>
              <a:t>)</a:t>
            </a:r>
            <a:r>
              <a:rPr lang="zh-CN" altLang="en-US" sz="3200" i="0" dirty="0">
                <a:solidFill>
                  <a:schemeClr val="tx1"/>
                </a:solidFill>
              </a:rPr>
              <a:t>＝</a:t>
            </a:r>
            <a:r>
              <a:rPr lang="en-US" altLang="zh-CN" sz="3200" b="0" i="0" dirty="0">
                <a:solidFill>
                  <a:schemeClr val="tx1"/>
                </a:solidFill>
              </a:rPr>
              <a:t>0</a:t>
            </a:r>
          </a:p>
        </p:txBody>
      </p:sp>
      <p:sp>
        <p:nvSpPr>
          <p:cNvPr id="15" name="AutoShape 6"/>
          <p:cNvSpPr>
            <a:spLocks/>
          </p:cNvSpPr>
          <p:nvPr/>
        </p:nvSpPr>
        <p:spPr bwMode="auto">
          <a:xfrm>
            <a:off x="2999656" y="2053829"/>
            <a:ext cx="417512" cy="1333500"/>
          </a:xfrm>
          <a:prstGeom prst="leftBrace">
            <a:avLst>
              <a:gd name="adj1" fmla="val 26616"/>
              <a:gd name="adj2" fmla="val 50000"/>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 name="Text Box 9"/>
          <p:cNvSpPr txBox="1">
            <a:spLocks noChangeArrowheads="1"/>
          </p:cNvSpPr>
          <p:nvPr/>
        </p:nvSpPr>
        <p:spPr bwMode="auto">
          <a:xfrm>
            <a:off x="1055440" y="2394336"/>
            <a:ext cx="1800200" cy="6524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just">
              <a:spcBef>
                <a:spcPct val="20000"/>
              </a:spcBef>
              <a:buClr>
                <a:schemeClr val="accent1"/>
              </a:buClr>
              <a:buSzPct val="75000"/>
              <a:buFont typeface="Monotype Sorts" pitchFamily="2" charset="2"/>
              <a:buChar char="•"/>
              <a:defRPr kumimoji="1" sz="2400">
                <a:solidFill>
                  <a:schemeClr val="tx1"/>
                </a:solidFill>
                <a:latin typeface="Impact" panose="020B0806030902050204" pitchFamily="34" charset="0"/>
                <a:ea typeface="宋体" panose="02010600030101010101" pitchFamily="2" charset="-122"/>
              </a:defRPr>
            </a:lvl1pPr>
            <a:lvl2pPr marL="742950" indent="-285750">
              <a:spcBef>
                <a:spcPct val="20000"/>
              </a:spcBef>
              <a:buClr>
                <a:schemeClr val="accent2"/>
              </a:buClr>
              <a:buChar char="•"/>
              <a:defRPr kumimoji="1" sz="2000">
                <a:solidFill>
                  <a:schemeClr val="tx1"/>
                </a:solidFill>
                <a:latin typeface="Impact" panose="020B0806030902050204" pitchFamily="34" charset="0"/>
                <a:ea typeface="宋体" panose="02010600030101010101" pitchFamily="2" charset="-122"/>
              </a:defRPr>
            </a:lvl2pPr>
            <a:lvl3pPr marL="1143000" indent="-228600">
              <a:spcBef>
                <a:spcPct val="20000"/>
              </a:spcBef>
              <a:buChar char="–"/>
              <a:defRPr kumimoji="1" sz="2400">
                <a:solidFill>
                  <a:schemeClr val="tx1"/>
                </a:solidFill>
                <a:latin typeface="Impact" panose="020B0806030902050204" pitchFamily="34" charset="0"/>
                <a:ea typeface="宋体" panose="02010600030101010101" pitchFamily="2" charset="-122"/>
              </a:defRPr>
            </a:lvl3pPr>
            <a:lvl4pPr marL="1600200" indent="-228600">
              <a:spcBef>
                <a:spcPct val="20000"/>
              </a:spcBef>
              <a:buChar char="–"/>
              <a:defRPr kumimoji="1" sz="2000">
                <a:solidFill>
                  <a:schemeClr val="tx1"/>
                </a:solidFill>
                <a:latin typeface="Impact" panose="020B0806030902050204" pitchFamily="34" charset="0"/>
                <a:ea typeface="宋体" panose="02010600030101010101" pitchFamily="2" charset="-122"/>
              </a:defRPr>
            </a:lvl4pPr>
            <a:lvl5pPr marL="2057400" indent="-228600">
              <a:spcBef>
                <a:spcPct val="20000"/>
              </a:spcBef>
              <a:buChar char="»"/>
              <a:defRPr kumimoji="1" sz="2000">
                <a:solidFill>
                  <a:schemeClr val="tx1"/>
                </a:solidFill>
                <a:latin typeface="Impact" panose="020B0806030902050204" pitchFamily="34"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9pPr>
          </a:lstStyle>
          <a:p>
            <a:pPr>
              <a:lnSpc>
                <a:spcPct val="130000"/>
              </a:lnSpc>
              <a:buNone/>
            </a:pPr>
            <a:r>
              <a:rPr kumimoji="0" lang="zh-CN" altLang="en-US" sz="2800" i="0" dirty="0">
                <a:solidFill>
                  <a:srgbClr val="FF0000"/>
                </a:solidFill>
                <a:latin typeface="微软雅黑" panose="020B0503020204020204" pitchFamily="34" charset="-122"/>
                <a:ea typeface="微软雅黑" panose="020B0503020204020204" pitchFamily="34" charset="-122"/>
              </a:rPr>
              <a:t>二矩式：</a:t>
            </a:r>
          </a:p>
        </p:txBody>
      </p:sp>
      <p:sp>
        <p:nvSpPr>
          <p:cNvPr id="17" name="Text Box 4"/>
          <p:cNvSpPr txBox="1">
            <a:spLocks noChangeArrowheads="1"/>
          </p:cNvSpPr>
          <p:nvPr/>
        </p:nvSpPr>
        <p:spPr bwMode="auto">
          <a:xfrm>
            <a:off x="2711624" y="3851322"/>
            <a:ext cx="5535612" cy="3046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lnSpc>
                <a:spcPct val="150000"/>
              </a:lnSpc>
            </a:pPr>
            <a:r>
              <a:rPr lang="en-US" altLang="zh-CN" sz="3200" dirty="0">
                <a:solidFill>
                  <a:schemeClr val="tx1"/>
                </a:solidFill>
                <a:ea typeface="宋体" panose="02010600030101010101" pitchFamily="2" charset="-122"/>
              </a:rPr>
              <a:t>        ∑</a:t>
            </a:r>
            <a:r>
              <a:rPr lang="en-US" altLang="zh-CN" sz="3200" b="0" dirty="0">
                <a:solidFill>
                  <a:schemeClr val="tx1"/>
                </a:solidFill>
                <a:ea typeface="宋体" panose="02010600030101010101" pitchFamily="2" charset="-122"/>
              </a:rPr>
              <a:t>M</a:t>
            </a:r>
            <a:r>
              <a:rPr lang="en-US" altLang="zh-CN" sz="3200" i="1" baseline="-25000" dirty="0">
                <a:solidFill>
                  <a:schemeClr val="tx1"/>
                </a:solidFill>
                <a:ea typeface="宋体" panose="02010600030101010101" pitchFamily="2" charset="-122"/>
              </a:rPr>
              <a:t>A</a:t>
            </a:r>
            <a:r>
              <a:rPr lang="en-US" altLang="zh-CN" sz="3200" i="0" dirty="0">
                <a:solidFill>
                  <a:schemeClr val="tx1"/>
                </a:solidFill>
                <a:ea typeface="宋体" panose="02010600030101010101" pitchFamily="2" charset="-122"/>
              </a:rPr>
              <a:t>(</a:t>
            </a:r>
            <a:r>
              <a:rPr lang="en-US" altLang="zh-CN" sz="3200" b="1" i="1" dirty="0">
                <a:solidFill>
                  <a:schemeClr val="tx1"/>
                </a:solidFill>
                <a:ea typeface="宋体" panose="02010600030101010101" pitchFamily="2" charset="-122"/>
              </a:rPr>
              <a:t>F</a:t>
            </a:r>
            <a:r>
              <a:rPr lang="en-US" altLang="zh-CN" sz="3200" i="0" dirty="0">
                <a:solidFill>
                  <a:schemeClr val="tx1"/>
                </a:solidFill>
                <a:ea typeface="宋体" panose="02010600030101010101" pitchFamily="2" charset="-122"/>
              </a:rPr>
              <a:t>)</a:t>
            </a:r>
            <a:r>
              <a:rPr lang="zh-CN" altLang="en-US" sz="3200" i="0" dirty="0">
                <a:solidFill>
                  <a:schemeClr val="tx1"/>
                </a:solidFill>
              </a:rPr>
              <a:t>＝</a:t>
            </a:r>
            <a:r>
              <a:rPr lang="en-US" altLang="zh-CN" sz="3200" b="0" i="0" dirty="0">
                <a:solidFill>
                  <a:schemeClr val="tx1"/>
                </a:solidFill>
              </a:rPr>
              <a:t>0</a:t>
            </a:r>
            <a:r>
              <a:rPr lang="en-US" altLang="zh-CN" sz="3200" i="0" dirty="0">
                <a:solidFill>
                  <a:schemeClr val="tx1"/>
                </a:solidFill>
              </a:rPr>
              <a:t>          </a:t>
            </a:r>
            <a:endParaRPr lang="zh-CN" altLang="en-US" sz="3200" i="0" dirty="0">
              <a:solidFill>
                <a:schemeClr val="tx1"/>
              </a:solidFill>
            </a:endParaRPr>
          </a:p>
          <a:p>
            <a:pPr algn="just">
              <a:lnSpc>
                <a:spcPct val="150000"/>
              </a:lnSpc>
            </a:pPr>
            <a:r>
              <a:rPr lang="zh-CN" altLang="en-US" sz="3200" dirty="0">
                <a:solidFill>
                  <a:schemeClr val="tx1"/>
                </a:solidFill>
                <a:ea typeface="宋体" panose="02010600030101010101" pitchFamily="2" charset="-122"/>
              </a:rPr>
              <a:t>        ∑</a:t>
            </a:r>
            <a:r>
              <a:rPr lang="en-US" altLang="zh-CN" sz="3200" b="0" dirty="0">
                <a:solidFill>
                  <a:schemeClr val="tx1"/>
                </a:solidFill>
                <a:ea typeface="宋体" panose="02010600030101010101" pitchFamily="2" charset="-122"/>
              </a:rPr>
              <a:t>M</a:t>
            </a:r>
            <a:r>
              <a:rPr lang="en-US" altLang="zh-CN" sz="3200" i="1" baseline="-25000" dirty="0">
                <a:solidFill>
                  <a:schemeClr val="tx1"/>
                </a:solidFill>
                <a:ea typeface="宋体" panose="02010600030101010101" pitchFamily="2" charset="-122"/>
              </a:rPr>
              <a:t>B</a:t>
            </a:r>
            <a:r>
              <a:rPr lang="en-US" altLang="zh-CN" sz="3200" i="0" dirty="0">
                <a:solidFill>
                  <a:schemeClr val="tx1"/>
                </a:solidFill>
                <a:ea typeface="宋体" panose="02010600030101010101" pitchFamily="2" charset="-122"/>
              </a:rPr>
              <a:t>(</a:t>
            </a:r>
            <a:r>
              <a:rPr lang="en-US" altLang="zh-CN" sz="3200" b="1" i="1" dirty="0">
                <a:solidFill>
                  <a:schemeClr val="tx1"/>
                </a:solidFill>
                <a:ea typeface="宋体" panose="02010600030101010101" pitchFamily="2" charset="-122"/>
              </a:rPr>
              <a:t>F</a:t>
            </a:r>
            <a:r>
              <a:rPr lang="en-US" altLang="zh-CN" sz="3200" i="0" dirty="0">
                <a:solidFill>
                  <a:schemeClr val="tx1"/>
                </a:solidFill>
                <a:ea typeface="宋体" panose="02010600030101010101" pitchFamily="2" charset="-122"/>
              </a:rPr>
              <a:t>)</a:t>
            </a:r>
            <a:r>
              <a:rPr lang="zh-CN" altLang="en-US" sz="3200" i="0" dirty="0">
                <a:solidFill>
                  <a:schemeClr val="tx1"/>
                </a:solidFill>
              </a:rPr>
              <a:t>＝</a:t>
            </a:r>
            <a:r>
              <a:rPr lang="en-US" altLang="zh-CN" sz="3200" b="0" i="0" dirty="0">
                <a:solidFill>
                  <a:schemeClr val="tx1"/>
                </a:solidFill>
              </a:rPr>
              <a:t>0</a:t>
            </a:r>
          </a:p>
          <a:p>
            <a:pPr algn="just">
              <a:lnSpc>
                <a:spcPct val="150000"/>
              </a:lnSpc>
            </a:pPr>
            <a:r>
              <a:rPr lang="en-US" altLang="zh-CN" sz="3200" dirty="0">
                <a:solidFill>
                  <a:schemeClr val="tx1"/>
                </a:solidFill>
              </a:rPr>
              <a:t>        ∑</a:t>
            </a:r>
            <a:r>
              <a:rPr lang="en-US" altLang="zh-CN" sz="3200" b="0" dirty="0">
                <a:solidFill>
                  <a:schemeClr val="tx1"/>
                </a:solidFill>
              </a:rPr>
              <a:t>M</a:t>
            </a:r>
            <a:r>
              <a:rPr lang="en-US" altLang="zh-CN" sz="3200" baseline="-25000" dirty="0">
                <a:solidFill>
                  <a:schemeClr val="tx1"/>
                </a:solidFill>
              </a:rPr>
              <a:t>C</a:t>
            </a:r>
            <a:r>
              <a:rPr lang="en-US" altLang="zh-CN" sz="3200" i="0" dirty="0">
                <a:solidFill>
                  <a:schemeClr val="tx1"/>
                </a:solidFill>
              </a:rPr>
              <a:t>(</a:t>
            </a:r>
            <a:r>
              <a:rPr lang="en-US" altLang="zh-CN" sz="3200" dirty="0">
                <a:solidFill>
                  <a:schemeClr val="tx1"/>
                </a:solidFill>
              </a:rPr>
              <a:t>F</a:t>
            </a:r>
            <a:r>
              <a:rPr lang="en-US" altLang="zh-CN" sz="3200" i="0" dirty="0">
                <a:solidFill>
                  <a:schemeClr val="tx1"/>
                </a:solidFill>
              </a:rPr>
              <a:t>)</a:t>
            </a:r>
            <a:r>
              <a:rPr lang="zh-CN" altLang="en-US" sz="3200" i="0" dirty="0">
                <a:solidFill>
                  <a:schemeClr val="tx1"/>
                </a:solidFill>
              </a:rPr>
              <a:t>＝</a:t>
            </a:r>
            <a:r>
              <a:rPr lang="en-US" altLang="zh-CN" sz="3200" b="0" i="0" dirty="0">
                <a:solidFill>
                  <a:schemeClr val="tx1"/>
                </a:solidFill>
              </a:rPr>
              <a:t>0</a:t>
            </a:r>
          </a:p>
          <a:p>
            <a:pPr algn="just">
              <a:lnSpc>
                <a:spcPct val="150000"/>
              </a:lnSpc>
            </a:pPr>
            <a:endParaRPr lang="en-US" altLang="zh-CN" sz="3200" i="0" dirty="0">
              <a:solidFill>
                <a:schemeClr val="tx1"/>
              </a:solidFill>
            </a:endParaRPr>
          </a:p>
        </p:txBody>
      </p:sp>
      <p:sp>
        <p:nvSpPr>
          <p:cNvPr id="27" name="AutoShape 6"/>
          <p:cNvSpPr>
            <a:spLocks/>
          </p:cNvSpPr>
          <p:nvPr/>
        </p:nvSpPr>
        <p:spPr bwMode="auto">
          <a:xfrm>
            <a:off x="2999656" y="4341416"/>
            <a:ext cx="417512" cy="1333500"/>
          </a:xfrm>
          <a:prstGeom prst="leftBrace">
            <a:avLst>
              <a:gd name="adj1" fmla="val 26616"/>
              <a:gd name="adj2" fmla="val 50000"/>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8" name="Text Box 9"/>
          <p:cNvSpPr txBox="1">
            <a:spLocks noChangeArrowheads="1"/>
          </p:cNvSpPr>
          <p:nvPr/>
        </p:nvSpPr>
        <p:spPr bwMode="auto">
          <a:xfrm>
            <a:off x="1055440" y="4681923"/>
            <a:ext cx="1800200" cy="6524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just">
              <a:spcBef>
                <a:spcPct val="20000"/>
              </a:spcBef>
              <a:buClr>
                <a:schemeClr val="accent1"/>
              </a:buClr>
              <a:buSzPct val="75000"/>
              <a:buFont typeface="Monotype Sorts" pitchFamily="2" charset="2"/>
              <a:buChar char="•"/>
              <a:defRPr kumimoji="1" sz="2400">
                <a:solidFill>
                  <a:schemeClr val="tx1"/>
                </a:solidFill>
                <a:latin typeface="Impact" panose="020B0806030902050204" pitchFamily="34" charset="0"/>
                <a:ea typeface="宋体" panose="02010600030101010101" pitchFamily="2" charset="-122"/>
              </a:defRPr>
            </a:lvl1pPr>
            <a:lvl2pPr marL="742950" indent="-285750">
              <a:spcBef>
                <a:spcPct val="20000"/>
              </a:spcBef>
              <a:buClr>
                <a:schemeClr val="accent2"/>
              </a:buClr>
              <a:buChar char="•"/>
              <a:defRPr kumimoji="1" sz="2000">
                <a:solidFill>
                  <a:schemeClr val="tx1"/>
                </a:solidFill>
                <a:latin typeface="Impact" panose="020B0806030902050204" pitchFamily="34" charset="0"/>
                <a:ea typeface="宋体" panose="02010600030101010101" pitchFamily="2" charset="-122"/>
              </a:defRPr>
            </a:lvl2pPr>
            <a:lvl3pPr marL="1143000" indent="-228600">
              <a:spcBef>
                <a:spcPct val="20000"/>
              </a:spcBef>
              <a:buChar char="–"/>
              <a:defRPr kumimoji="1" sz="2400">
                <a:solidFill>
                  <a:schemeClr val="tx1"/>
                </a:solidFill>
                <a:latin typeface="Impact" panose="020B0806030902050204" pitchFamily="34" charset="0"/>
                <a:ea typeface="宋体" panose="02010600030101010101" pitchFamily="2" charset="-122"/>
              </a:defRPr>
            </a:lvl3pPr>
            <a:lvl4pPr marL="1600200" indent="-228600">
              <a:spcBef>
                <a:spcPct val="20000"/>
              </a:spcBef>
              <a:buChar char="–"/>
              <a:defRPr kumimoji="1" sz="2000">
                <a:solidFill>
                  <a:schemeClr val="tx1"/>
                </a:solidFill>
                <a:latin typeface="Impact" panose="020B0806030902050204" pitchFamily="34" charset="0"/>
                <a:ea typeface="宋体" panose="02010600030101010101" pitchFamily="2" charset="-122"/>
              </a:defRPr>
            </a:lvl4pPr>
            <a:lvl5pPr marL="2057400" indent="-228600">
              <a:spcBef>
                <a:spcPct val="20000"/>
              </a:spcBef>
              <a:buChar char="»"/>
              <a:defRPr kumimoji="1" sz="2000">
                <a:solidFill>
                  <a:schemeClr val="tx1"/>
                </a:solidFill>
                <a:latin typeface="Impact" panose="020B0806030902050204" pitchFamily="34"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9pPr>
          </a:lstStyle>
          <a:p>
            <a:pPr>
              <a:lnSpc>
                <a:spcPct val="130000"/>
              </a:lnSpc>
              <a:buNone/>
            </a:pPr>
            <a:r>
              <a:rPr kumimoji="0" lang="zh-CN" altLang="en-US" sz="2800" i="0" dirty="0">
                <a:solidFill>
                  <a:srgbClr val="FF0000"/>
                </a:solidFill>
                <a:latin typeface="微软雅黑" panose="020B0503020204020204" pitchFamily="34" charset="-122"/>
                <a:ea typeface="微软雅黑" panose="020B0503020204020204" pitchFamily="34" charset="-122"/>
              </a:rPr>
              <a:t>三矩式：</a:t>
            </a:r>
          </a:p>
        </p:txBody>
      </p:sp>
      <p:sp>
        <p:nvSpPr>
          <p:cNvPr id="29" name="Text Box 11"/>
          <p:cNvSpPr txBox="1">
            <a:spLocks noChangeArrowheads="1"/>
          </p:cNvSpPr>
          <p:nvPr/>
        </p:nvSpPr>
        <p:spPr bwMode="auto">
          <a:xfrm>
            <a:off x="6307522" y="2233013"/>
            <a:ext cx="3384376" cy="11580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30000"/>
              </a:lnSpc>
            </a:pPr>
            <a:r>
              <a:rPr kumimoji="1" lang="zh-CN" altLang="en-US" sz="2800" i="0" dirty="0">
                <a:solidFill>
                  <a:schemeClr val="tx1"/>
                </a:solidFill>
                <a:latin typeface="微软雅黑" panose="020B0503020204020204" pitchFamily="34" charset="-122"/>
                <a:ea typeface="微软雅黑" panose="020B0503020204020204" pitchFamily="34" charset="-122"/>
              </a:rPr>
              <a:t>两个取矩点连线，不得与投影轴垂直。</a:t>
            </a:r>
            <a:r>
              <a:rPr kumimoji="1" lang="zh-CN" altLang="en-US" sz="2800" i="0" dirty="0">
                <a:latin typeface="微软雅黑" panose="020B0503020204020204" pitchFamily="34" charset="-122"/>
                <a:ea typeface="微软雅黑" panose="020B0503020204020204" pitchFamily="34" charset="-122"/>
              </a:rPr>
              <a:t> </a:t>
            </a:r>
          </a:p>
        </p:txBody>
      </p:sp>
      <p:sp>
        <p:nvSpPr>
          <p:cNvPr id="30" name="Text Box 11"/>
          <p:cNvSpPr txBox="1">
            <a:spLocks noChangeArrowheads="1"/>
          </p:cNvSpPr>
          <p:nvPr/>
        </p:nvSpPr>
        <p:spPr bwMode="auto">
          <a:xfrm>
            <a:off x="6307522" y="4653838"/>
            <a:ext cx="4036950" cy="5979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30000"/>
              </a:lnSpc>
            </a:pPr>
            <a:r>
              <a:rPr kumimoji="1" lang="zh-CN" altLang="en-US" sz="2800" i="0" dirty="0">
                <a:solidFill>
                  <a:schemeClr val="tx1"/>
                </a:solidFill>
                <a:latin typeface="微软雅黑" panose="020B0503020204020204" pitchFamily="34" charset="-122"/>
                <a:ea typeface="微软雅黑" panose="020B0503020204020204" pitchFamily="34" charset="-122"/>
              </a:rPr>
              <a:t>三个取矩点，不得共线。</a:t>
            </a:r>
            <a:r>
              <a:rPr kumimoji="1" lang="zh-CN" altLang="en-US" sz="2800" i="0" dirty="0">
                <a:latin typeface="微软雅黑" panose="020B0503020204020204" pitchFamily="34" charset="-122"/>
                <a:ea typeface="微软雅黑" panose="020B0503020204020204" pitchFamily="34" charset="-122"/>
              </a:rPr>
              <a:t> </a:t>
            </a:r>
          </a:p>
        </p:txBody>
      </p:sp>
    </p:spTree>
    <p:extLst>
      <p:ext uri="{BB962C8B-B14F-4D97-AF65-F5344CB8AC3E}">
        <p14:creationId xmlns:p14="http://schemas.microsoft.com/office/powerpoint/2010/main" val="1544925258"/>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6"/>
                                        </p:tgtEl>
                                        <p:attrNameLst>
                                          <p:attrName>style.visibility</p:attrName>
                                        </p:attrNameLst>
                                      </p:cBhvr>
                                      <p:to>
                                        <p:strVal val="visible"/>
                                      </p:to>
                                    </p:set>
                                  </p:childTnLst>
                                </p:cTn>
                              </p:par>
                            </p:childTnLst>
                          </p:cTn>
                        </p:par>
                        <p:par>
                          <p:cTn id="11" fill="hold">
                            <p:stCondLst>
                              <p:cond delay="500"/>
                            </p:stCondLst>
                            <p:childTnLst>
                              <p:par>
                                <p:cTn id="12" presetID="23" presetClass="entr" presetSubtype="288" fill="hold" grpId="0" nodeType="afterEffect">
                                  <p:stCondLst>
                                    <p:cond delay="0"/>
                                  </p:stCondLst>
                                  <p:childTnLst>
                                    <p:set>
                                      <p:cBhvr>
                                        <p:cTn id="13" dur="1" fill="hold">
                                          <p:stCondLst>
                                            <p:cond delay="0"/>
                                          </p:stCondLst>
                                        </p:cTn>
                                        <p:tgtEl>
                                          <p:spTgt spid="15"/>
                                        </p:tgtEl>
                                        <p:attrNameLst>
                                          <p:attrName>style.visibility</p:attrName>
                                        </p:attrNameLst>
                                      </p:cBhvr>
                                      <p:to>
                                        <p:strVal val="visible"/>
                                      </p:to>
                                    </p:set>
                                    <p:anim calcmode="lin" valueType="num">
                                      <p:cBhvr>
                                        <p:cTn id="14" dur="3000" fill="hold"/>
                                        <p:tgtEl>
                                          <p:spTgt spid="15"/>
                                        </p:tgtEl>
                                        <p:attrNameLst>
                                          <p:attrName>ppt_w</p:attrName>
                                        </p:attrNameLst>
                                      </p:cBhvr>
                                      <p:tavLst>
                                        <p:tav tm="0">
                                          <p:val>
                                            <p:strVal val="4/3*#ppt_w"/>
                                          </p:val>
                                        </p:tav>
                                        <p:tav tm="100000">
                                          <p:val>
                                            <p:strVal val="#ppt_w"/>
                                          </p:val>
                                        </p:tav>
                                      </p:tavLst>
                                    </p:anim>
                                    <p:anim calcmode="lin" valueType="num">
                                      <p:cBhvr>
                                        <p:cTn id="15" dur="3000" fill="hold"/>
                                        <p:tgtEl>
                                          <p:spTgt spid="15"/>
                                        </p:tgtEl>
                                        <p:attrNameLst>
                                          <p:attrName>ppt_h</p:attrName>
                                        </p:attrNameLst>
                                      </p:cBhvr>
                                      <p:tavLst>
                                        <p:tav tm="0">
                                          <p:val>
                                            <p:strVal val="4/3*#ppt_h"/>
                                          </p:val>
                                        </p:tav>
                                        <p:tav tm="100000">
                                          <p:val>
                                            <p:strVal val="#ppt_h"/>
                                          </p:val>
                                        </p:tav>
                                      </p:tavLst>
                                    </p:anim>
                                  </p:childTnLst>
                                  <p:subTnLst>
                                    <p:audio>
                                      <p:cMediaNode>
                                        <p:cTn display="0" masterRel="sameClick">
                                          <p:stCondLst>
                                            <p:cond evt="begin" delay="0">
                                              <p:tn val="12"/>
                                            </p:cond>
                                          </p:stCondLst>
                                          <p:endCondLst>
                                            <p:cond evt="onStopAudio" delay="0">
                                              <p:tgtEl>
                                                <p:sldTgt/>
                                              </p:tgtEl>
                                            </p:cond>
                                          </p:endCondLst>
                                        </p:cTn>
                                        <p:tgtEl>
                                          <p:sndTgt r:embed="rId3" name="CAMERA.WAV"/>
                                        </p:tgtEl>
                                      </p:cMediaNode>
                                    </p:audio>
                                  </p:subTnLst>
                                </p:cTn>
                              </p:par>
                            </p:childTnLst>
                          </p:cTn>
                        </p:par>
                      </p:childTnLst>
                    </p:cTn>
                  </p:par>
                  <p:par>
                    <p:cTn id="16" fill="hold">
                      <p:stCondLst>
                        <p:cond delay="indefinite"/>
                      </p:stCondLst>
                      <p:childTnLst>
                        <p:par>
                          <p:cTn id="17" fill="hold">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14">
                                            <p:txEl>
                                              <p:pRg st="0" end="0"/>
                                            </p:txEl>
                                          </p:spTgt>
                                        </p:tgtEl>
                                        <p:attrNameLst>
                                          <p:attrName>style.visibility</p:attrName>
                                        </p:attrNameLst>
                                      </p:cBhvr>
                                      <p:to>
                                        <p:strVal val="visible"/>
                                      </p:to>
                                    </p:set>
                                    <p:animEffect transition="in" filter="wipe(left)">
                                      <p:cBhvr>
                                        <p:cTn id="20" dur="500"/>
                                        <p:tgtEl>
                                          <p:spTgt spid="14">
                                            <p:txEl>
                                              <p:pRg st="0" end="0"/>
                                            </p:txEl>
                                          </p:spTgt>
                                        </p:tgtEl>
                                      </p:cBhvr>
                                    </p:animEffect>
                                  </p:childTnLst>
                                  <p:subTnLst>
                                    <p:audio>
                                      <p:cMediaNode>
                                        <p:cTn display="0" masterRel="sameClick">
                                          <p:stCondLst>
                                            <p:cond evt="begin" delay="0">
                                              <p:tn val="18"/>
                                            </p:cond>
                                          </p:stCondLst>
                                          <p:endCondLst>
                                            <p:cond evt="onStopAudio" delay="0">
                                              <p:tgtEl>
                                                <p:sldTgt/>
                                              </p:tgtEl>
                                            </p:cond>
                                          </p:endCondLst>
                                        </p:cTn>
                                        <p:tgtEl>
                                          <p:sndTgt r:embed="rId3" name="CAMERA.WAV"/>
                                        </p:tgtEl>
                                      </p:cMediaNode>
                                    </p:audio>
                                  </p:subTnLst>
                                </p:cTn>
                              </p:par>
                            </p:childTnLst>
                          </p:cTn>
                        </p:par>
                        <p:par>
                          <p:cTn id="21" fill="hold">
                            <p:stCondLst>
                              <p:cond delay="500"/>
                            </p:stCondLst>
                            <p:childTnLst>
                              <p:par>
                                <p:cTn id="22" presetID="22" presetClass="entr" presetSubtype="8" fill="hold" grpId="0" nodeType="afterEffect">
                                  <p:stCondLst>
                                    <p:cond delay="0"/>
                                  </p:stCondLst>
                                  <p:childTnLst>
                                    <p:set>
                                      <p:cBhvr>
                                        <p:cTn id="23" dur="1" fill="hold">
                                          <p:stCondLst>
                                            <p:cond delay="0"/>
                                          </p:stCondLst>
                                        </p:cTn>
                                        <p:tgtEl>
                                          <p:spTgt spid="14">
                                            <p:txEl>
                                              <p:pRg st="1" end="1"/>
                                            </p:txEl>
                                          </p:spTgt>
                                        </p:tgtEl>
                                        <p:attrNameLst>
                                          <p:attrName>style.visibility</p:attrName>
                                        </p:attrNameLst>
                                      </p:cBhvr>
                                      <p:to>
                                        <p:strVal val="visible"/>
                                      </p:to>
                                    </p:set>
                                    <p:animEffect transition="in" filter="wipe(left)">
                                      <p:cBhvr>
                                        <p:cTn id="24" dur="500"/>
                                        <p:tgtEl>
                                          <p:spTgt spid="14">
                                            <p:txEl>
                                              <p:pRg st="1" end="1"/>
                                            </p:txEl>
                                          </p:spTgt>
                                        </p:tgtEl>
                                      </p:cBhvr>
                                    </p:animEffect>
                                  </p:childTnLst>
                                  <p:subTnLst>
                                    <p:audio>
                                      <p:cMediaNode>
                                        <p:cTn display="0" masterRel="sameClick">
                                          <p:stCondLst>
                                            <p:cond evt="begin" delay="0">
                                              <p:tn val="22"/>
                                            </p:cond>
                                          </p:stCondLst>
                                          <p:endCondLst>
                                            <p:cond evt="onStopAudio" delay="0">
                                              <p:tgtEl>
                                                <p:sldTgt/>
                                              </p:tgtEl>
                                            </p:cond>
                                          </p:endCondLst>
                                        </p:cTn>
                                        <p:tgtEl>
                                          <p:sndTgt r:embed="rId3" name="CAMERA.WAV"/>
                                        </p:tgtEl>
                                      </p:cMediaNode>
                                    </p:audio>
                                  </p:subTnLst>
                                </p:cTn>
                              </p:par>
                            </p:childTnLst>
                          </p:cTn>
                        </p:par>
                        <p:par>
                          <p:cTn id="25" fill="hold">
                            <p:stCondLst>
                              <p:cond delay="1000"/>
                            </p:stCondLst>
                            <p:childTnLst>
                              <p:par>
                                <p:cTn id="26" presetID="22" presetClass="entr" presetSubtype="8" fill="hold" grpId="0" nodeType="afterEffect">
                                  <p:stCondLst>
                                    <p:cond delay="0"/>
                                  </p:stCondLst>
                                  <p:childTnLst>
                                    <p:set>
                                      <p:cBhvr>
                                        <p:cTn id="27" dur="1" fill="hold">
                                          <p:stCondLst>
                                            <p:cond delay="0"/>
                                          </p:stCondLst>
                                        </p:cTn>
                                        <p:tgtEl>
                                          <p:spTgt spid="14">
                                            <p:txEl>
                                              <p:pRg st="2" end="2"/>
                                            </p:txEl>
                                          </p:spTgt>
                                        </p:tgtEl>
                                        <p:attrNameLst>
                                          <p:attrName>style.visibility</p:attrName>
                                        </p:attrNameLst>
                                      </p:cBhvr>
                                      <p:to>
                                        <p:strVal val="visible"/>
                                      </p:to>
                                    </p:set>
                                    <p:animEffect transition="in" filter="wipe(left)">
                                      <p:cBhvr>
                                        <p:cTn id="28" dur="500"/>
                                        <p:tgtEl>
                                          <p:spTgt spid="14">
                                            <p:txEl>
                                              <p:pRg st="2" end="2"/>
                                            </p:txEl>
                                          </p:spTgt>
                                        </p:tgtEl>
                                      </p:cBhvr>
                                    </p:animEffect>
                                  </p:childTnLst>
                                  <p:subTnLst>
                                    <p:audio>
                                      <p:cMediaNode>
                                        <p:cTn display="0" masterRel="sameClick">
                                          <p:stCondLst>
                                            <p:cond evt="begin" delay="0">
                                              <p:tn val="26"/>
                                            </p:cond>
                                          </p:stCondLst>
                                          <p:endCondLst>
                                            <p:cond evt="onStopAudio" delay="0">
                                              <p:tgtEl>
                                                <p:sldTgt/>
                                              </p:tgtEl>
                                            </p:cond>
                                          </p:endCondLst>
                                        </p:cTn>
                                        <p:tgtEl>
                                          <p:sndTgt r:embed="rId3" name="CAMERA.WAV"/>
                                        </p:tgtEl>
                                      </p:cMediaNode>
                                    </p:audio>
                                  </p:sub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iterate type="lt">
                                    <p:tmPct val="30000"/>
                                  </p:iterate>
                                  <p:childTnLst>
                                    <p:set>
                                      <p:cBhvr>
                                        <p:cTn id="32" dur="1" fill="hold">
                                          <p:stCondLst>
                                            <p:cond delay="0"/>
                                          </p:stCondLst>
                                        </p:cTn>
                                        <p:tgtEl>
                                          <p:spTgt spid="29"/>
                                        </p:tgtEl>
                                        <p:attrNameLst>
                                          <p:attrName>style.visibility</p:attrName>
                                        </p:attrNameLst>
                                      </p:cBhvr>
                                      <p:to>
                                        <p:strVal val="visible"/>
                                      </p:to>
                                    </p:set>
                                    <p:animEffect transition="in" filter="wipe(left)">
                                      <p:cBhvr>
                                        <p:cTn id="33" dur="500"/>
                                        <p:tgtEl>
                                          <p:spTgt spid="29"/>
                                        </p:tgtEl>
                                      </p:cBhvr>
                                    </p:animEffect>
                                  </p:childTnLst>
                                  <p:subTnLst>
                                    <p:audio>
                                      <p:cMediaNode>
                                        <p:cTn display="0" masterRel="sameClick">
                                          <p:stCondLst>
                                            <p:cond evt="begin" delay="0">
                                              <p:tn val="31"/>
                                            </p:cond>
                                          </p:stCondLst>
                                          <p:endCondLst>
                                            <p:cond evt="onStopAudio" delay="0">
                                              <p:tgtEl>
                                                <p:sldTgt/>
                                              </p:tgtEl>
                                            </p:cond>
                                          </p:endCondLst>
                                        </p:cTn>
                                        <p:tgtEl>
                                          <p:sndTgt r:embed="rId3" name="CAMERA.WAV"/>
                                        </p:tgtEl>
                                      </p:cMediaNode>
                                    </p:audio>
                                  </p:subTnLst>
                                </p:cTn>
                              </p:par>
                            </p:childTnLst>
                          </p:cTn>
                        </p:par>
                      </p:childTnLst>
                    </p:cTn>
                  </p:par>
                  <p:par>
                    <p:cTn id="34" fill="hold">
                      <p:stCondLst>
                        <p:cond delay="indefinite"/>
                      </p:stCondLst>
                      <p:childTnLst>
                        <p:par>
                          <p:cTn id="35" fill="hold">
                            <p:stCondLst>
                              <p:cond delay="0"/>
                            </p:stCondLst>
                            <p:childTnLst>
                              <p:par>
                                <p:cTn id="36" presetID="1" presetClass="entr" presetSubtype="0" fill="hold" grpId="0" nodeType="clickEffect">
                                  <p:stCondLst>
                                    <p:cond delay="0"/>
                                  </p:stCondLst>
                                  <p:childTnLst>
                                    <p:set>
                                      <p:cBhvr>
                                        <p:cTn id="37" dur="1" fill="hold">
                                          <p:stCondLst>
                                            <p:cond delay="499"/>
                                          </p:stCondLst>
                                        </p:cTn>
                                        <p:tgtEl>
                                          <p:spTgt spid="28"/>
                                        </p:tgtEl>
                                        <p:attrNameLst>
                                          <p:attrName>style.visibility</p:attrName>
                                        </p:attrNameLst>
                                      </p:cBhvr>
                                      <p:to>
                                        <p:strVal val="visible"/>
                                      </p:to>
                                    </p:set>
                                  </p:childTnLst>
                                </p:cTn>
                              </p:par>
                            </p:childTnLst>
                          </p:cTn>
                        </p:par>
                        <p:par>
                          <p:cTn id="38" fill="hold">
                            <p:stCondLst>
                              <p:cond delay="500"/>
                            </p:stCondLst>
                            <p:childTnLst>
                              <p:par>
                                <p:cTn id="39" presetID="23" presetClass="entr" presetSubtype="288" fill="hold" grpId="0" nodeType="afterEffect">
                                  <p:stCondLst>
                                    <p:cond delay="0"/>
                                  </p:stCondLst>
                                  <p:childTnLst>
                                    <p:set>
                                      <p:cBhvr>
                                        <p:cTn id="40" dur="1" fill="hold">
                                          <p:stCondLst>
                                            <p:cond delay="0"/>
                                          </p:stCondLst>
                                        </p:cTn>
                                        <p:tgtEl>
                                          <p:spTgt spid="27"/>
                                        </p:tgtEl>
                                        <p:attrNameLst>
                                          <p:attrName>style.visibility</p:attrName>
                                        </p:attrNameLst>
                                      </p:cBhvr>
                                      <p:to>
                                        <p:strVal val="visible"/>
                                      </p:to>
                                    </p:set>
                                    <p:anim calcmode="lin" valueType="num">
                                      <p:cBhvr>
                                        <p:cTn id="41" dur="3000" fill="hold"/>
                                        <p:tgtEl>
                                          <p:spTgt spid="27"/>
                                        </p:tgtEl>
                                        <p:attrNameLst>
                                          <p:attrName>ppt_w</p:attrName>
                                        </p:attrNameLst>
                                      </p:cBhvr>
                                      <p:tavLst>
                                        <p:tav tm="0">
                                          <p:val>
                                            <p:strVal val="4/3*#ppt_w"/>
                                          </p:val>
                                        </p:tav>
                                        <p:tav tm="100000">
                                          <p:val>
                                            <p:strVal val="#ppt_w"/>
                                          </p:val>
                                        </p:tav>
                                      </p:tavLst>
                                    </p:anim>
                                    <p:anim calcmode="lin" valueType="num">
                                      <p:cBhvr>
                                        <p:cTn id="42" dur="3000" fill="hold"/>
                                        <p:tgtEl>
                                          <p:spTgt spid="27"/>
                                        </p:tgtEl>
                                        <p:attrNameLst>
                                          <p:attrName>ppt_h</p:attrName>
                                        </p:attrNameLst>
                                      </p:cBhvr>
                                      <p:tavLst>
                                        <p:tav tm="0">
                                          <p:val>
                                            <p:strVal val="4/3*#ppt_h"/>
                                          </p:val>
                                        </p:tav>
                                        <p:tav tm="100000">
                                          <p:val>
                                            <p:strVal val="#ppt_h"/>
                                          </p:val>
                                        </p:tav>
                                      </p:tavLst>
                                    </p:anim>
                                  </p:childTnLst>
                                  <p:subTnLst>
                                    <p:audio>
                                      <p:cMediaNode>
                                        <p:cTn display="0" masterRel="sameClick">
                                          <p:stCondLst>
                                            <p:cond evt="begin" delay="0">
                                              <p:tn val="39"/>
                                            </p:cond>
                                          </p:stCondLst>
                                          <p:endCondLst>
                                            <p:cond evt="onStopAudio" delay="0">
                                              <p:tgtEl>
                                                <p:sldTgt/>
                                              </p:tgtEl>
                                            </p:cond>
                                          </p:endCondLst>
                                        </p:cTn>
                                        <p:tgtEl>
                                          <p:sndTgt r:embed="rId3" name="CAMERA.WAV"/>
                                        </p:tgtEl>
                                      </p:cMediaNode>
                                    </p:audio>
                                  </p:sub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17">
                                            <p:txEl>
                                              <p:pRg st="0" end="0"/>
                                            </p:txEl>
                                          </p:spTgt>
                                        </p:tgtEl>
                                        <p:attrNameLst>
                                          <p:attrName>style.visibility</p:attrName>
                                        </p:attrNameLst>
                                      </p:cBhvr>
                                      <p:to>
                                        <p:strVal val="visible"/>
                                      </p:to>
                                    </p:set>
                                    <p:animEffect transition="in" filter="wipe(left)">
                                      <p:cBhvr>
                                        <p:cTn id="47" dur="500"/>
                                        <p:tgtEl>
                                          <p:spTgt spid="17">
                                            <p:txEl>
                                              <p:pRg st="0" end="0"/>
                                            </p:txEl>
                                          </p:spTgt>
                                        </p:tgtEl>
                                      </p:cBhvr>
                                    </p:animEffect>
                                  </p:childTnLst>
                                  <p:subTnLst>
                                    <p:audio>
                                      <p:cMediaNode>
                                        <p:cTn display="0" masterRel="sameClick">
                                          <p:stCondLst>
                                            <p:cond evt="begin" delay="0">
                                              <p:tn val="45"/>
                                            </p:cond>
                                          </p:stCondLst>
                                          <p:endCondLst>
                                            <p:cond evt="onStopAudio" delay="0">
                                              <p:tgtEl>
                                                <p:sldTgt/>
                                              </p:tgtEl>
                                            </p:cond>
                                          </p:endCondLst>
                                        </p:cTn>
                                        <p:tgtEl>
                                          <p:sndTgt r:embed="rId3" name="CAMERA.WAV"/>
                                        </p:tgtEl>
                                      </p:cMediaNode>
                                    </p:audio>
                                  </p:subTnLst>
                                </p:cTn>
                              </p:par>
                            </p:childTnLst>
                          </p:cTn>
                        </p:par>
                        <p:par>
                          <p:cTn id="48" fill="hold">
                            <p:stCondLst>
                              <p:cond delay="500"/>
                            </p:stCondLst>
                            <p:childTnLst>
                              <p:par>
                                <p:cTn id="49" presetID="22" presetClass="entr" presetSubtype="8" fill="hold" grpId="0" nodeType="afterEffect">
                                  <p:stCondLst>
                                    <p:cond delay="0"/>
                                  </p:stCondLst>
                                  <p:childTnLst>
                                    <p:set>
                                      <p:cBhvr>
                                        <p:cTn id="50" dur="1" fill="hold">
                                          <p:stCondLst>
                                            <p:cond delay="0"/>
                                          </p:stCondLst>
                                        </p:cTn>
                                        <p:tgtEl>
                                          <p:spTgt spid="17">
                                            <p:txEl>
                                              <p:pRg st="1" end="1"/>
                                            </p:txEl>
                                          </p:spTgt>
                                        </p:tgtEl>
                                        <p:attrNameLst>
                                          <p:attrName>style.visibility</p:attrName>
                                        </p:attrNameLst>
                                      </p:cBhvr>
                                      <p:to>
                                        <p:strVal val="visible"/>
                                      </p:to>
                                    </p:set>
                                    <p:animEffect transition="in" filter="wipe(left)">
                                      <p:cBhvr>
                                        <p:cTn id="51" dur="500"/>
                                        <p:tgtEl>
                                          <p:spTgt spid="17">
                                            <p:txEl>
                                              <p:pRg st="1" end="1"/>
                                            </p:txEl>
                                          </p:spTgt>
                                        </p:tgtEl>
                                      </p:cBhvr>
                                    </p:animEffect>
                                  </p:childTnLst>
                                  <p:subTnLst>
                                    <p:audio>
                                      <p:cMediaNode>
                                        <p:cTn display="0" masterRel="sameClick">
                                          <p:stCondLst>
                                            <p:cond evt="begin" delay="0">
                                              <p:tn val="49"/>
                                            </p:cond>
                                          </p:stCondLst>
                                          <p:endCondLst>
                                            <p:cond evt="onStopAudio" delay="0">
                                              <p:tgtEl>
                                                <p:sldTgt/>
                                              </p:tgtEl>
                                            </p:cond>
                                          </p:endCondLst>
                                        </p:cTn>
                                        <p:tgtEl>
                                          <p:sndTgt r:embed="rId3" name="CAMERA.WAV"/>
                                        </p:tgtEl>
                                      </p:cMediaNode>
                                    </p:audio>
                                  </p:subTnLst>
                                </p:cTn>
                              </p:par>
                            </p:childTnLst>
                          </p:cTn>
                        </p:par>
                        <p:par>
                          <p:cTn id="52" fill="hold">
                            <p:stCondLst>
                              <p:cond delay="1000"/>
                            </p:stCondLst>
                            <p:childTnLst>
                              <p:par>
                                <p:cTn id="53" presetID="22" presetClass="entr" presetSubtype="8" fill="hold" grpId="0" nodeType="afterEffect">
                                  <p:stCondLst>
                                    <p:cond delay="600"/>
                                  </p:stCondLst>
                                  <p:childTnLst>
                                    <p:set>
                                      <p:cBhvr>
                                        <p:cTn id="54" dur="1" fill="hold">
                                          <p:stCondLst>
                                            <p:cond delay="0"/>
                                          </p:stCondLst>
                                        </p:cTn>
                                        <p:tgtEl>
                                          <p:spTgt spid="17">
                                            <p:txEl>
                                              <p:pRg st="2" end="2"/>
                                            </p:txEl>
                                          </p:spTgt>
                                        </p:tgtEl>
                                        <p:attrNameLst>
                                          <p:attrName>style.visibility</p:attrName>
                                        </p:attrNameLst>
                                      </p:cBhvr>
                                      <p:to>
                                        <p:strVal val="visible"/>
                                      </p:to>
                                    </p:set>
                                    <p:animEffect transition="in" filter="wipe(left)">
                                      <p:cBhvr>
                                        <p:cTn id="55" dur="500"/>
                                        <p:tgtEl>
                                          <p:spTgt spid="17">
                                            <p:txEl>
                                              <p:pRg st="2" end="2"/>
                                            </p:txEl>
                                          </p:spTgt>
                                        </p:tgtEl>
                                      </p:cBhvr>
                                    </p:animEffect>
                                  </p:childTnLst>
                                  <p:subTnLst>
                                    <p:audio>
                                      <p:cMediaNode>
                                        <p:cTn display="0" masterRel="sameClick">
                                          <p:stCondLst>
                                            <p:cond evt="begin" delay="0">
                                              <p:tn val="53"/>
                                            </p:cond>
                                          </p:stCondLst>
                                          <p:endCondLst>
                                            <p:cond evt="onStopAudio" delay="0">
                                              <p:tgtEl>
                                                <p:sldTgt/>
                                              </p:tgtEl>
                                            </p:cond>
                                          </p:endCondLst>
                                        </p:cTn>
                                        <p:tgtEl>
                                          <p:sndTgt r:embed="rId3" name="CAMERA.WAV"/>
                                        </p:tgtEl>
                                      </p:cMediaNode>
                                    </p:audio>
                                  </p:subTnLst>
                                </p:cTn>
                              </p:par>
                            </p:childTnLst>
                          </p:cTn>
                        </p:par>
                      </p:childTnLst>
                    </p:cTn>
                  </p:par>
                  <p:par>
                    <p:cTn id="56" fill="hold">
                      <p:stCondLst>
                        <p:cond delay="indefinite"/>
                      </p:stCondLst>
                      <p:childTnLst>
                        <p:par>
                          <p:cTn id="57" fill="hold">
                            <p:stCondLst>
                              <p:cond delay="0"/>
                            </p:stCondLst>
                            <p:childTnLst>
                              <p:par>
                                <p:cTn id="58" presetID="22" presetClass="entr" presetSubtype="8" fill="hold" grpId="0" nodeType="clickEffect">
                                  <p:stCondLst>
                                    <p:cond delay="0"/>
                                  </p:stCondLst>
                                  <p:iterate type="lt">
                                    <p:tmPct val="30000"/>
                                  </p:iterate>
                                  <p:childTnLst>
                                    <p:set>
                                      <p:cBhvr>
                                        <p:cTn id="59" dur="1" fill="hold">
                                          <p:stCondLst>
                                            <p:cond delay="0"/>
                                          </p:stCondLst>
                                        </p:cTn>
                                        <p:tgtEl>
                                          <p:spTgt spid="30"/>
                                        </p:tgtEl>
                                        <p:attrNameLst>
                                          <p:attrName>style.visibility</p:attrName>
                                        </p:attrNameLst>
                                      </p:cBhvr>
                                      <p:to>
                                        <p:strVal val="visible"/>
                                      </p:to>
                                    </p:set>
                                    <p:animEffect transition="in" filter="wipe(left)">
                                      <p:cBhvr>
                                        <p:cTn id="60" dur="500"/>
                                        <p:tgtEl>
                                          <p:spTgt spid="30"/>
                                        </p:tgtEl>
                                      </p:cBhvr>
                                    </p:animEffect>
                                  </p:childTnLst>
                                  <p:subTnLst>
                                    <p:audio>
                                      <p:cMediaNode>
                                        <p:cTn display="0" masterRel="sameClick">
                                          <p:stCondLst>
                                            <p:cond evt="begin" delay="0">
                                              <p:tn val="58"/>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utoUpdateAnimBg="0"/>
      <p:bldP spid="14" grpId="0" uiExpand="1" build="p" autoUpdateAnimBg="0" advAuto="300"/>
      <p:bldP spid="15" grpId="0" animBg="1"/>
      <p:bldP spid="16" grpId="0" autoUpdateAnimBg="0"/>
      <p:bldP spid="17" grpId="0" uiExpand="1" build="p" autoUpdateAnimBg="0" advAuto="300"/>
      <p:bldP spid="27" grpId="0" animBg="1"/>
      <p:bldP spid="28" grpId="0" autoUpdateAnimBg="0"/>
      <p:bldP spid="29" grpId="0" autoUpdateAnimBg="0"/>
      <p:bldP spid="30" grpId="0" autoUpdateAnimBg="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164442" y="91693"/>
            <a:ext cx="5546711" cy="615553"/>
          </a:xfrm>
          <a:prstGeom prst="rect">
            <a:avLst/>
          </a:prstGeom>
        </p:spPr>
        <p:txBody>
          <a:bodyPr wrap="none">
            <a:spAutoFit/>
          </a:bodyPr>
          <a:lstStyle/>
          <a:p>
            <a:pPr>
              <a:defRPr/>
            </a:pPr>
            <a:r>
              <a:rPr kumimoji="1" lang="zh-CN" altLang="en-US" sz="3400" i="0" dirty="0">
                <a:solidFill>
                  <a:srgbClr val="FFFFFF"/>
                </a:solidFill>
                <a:latin typeface="微软雅黑" panose="020B0503020204020204" pitchFamily="34" charset="-122"/>
                <a:ea typeface="微软雅黑" panose="020B0503020204020204" pitchFamily="34" charset="-122"/>
              </a:rPr>
              <a:t>第二章</a:t>
            </a:r>
            <a:r>
              <a:rPr kumimoji="1" lang="en-US" altLang="zh-CN" sz="3400" i="0" dirty="0">
                <a:solidFill>
                  <a:srgbClr val="FFFFFF"/>
                </a:solidFill>
                <a:latin typeface="微软雅黑" panose="020B0503020204020204" pitchFamily="34" charset="-122"/>
                <a:ea typeface="微软雅黑" panose="020B0503020204020204" pitchFamily="34" charset="-122"/>
              </a:rPr>
              <a:t> </a:t>
            </a:r>
            <a:r>
              <a:rPr kumimoji="1" lang="zh-CN" altLang="en-US" sz="3400" i="0" dirty="0">
                <a:solidFill>
                  <a:srgbClr val="FFFFFF"/>
                </a:solidFill>
                <a:latin typeface="微软雅黑" panose="020B0503020204020204" pitchFamily="34" charset="-122"/>
                <a:ea typeface="微软雅黑" panose="020B0503020204020204" pitchFamily="34" charset="-122"/>
              </a:rPr>
              <a:t>平面问题的受力分析</a:t>
            </a:r>
          </a:p>
        </p:txBody>
      </p:sp>
      <p:sp>
        <p:nvSpPr>
          <p:cNvPr id="6" name="Text Box 9"/>
          <p:cNvSpPr txBox="1">
            <a:spLocks noChangeArrowheads="1"/>
          </p:cNvSpPr>
          <p:nvPr/>
        </p:nvSpPr>
        <p:spPr bwMode="auto">
          <a:xfrm>
            <a:off x="1055440" y="1700808"/>
            <a:ext cx="10081120" cy="40995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just">
              <a:spcBef>
                <a:spcPct val="20000"/>
              </a:spcBef>
              <a:buClr>
                <a:schemeClr val="accent1"/>
              </a:buClr>
              <a:buSzPct val="75000"/>
              <a:buFont typeface="Monotype Sorts" pitchFamily="2" charset="2"/>
              <a:buChar char="•"/>
              <a:defRPr kumimoji="1" sz="2400">
                <a:solidFill>
                  <a:schemeClr val="tx1"/>
                </a:solidFill>
                <a:latin typeface="Impact" panose="020B0806030902050204" pitchFamily="34" charset="0"/>
                <a:ea typeface="宋体" panose="02010600030101010101" pitchFamily="2" charset="-122"/>
              </a:defRPr>
            </a:lvl1pPr>
            <a:lvl2pPr marL="742950" indent="-285750">
              <a:spcBef>
                <a:spcPct val="20000"/>
              </a:spcBef>
              <a:buClr>
                <a:schemeClr val="accent2"/>
              </a:buClr>
              <a:buChar char="•"/>
              <a:defRPr kumimoji="1" sz="2000">
                <a:solidFill>
                  <a:schemeClr val="tx1"/>
                </a:solidFill>
                <a:latin typeface="Impact" panose="020B0806030902050204" pitchFamily="34" charset="0"/>
                <a:ea typeface="宋体" panose="02010600030101010101" pitchFamily="2" charset="-122"/>
              </a:defRPr>
            </a:lvl2pPr>
            <a:lvl3pPr marL="1143000" indent="-228600">
              <a:spcBef>
                <a:spcPct val="20000"/>
              </a:spcBef>
              <a:buChar char="–"/>
              <a:defRPr kumimoji="1" sz="2400">
                <a:solidFill>
                  <a:schemeClr val="tx1"/>
                </a:solidFill>
                <a:latin typeface="Impact" panose="020B0806030902050204" pitchFamily="34" charset="0"/>
                <a:ea typeface="宋体" panose="02010600030101010101" pitchFamily="2" charset="-122"/>
              </a:defRPr>
            </a:lvl3pPr>
            <a:lvl4pPr marL="1600200" indent="-228600">
              <a:spcBef>
                <a:spcPct val="20000"/>
              </a:spcBef>
              <a:buChar char="–"/>
              <a:defRPr kumimoji="1" sz="2000">
                <a:solidFill>
                  <a:schemeClr val="tx1"/>
                </a:solidFill>
                <a:latin typeface="Impact" panose="020B0806030902050204" pitchFamily="34" charset="0"/>
                <a:ea typeface="宋体" panose="02010600030101010101" pitchFamily="2" charset="-122"/>
              </a:defRPr>
            </a:lvl4pPr>
            <a:lvl5pPr marL="2057400" indent="-228600">
              <a:spcBef>
                <a:spcPct val="20000"/>
              </a:spcBef>
              <a:buChar char="»"/>
              <a:defRPr kumimoji="1" sz="2000">
                <a:solidFill>
                  <a:schemeClr val="tx1"/>
                </a:solidFill>
                <a:latin typeface="Impact" panose="020B0806030902050204" pitchFamily="34"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9pPr>
          </a:lstStyle>
          <a:p>
            <a:pPr algn="l">
              <a:lnSpc>
                <a:spcPct val="130000"/>
              </a:lnSpc>
              <a:buNone/>
            </a:pPr>
            <a:r>
              <a:rPr lang="en-US" altLang="zh-CN" sz="2800" i="0" dirty="0">
                <a:latin typeface="+mj-lt"/>
              </a:rPr>
              <a:t>1</a:t>
            </a:r>
            <a:r>
              <a:rPr lang="zh-CN" altLang="en-US" sz="2800" i="0" dirty="0">
                <a:latin typeface="+mj-lt"/>
              </a:rPr>
              <a:t>）</a:t>
            </a:r>
            <a:r>
              <a:rPr kumimoji="0" lang="zh-CN" altLang="en-US" sz="2800" i="0" dirty="0">
                <a:solidFill>
                  <a:srgbClr val="FF0000"/>
                </a:solidFill>
                <a:latin typeface="微软雅黑" panose="020B0503020204020204" pitchFamily="34" charset="-122"/>
                <a:ea typeface="微软雅黑" panose="020B0503020204020204" pitchFamily="34" charset="-122"/>
              </a:rPr>
              <a:t>确定研究对象，画出受力图。</a:t>
            </a:r>
            <a:r>
              <a:rPr lang="zh-CN" altLang="en-US" sz="2800" i="0" dirty="0">
                <a:latin typeface="微软雅黑" panose="020B0503020204020204" pitchFamily="34" charset="-122"/>
                <a:ea typeface="微软雅黑" panose="020B0503020204020204" pitchFamily="34" charset="-122"/>
              </a:rPr>
              <a:t>应取有已知力和未知力作用的物体，画出其分离体的受力图。</a:t>
            </a:r>
          </a:p>
          <a:p>
            <a:pPr algn="l">
              <a:lnSpc>
                <a:spcPct val="130000"/>
              </a:lnSpc>
              <a:buNone/>
            </a:pPr>
            <a:r>
              <a:rPr lang="en-US" altLang="zh-CN" sz="2800" i="0" dirty="0">
                <a:latin typeface="+mn-lt"/>
              </a:rPr>
              <a:t>2</a:t>
            </a:r>
            <a:r>
              <a:rPr lang="zh-CN" altLang="en-US" sz="2800" i="0" dirty="0">
                <a:latin typeface="+mn-lt"/>
              </a:rPr>
              <a:t>）</a:t>
            </a:r>
            <a:r>
              <a:rPr kumimoji="0" lang="zh-CN" altLang="en-US" sz="2800" i="0" dirty="0">
                <a:solidFill>
                  <a:srgbClr val="FF0000"/>
                </a:solidFill>
                <a:latin typeface="微软雅黑" panose="020B0503020204020204" pitchFamily="34" charset="-122"/>
                <a:ea typeface="微软雅黑" panose="020B0503020204020204" pitchFamily="34" charset="-122"/>
              </a:rPr>
              <a:t>列平衡方程并求解。</a:t>
            </a:r>
            <a:r>
              <a:rPr lang="zh-CN" altLang="en-US" sz="2800" i="0" dirty="0">
                <a:latin typeface="微软雅黑" panose="020B0503020204020204" pitchFamily="34" charset="-122"/>
                <a:ea typeface="微软雅黑" panose="020B0503020204020204" pitchFamily="34" charset="-122"/>
              </a:rPr>
              <a:t>适当选取坐标轴和矩心。若受力图上有两个未知力相互平行，可选垂直于此二力的坐标轴，列出投影方程。如不存在两未知力相互平行，则可选任意两未知力的交点为矩心列出力矩方程，先行求解。一般水平和垂直的坐标轴可以不画，但倾斜则必须画出。</a:t>
            </a:r>
          </a:p>
        </p:txBody>
      </p:sp>
      <p:sp>
        <p:nvSpPr>
          <p:cNvPr id="18" name="矩形 17"/>
          <p:cNvSpPr/>
          <p:nvPr/>
        </p:nvSpPr>
        <p:spPr>
          <a:xfrm>
            <a:off x="3226930" y="934319"/>
            <a:ext cx="5955476" cy="646331"/>
          </a:xfrm>
          <a:prstGeom prst="rect">
            <a:avLst/>
          </a:prstGeom>
        </p:spPr>
        <p:txBody>
          <a:bodyPr wrap="none">
            <a:spAutoFit/>
          </a:bodyPr>
          <a:lstStyle/>
          <a:p>
            <a:pPr>
              <a:lnSpc>
                <a:spcPct val="120000"/>
              </a:lnSpc>
            </a:pPr>
            <a:r>
              <a:rPr lang="zh-CN" altLang="en-US" sz="3000" i="0" dirty="0">
                <a:solidFill>
                  <a:srgbClr val="4F81BD"/>
                </a:solidFill>
                <a:latin typeface="微软雅黑" panose="020B0503020204020204" pitchFamily="34" charset="-122"/>
                <a:ea typeface="微软雅黑" panose="020B0503020204020204" pitchFamily="34" charset="-122"/>
              </a:rPr>
              <a:t>平面任意力系平衡方程的解题步骤</a:t>
            </a:r>
          </a:p>
        </p:txBody>
      </p:sp>
    </p:spTree>
    <p:extLst>
      <p:ext uri="{BB962C8B-B14F-4D97-AF65-F5344CB8AC3E}">
        <p14:creationId xmlns:p14="http://schemas.microsoft.com/office/powerpoint/2010/main" val="106859048"/>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utoUpdateAnimBg="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164442" y="91693"/>
            <a:ext cx="5546711" cy="615553"/>
          </a:xfrm>
          <a:prstGeom prst="rect">
            <a:avLst/>
          </a:prstGeom>
        </p:spPr>
        <p:txBody>
          <a:bodyPr wrap="none">
            <a:spAutoFit/>
          </a:bodyPr>
          <a:lstStyle/>
          <a:p>
            <a:pPr>
              <a:defRPr/>
            </a:pPr>
            <a:r>
              <a:rPr kumimoji="1" lang="zh-CN" altLang="en-US" sz="3400" i="0" dirty="0">
                <a:solidFill>
                  <a:srgbClr val="FFFFFF"/>
                </a:solidFill>
                <a:latin typeface="微软雅黑" panose="020B0503020204020204" pitchFamily="34" charset="-122"/>
                <a:ea typeface="微软雅黑" panose="020B0503020204020204" pitchFamily="34" charset="-122"/>
              </a:rPr>
              <a:t>第二章</a:t>
            </a:r>
            <a:r>
              <a:rPr kumimoji="1" lang="en-US" altLang="zh-CN" sz="3400" i="0" dirty="0">
                <a:solidFill>
                  <a:srgbClr val="FFFFFF"/>
                </a:solidFill>
                <a:latin typeface="微软雅黑" panose="020B0503020204020204" pitchFamily="34" charset="-122"/>
                <a:ea typeface="微软雅黑" panose="020B0503020204020204" pitchFamily="34" charset="-122"/>
              </a:rPr>
              <a:t> </a:t>
            </a:r>
            <a:r>
              <a:rPr kumimoji="1" lang="zh-CN" altLang="en-US" sz="3400" i="0" dirty="0">
                <a:solidFill>
                  <a:srgbClr val="FFFFFF"/>
                </a:solidFill>
                <a:latin typeface="微软雅黑" panose="020B0503020204020204" pitchFamily="34" charset="-122"/>
                <a:ea typeface="微软雅黑" panose="020B0503020204020204" pitchFamily="34" charset="-122"/>
              </a:rPr>
              <a:t>平面问题的受力分析</a:t>
            </a:r>
          </a:p>
        </p:txBody>
      </p:sp>
      <p:sp>
        <p:nvSpPr>
          <p:cNvPr id="14" name="Rectangle 5"/>
          <p:cNvSpPr>
            <a:spLocks noChangeArrowheads="1"/>
          </p:cNvSpPr>
          <p:nvPr/>
        </p:nvSpPr>
        <p:spPr bwMode="auto">
          <a:xfrm>
            <a:off x="279412" y="802970"/>
            <a:ext cx="10801200"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just">
              <a:spcBef>
                <a:spcPct val="20000"/>
              </a:spcBef>
              <a:buClr>
                <a:schemeClr val="accent1"/>
              </a:buClr>
              <a:buSzPct val="75000"/>
              <a:buFont typeface="Monotype Sorts" pitchFamily="2" charset="2"/>
              <a:buChar char="•"/>
              <a:defRPr kumimoji="1" sz="2400">
                <a:solidFill>
                  <a:schemeClr val="tx1"/>
                </a:solidFill>
                <a:latin typeface="Impact" panose="020B0806030902050204" pitchFamily="34" charset="0"/>
                <a:ea typeface="宋体" panose="02010600030101010101" pitchFamily="2" charset="-122"/>
              </a:defRPr>
            </a:lvl1pPr>
            <a:lvl2pPr marL="742950" indent="-285750">
              <a:spcBef>
                <a:spcPct val="20000"/>
              </a:spcBef>
              <a:buClr>
                <a:schemeClr val="accent2"/>
              </a:buClr>
              <a:buChar char="•"/>
              <a:defRPr kumimoji="1" sz="2000">
                <a:solidFill>
                  <a:schemeClr val="tx1"/>
                </a:solidFill>
                <a:latin typeface="Impact" panose="020B0806030902050204" pitchFamily="34" charset="0"/>
                <a:ea typeface="宋体" panose="02010600030101010101" pitchFamily="2" charset="-122"/>
              </a:defRPr>
            </a:lvl2pPr>
            <a:lvl3pPr marL="1143000" indent="-228600">
              <a:spcBef>
                <a:spcPct val="20000"/>
              </a:spcBef>
              <a:buChar char="–"/>
              <a:defRPr kumimoji="1" sz="2400">
                <a:solidFill>
                  <a:schemeClr val="tx1"/>
                </a:solidFill>
                <a:latin typeface="Impact" panose="020B0806030902050204" pitchFamily="34" charset="0"/>
                <a:ea typeface="宋体" panose="02010600030101010101" pitchFamily="2" charset="-122"/>
              </a:defRPr>
            </a:lvl3pPr>
            <a:lvl4pPr marL="1600200" indent="-228600">
              <a:spcBef>
                <a:spcPct val="20000"/>
              </a:spcBef>
              <a:buChar char="–"/>
              <a:defRPr kumimoji="1" sz="2000">
                <a:solidFill>
                  <a:schemeClr val="tx1"/>
                </a:solidFill>
                <a:latin typeface="Impact" panose="020B0806030902050204" pitchFamily="34" charset="0"/>
                <a:ea typeface="宋体" panose="02010600030101010101" pitchFamily="2" charset="-122"/>
              </a:defRPr>
            </a:lvl4pPr>
            <a:lvl5pPr marL="2057400" indent="-228600">
              <a:spcBef>
                <a:spcPct val="20000"/>
              </a:spcBef>
              <a:buChar char="»"/>
              <a:defRPr kumimoji="1" sz="2000">
                <a:solidFill>
                  <a:schemeClr val="tx1"/>
                </a:solidFill>
                <a:latin typeface="Impact" panose="020B0806030902050204" pitchFamily="34"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9pPr>
          </a:lstStyle>
          <a:p>
            <a:pPr algn="l">
              <a:spcBef>
                <a:spcPct val="0"/>
              </a:spcBef>
              <a:buClrTx/>
              <a:buSzTx/>
              <a:buNone/>
            </a:pPr>
            <a:r>
              <a:rPr lang="zh-CN" altLang="en-US" b="1" i="0" dirty="0">
                <a:solidFill>
                  <a:srgbClr val="0033CC"/>
                </a:solidFill>
                <a:latin typeface="Times New Roman" panose="02020603050405020304" pitchFamily="18" charset="0"/>
                <a:ea typeface="黑体" panose="02010609060101010101" pitchFamily="49" charset="-122"/>
              </a:rPr>
              <a:t>例</a:t>
            </a:r>
            <a:r>
              <a:rPr lang="en-US" altLang="zh-CN" i="0" dirty="0">
                <a:latin typeface="Times New Roman" panose="02020603050405020304" pitchFamily="18" charset="0"/>
                <a:ea typeface="黑体" panose="02010609060101010101" pitchFamily="49" charset="-122"/>
              </a:rPr>
              <a:t>  </a:t>
            </a:r>
            <a:r>
              <a:rPr lang="zh-CN" altLang="en-US" i="0" dirty="0">
                <a:latin typeface="Times New Roman" panose="02020603050405020304" pitchFamily="18" charset="0"/>
                <a:ea typeface="黑体" panose="02010609060101010101" pitchFamily="49" charset="-122"/>
              </a:rPr>
              <a:t>摇臂吊车如图所示，已知梁</a:t>
            </a:r>
            <a:r>
              <a:rPr lang="en-US" altLang="zh-CN" dirty="0">
                <a:latin typeface="+mn-lt"/>
              </a:rPr>
              <a:t>AB</a:t>
            </a:r>
            <a:r>
              <a:rPr lang="zh-CN" altLang="en-US" i="0" dirty="0">
                <a:latin typeface="Times New Roman" panose="02020603050405020304" pitchFamily="18" charset="0"/>
                <a:ea typeface="黑体" panose="02010609060101010101" pitchFamily="49" charset="-122"/>
              </a:rPr>
              <a:t>的重力为</a:t>
            </a:r>
            <a:r>
              <a:rPr lang="en-US" altLang="zh-CN" b="0" dirty="0">
                <a:latin typeface="+mn-lt"/>
              </a:rPr>
              <a:t>G</a:t>
            </a:r>
            <a:r>
              <a:rPr lang="en-US" altLang="zh-CN" b="0" i="0" baseline="-25000" dirty="0">
                <a:latin typeface="+mn-lt"/>
              </a:rPr>
              <a:t>1</a:t>
            </a:r>
            <a:r>
              <a:rPr lang="zh-CN" altLang="en-US" b="0" i="0" dirty="0">
                <a:latin typeface="Times New Roman" panose="02020603050405020304" pitchFamily="18" charset="0"/>
                <a:ea typeface="黑体" panose="02010609060101010101" pitchFamily="49" charset="-122"/>
              </a:rPr>
              <a:t>＝</a:t>
            </a:r>
            <a:r>
              <a:rPr lang="en-US" altLang="zh-CN" b="0" i="0" dirty="0">
                <a:latin typeface="Times New Roman" panose="02020603050405020304" pitchFamily="18" charset="0"/>
                <a:ea typeface="黑体" panose="02010609060101010101" pitchFamily="49" charset="-122"/>
              </a:rPr>
              <a:t>4kN</a:t>
            </a:r>
            <a:r>
              <a:rPr lang="zh-CN" altLang="en-US" i="0" dirty="0">
                <a:latin typeface="Times New Roman" panose="02020603050405020304" pitchFamily="18" charset="0"/>
                <a:ea typeface="黑体" panose="02010609060101010101" pitchFamily="49" charset="-122"/>
              </a:rPr>
              <a:t>，立柱</a:t>
            </a:r>
            <a:r>
              <a:rPr lang="en-US" altLang="zh-CN" dirty="0">
                <a:latin typeface="Times New Roman" panose="02020603050405020304" pitchFamily="18" charset="0"/>
                <a:ea typeface="黑体" panose="02010609060101010101" pitchFamily="49" charset="-122"/>
              </a:rPr>
              <a:t>EF</a:t>
            </a:r>
            <a:r>
              <a:rPr lang="zh-CN" altLang="en-US" i="0" dirty="0">
                <a:latin typeface="Times New Roman" panose="02020603050405020304" pitchFamily="18" charset="0"/>
                <a:ea typeface="黑体" panose="02010609060101010101" pitchFamily="49" charset="-122"/>
              </a:rPr>
              <a:t>的重力为</a:t>
            </a:r>
            <a:r>
              <a:rPr lang="en-US" altLang="zh-CN" b="0" dirty="0">
                <a:latin typeface="+mn-lt"/>
              </a:rPr>
              <a:t>G</a:t>
            </a:r>
            <a:r>
              <a:rPr lang="en-US" altLang="zh-CN" b="0" baseline="-25000" dirty="0">
                <a:latin typeface="+mn-lt"/>
              </a:rPr>
              <a:t>2</a:t>
            </a:r>
            <a:r>
              <a:rPr lang="zh-CN" altLang="en-US" b="0" i="0" dirty="0">
                <a:latin typeface="Times New Roman" panose="02020603050405020304" pitchFamily="18" charset="0"/>
                <a:ea typeface="黑体" panose="02010609060101010101" pitchFamily="49" charset="-122"/>
              </a:rPr>
              <a:t>＝</a:t>
            </a:r>
            <a:r>
              <a:rPr lang="en-US" altLang="zh-CN" b="0" i="0" dirty="0">
                <a:latin typeface="Times New Roman" panose="02020603050405020304" pitchFamily="18" charset="0"/>
                <a:ea typeface="黑体" panose="02010609060101010101" pitchFamily="49" charset="-122"/>
              </a:rPr>
              <a:t>3kN</a:t>
            </a:r>
            <a:r>
              <a:rPr lang="zh-CN" altLang="en-US" i="0" dirty="0">
                <a:latin typeface="Times New Roman" panose="02020603050405020304" pitchFamily="18" charset="0"/>
                <a:ea typeface="黑体" panose="02010609060101010101" pitchFamily="49" charset="-122"/>
              </a:rPr>
              <a:t>，载荷为</a:t>
            </a:r>
            <a:r>
              <a:rPr lang="en-US" altLang="zh-CN" b="0" dirty="0">
                <a:latin typeface="+mn-lt"/>
              </a:rPr>
              <a:t>W</a:t>
            </a:r>
            <a:r>
              <a:rPr lang="zh-CN" altLang="en-US" b="0" i="0" dirty="0">
                <a:latin typeface="Times New Roman" panose="02020603050405020304" pitchFamily="18" charset="0"/>
                <a:ea typeface="黑体" panose="02010609060101010101" pitchFamily="49" charset="-122"/>
              </a:rPr>
              <a:t>＝</a:t>
            </a:r>
            <a:r>
              <a:rPr lang="en-US" altLang="zh-CN" b="0" i="0" dirty="0">
                <a:latin typeface="Times New Roman" panose="02020603050405020304" pitchFamily="18" charset="0"/>
                <a:ea typeface="黑体" panose="02010609060101010101" pitchFamily="49" charset="-122"/>
              </a:rPr>
              <a:t>20kN</a:t>
            </a:r>
            <a:r>
              <a:rPr lang="zh-CN" altLang="en-US" dirty="0">
                <a:latin typeface="+mn-lt"/>
              </a:rPr>
              <a:t>，</a:t>
            </a:r>
            <a:r>
              <a:rPr lang="zh-CN" altLang="en-US" i="0" dirty="0">
                <a:latin typeface="Times New Roman" panose="02020603050405020304" pitchFamily="18" charset="0"/>
                <a:ea typeface="黑体" panose="02010609060101010101" pitchFamily="49" charset="-122"/>
              </a:rPr>
              <a:t>梁长</a:t>
            </a:r>
            <a:r>
              <a:rPr lang="en-US" altLang="zh-CN" b="0" dirty="0">
                <a:latin typeface="+mn-lt"/>
              </a:rPr>
              <a:t>l</a:t>
            </a:r>
            <a:r>
              <a:rPr lang="zh-CN" altLang="en-US" b="0" i="0" dirty="0">
                <a:latin typeface="Times New Roman" panose="02020603050405020304" pitchFamily="18" charset="0"/>
                <a:ea typeface="黑体" panose="02010609060101010101" pitchFamily="49" charset="-122"/>
              </a:rPr>
              <a:t>＝</a:t>
            </a:r>
            <a:r>
              <a:rPr lang="en-US" altLang="zh-CN" b="0" dirty="0">
                <a:latin typeface="+mn-lt"/>
              </a:rPr>
              <a:t>2</a:t>
            </a:r>
            <a:r>
              <a:rPr lang="en-US" altLang="zh-CN" b="0" i="0" dirty="0">
                <a:latin typeface="Times New Roman" panose="02020603050405020304" pitchFamily="18" charset="0"/>
                <a:ea typeface="黑体" panose="02010609060101010101" pitchFamily="49" charset="-122"/>
              </a:rPr>
              <a:t>m</a:t>
            </a:r>
            <a:r>
              <a:rPr lang="zh-CN" altLang="en-US" i="0" dirty="0">
                <a:latin typeface="Times New Roman" panose="02020603050405020304" pitchFamily="18" charset="0"/>
                <a:ea typeface="黑体" panose="02010609060101010101" pitchFamily="49" charset="-122"/>
              </a:rPr>
              <a:t>，立柱</a:t>
            </a:r>
            <a:r>
              <a:rPr lang="en-US" altLang="zh-CN" b="0" dirty="0">
                <a:latin typeface="+mn-lt"/>
              </a:rPr>
              <a:t>h</a:t>
            </a:r>
            <a:r>
              <a:rPr lang="zh-CN" altLang="en-US" b="0" i="0" dirty="0">
                <a:latin typeface="Times New Roman" panose="02020603050405020304" pitchFamily="18" charset="0"/>
                <a:ea typeface="黑体" panose="02010609060101010101" pitchFamily="49" charset="-122"/>
              </a:rPr>
              <a:t>＝</a:t>
            </a:r>
            <a:r>
              <a:rPr lang="en-US" altLang="zh-CN" b="0" i="0" dirty="0">
                <a:latin typeface="+mn-lt"/>
              </a:rPr>
              <a:t>1.2</a:t>
            </a:r>
            <a:r>
              <a:rPr lang="en-US" altLang="zh-CN" b="0" i="0" dirty="0">
                <a:latin typeface="Times New Roman" panose="02020603050405020304" pitchFamily="18" charset="0"/>
                <a:ea typeface="黑体" panose="02010609060101010101" pitchFamily="49" charset="-122"/>
              </a:rPr>
              <a:t>m</a:t>
            </a:r>
            <a:r>
              <a:rPr lang="zh-CN" altLang="en-US" i="0" dirty="0">
                <a:latin typeface="Times New Roman" panose="02020603050405020304" pitchFamily="18" charset="0"/>
                <a:ea typeface="黑体" panose="02010609060101010101" pitchFamily="49" charset="-122"/>
              </a:rPr>
              <a:t>，载荷到</a:t>
            </a:r>
            <a:r>
              <a:rPr lang="en-US" altLang="zh-CN" dirty="0">
                <a:latin typeface="Times New Roman" panose="02020603050405020304" pitchFamily="18" charset="0"/>
                <a:ea typeface="黑体" panose="02010609060101010101" pitchFamily="49" charset="-122"/>
              </a:rPr>
              <a:t>A</a:t>
            </a:r>
            <a:r>
              <a:rPr lang="zh-CN" altLang="en-US" i="0" dirty="0">
                <a:latin typeface="Times New Roman" panose="02020603050405020304" pitchFamily="18" charset="0"/>
                <a:ea typeface="黑体" panose="02010609060101010101" pitchFamily="49" charset="-122"/>
              </a:rPr>
              <a:t>铰的距离</a:t>
            </a:r>
            <a:r>
              <a:rPr lang="en-US" altLang="zh-CN" b="0" dirty="0">
                <a:latin typeface="+mn-lt"/>
              </a:rPr>
              <a:t>x</a:t>
            </a:r>
            <a:r>
              <a:rPr lang="zh-CN" altLang="en-US" b="0" i="0" dirty="0">
                <a:latin typeface="Times New Roman" panose="02020603050405020304" pitchFamily="18" charset="0"/>
                <a:ea typeface="黑体" panose="02010609060101010101" pitchFamily="49" charset="-122"/>
              </a:rPr>
              <a:t>＝</a:t>
            </a:r>
            <a:r>
              <a:rPr lang="en-US" altLang="zh-CN" b="0" i="0" dirty="0">
                <a:latin typeface="Times New Roman" panose="02020603050405020304" pitchFamily="18" charset="0"/>
                <a:ea typeface="黑体" panose="02010609060101010101" pitchFamily="49" charset="-122"/>
              </a:rPr>
              <a:t>1.5m</a:t>
            </a:r>
            <a:r>
              <a:rPr lang="zh-CN" altLang="en-US" i="0" dirty="0">
                <a:latin typeface="Times New Roman" panose="02020603050405020304" pitchFamily="18" charset="0"/>
                <a:ea typeface="黑体" panose="02010609060101010101" pitchFamily="49" charset="-122"/>
              </a:rPr>
              <a:t>，点</a:t>
            </a:r>
            <a:r>
              <a:rPr lang="en-US" altLang="zh-CN" dirty="0">
                <a:latin typeface="+mn-lt"/>
              </a:rPr>
              <a:t>A</a:t>
            </a:r>
            <a:r>
              <a:rPr lang="zh-CN" altLang="en-US" dirty="0">
                <a:latin typeface="+mn-lt"/>
              </a:rPr>
              <a:t>、</a:t>
            </a:r>
            <a:r>
              <a:rPr lang="en-US" altLang="zh-CN" dirty="0">
                <a:latin typeface="+mn-lt"/>
              </a:rPr>
              <a:t>E</a:t>
            </a:r>
            <a:r>
              <a:rPr lang="zh-CN" altLang="en-US" i="0" dirty="0">
                <a:latin typeface="Times New Roman" panose="02020603050405020304" pitchFamily="18" charset="0"/>
                <a:ea typeface="黑体" panose="02010609060101010101" pitchFamily="49" charset="-122"/>
              </a:rPr>
              <a:t>间水平距离</a:t>
            </a:r>
            <a:r>
              <a:rPr lang="en-US" altLang="zh-CN" b="0" dirty="0">
                <a:latin typeface="+mn-lt"/>
              </a:rPr>
              <a:t>a=</a:t>
            </a:r>
            <a:r>
              <a:rPr lang="en-US" altLang="zh-CN" b="0" i="0" dirty="0">
                <a:latin typeface="Times New Roman" panose="02020603050405020304" pitchFamily="18" charset="0"/>
                <a:ea typeface="黑体" panose="02010609060101010101" pitchFamily="49" charset="-122"/>
              </a:rPr>
              <a:t>0.2m</a:t>
            </a:r>
            <a:r>
              <a:rPr lang="zh-CN" altLang="en-US" i="0" dirty="0">
                <a:latin typeface="Times New Roman" panose="02020603050405020304" pitchFamily="18" charset="0"/>
                <a:ea typeface="黑体" panose="02010609060101010101" pitchFamily="49" charset="-122"/>
              </a:rPr>
              <a:t>，拉杆倾角</a:t>
            </a:r>
            <a:r>
              <a:rPr lang="zh-CN" altLang="en-US" b="0" dirty="0">
                <a:latin typeface="+mn-lt"/>
                <a:sym typeface="Symbol" panose="05050102010706020507" pitchFamily="18" charset="2"/>
              </a:rPr>
              <a:t></a:t>
            </a:r>
            <a:r>
              <a:rPr lang="zh-CN" altLang="en-US" b="0" i="0" dirty="0">
                <a:latin typeface="Times New Roman" panose="02020603050405020304" pitchFamily="18" charset="0"/>
                <a:ea typeface="黑体" panose="02010609060101010101" pitchFamily="49" charset="-122"/>
              </a:rPr>
              <a:t>＝</a:t>
            </a:r>
            <a:r>
              <a:rPr lang="en-US" altLang="zh-CN" b="0" i="0" dirty="0">
                <a:latin typeface="Times New Roman" panose="02020603050405020304" pitchFamily="18" charset="0"/>
                <a:ea typeface="黑体" panose="02010609060101010101" pitchFamily="49" charset="-122"/>
              </a:rPr>
              <a:t>30</a:t>
            </a:r>
            <a:r>
              <a:rPr lang="en-US" altLang="zh-CN" b="0" i="0" dirty="0">
                <a:latin typeface="Times New Roman" panose="02020603050405020304" pitchFamily="18" charset="0"/>
                <a:ea typeface="黑体" panose="02010609060101010101" pitchFamily="49" charset="-122"/>
                <a:sym typeface="Symbol" panose="05050102010706020507" pitchFamily="18" charset="2"/>
              </a:rPr>
              <a:t></a:t>
            </a:r>
            <a:r>
              <a:rPr lang="en-US" altLang="zh-CN" b="0" i="0" dirty="0">
                <a:latin typeface="Times New Roman" panose="02020603050405020304" pitchFamily="18" charset="0"/>
                <a:ea typeface="黑体" panose="02010609060101010101" pitchFamily="49" charset="-122"/>
              </a:rPr>
              <a:t> </a:t>
            </a:r>
            <a:r>
              <a:rPr lang="zh-CN" altLang="en-US" i="0" dirty="0">
                <a:latin typeface="Times New Roman" panose="02020603050405020304" pitchFamily="18" charset="0"/>
                <a:ea typeface="黑体" panose="02010609060101010101" pitchFamily="49" charset="-122"/>
              </a:rPr>
              <a:t>。试求立柱</a:t>
            </a:r>
            <a:r>
              <a:rPr lang="en-US" altLang="zh-CN" dirty="0">
                <a:latin typeface="+mn-lt"/>
              </a:rPr>
              <a:t>E</a:t>
            </a:r>
            <a:r>
              <a:rPr lang="zh-CN" altLang="en-US" dirty="0">
                <a:latin typeface="+mn-lt"/>
              </a:rPr>
              <a:t>、</a:t>
            </a:r>
            <a:r>
              <a:rPr lang="en-US" altLang="zh-CN" dirty="0">
                <a:latin typeface="+mn-lt"/>
              </a:rPr>
              <a:t>F</a:t>
            </a:r>
            <a:r>
              <a:rPr lang="zh-CN" altLang="en-US" i="0" dirty="0">
                <a:latin typeface="Times New Roman" panose="02020603050405020304" pitchFamily="18" charset="0"/>
                <a:ea typeface="黑体" panose="02010609060101010101" pitchFamily="49" charset="-122"/>
              </a:rPr>
              <a:t>处的约束反力，拉杆的拉力和铰链</a:t>
            </a:r>
            <a:r>
              <a:rPr lang="en-US" altLang="zh-CN" dirty="0">
                <a:latin typeface="Times New Roman" panose="02020603050405020304" pitchFamily="18" charset="0"/>
                <a:ea typeface="黑体" panose="02010609060101010101" pitchFamily="49" charset="-122"/>
              </a:rPr>
              <a:t>A</a:t>
            </a:r>
            <a:r>
              <a:rPr lang="zh-CN" altLang="en-US" i="0" dirty="0">
                <a:latin typeface="Times New Roman" panose="02020603050405020304" pitchFamily="18" charset="0"/>
                <a:ea typeface="黑体" panose="02010609060101010101" pitchFamily="49" charset="-122"/>
              </a:rPr>
              <a:t>的反力。</a:t>
            </a:r>
          </a:p>
        </p:txBody>
      </p:sp>
      <p:sp>
        <p:nvSpPr>
          <p:cNvPr id="15" name="Rectangle 61"/>
          <p:cNvSpPr>
            <a:spLocks noChangeArrowheads="1"/>
          </p:cNvSpPr>
          <p:nvPr/>
        </p:nvSpPr>
        <p:spPr bwMode="auto">
          <a:xfrm>
            <a:off x="7400107" y="2285492"/>
            <a:ext cx="4213514" cy="3976081"/>
          </a:xfrm>
          <a:prstGeom prst="rect">
            <a:avLst/>
          </a:prstGeom>
          <a:solidFill>
            <a:srgbClr val="B9CDE5"/>
          </a:solidFill>
          <a:ln>
            <a:noFill/>
          </a:ln>
          <a:effectLst/>
        </p:spPr>
        <p:txBody>
          <a:bodyPr wrap="none" anchor="ctr"/>
          <a:lstStyle/>
          <a:p>
            <a:endParaRPr lang="zh-CN" altLang="en-US"/>
          </a:p>
        </p:txBody>
      </p:sp>
      <p:grpSp>
        <p:nvGrpSpPr>
          <p:cNvPr id="36" name="Group 8"/>
          <p:cNvGrpSpPr>
            <a:grpSpLocks noChangeAspect="1"/>
          </p:cNvGrpSpPr>
          <p:nvPr/>
        </p:nvGrpSpPr>
        <p:grpSpPr bwMode="auto">
          <a:xfrm>
            <a:off x="8542238" y="2458864"/>
            <a:ext cx="579438" cy="2582863"/>
            <a:chOff x="3188" y="75"/>
            <a:chExt cx="456" cy="2033"/>
          </a:xfrm>
        </p:grpSpPr>
        <p:sp>
          <p:nvSpPr>
            <p:cNvPr id="37" name="Freeform 9" descr="宽上对角线"/>
            <p:cNvSpPr>
              <a:spLocks noChangeAspect="1"/>
            </p:cNvSpPr>
            <p:nvPr/>
          </p:nvSpPr>
          <p:spPr bwMode="auto">
            <a:xfrm>
              <a:off x="3188" y="75"/>
              <a:ext cx="456" cy="2033"/>
            </a:xfrm>
            <a:custGeom>
              <a:avLst/>
              <a:gdLst>
                <a:gd name="T0" fmla="*/ 168 w 456"/>
                <a:gd name="T1" fmla="*/ 1 h 2033"/>
                <a:gd name="T2" fmla="*/ 168 w 456"/>
                <a:gd name="T3" fmla="*/ 89 h 2033"/>
                <a:gd name="T4" fmla="*/ 375 w 456"/>
                <a:gd name="T5" fmla="*/ 90 h 2033"/>
                <a:gd name="T6" fmla="*/ 376 w 456"/>
                <a:gd name="T7" fmla="*/ 133 h 2033"/>
                <a:gd name="T8" fmla="*/ 168 w 456"/>
                <a:gd name="T9" fmla="*/ 133 h 2033"/>
                <a:gd name="T10" fmla="*/ 168 w 456"/>
                <a:gd name="T11" fmla="*/ 1777 h 2033"/>
                <a:gd name="T12" fmla="*/ 456 w 456"/>
                <a:gd name="T13" fmla="*/ 1777 h 2033"/>
                <a:gd name="T14" fmla="*/ 456 w 456"/>
                <a:gd name="T15" fmla="*/ 1889 h 2033"/>
                <a:gd name="T16" fmla="*/ 176 w 456"/>
                <a:gd name="T17" fmla="*/ 1889 h 2033"/>
                <a:gd name="T18" fmla="*/ 176 w 456"/>
                <a:gd name="T19" fmla="*/ 2033 h 2033"/>
                <a:gd name="T20" fmla="*/ 0 w 456"/>
                <a:gd name="T21" fmla="*/ 2033 h 2033"/>
                <a:gd name="T22" fmla="*/ 6 w 456"/>
                <a:gd name="T23" fmla="*/ 0 h 2033"/>
                <a:gd name="T24" fmla="*/ 168 w 456"/>
                <a:gd name="T25" fmla="*/ 1 h 20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56" h="2033">
                  <a:moveTo>
                    <a:pt x="168" y="1"/>
                  </a:moveTo>
                  <a:lnTo>
                    <a:pt x="168" y="89"/>
                  </a:lnTo>
                  <a:lnTo>
                    <a:pt x="375" y="90"/>
                  </a:lnTo>
                  <a:lnTo>
                    <a:pt x="376" y="133"/>
                  </a:lnTo>
                  <a:lnTo>
                    <a:pt x="168" y="133"/>
                  </a:lnTo>
                  <a:lnTo>
                    <a:pt x="168" y="1777"/>
                  </a:lnTo>
                  <a:lnTo>
                    <a:pt x="456" y="1777"/>
                  </a:lnTo>
                  <a:lnTo>
                    <a:pt x="456" y="1889"/>
                  </a:lnTo>
                  <a:lnTo>
                    <a:pt x="176" y="1889"/>
                  </a:lnTo>
                  <a:lnTo>
                    <a:pt x="176" y="2033"/>
                  </a:lnTo>
                  <a:lnTo>
                    <a:pt x="0" y="2033"/>
                  </a:lnTo>
                  <a:lnTo>
                    <a:pt x="6" y="0"/>
                  </a:lnTo>
                  <a:lnTo>
                    <a:pt x="168" y="1"/>
                  </a:lnTo>
                  <a:close/>
                </a:path>
              </a:pathLst>
            </a:custGeom>
            <a:pattFill prst="wdUpDiag">
              <a:fgClr>
                <a:schemeClr val="tx1"/>
              </a:fgClr>
              <a:bgClr>
                <a:srgbClr val="FFFF66"/>
              </a:bgClr>
            </a:patt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8" name="Freeform 10"/>
            <p:cNvSpPr>
              <a:spLocks noChangeAspect="1"/>
            </p:cNvSpPr>
            <p:nvPr/>
          </p:nvSpPr>
          <p:spPr bwMode="auto">
            <a:xfrm>
              <a:off x="3188" y="75"/>
              <a:ext cx="456" cy="2033"/>
            </a:xfrm>
            <a:custGeom>
              <a:avLst/>
              <a:gdLst>
                <a:gd name="T0" fmla="*/ 6 w 456"/>
                <a:gd name="T1" fmla="*/ 0 h 2033"/>
                <a:gd name="T2" fmla="*/ 168 w 456"/>
                <a:gd name="T3" fmla="*/ 1 h 2033"/>
                <a:gd name="T4" fmla="*/ 168 w 456"/>
                <a:gd name="T5" fmla="*/ 89 h 2033"/>
                <a:gd name="T6" fmla="*/ 375 w 456"/>
                <a:gd name="T7" fmla="*/ 90 h 2033"/>
                <a:gd name="T8" fmla="*/ 376 w 456"/>
                <a:gd name="T9" fmla="*/ 133 h 2033"/>
                <a:gd name="T10" fmla="*/ 168 w 456"/>
                <a:gd name="T11" fmla="*/ 133 h 2033"/>
                <a:gd name="T12" fmla="*/ 168 w 456"/>
                <a:gd name="T13" fmla="*/ 1777 h 2033"/>
                <a:gd name="T14" fmla="*/ 456 w 456"/>
                <a:gd name="T15" fmla="*/ 1777 h 2033"/>
                <a:gd name="T16" fmla="*/ 456 w 456"/>
                <a:gd name="T17" fmla="*/ 1889 h 2033"/>
                <a:gd name="T18" fmla="*/ 176 w 456"/>
                <a:gd name="T19" fmla="*/ 1889 h 2033"/>
                <a:gd name="T20" fmla="*/ 176 w 456"/>
                <a:gd name="T21" fmla="*/ 2033 h 2033"/>
                <a:gd name="T22" fmla="*/ 0 w 456"/>
                <a:gd name="T23" fmla="*/ 2033 h 20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56" h="2033">
                  <a:moveTo>
                    <a:pt x="6" y="0"/>
                  </a:moveTo>
                  <a:lnTo>
                    <a:pt x="168" y="1"/>
                  </a:lnTo>
                  <a:lnTo>
                    <a:pt x="168" y="89"/>
                  </a:lnTo>
                  <a:lnTo>
                    <a:pt x="375" y="90"/>
                  </a:lnTo>
                  <a:lnTo>
                    <a:pt x="376" y="133"/>
                  </a:lnTo>
                  <a:lnTo>
                    <a:pt x="168" y="133"/>
                  </a:lnTo>
                  <a:lnTo>
                    <a:pt x="168" y="1777"/>
                  </a:lnTo>
                  <a:lnTo>
                    <a:pt x="456" y="1777"/>
                  </a:lnTo>
                  <a:lnTo>
                    <a:pt x="456" y="1889"/>
                  </a:lnTo>
                  <a:lnTo>
                    <a:pt x="176" y="1889"/>
                  </a:lnTo>
                  <a:lnTo>
                    <a:pt x="176" y="2033"/>
                  </a:lnTo>
                  <a:lnTo>
                    <a:pt x="0" y="2033"/>
                  </a:lnTo>
                </a:path>
              </a:pathLst>
            </a:custGeom>
            <a:noFill/>
            <a:ln w="28575" cap="flat" cmpd="sng">
              <a:solidFill>
                <a:schemeClr val="tx1"/>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39" name="Group 11"/>
          <p:cNvGrpSpPr>
            <a:grpSpLocks/>
          </p:cNvGrpSpPr>
          <p:nvPr/>
        </p:nvGrpSpPr>
        <p:grpSpPr bwMode="auto">
          <a:xfrm>
            <a:off x="7945338" y="2571577"/>
            <a:ext cx="539750" cy="2185987"/>
            <a:chOff x="3204" y="231"/>
            <a:chExt cx="340" cy="1377"/>
          </a:xfrm>
        </p:grpSpPr>
        <p:sp>
          <p:nvSpPr>
            <p:cNvPr id="40" name="Line 12"/>
            <p:cNvSpPr>
              <a:spLocks noChangeAspect="1" noChangeShapeType="1"/>
            </p:cNvSpPr>
            <p:nvPr/>
          </p:nvSpPr>
          <p:spPr bwMode="auto">
            <a:xfrm flipV="1">
              <a:off x="3445" y="231"/>
              <a:ext cx="0" cy="1376"/>
            </a:xfrm>
            <a:prstGeom prst="line">
              <a:avLst/>
            </a:prstGeom>
            <a:noFill/>
            <a:ln w="9525">
              <a:solidFill>
                <a:schemeClr val="tx1"/>
              </a:solidFill>
              <a:round/>
              <a:headEnd type="stealth" w="sm" len="lg"/>
              <a:tailEnd type="stealth"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1" name="Line 13"/>
            <p:cNvSpPr>
              <a:spLocks noChangeShapeType="1"/>
            </p:cNvSpPr>
            <p:nvPr/>
          </p:nvSpPr>
          <p:spPr bwMode="auto">
            <a:xfrm flipH="1">
              <a:off x="3312" y="240"/>
              <a:ext cx="22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2" name="Line 14"/>
            <p:cNvSpPr>
              <a:spLocks noChangeShapeType="1"/>
            </p:cNvSpPr>
            <p:nvPr/>
          </p:nvSpPr>
          <p:spPr bwMode="auto">
            <a:xfrm flipH="1">
              <a:off x="3320" y="1608"/>
              <a:ext cx="22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 name="Text Box 15"/>
            <p:cNvSpPr txBox="1">
              <a:spLocks noChangeArrowheads="1"/>
            </p:cNvSpPr>
            <p:nvPr/>
          </p:nvSpPr>
          <p:spPr bwMode="auto">
            <a:xfrm rot="-5400000">
              <a:off x="3232" y="704"/>
              <a:ext cx="23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i="1">
                  <a:solidFill>
                    <a:schemeClr val="tx1"/>
                  </a:solidFill>
                </a:rPr>
                <a:t>h</a:t>
              </a:r>
            </a:p>
          </p:txBody>
        </p:sp>
      </p:grpSp>
      <p:grpSp>
        <p:nvGrpSpPr>
          <p:cNvPr id="44" name="Group 16"/>
          <p:cNvGrpSpPr>
            <a:grpSpLocks/>
          </p:cNvGrpSpPr>
          <p:nvPr/>
        </p:nvGrpSpPr>
        <p:grpSpPr bwMode="auto">
          <a:xfrm>
            <a:off x="8523188" y="4579764"/>
            <a:ext cx="393700" cy="825500"/>
            <a:chOff x="3568" y="1496"/>
            <a:chExt cx="248" cy="520"/>
          </a:xfrm>
        </p:grpSpPr>
        <p:sp>
          <p:nvSpPr>
            <p:cNvPr id="45" name="Line 17"/>
            <p:cNvSpPr>
              <a:spLocks noChangeShapeType="1"/>
            </p:cNvSpPr>
            <p:nvPr/>
          </p:nvSpPr>
          <p:spPr bwMode="auto">
            <a:xfrm>
              <a:off x="3592" y="2016"/>
              <a:ext cx="224" cy="0"/>
            </a:xfrm>
            <a:prstGeom prst="line">
              <a:avLst/>
            </a:prstGeom>
            <a:noFill/>
            <a:ln w="9525">
              <a:solidFill>
                <a:schemeClr val="tx1"/>
              </a:solidFill>
              <a:round/>
              <a:headEnd/>
              <a:tailEnd type="stealth"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6" name="Rectangle 18"/>
            <p:cNvSpPr>
              <a:spLocks noChangeArrowheads="1"/>
            </p:cNvSpPr>
            <p:nvPr/>
          </p:nvSpPr>
          <p:spPr bwMode="auto">
            <a:xfrm>
              <a:off x="3584" y="1536"/>
              <a:ext cx="112" cy="168"/>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 name="Text Box 19"/>
            <p:cNvSpPr txBox="1">
              <a:spLocks noChangeArrowheads="1"/>
            </p:cNvSpPr>
            <p:nvPr/>
          </p:nvSpPr>
          <p:spPr bwMode="auto">
            <a:xfrm>
              <a:off x="3568" y="1496"/>
              <a:ext cx="128" cy="23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a:spcBef>
                  <a:spcPct val="50000"/>
                </a:spcBef>
              </a:pPr>
              <a:r>
                <a:rPr lang="en-US" altLang="zh-CN" i="1">
                  <a:solidFill>
                    <a:schemeClr val="tx1"/>
                  </a:solidFill>
                </a:rPr>
                <a:t>E</a:t>
              </a:r>
            </a:p>
          </p:txBody>
        </p:sp>
      </p:grpSp>
      <p:grpSp>
        <p:nvGrpSpPr>
          <p:cNvPr id="48" name="Group 20"/>
          <p:cNvGrpSpPr>
            <a:grpSpLocks/>
          </p:cNvGrpSpPr>
          <p:nvPr/>
        </p:nvGrpSpPr>
        <p:grpSpPr bwMode="auto">
          <a:xfrm>
            <a:off x="8688288" y="2204864"/>
            <a:ext cx="3200400" cy="4033838"/>
            <a:chOff x="3672" y="0"/>
            <a:chExt cx="2016" cy="2541"/>
          </a:xfrm>
        </p:grpSpPr>
        <p:sp>
          <p:nvSpPr>
            <p:cNvPr id="49" name="Rectangle 21"/>
            <p:cNvSpPr>
              <a:spLocks noChangeAspect="1" noChangeArrowheads="1"/>
            </p:cNvSpPr>
            <p:nvPr/>
          </p:nvSpPr>
          <p:spPr bwMode="auto">
            <a:xfrm rot="1800000">
              <a:off x="3839" y="856"/>
              <a:ext cx="1490" cy="48"/>
            </a:xfrm>
            <a:prstGeom prst="rect">
              <a:avLst/>
            </a:prstGeom>
            <a:gradFill rotWithShape="1">
              <a:gsLst>
                <a:gs pos="0">
                  <a:srgbClr val="C0C0C0">
                    <a:gamma/>
                    <a:shade val="46275"/>
                    <a:invGamma/>
                  </a:srgbClr>
                </a:gs>
                <a:gs pos="50000">
                  <a:srgbClr val="C0C0C0"/>
                </a:gs>
                <a:gs pos="100000">
                  <a:srgbClr val="C0C0C0">
                    <a:gamma/>
                    <a:shade val="46275"/>
                    <a:invGamma/>
                  </a:srgbClr>
                </a:gs>
              </a:gsLst>
              <a:lin ang="5400000" scaled="1"/>
            </a:gradFill>
            <a:ln w="28575" algn="ctr">
              <a:solidFill>
                <a:schemeClr val="tx1"/>
              </a:solidFill>
              <a:miter lim="800000"/>
              <a:headEnd/>
              <a:tailEnd/>
            </a:ln>
            <a:effectLst>
              <a:outerShdw dist="35921" dir="2700000" algn="ctr" rotWithShape="0">
                <a:srgbClr val="808080"/>
              </a:outerShdw>
            </a:effectLst>
          </p:spPr>
          <p:txBody>
            <a:bodyPr wrap="none" anchor="ctr"/>
            <a:lstStyle/>
            <a:p>
              <a:endParaRPr lang="zh-CN" altLang="en-US"/>
            </a:p>
          </p:txBody>
        </p:sp>
        <p:sp>
          <p:nvSpPr>
            <p:cNvPr id="50" name="Text Box 22"/>
            <p:cNvSpPr txBox="1">
              <a:spLocks noChangeAspect="1" noChangeArrowheads="1"/>
            </p:cNvSpPr>
            <p:nvPr/>
          </p:nvSpPr>
          <p:spPr bwMode="auto">
            <a:xfrm>
              <a:off x="4618" y="1578"/>
              <a:ext cx="330" cy="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b="1" i="1">
                  <a:solidFill>
                    <a:srgbClr val="FF0000"/>
                  </a:solidFill>
                  <a:ea typeface="宋体" panose="02010600030101010101" pitchFamily="2" charset="-122"/>
                </a:rPr>
                <a:t>G</a:t>
              </a:r>
              <a:r>
                <a:rPr lang="en-US" altLang="zh-CN" baseline="-25000">
                  <a:solidFill>
                    <a:srgbClr val="FF0000"/>
                  </a:solidFill>
                  <a:ea typeface="宋体" panose="02010600030101010101" pitchFamily="2" charset="-122"/>
                </a:rPr>
                <a:t>1</a:t>
              </a:r>
            </a:p>
          </p:txBody>
        </p:sp>
        <p:grpSp>
          <p:nvGrpSpPr>
            <p:cNvPr id="51" name="Group 23"/>
            <p:cNvGrpSpPr>
              <a:grpSpLocks noChangeAspect="1"/>
            </p:cNvGrpSpPr>
            <p:nvPr/>
          </p:nvGrpSpPr>
          <p:grpSpPr bwMode="auto">
            <a:xfrm>
              <a:off x="3862" y="1193"/>
              <a:ext cx="1538" cy="261"/>
              <a:chOff x="3508" y="1261"/>
              <a:chExt cx="1922" cy="327"/>
            </a:xfrm>
          </p:grpSpPr>
          <p:grpSp>
            <p:nvGrpSpPr>
              <p:cNvPr id="112" name="Group 24"/>
              <p:cNvGrpSpPr>
                <a:grpSpLocks noChangeAspect="1"/>
              </p:cNvGrpSpPr>
              <p:nvPr/>
            </p:nvGrpSpPr>
            <p:grpSpPr bwMode="auto">
              <a:xfrm>
                <a:off x="3508" y="1378"/>
                <a:ext cx="1922" cy="210"/>
                <a:chOff x="3508" y="1378"/>
                <a:chExt cx="2042" cy="210"/>
              </a:xfrm>
            </p:grpSpPr>
            <p:sp>
              <p:nvSpPr>
                <p:cNvPr id="115" name="Rectangle 25"/>
                <p:cNvSpPr>
                  <a:spLocks noChangeAspect="1" noChangeArrowheads="1"/>
                </p:cNvSpPr>
                <p:nvPr/>
              </p:nvSpPr>
              <p:spPr bwMode="auto">
                <a:xfrm>
                  <a:off x="3510" y="1378"/>
                  <a:ext cx="2040" cy="210"/>
                </a:xfrm>
                <a:prstGeom prst="rect">
                  <a:avLst/>
                </a:prstGeom>
                <a:gradFill rotWithShape="1">
                  <a:gsLst>
                    <a:gs pos="0">
                      <a:schemeClr val="bg2"/>
                    </a:gs>
                    <a:gs pos="50000">
                      <a:schemeClr val="bg2">
                        <a:gamma/>
                        <a:tint val="16471"/>
                        <a:invGamma/>
                      </a:schemeClr>
                    </a:gs>
                    <a:gs pos="100000">
                      <a:schemeClr val="bg2"/>
                    </a:gs>
                  </a:gsLst>
                  <a:lin ang="5400000" scaled="1"/>
                </a:gradFill>
                <a:ln w="28575">
                  <a:solidFill>
                    <a:schemeClr val="tx1"/>
                  </a:solidFill>
                  <a:miter lim="800000"/>
                  <a:headEnd/>
                  <a:tailEnd/>
                </a:ln>
                <a:effectLst>
                  <a:outerShdw dist="12700" algn="ctr" rotWithShape="0">
                    <a:schemeClr val="bg2"/>
                  </a:outerShdw>
                </a:effectLst>
              </p:spPr>
              <p:txBody>
                <a:bodyPr wrap="none" anchor="ctr"/>
                <a:lstStyle/>
                <a:p>
                  <a:endParaRPr lang="zh-CN" altLang="en-US"/>
                </a:p>
              </p:txBody>
            </p:sp>
            <p:sp>
              <p:nvSpPr>
                <p:cNvPr id="117" name="Line 26"/>
                <p:cNvSpPr>
                  <a:spLocks noChangeAspect="1" noChangeShapeType="1"/>
                </p:cNvSpPr>
                <p:nvPr/>
              </p:nvSpPr>
              <p:spPr bwMode="auto">
                <a:xfrm flipH="1">
                  <a:off x="3516" y="1414"/>
                  <a:ext cx="203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8" name="Line 27"/>
                <p:cNvSpPr>
                  <a:spLocks noChangeAspect="1" noChangeShapeType="1"/>
                </p:cNvSpPr>
                <p:nvPr/>
              </p:nvSpPr>
              <p:spPr bwMode="auto">
                <a:xfrm flipH="1">
                  <a:off x="3508" y="1544"/>
                  <a:ext cx="203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13" name="Freeform 28"/>
              <p:cNvSpPr>
                <a:spLocks noChangeAspect="1"/>
              </p:cNvSpPr>
              <p:nvPr/>
            </p:nvSpPr>
            <p:spPr bwMode="auto">
              <a:xfrm>
                <a:off x="5122" y="1261"/>
                <a:ext cx="282" cy="111"/>
              </a:xfrm>
              <a:custGeom>
                <a:avLst/>
                <a:gdLst>
                  <a:gd name="T0" fmla="*/ 12 w 282"/>
                  <a:gd name="T1" fmla="*/ 111 h 111"/>
                  <a:gd name="T2" fmla="*/ 96 w 282"/>
                  <a:gd name="T3" fmla="*/ 3 h 111"/>
                  <a:gd name="T4" fmla="*/ 282 w 282"/>
                  <a:gd name="T5" fmla="*/ 105 h 111"/>
                  <a:gd name="T6" fmla="*/ 12 w 282"/>
                  <a:gd name="T7" fmla="*/ 111 h 111"/>
                </a:gdLst>
                <a:ahLst/>
                <a:cxnLst>
                  <a:cxn ang="0">
                    <a:pos x="T0" y="T1"/>
                  </a:cxn>
                  <a:cxn ang="0">
                    <a:pos x="T2" y="T3"/>
                  </a:cxn>
                  <a:cxn ang="0">
                    <a:pos x="T4" y="T5"/>
                  </a:cxn>
                  <a:cxn ang="0">
                    <a:pos x="T6" y="T7"/>
                  </a:cxn>
                </a:cxnLst>
                <a:rect l="0" t="0" r="r" b="b"/>
                <a:pathLst>
                  <a:path w="282" h="111">
                    <a:moveTo>
                      <a:pt x="12" y="111"/>
                    </a:moveTo>
                    <a:cubicBezTo>
                      <a:pt x="0" y="33"/>
                      <a:pt x="51" y="4"/>
                      <a:pt x="96" y="3"/>
                    </a:cubicBezTo>
                    <a:cubicBezTo>
                      <a:pt x="126" y="0"/>
                      <a:pt x="282" y="105"/>
                      <a:pt x="282" y="105"/>
                    </a:cubicBezTo>
                    <a:lnTo>
                      <a:pt x="12" y="111"/>
                    </a:lnTo>
                    <a:close/>
                  </a:path>
                </a:pathLst>
              </a:custGeom>
              <a:gradFill rotWithShape="1">
                <a:gsLst>
                  <a:gs pos="0">
                    <a:schemeClr val="bg2">
                      <a:gamma/>
                      <a:tint val="15686"/>
                      <a:invGamma/>
                    </a:schemeClr>
                  </a:gs>
                  <a:gs pos="100000">
                    <a:schemeClr val="bg2"/>
                  </a:gs>
                </a:gsLst>
                <a:lin ang="2700000" scaled="1"/>
              </a:gradFill>
              <a:ln w="28575" cap="flat" cmpd="sng">
                <a:solidFill>
                  <a:schemeClr val="tx1"/>
                </a:solidFill>
                <a:prstDash val="solid"/>
                <a:round/>
                <a:headEnd/>
                <a:tailEnd/>
              </a:ln>
              <a:effectLst>
                <a:outerShdw dist="25400" algn="ctr" rotWithShape="0">
                  <a:schemeClr val="bg2"/>
                </a:outerShdw>
              </a:effectLst>
            </p:spPr>
            <p:txBody>
              <a:bodyPr/>
              <a:lstStyle/>
              <a:p>
                <a:endParaRPr lang="zh-CN" altLang="en-US"/>
              </a:p>
            </p:txBody>
          </p:sp>
          <p:sp>
            <p:nvSpPr>
              <p:cNvPr id="114" name="Oval 29"/>
              <p:cNvSpPr>
                <a:spLocks noChangeAspect="1" noChangeArrowheads="1"/>
              </p:cNvSpPr>
              <p:nvPr/>
            </p:nvSpPr>
            <p:spPr bwMode="auto">
              <a:xfrm>
                <a:off x="5178" y="1290"/>
                <a:ext cx="61" cy="61"/>
              </a:xfrm>
              <a:prstGeom prst="ellipse">
                <a:avLst/>
              </a:prstGeom>
              <a:solidFill>
                <a:srgbClr val="FF0000"/>
              </a:solidFill>
              <a:ln w="19050" algn="ctr">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grpSp>
          <p:nvGrpSpPr>
            <p:cNvPr id="52" name="Group 30"/>
            <p:cNvGrpSpPr>
              <a:grpSpLocks noChangeAspect="1"/>
            </p:cNvGrpSpPr>
            <p:nvPr/>
          </p:nvGrpSpPr>
          <p:grpSpPr bwMode="auto">
            <a:xfrm>
              <a:off x="4888" y="1370"/>
              <a:ext cx="454" cy="1171"/>
              <a:chOff x="4816" y="1483"/>
              <a:chExt cx="567" cy="1463"/>
            </a:xfrm>
          </p:grpSpPr>
          <p:sp>
            <p:nvSpPr>
              <p:cNvPr id="84" name="Text Box 31"/>
              <p:cNvSpPr txBox="1">
                <a:spLocks noChangeAspect="1" noChangeArrowheads="1"/>
              </p:cNvSpPr>
              <p:nvPr/>
            </p:nvSpPr>
            <p:spPr bwMode="auto">
              <a:xfrm>
                <a:off x="5051" y="2698"/>
                <a:ext cx="332" cy="2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r>
                  <a:rPr lang="en-US" altLang="zh-CN" b="1" i="1" dirty="0">
                    <a:solidFill>
                      <a:srgbClr val="FF0000"/>
                    </a:solidFill>
                    <a:ea typeface="宋体" panose="02010600030101010101" pitchFamily="2" charset="-122"/>
                  </a:rPr>
                  <a:t>W</a:t>
                </a:r>
                <a:endParaRPr lang="en-US" altLang="zh-CN" baseline="-25000" dirty="0">
                  <a:solidFill>
                    <a:srgbClr val="FF0000"/>
                  </a:solidFill>
                  <a:ea typeface="宋体" panose="02010600030101010101" pitchFamily="2" charset="-122"/>
                </a:endParaRPr>
              </a:p>
            </p:txBody>
          </p:sp>
          <p:grpSp>
            <p:nvGrpSpPr>
              <p:cNvPr id="85" name="Group 32"/>
              <p:cNvGrpSpPr>
                <a:grpSpLocks noChangeAspect="1"/>
              </p:cNvGrpSpPr>
              <p:nvPr/>
            </p:nvGrpSpPr>
            <p:grpSpPr bwMode="auto">
              <a:xfrm>
                <a:off x="4816" y="1483"/>
                <a:ext cx="372" cy="375"/>
                <a:chOff x="5088" y="1875"/>
                <a:chExt cx="372" cy="375"/>
              </a:xfrm>
            </p:grpSpPr>
            <p:sp>
              <p:nvSpPr>
                <p:cNvPr id="99" name="AutoShape 33"/>
                <p:cNvSpPr>
                  <a:spLocks noChangeAspect="1" noChangeArrowheads="1"/>
                </p:cNvSpPr>
                <p:nvPr/>
              </p:nvSpPr>
              <p:spPr bwMode="auto">
                <a:xfrm>
                  <a:off x="5180" y="1896"/>
                  <a:ext cx="189" cy="111"/>
                </a:xfrm>
                <a:custGeom>
                  <a:avLst/>
                  <a:gdLst>
                    <a:gd name="G0" fmla="+- 5400 0 0"/>
                    <a:gd name="G1" fmla="+- 21600 0 5400"/>
                    <a:gd name="G2" fmla="*/ 5400 1 2"/>
                    <a:gd name="G3" fmla="+- 21600 0 G2"/>
                    <a:gd name="G4" fmla="+/ 5400 21600 2"/>
                    <a:gd name="G5" fmla="+/ G1 0 2"/>
                    <a:gd name="G6" fmla="*/ 21600 21600 5400"/>
                    <a:gd name="G7" fmla="*/ G6 1 2"/>
                    <a:gd name="G8" fmla="+- 21600 0 G7"/>
                    <a:gd name="G9" fmla="*/ 21600 1 2"/>
                    <a:gd name="G10" fmla="+- 5400 0 G9"/>
                    <a:gd name="G11" fmla="?: G10 G8 0"/>
                    <a:gd name="G12" fmla="?: G10 G7 21600"/>
                    <a:gd name="T0" fmla="*/ 18900 w 21600"/>
                    <a:gd name="T1" fmla="*/ 10800 h 21600"/>
                    <a:gd name="T2" fmla="*/ 10800 w 21600"/>
                    <a:gd name="T3" fmla="*/ 21600 h 21600"/>
                    <a:gd name="T4" fmla="*/ 2700 w 21600"/>
                    <a:gd name="T5" fmla="*/ 10800 h 21600"/>
                    <a:gd name="T6" fmla="*/ 10800 w 21600"/>
                    <a:gd name="T7" fmla="*/ 0 h 21600"/>
                    <a:gd name="T8" fmla="*/ 4500 w 21600"/>
                    <a:gd name="T9" fmla="*/ 4500 h 21600"/>
                    <a:gd name="T10" fmla="*/ 17100 w 21600"/>
                    <a:gd name="T11" fmla="*/ 17100 h 21600"/>
                  </a:gdLst>
                  <a:ahLst/>
                  <a:cxnLst>
                    <a:cxn ang="0">
                      <a:pos x="T0" y="T1"/>
                    </a:cxn>
                    <a:cxn ang="0">
                      <a:pos x="T2" y="T3"/>
                    </a:cxn>
                    <a:cxn ang="0">
                      <a:pos x="T4" y="T5"/>
                    </a:cxn>
                    <a:cxn ang="0">
                      <a:pos x="T6" y="T7"/>
                    </a:cxn>
                  </a:cxnLst>
                  <a:rect l="T8" t="T9" r="T10" b="T11"/>
                  <a:pathLst>
                    <a:path w="21600" h="21600">
                      <a:moveTo>
                        <a:pt x="0" y="0"/>
                      </a:moveTo>
                      <a:lnTo>
                        <a:pt x="5400" y="21600"/>
                      </a:lnTo>
                      <a:lnTo>
                        <a:pt x="16200" y="21600"/>
                      </a:lnTo>
                      <a:lnTo>
                        <a:pt x="21600" y="0"/>
                      </a:lnTo>
                      <a:close/>
                    </a:path>
                  </a:pathLst>
                </a:custGeom>
                <a:gradFill rotWithShape="1">
                  <a:gsLst>
                    <a:gs pos="0">
                      <a:srgbClr val="00FF00">
                        <a:gamma/>
                        <a:shade val="57255"/>
                        <a:invGamma/>
                      </a:srgbClr>
                    </a:gs>
                    <a:gs pos="50000">
                      <a:srgbClr val="00FF00"/>
                    </a:gs>
                    <a:gs pos="100000">
                      <a:srgbClr val="00FF00">
                        <a:gamma/>
                        <a:shade val="57255"/>
                        <a:invGamma/>
                      </a:srgbClr>
                    </a:gs>
                  </a:gsLst>
                  <a:lin ang="0" scaled="1"/>
                </a:gra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0" name="AutoShape 34"/>
                <p:cNvSpPr>
                  <a:spLocks noChangeAspect="1" noChangeArrowheads="1"/>
                </p:cNvSpPr>
                <p:nvPr/>
              </p:nvSpPr>
              <p:spPr bwMode="auto">
                <a:xfrm flipV="1">
                  <a:off x="5189" y="2008"/>
                  <a:ext cx="171" cy="54"/>
                </a:xfrm>
                <a:custGeom>
                  <a:avLst/>
                  <a:gdLst>
                    <a:gd name="G0" fmla="+- 5400 0 0"/>
                    <a:gd name="G1" fmla="+- 21600 0 5400"/>
                    <a:gd name="G2" fmla="*/ 5400 1 2"/>
                    <a:gd name="G3" fmla="+- 21600 0 G2"/>
                    <a:gd name="G4" fmla="+/ 5400 21600 2"/>
                    <a:gd name="G5" fmla="+/ G1 0 2"/>
                    <a:gd name="G6" fmla="*/ 21600 21600 5400"/>
                    <a:gd name="G7" fmla="*/ G6 1 2"/>
                    <a:gd name="G8" fmla="+- 21600 0 G7"/>
                    <a:gd name="G9" fmla="*/ 21600 1 2"/>
                    <a:gd name="G10" fmla="+- 5400 0 G9"/>
                    <a:gd name="G11" fmla="?: G10 G8 0"/>
                    <a:gd name="G12" fmla="?: G10 G7 21600"/>
                    <a:gd name="T0" fmla="*/ 18900 w 21600"/>
                    <a:gd name="T1" fmla="*/ 10800 h 21600"/>
                    <a:gd name="T2" fmla="*/ 10800 w 21600"/>
                    <a:gd name="T3" fmla="*/ 21600 h 21600"/>
                    <a:gd name="T4" fmla="*/ 2700 w 21600"/>
                    <a:gd name="T5" fmla="*/ 10800 h 21600"/>
                    <a:gd name="T6" fmla="*/ 10800 w 21600"/>
                    <a:gd name="T7" fmla="*/ 0 h 21600"/>
                    <a:gd name="T8" fmla="*/ 4500 w 21600"/>
                    <a:gd name="T9" fmla="*/ 4500 h 21600"/>
                    <a:gd name="T10" fmla="*/ 17100 w 21600"/>
                    <a:gd name="T11" fmla="*/ 17100 h 21600"/>
                  </a:gdLst>
                  <a:ahLst/>
                  <a:cxnLst>
                    <a:cxn ang="0">
                      <a:pos x="T0" y="T1"/>
                    </a:cxn>
                    <a:cxn ang="0">
                      <a:pos x="T2" y="T3"/>
                    </a:cxn>
                    <a:cxn ang="0">
                      <a:pos x="T4" y="T5"/>
                    </a:cxn>
                    <a:cxn ang="0">
                      <a:pos x="T6" y="T7"/>
                    </a:cxn>
                  </a:cxnLst>
                  <a:rect l="T8" t="T9" r="T10" b="T11"/>
                  <a:pathLst>
                    <a:path w="21600" h="21600">
                      <a:moveTo>
                        <a:pt x="0" y="0"/>
                      </a:moveTo>
                      <a:lnTo>
                        <a:pt x="5400" y="21600"/>
                      </a:lnTo>
                      <a:lnTo>
                        <a:pt x="16200" y="21600"/>
                      </a:lnTo>
                      <a:lnTo>
                        <a:pt x="21600" y="0"/>
                      </a:lnTo>
                      <a:close/>
                    </a:path>
                  </a:pathLst>
                </a:custGeom>
                <a:gradFill rotWithShape="1">
                  <a:gsLst>
                    <a:gs pos="0">
                      <a:srgbClr val="00FF00">
                        <a:gamma/>
                        <a:shade val="57255"/>
                        <a:invGamma/>
                      </a:srgbClr>
                    </a:gs>
                    <a:gs pos="50000">
                      <a:srgbClr val="00FF00"/>
                    </a:gs>
                    <a:gs pos="100000">
                      <a:srgbClr val="00FF00">
                        <a:gamma/>
                        <a:shade val="57255"/>
                        <a:invGamma/>
                      </a:srgbClr>
                    </a:gs>
                  </a:gsLst>
                  <a:lin ang="0" scaled="1"/>
                </a:gradFill>
                <a:ln w="2857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1" name="Rectangle 35"/>
                <p:cNvSpPr>
                  <a:spLocks noChangeAspect="1" noChangeArrowheads="1"/>
                </p:cNvSpPr>
                <p:nvPr/>
              </p:nvSpPr>
              <p:spPr bwMode="auto">
                <a:xfrm>
                  <a:off x="5181" y="2058"/>
                  <a:ext cx="186" cy="56"/>
                </a:xfrm>
                <a:prstGeom prst="rect">
                  <a:avLst/>
                </a:prstGeom>
                <a:gradFill rotWithShape="1">
                  <a:gsLst>
                    <a:gs pos="0">
                      <a:srgbClr val="00FF00">
                        <a:gamma/>
                        <a:shade val="57255"/>
                        <a:invGamma/>
                      </a:srgbClr>
                    </a:gs>
                    <a:gs pos="50000">
                      <a:srgbClr val="00FF00"/>
                    </a:gs>
                    <a:gs pos="100000">
                      <a:srgbClr val="00FF00">
                        <a:gamma/>
                        <a:shade val="57255"/>
                        <a:invGamma/>
                      </a:srgbClr>
                    </a:gs>
                  </a:gsLst>
                  <a:lin ang="0" scaled="1"/>
                </a:gradFill>
                <a:ln w="2857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 name="Rectangle 36"/>
                <p:cNvSpPr>
                  <a:spLocks noChangeAspect="1" noChangeArrowheads="1"/>
                </p:cNvSpPr>
                <p:nvPr/>
              </p:nvSpPr>
              <p:spPr bwMode="auto">
                <a:xfrm>
                  <a:off x="5130" y="2106"/>
                  <a:ext cx="288" cy="135"/>
                </a:xfrm>
                <a:prstGeom prst="rect">
                  <a:avLst/>
                </a:prstGeom>
                <a:gradFill rotWithShape="1">
                  <a:gsLst>
                    <a:gs pos="0">
                      <a:srgbClr val="FFFF00">
                        <a:gamma/>
                        <a:shade val="46275"/>
                        <a:invGamma/>
                      </a:srgbClr>
                    </a:gs>
                    <a:gs pos="50000">
                      <a:srgbClr val="FFFF00"/>
                    </a:gs>
                    <a:gs pos="100000">
                      <a:srgbClr val="FFFF00">
                        <a:gamma/>
                        <a:shade val="46275"/>
                        <a:invGamma/>
                      </a:srgbClr>
                    </a:gs>
                  </a:gsLst>
                  <a:lin ang="5400000" scaled="1"/>
                </a:gra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3" name="Oval 37"/>
                <p:cNvSpPr>
                  <a:spLocks noChangeAspect="1" noChangeArrowheads="1"/>
                </p:cNvSpPr>
                <p:nvPr/>
              </p:nvSpPr>
              <p:spPr bwMode="auto">
                <a:xfrm>
                  <a:off x="5166" y="1875"/>
                  <a:ext cx="56" cy="56"/>
                </a:xfrm>
                <a:prstGeom prst="ellipse">
                  <a:avLst/>
                </a:prstGeom>
                <a:solidFill>
                  <a:srgbClr val="FFFF00"/>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4" name="Oval 38"/>
                <p:cNvSpPr>
                  <a:spLocks noChangeAspect="1" noChangeArrowheads="1"/>
                </p:cNvSpPr>
                <p:nvPr/>
              </p:nvSpPr>
              <p:spPr bwMode="auto">
                <a:xfrm>
                  <a:off x="5329" y="1876"/>
                  <a:ext cx="56" cy="56"/>
                </a:xfrm>
                <a:prstGeom prst="ellipse">
                  <a:avLst/>
                </a:prstGeom>
                <a:solidFill>
                  <a:srgbClr val="FFFF00"/>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6" name="Line 39"/>
                <p:cNvSpPr>
                  <a:spLocks noChangeAspect="1" noChangeShapeType="1"/>
                </p:cNvSpPr>
                <p:nvPr/>
              </p:nvSpPr>
              <p:spPr bwMode="auto">
                <a:xfrm>
                  <a:off x="5163" y="2106"/>
                  <a:ext cx="0" cy="141"/>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7" name="Line 40"/>
                <p:cNvSpPr>
                  <a:spLocks noChangeAspect="1" noChangeShapeType="1"/>
                </p:cNvSpPr>
                <p:nvPr/>
              </p:nvSpPr>
              <p:spPr bwMode="auto">
                <a:xfrm>
                  <a:off x="5380" y="2107"/>
                  <a:ext cx="0" cy="141"/>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8" name="Rectangle 41"/>
                <p:cNvSpPr>
                  <a:spLocks noChangeAspect="1" noChangeArrowheads="1"/>
                </p:cNvSpPr>
                <p:nvPr/>
              </p:nvSpPr>
              <p:spPr bwMode="auto">
                <a:xfrm>
                  <a:off x="5203" y="2160"/>
                  <a:ext cx="141" cy="81"/>
                </a:xfrm>
                <a:prstGeom prst="rect">
                  <a:avLst/>
                </a:prstGeom>
                <a:gradFill rotWithShape="1">
                  <a:gsLst>
                    <a:gs pos="0">
                      <a:schemeClr val="bg2"/>
                    </a:gs>
                    <a:gs pos="100000">
                      <a:schemeClr val="bg2">
                        <a:gamma/>
                        <a:tint val="0"/>
                        <a:invGamma/>
                      </a:schemeClr>
                    </a:gs>
                  </a:gsLst>
                  <a:lin ang="5400000" scaled="1"/>
                </a:gra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9" name="Rectangle 42"/>
                <p:cNvSpPr>
                  <a:spLocks noChangeAspect="1" noChangeArrowheads="1"/>
                </p:cNvSpPr>
                <p:nvPr/>
              </p:nvSpPr>
              <p:spPr bwMode="auto">
                <a:xfrm>
                  <a:off x="5088" y="2142"/>
                  <a:ext cx="41" cy="75"/>
                </a:xfrm>
                <a:prstGeom prst="rect">
                  <a:avLst/>
                </a:prstGeom>
                <a:gradFill rotWithShape="1">
                  <a:gsLst>
                    <a:gs pos="0">
                      <a:srgbClr val="FFFF00">
                        <a:gamma/>
                        <a:shade val="46275"/>
                        <a:invGamma/>
                      </a:srgbClr>
                    </a:gs>
                    <a:gs pos="50000">
                      <a:srgbClr val="FFFF00"/>
                    </a:gs>
                    <a:gs pos="100000">
                      <a:srgbClr val="FFFF00">
                        <a:gamma/>
                        <a:shade val="46275"/>
                        <a:invGamma/>
                      </a:srgbClr>
                    </a:gs>
                  </a:gsLst>
                  <a:lin ang="5400000" scaled="1"/>
                </a:gradFill>
                <a:ln w="2857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0" name="Rectangle 43"/>
                <p:cNvSpPr>
                  <a:spLocks noChangeAspect="1" noChangeArrowheads="1"/>
                </p:cNvSpPr>
                <p:nvPr/>
              </p:nvSpPr>
              <p:spPr bwMode="auto">
                <a:xfrm>
                  <a:off x="5419" y="2140"/>
                  <a:ext cx="41" cy="75"/>
                </a:xfrm>
                <a:prstGeom prst="rect">
                  <a:avLst/>
                </a:prstGeom>
                <a:gradFill rotWithShape="1">
                  <a:gsLst>
                    <a:gs pos="0">
                      <a:srgbClr val="FFFF00">
                        <a:gamma/>
                        <a:shade val="46275"/>
                        <a:invGamma/>
                      </a:srgbClr>
                    </a:gs>
                    <a:gs pos="50000">
                      <a:srgbClr val="FFFF00"/>
                    </a:gs>
                    <a:gs pos="100000">
                      <a:srgbClr val="FFFF00">
                        <a:gamma/>
                        <a:shade val="46275"/>
                        <a:invGamma/>
                      </a:srgbClr>
                    </a:gs>
                  </a:gsLst>
                  <a:lin ang="5400000" scaled="1"/>
                </a:gradFill>
                <a:ln w="2857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1" name="Line 44"/>
                <p:cNvSpPr>
                  <a:spLocks noChangeAspect="1" noChangeShapeType="1"/>
                </p:cNvSpPr>
                <p:nvPr/>
              </p:nvSpPr>
              <p:spPr bwMode="auto">
                <a:xfrm>
                  <a:off x="5271" y="2163"/>
                  <a:ext cx="0" cy="87"/>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86" name="Group 45"/>
              <p:cNvGrpSpPr>
                <a:grpSpLocks noChangeAspect="1"/>
              </p:cNvGrpSpPr>
              <p:nvPr/>
            </p:nvGrpSpPr>
            <p:grpSpPr bwMode="auto">
              <a:xfrm>
                <a:off x="4840" y="1768"/>
                <a:ext cx="320" cy="912"/>
                <a:chOff x="4848" y="1768"/>
                <a:chExt cx="320" cy="912"/>
              </a:xfrm>
            </p:grpSpPr>
            <p:grpSp>
              <p:nvGrpSpPr>
                <p:cNvPr id="88" name="Group 46"/>
                <p:cNvGrpSpPr>
                  <a:grpSpLocks noChangeAspect="1"/>
                </p:cNvGrpSpPr>
                <p:nvPr/>
              </p:nvGrpSpPr>
              <p:grpSpPr bwMode="auto">
                <a:xfrm>
                  <a:off x="4848" y="2160"/>
                  <a:ext cx="320" cy="520"/>
                  <a:chOff x="5120" y="2064"/>
                  <a:chExt cx="320" cy="520"/>
                </a:xfrm>
              </p:grpSpPr>
              <p:grpSp>
                <p:nvGrpSpPr>
                  <p:cNvPr id="91" name="Group 47"/>
                  <p:cNvGrpSpPr>
                    <a:grpSpLocks noChangeAspect="1"/>
                  </p:cNvGrpSpPr>
                  <p:nvPr/>
                </p:nvGrpSpPr>
                <p:grpSpPr bwMode="auto">
                  <a:xfrm>
                    <a:off x="5238" y="2064"/>
                    <a:ext cx="82" cy="203"/>
                    <a:chOff x="5238" y="2064"/>
                    <a:chExt cx="82" cy="203"/>
                  </a:xfrm>
                </p:grpSpPr>
                <p:sp>
                  <p:nvSpPr>
                    <p:cNvPr id="96" name="Oval 48"/>
                    <p:cNvSpPr>
                      <a:spLocks noChangeAspect="1" noChangeArrowheads="1"/>
                    </p:cNvSpPr>
                    <p:nvPr/>
                  </p:nvSpPr>
                  <p:spPr bwMode="auto">
                    <a:xfrm>
                      <a:off x="5240" y="2064"/>
                      <a:ext cx="80" cy="80"/>
                    </a:xfrm>
                    <a:prstGeom prst="ellipse">
                      <a:avLst/>
                    </a:prstGeom>
                    <a:solidFill>
                      <a:schemeClr val="accent1"/>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7" name="Arc 49"/>
                    <p:cNvSpPr>
                      <a:spLocks noChangeAspect="1"/>
                    </p:cNvSpPr>
                    <p:nvPr/>
                  </p:nvSpPr>
                  <p:spPr bwMode="auto">
                    <a:xfrm rot="5400000" flipH="1">
                      <a:off x="5241" y="2198"/>
                      <a:ext cx="66" cy="72"/>
                    </a:xfrm>
                    <a:custGeom>
                      <a:avLst/>
                      <a:gdLst>
                        <a:gd name="G0" fmla="+- 21600 0 0"/>
                        <a:gd name="G1" fmla="+- 21600 0 0"/>
                        <a:gd name="G2" fmla="+- 21600 0 0"/>
                        <a:gd name="T0" fmla="*/ 21135 w 43096"/>
                        <a:gd name="T1" fmla="*/ 43195 h 43195"/>
                        <a:gd name="T2" fmla="*/ 43096 w 43096"/>
                        <a:gd name="T3" fmla="*/ 19484 h 43195"/>
                        <a:gd name="T4" fmla="*/ 21600 w 43096"/>
                        <a:gd name="T5" fmla="*/ 21600 h 43195"/>
                      </a:gdLst>
                      <a:ahLst/>
                      <a:cxnLst>
                        <a:cxn ang="0">
                          <a:pos x="T0" y="T1"/>
                        </a:cxn>
                        <a:cxn ang="0">
                          <a:pos x="T2" y="T3"/>
                        </a:cxn>
                        <a:cxn ang="0">
                          <a:pos x="T4" y="T5"/>
                        </a:cxn>
                      </a:cxnLst>
                      <a:rect l="0" t="0" r="r" b="b"/>
                      <a:pathLst>
                        <a:path w="43096" h="43195" fill="none" extrusionOk="0">
                          <a:moveTo>
                            <a:pt x="21135" y="43194"/>
                          </a:moveTo>
                          <a:cubicBezTo>
                            <a:pt x="9389" y="42942"/>
                            <a:pt x="0" y="33348"/>
                            <a:pt x="0" y="21600"/>
                          </a:cubicBezTo>
                          <a:cubicBezTo>
                            <a:pt x="0" y="9670"/>
                            <a:pt x="9670" y="0"/>
                            <a:pt x="21600" y="0"/>
                          </a:cubicBezTo>
                          <a:cubicBezTo>
                            <a:pt x="32709" y="-1"/>
                            <a:pt x="42007" y="8427"/>
                            <a:pt x="43096" y="19483"/>
                          </a:cubicBezTo>
                        </a:path>
                        <a:path w="43096" h="43195" stroke="0" extrusionOk="0">
                          <a:moveTo>
                            <a:pt x="21135" y="43194"/>
                          </a:moveTo>
                          <a:cubicBezTo>
                            <a:pt x="9389" y="42942"/>
                            <a:pt x="0" y="33348"/>
                            <a:pt x="0" y="21600"/>
                          </a:cubicBezTo>
                          <a:cubicBezTo>
                            <a:pt x="0" y="9670"/>
                            <a:pt x="9670" y="0"/>
                            <a:pt x="21600" y="0"/>
                          </a:cubicBezTo>
                          <a:cubicBezTo>
                            <a:pt x="32709" y="-1"/>
                            <a:pt x="42007" y="8427"/>
                            <a:pt x="43096" y="19483"/>
                          </a:cubicBezTo>
                          <a:lnTo>
                            <a:pt x="21600" y="21600"/>
                          </a:lnTo>
                          <a:close/>
                        </a:path>
                      </a:pathLst>
                    </a:custGeom>
                    <a:noFill/>
                    <a:ln w="28575">
                      <a:solidFill>
                        <a:srgbClr val="0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98" name="Line 50"/>
                    <p:cNvSpPr>
                      <a:spLocks noChangeAspect="1" noChangeShapeType="1"/>
                    </p:cNvSpPr>
                    <p:nvPr/>
                  </p:nvSpPr>
                  <p:spPr bwMode="auto">
                    <a:xfrm flipV="1">
                      <a:off x="5280" y="2101"/>
                      <a:ext cx="0" cy="107"/>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92" name="Group 51"/>
                  <p:cNvGrpSpPr>
                    <a:grpSpLocks noChangeAspect="1"/>
                  </p:cNvGrpSpPr>
                  <p:nvPr/>
                </p:nvGrpSpPr>
                <p:grpSpPr bwMode="auto">
                  <a:xfrm>
                    <a:off x="5120" y="2256"/>
                    <a:ext cx="320" cy="328"/>
                    <a:chOff x="4320" y="3072"/>
                    <a:chExt cx="320" cy="328"/>
                  </a:xfrm>
                </p:grpSpPr>
                <p:sp>
                  <p:nvSpPr>
                    <p:cNvPr id="93" name="Rectangle 52"/>
                    <p:cNvSpPr>
                      <a:spLocks noChangeAspect="1" noChangeArrowheads="1"/>
                    </p:cNvSpPr>
                    <p:nvPr/>
                  </p:nvSpPr>
                  <p:spPr bwMode="auto">
                    <a:xfrm>
                      <a:off x="4320" y="3224"/>
                      <a:ext cx="320" cy="176"/>
                    </a:xfrm>
                    <a:prstGeom prst="rect">
                      <a:avLst/>
                    </a:prstGeom>
                    <a:gradFill rotWithShape="1">
                      <a:gsLst>
                        <a:gs pos="0">
                          <a:srgbClr val="5F5F5F"/>
                        </a:gs>
                        <a:gs pos="50000">
                          <a:srgbClr val="5F5F5F">
                            <a:gamma/>
                            <a:tint val="12549"/>
                            <a:invGamma/>
                          </a:srgbClr>
                        </a:gs>
                        <a:gs pos="100000">
                          <a:srgbClr val="5F5F5F"/>
                        </a:gs>
                      </a:gsLst>
                      <a:lin ang="0" scaled="1"/>
                    </a:gra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4" name="Oval 53"/>
                    <p:cNvSpPr>
                      <a:spLocks noChangeAspect="1" noChangeArrowheads="1"/>
                    </p:cNvSpPr>
                    <p:nvPr/>
                  </p:nvSpPr>
                  <p:spPr bwMode="auto">
                    <a:xfrm>
                      <a:off x="4452" y="3284"/>
                      <a:ext cx="56" cy="56"/>
                    </a:xfrm>
                    <a:prstGeom prst="ellipse">
                      <a:avLst/>
                    </a:prstGeom>
                    <a:solidFill>
                      <a:srgbClr val="FF0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5" name="Line 54"/>
                    <p:cNvSpPr>
                      <a:spLocks noChangeAspect="1" noChangeShapeType="1"/>
                    </p:cNvSpPr>
                    <p:nvPr/>
                  </p:nvSpPr>
                  <p:spPr bwMode="auto">
                    <a:xfrm flipV="1">
                      <a:off x="4480" y="3072"/>
                      <a:ext cx="0" cy="16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sp>
              <p:nvSpPr>
                <p:cNvPr id="89" name="Line 55"/>
                <p:cNvSpPr>
                  <a:spLocks noChangeAspect="1" noChangeShapeType="1"/>
                </p:cNvSpPr>
                <p:nvPr/>
              </p:nvSpPr>
              <p:spPr bwMode="auto">
                <a:xfrm flipV="1">
                  <a:off x="4968" y="1768"/>
                  <a:ext cx="0" cy="42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0" name="Line 56"/>
                <p:cNvSpPr>
                  <a:spLocks noChangeAspect="1" noChangeShapeType="1"/>
                </p:cNvSpPr>
                <p:nvPr/>
              </p:nvSpPr>
              <p:spPr bwMode="auto">
                <a:xfrm flipV="1">
                  <a:off x="5048" y="1776"/>
                  <a:ext cx="0" cy="42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87" name="Line 57"/>
              <p:cNvSpPr>
                <a:spLocks noChangeAspect="1" noChangeShapeType="1"/>
              </p:cNvSpPr>
              <p:nvPr/>
            </p:nvSpPr>
            <p:spPr bwMode="auto">
              <a:xfrm>
                <a:off x="4998" y="2582"/>
                <a:ext cx="0" cy="364"/>
              </a:xfrm>
              <a:prstGeom prst="line">
                <a:avLst/>
              </a:prstGeom>
              <a:noFill/>
              <a:ln w="31750">
                <a:solidFill>
                  <a:srgbClr val="FF00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sp>
          <p:nvSpPr>
            <p:cNvPr id="53" name="Line 58"/>
            <p:cNvSpPr>
              <a:spLocks noChangeAspect="1" noChangeShapeType="1"/>
            </p:cNvSpPr>
            <p:nvPr/>
          </p:nvSpPr>
          <p:spPr bwMode="auto">
            <a:xfrm>
              <a:off x="4658" y="1367"/>
              <a:ext cx="0" cy="411"/>
            </a:xfrm>
            <a:prstGeom prst="line">
              <a:avLst/>
            </a:prstGeom>
            <a:noFill/>
            <a:ln w="31750">
              <a:solidFill>
                <a:srgbClr val="FF00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nvGrpSpPr>
            <p:cNvPr id="54" name="Group 59"/>
            <p:cNvGrpSpPr>
              <a:grpSpLocks/>
            </p:cNvGrpSpPr>
            <p:nvPr/>
          </p:nvGrpSpPr>
          <p:grpSpPr bwMode="auto">
            <a:xfrm>
              <a:off x="3715" y="183"/>
              <a:ext cx="275" cy="1880"/>
              <a:chOff x="3715" y="183"/>
              <a:chExt cx="275" cy="1880"/>
            </a:xfrm>
          </p:grpSpPr>
          <p:sp>
            <p:nvSpPr>
              <p:cNvPr id="75" name="Freeform 60"/>
              <p:cNvSpPr>
                <a:spLocks noChangeAspect="1"/>
              </p:cNvSpPr>
              <p:nvPr/>
            </p:nvSpPr>
            <p:spPr bwMode="auto">
              <a:xfrm>
                <a:off x="3747" y="275"/>
                <a:ext cx="243" cy="1291"/>
              </a:xfrm>
              <a:custGeom>
                <a:avLst/>
                <a:gdLst>
                  <a:gd name="T0" fmla="*/ 0 w 243"/>
                  <a:gd name="T1" fmla="*/ 0 h 1291"/>
                  <a:gd name="T2" fmla="*/ 0 w 243"/>
                  <a:gd name="T3" fmla="*/ 1291 h 1291"/>
                  <a:gd name="T4" fmla="*/ 126 w 243"/>
                  <a:gd name="T5" fmla="*/ 1291 h 1291"/>
                  <a:gd name="T6" fmla="*/ 123 w 243"/>
                  <a:gd name="T7" fmla="*/ 1141 h 1291"/>
                  <a:gd name="T8" fmla="*/ 216 w 243"/>
                  <a:gd name="T9" fmla="*/ 1132 h 1291"/>
                  <a:gd name="T10" fmla="*/ 213 w 243"/>
                  <a:gd name="T11" fmla="*/ 1057 h 1291"/>
                  <a:gd name="T12" fmla="*/ 120 w 243"/>
                  <a:gd name="T13" fmla="*/ 1057 h 1291"/>
                  <a:gd name="T14" fmla="*/ 116 w 243"/>
                  <a:gd name="T15" fmla="*/ 244 h 1291"/>
                  <a:gd name="T16" fmla="*/ 198 w 243"/>
                  <a:gd name="T17" fmla="*/ 259 h 1291"/>
                  <a:gd name="T18" fmla="*/ 236 w 243"/>
                  <a:gd name="T19" fmla="*/ 208 h 1291"/>
                  <a:gd name="T20" fmla="*/ 191 w 243"/>
                  <a:gd name="T21" fmla="*/ 145 h 1291"/>
                  <a:gd name="T22" fmla="*/ 119 w 243"/>
                  <a:gd name="T23" fmla="*/ 103 h 1291"/>
                  <a:gd name="T24" fmla="*/ 116 w 243"/>
                  <a:gd name="T25" fmla="*/ 4 h 1291"/>
                  <a:gd name="T26" fmla="*/ 0 w 243"/>
                  <a:gd name="T27" fmla="*/ 0 h 12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43" h="1291">
                    <a:moveTo>
                      <a:pt x="0" y="0"/>
                    </a:moveTo>
                    <a:lnTo>
                      <a:pt x="0" y="1291"/>
                    </a:lnTo>
                    <a:lnTo>
                      <a:pt x="126" y="1291"/>
                    </a:lnTo>
                    <a:lnTo>
                      <a:pt x="123" y="1141"/>
                    </a:lnTo>
                    <a:cubicBezTo>
                      <a:pt x="200" y="1139"/>
                      <a:pt x="168" y="1144"/>
                      <a:pt x="216" y="1132"/>
                    </a:cubicBezTo>
                    <a:cubicBezTo>
                      <a:pt x="230" y="1118"/>
                      <a:pt x="230" y="1070"/>
                      <a:pt x="213" y="1057"/>
                    </a:cubicBezTo>
                    <a:cubicBezTo>
                      <a:pt x="171" y="1057"/>
                      <a:pt x="171" y="1060"/>
                      <a:pt x="120" y="1057"/>
                    </a:cubicBezTo>
                    <a:cubicBezTo>
                      <a:pt x="119" y="658"/>
                      <a:pt x="116" y="244"/>
                      <a:pt x="116" y="244"/>
                    </a:cubicBezTo>
                    <a:cubicBezTo>
                      <a:pt x="174" y="263"/>
                      <a:pt x="152" y="259"/>
                      <a:pt x="198" y="259"/>
                    </a:cubicBezTo>
                    <a:cubicBezTo>
                      <a:pt x="210" y="251"/>
                      <a:pt x="243" y="235"/>
                      <a:pt x="236" y="208"/>
                    </a:cubicBezTo>
                    <a:cubicBezTo>
                      <a:pt x="234" y="190"/>
                      <a:pt x="227" y="162"/>
                      <a:pt x="191" y="145"/>
                    </a:cubicBezTo>
                    <a:cubicBezTo>
                      <a:pt x="155" y="124"/>
                      <a:pt x="119" y="103"/>
                      <a:pt x="119" y="103"/>
                    </a:cubicBezTo>
                    <a:lnTo>
                      <a:pt x="116" y="4"/>
                    </a:lnTo>
                    <a:lnTo>
                      <a:pt x="0" y="0"/>
                    </a:lnTo>
                    <a:close/>
                  </a:path>
                </a:pathLst>
              </a:custGeom>
              <a:gradFill rotWithShape="1">
                <a:gsLst>
                  <a:gs pos="0">
                    <a:schemeClr val="bg2"/>
                  </a:gs>
                  <a:gs pos="50000">
                    <a:schemeClr val="bg2">
                      <a:gamma/>
                      <a:tint val="0"/>
                      <a:invGamma/>
                    </a:schemeClr>
                  </a:gs>
                  <a:gs pos="100000">
                    <a:schemeClr val="bg2"/>
                  </a:gs>
                </a:gsLst>
                <a:lin ang="0" scaled="1"/>
              </a:gradFill>
              <a:ln w="28575" cap="flat" cmpd="sng">
                <a:solidFill>
                  <a:schemeClr val="tx1"/>
                </a:solidFill>
                <a:prstDash val="solid"/>
                <a:round/>
                <a:headEnd/>
                <a:tailEnd/>
              </a:ln>
              <a:effectLst>
                <a:outerShdw dist="12700" algn="ctr" rotWithShape="0">
                  <a:schemeClr val="bg2"/>
                </a:outerShdw>
              </a:effectLst>
            </p:spPr>
            <p:txBody>
              <a:bodyPr/>
              <a:lstStyle/>
              <a:p>
                <a:endParaRPr lang="zh-CN" altLang="en-US"/>
              </a:p>
            </p:txBody>
          </p:sp>
          <p:sp>
            <p:nvSpPr>
              <p:cNvPr id="76" name="Line 61"/>
              <p:cNvSpPr>
                <a:spLocks noChangeAspect="1" noChangeShapeType="1"/>
              </p:cNvSpPr>
              <p:nvPr/>
            </p:nvSpPr>
            <p:spPr bwMode="auto">
              <a:xfrm>
                <a:off x="3775" y="273"/>
                <a:ext cx="0" cy="1293"/>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7" name="Oval 62"/>
              <p:cNvSpPr>
                <a:spLocks noChangeAspect="1" noChangeArrowheads="1"/>
              </p:cNvSpPr>
              <p:nvPr/>
            </p:nvSpPr>
            <p:spPr bwMode="auto">
              <a:xfrm>
                <a:off x="3900" y="456"/>
                <a:ext cx="49" cy="49"/>
              </a:xfrm>
              <a:prstGeom prst="ellipse">
                <a:avLst/>
              </a:prstGeom>
              <a:solidFill>
                <a:srgbClr val="FF0000"/>
              </a:solidFill>
              <a:ln w="19050" algn="ctr">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78" name="Oval 63"/>
              <p:cNvSpPr>
                <a:spLocks noChangeAspect="1" noChangeArrowheads="1"/>
              </p:cNvSpPr>
              <p:nvPr/>
            </p:nvSpPr>
            <p:spPr bwMode="auto">
              <a:xfrm>
                <a:off x="3903" y="1349"/>
                <a:ext cx="49" cy="48"/>
              </a:xfrm>
              <a:prstGeom prst="ellipse">
                <a:avLst/>
              </a:prstGeom>
              <a:solidFill>
                <a:srgbClr val="FF0000"/>
              </a:solidFill>
              <a:ln w="19050" algn="ctr">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79" name="Rectangle 64"/>
              <p:cNvSpPr>
                <a:spLocks noChangeAspect="1" noChangeArrowheads="1"/>
              </p:cNvSpPr>
              <p:nvPr/>
            </p:nvSpPr>
            <p:spPr bwMode="auto">
              <a:xfrm>
                <a:off x="3793" y="1566"/>
                <a:ext cx="40" cy="57"/>
              </a:xfrm>
              <a:prstGeom prst="rect">
                <a:avLst/>
              </a:prstGeom>
              <a:gradFill rotWithShape="1">
                <a:gsLst>
                  <a:gs pos="0">
                    <a:schemeClr val="bg2"/>
                  </a:gs>
                  <a:gs pos="50000">
                    <a:schemeClr val="bg2">
                      <a:gamma/>
                      <a:tint val="0"/>
                      <a:invGamma/>
                    </a:schemeClr>
                  </a:gs>
                  <a:gs pos="100000">
                    <a:schemeClr val="bg2"/>
                  </a:gs>
                </a:gsLst>
                <a:lin ang="0" scaled="1"/>
              </a:gradFill>
              <a:ln w="2857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0" name="Rectangle 65"/>
              <p:cNvSpPr>
                <a:spLocks noChangeAspect="1" noChangeArrowheads="1"/>
              </p:cNvSpPr>
              <p:nvPr/>
            </p:nvSpPr>
            <p:spPr bwMode="auto">
              <a:xfrm>
                <a:off x="3792" y="234"/>
                <a:ext cx="40" cy="40"/>
              </a:xfrm>
              <a:prstGeom prst="rect">
                <a:avLst/>
              </a:prstGeom>
              <a:gradFill rotWithShape="1">
                <a:gsLst>
                  <a:gs pos="0">
                    <a:schemeClr val="bg2"/>
                  </a:gs>
                  <a:gs pos="50000">
                    <a:schemeClr val="bg2">
                      <a:gamma/>
                      <a:tint val="0"/>
                      <a:invGamma/>
                    </a:schemeClr>
                  </a:gs>
                  <a:gs pos="100000">
                    <a:schemeClr val="bg2"/>
                  </a:gs>
                </a:gsLst>
                <a:lin ang="0" scaled="1"/>
              </a:gradFill>
              <a:ln w="2857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1" name="Line 66"/>
              <p:cNvSpPr>
                <a:spLocks noChangeAspect="1" noChangeShapeType="1"/>
              </p:cNvSpPr>
              <p:nvPr/>
            </p:nvSpPr>
            <p:spPr bwMode="auto">
              <a:xfrm flipV="1">
                <a:off x="3813" y="183"/>
                <a:ext cx="0" cy="1880"/>
              </a:xfrm>
              <a:prstGeom prst="line">
                <a:avLst/>
              </a:prstGeom>
              <a:noFill/>
              <a:ln w="31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 name="Line 67"/>
              <p:cNvSpPr>
                <a:spLocks noChangeAspect="1" noChangeShapeType="1"/>
              </p:cNvSpPr>
              <p:nvPr/>
            </p:nvSpPr>
            <p:spPr bwMode="auto">
              <a:xfrm>
                <a:off x="3715" y="1581"/>
                <a:ext cx="77"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3" name="Line 68"/>
              <p:cNvSpPr>
                <a:spLocks noChangeAspect="1" noChangeShapeType="1"/>
              </p:cNvSpPr>
              <p:nvPr/>
            </p:nvSpPr>
            <p:spPr bwMode="auto">
              <a:xfrm>
                <a:off x="3843" y="1580"/>
                <a:ext cx="77"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55" name="Arc 69"/>
            <p:cNvSpPr>
              <a:spLocks/>
            </p:cNvSpPr>
            <p:nvPr/>
          </p:nvSpPr>
          <p:spPr bwMode="auto">
            <a:xfrm flipH="1">
              <a:off x="4904" y="1144"/>
              <a:ext cx="72" cy="136"/>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0" y="0"/>
                  </a:moveTo>
                  <a:cubicBezTo>
                    <a:pt x="11929" y="0"/>
                    <a:pt x="21600" y="9670"/>
                    <a:pt x="21600" y="21600"/>
                  </a:cubicBezTo>
                </a:path>
                <a:path w="21600" h="21600" stroke="0" extrusionOk="0">
                  <a:moveTo>
                    <a:pt x="0" y="0"/>
                  </a:moveTo>
                  <a:cubicBezTo>
                    <a:pt x="11929" y="0"/>
                    <a:pt x="21600" y="9670"/>
                    <a:pt x="21600" y="21600"/>
                  </a:cubicBezTo>
                  <a:lnTo>
                    <a:pt x="0" y="21600"/>
                  </a:lnTo>
                  <a:close/>
                </a:path>
              </a:pathLst>
            </a:custGeom>
            <a:noFill/>
            <a:ln w="19050">
              <a:solidFill>
                <a:schemeClr val="tx1"/>
              </a:solidFill>
              <a:round/>
              <a:headEnd type="stealth" w="sm" len="lg"/>
              <a:tailEnd type="stealth"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6" name="Text Box 70"/>
            <p:cNvSpPr txBox="1">
              <a:spLocks noChangeArrowheads="1"/>
            </p:cNvSpPr>
            <p:nvPr/>
          </p:nvSpPr>
          <p:spPr bwMode="auto">
            <a:xfrm>
              <a:off x="3860" y="1027"/>
              <a:ext cx="39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i="1" dirty="0">
                  <a:solidFill>
                    <a:schemeClr val="tx1"/>
                  </a:solidFill>
                </a:rPr>
                <a:t>A</a:t>
              </a:r>
            </a:p>
          </p:txBody>
        </p:sp>
        <p:sp>
          <p:nvSpPr>
            <p:cNvPr id="57" name="Text Box 71"/>
            <p:cNvSpPr txBox="1">
              <a:spLocks noChangeArrowheads="1"/>
            </p:cNvSpPr>
            <p:nvPr/>
          </p:nvSpPr>
          <p:spPr bwMode="auto">
            <a:xfrm>
              <a:off x="4600" y="1016"/>
              <a:ext cx="39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i="1">
                  <a:solidFill>
                    <a:schemeClr val="tx1"/>
                  </a:solidFill>
                  <a:sym typeface="Symbol" panose="05050102010706020507" pitchFamily="18" charset="2"/>
                </a:rPr>
                <a:t></a:t>
              </a:r>
            </a:p>
          </p:txBody>
        </p:sp>
        <p:sp>
          <p:nvSpPr>
            <p:cNvPr id="58" name="Text Box 72"/>
            <p:cNvSpPr txBox="1">
              <a:spLocks noChangeArrowheads="1"/>
            </p:cNvSpPr>
            <p:nvPr/>
          </p:nvSpPr>
          <p:spPr bwMode="auto">
            <a:xfrm>
              <a:off x="5296" y="1200"/>
              <a:ext cx="39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i="1">
                  <a:solidFill>
                    <a:schemeClr val="tx1"/>
                  </a:solidFill>
                </a:rPr>
                <a:t>B</a:t>
              </a:r>
            </a:p>
          </p:txBody>
        </p:sp>
        <p:sp>
          <p:nvSpPr>
            <p:cNvPr id="59" name="Text Box 73"/>
            <p:cNvSpPr txBox="1">
              <a:spLocks noChangeArrowheads="1"/>
            </p:cNvSpPr>
            <p:nvPr/>
          </p:nvSpPr>
          <p:spPr bwMode="auto">
            <a:xfrm>
              <a:off x="5111" y="897"/>
              <a:ext cx="39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i="1" dirty="0">
                  <a:solidFill>
                    <a:schemeClr val="tx1"/>
                  </a:solidFill>
                </a:rPr>
                <a:t>D</a:t>
              </a:r>
            </a:p>
          </p:txBody>
        </p:sp>
        <p:sp>
          <p:nvSpPr>
            <p:cNvPr id="60" name="Text Box 74"/>
            <p:cNvSpPr txBox="1">
              <a:spLocks noChangeArrowheads="1"/>
            </p:cNvSpPr>
            <p:nvPr/>
          </p:nvSpPr>
          <p:spPr bwMode="auto">
            <a:xfrm>
              <a:off x="3947" y="228"/>
              <a:ext cx="39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i="1" dirty="0">
                  <a:solidFill>
                    <a:schemeClr val="tx1"/>
                  </a:solidFill>
                </a:rPr>
                <a:t>C</a:t>
              </a:r>
            </a:p>
          </p:txBody>
        </p:sp>
        <p:sp>
          <p:nvSpPr>
            <p:cNvPr id="61" name="Text Box 75"/>
            <p:cNvSpPr txBox="1">
              <a:spLocks noChangeArrowheads="1"/>
            </p:cNvSpPr>
            <p:nvPr/>
          </p:nvSpPr>
          <p:spPr bwMode="auto">
            <a:xfrm>
              <a:off x="3672" y="0"/>
              <a:ext cx="40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i="1">
                  <a:solidFill>
                    <a:schemeClr val="tx1"/>
                  </a:solidFill>
                </a:rPr>
                <a:t>F</a:t>
              </a:r>
            </a:p>
          </p:txBody>
        </p:sp>
        <p:sp>
          <p:nvSpPr>
            <p:cNvPr id="62" name="Line 76"/>
            <p:cNvSpPr>
              <a:spLocks noChangeAspect="1" noChangeShapeType="1"/>
            </p:cNvSpPr>
            <p:nvPr/>
          </p:nvSpPr>
          <p:spPr bwMode="auto">
            <a:xfrm flipV="1">
              <a:off x="3933" y="1359"/>
              <a:ext cx="0" cy="704"/>
            </a:xfrm>
            <a:prstGeom prst="line">
              <a:avLst/>
            </a:prstGeom>
            <a:noFill/>
            <a:ln w="31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3" name="Text Box 77"/>
            <p:cNvSpPr txBox="1">
              <a:spLocks noChangeArrowheads="1"/>
            </p:cNvSpPr>
            <p:nvPr/>
          </p:nvSpPr>
          <p:spPr bwMode="auto">
            <a:xfrm>
              <a:off x="3760" y="1792"/>
              <a:ext cx="23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i="1">
                  <a:solidFill>
                    <a:schemeClr val="tx1"/>
                  </a:solidFill>
                </a:rPr>
                <a:t>a</a:t>
              </a:r>
            </a:p>
          </p:txBody>
        </p:sp>
        <p:sp>
          <p:nvSpPr>
            <p:cNvPr id="64" name="Line 78"/>
            <p:cNvSpPr>
              <a:spLocks noChangeShapeType="1"/>
            </p:cNvSpPr>
            <p:nvPr/>
          </p:nvSpPr>
          <p:spPr bwMode="auto">
            <a:xfrm>
              <a:off x="3808" y="2016"/>
              <a:ext cx="12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5" name="Line 79"/>
            <p:cNvSpPr>
              <a:spLocks noChangeAspect="1" noChangeShapeType="1"/>
            </p:cNvSpPr>
            <p:nvPr/>
          </p:nvSpPr>
          <p:spPr bwMode="auto">
            <a:xfrm flipV="1">
              <a:off x="5397" y="1375"/>
              <a:ext cx="0" cy="704"/>
            </a:xfrm>
            <a:prstGeom prst="line">
              <a:avLst/>
            </a:prstGeom>
            <a:noFill/>
            <a:ln w="31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6" name="Line 80"/>
            <p:cNvSpPr>
              <a:spLocks noChangeShapeType="1"/>
            </p:cNvSpPr>
            <p:nvPr/>
          </p:nvSpPr>
          <p:spPr bwMode="auto">
            <a:xfrm>
              <a:off x="3928" y="2016"/>
              <a:ext cx="1472" cy="0"/>
            </a:xfrm>
            <a:prstGeom prst="line">
              <a:avLst/>
            </a:prstGeom>
            <a:noFill/>
            <a:ln w="9525">
              <a:solidFill>
                <a:schemeClr val="tx1"/>
              </a:solidFill>
              <a:round/>
              <a:headEnd type="stealth" w="sm" len="lg"/>
              <a:tailEnd type="stealth"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7" name="Line 81"/>
            <p:cNvSpPr>
              <a:spLocks noChangeShapeType="1"/>
            </p:cNvSpPr>
            <p:nvPr/>
          </p:nvSpPr>
          <p:spPr bwMode="auto">
            <a:xfrm>
              <a:off x="3928" y="1640"/>
              <a:ext cx="737" cy="0"/>
            </a:xfrm>
            <a:prstGeom prst="line">
              <a:avLst/>
            </a:prstGeom>
            <a:noFill/>
            <a:ln w="9525">
              <a:solidFill>
                <a:schemeClr val="tx1"/>
              </a:solidFill>
              <a:round/>
              <a:headEnd type="stealth" w="sm" len="lg"/>
              <a:tailEnd type="stealth"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8" name="Line 82"/>
            <p:cNvSpPr>
              <a:spLocks noChangeShapeType="1"/>
            </p:cNvSpPr>
            <p:nvPr/>
          </p:nvSpPr>
          <p:spPr bwMode="auto">
            <a:xfrm>
              <a:off x="3928" y="1832"/>
              <a:ext cx="1106" cy="0"/>
            </a:xfrm>
            <a:prstGeom prst="line">
              <a:avLst/>
            </a:prstGeom>
            <a:noFill/>
            <a:ln w="9525">
              <a:solidFill>
                <a:schemeClr val="tx1"/>
              </a:solidFill>
              <a:round/>
              <a:headEnd type="stealth" w="sm" len="lg"/>
              <a:tailEnd type="stealth"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9" name="Text Box 83"/>
            <p:cNvSpPr txBox="1">
              <a:spLocks noChangeArrowheads="1"/>
            </p:cNvSpPr>
            <p:nvPr/>
          </p:nvSpPr>
          <p:spPr bwMode="auto">
            <a:xfrm>
              <a:off x="4328" y="1616"/>
              <a:ext cx="23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i="1">
                  <a:solidFill>
                    <a:schemeClr val="tx1"/>
                  </a:solidFill>
                </a:rPr>
                <a:t>x</a:t>
              </a:r>
            </a:p>
          </p:txBody>
        </p:sp>
        <p:sp>
          <p:nvSpPr>
            <p:cNvPr id="70" name="Text Box 84"/>
            <p:cNvSpPr txBox="1">
              <a:spLocks noChangeArrowheads="1"/>
            </p:cNvSpPr>
            <p:nvPr/>
          </p:nvSpPr>
          <p:spPr bwMode="auto">
            <a:xfrm>
              <a:off x="4448" y="1792"/>
              <a:ext cx="23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i="1">
                  <a:solidFill>
                    <a:schemeClr val="tx1"/>
                  </a:solidFill>
                </a:rPr>
                <a:t>l</a:t>
              </a:r>
            </a:p>
          </p:txBody>
        </p:sp>
        <p:sp>
          <p:nvSpPr>
            <p:cNvPr id="71" name="Text Box 85"/>
            <p:cNvSpPr txBox="1">
              <a:spLocks noChangeArrowheads="1"/>
            </p:cNvSpPr>
            <p:nvPr/>
          </p:nvSpPr>
          <p:spPr bwMode="auto">
            <a:xfrm>
              <a:off x="4112" y="1424"/>
              <a:ext cx="34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i="1">
                  <a:solidFill>
                    <a:schemeClr val="tx1"/>
                  </a:solidFill>
                </a:rPr>
                <a:t>l</a:t>
              </a:r>
              <a:r>
                <a:rPr lang="en-US" altLang="zh-CN">
                  <a:solidFill>
                    <a:schemeClr val="tx1"/>
                  </a:solidFill>
                </a:rPr>
                <a:t>/2</a:t>
              </a:r>
            </a:p>
          </p:txBody>
        </p:sp>
        <p:sp>
          <p:nvSpPr>
            <p:cNvPr id="72" name="Text Box 86"/>
            <p:cNvSpPr txBox="1">
              <a:spLocks noChangeAspect="1" noChangeArrowheads="1"/>
            </p:cNvSpPr>
            <p:nvPr/>
          </p:nvSpPr>
          <p:spPr bwMode="auto">
            <a:xfrm>
              <a:off x="3834" y="810"/>
              <a:ext cx="330" cy="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b="1" i="1">
                  <a:solidFill>
                    <a:srgbClr val="FF0000"/>
                  </a:solidFill>
                  <a:ea typeface="宋体" panose="02010600030101010101" pitchFamily="2" charset="-122"/>
                </a:rPr>
                <a:t>G</a:t>
              </a:r>
              <a:r>
                <a:rPr lang="en-US" altLang="zh-CN" baseline="-25000">
                  <a:solidFill>
                    <a:srgbClr val="FF0000"/>
                  </a:solidFill>
                  <a:ea typeface="宋体" panose="02010600030101010101" pitchFamily="2" charset="-122"/>
                </a:rPr>
                <a:t>2</a:t>
              </a:r>
            </a:p>
          </p:txBody>
        </p:sp>
        <p:sp>
          <p:nvSpPr>
            <p:cNvPr id="73" name="Line 87"/>
            <p:cNvSpPr>
              <a:spLocks noChangeAspect="1" noChangeShapeType="1"/>
            </p:cNvSpPr>
            <p:nvPr/>
          </p:nvSpPr>
          <p:spPr bwMode="auto">
            <a:xfrm>
              <a:off x="3810" y="887"/>
              <a:ext cx="0" cy="411"/>
            </a:xfrm>
            <a:prstGeom prst="line">
              <a:avLst/>
            </a:prstGeom>
            <a:noFill/>
            <a:ln w="31750">
              <a:solidFill>
                <a:srgbClr val="FF00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74" name="Line 88"/>
            <p:cNvSpPr>
              <a:spLocks noChangeShapeType="1"/>
            </p:cNvSpPr>
            <p:nvPr/>
          </p:nvSpPr>
          <p:spPr bwMode="auto">
            <a:xfrm flipV="1">
              <a:off x="5032" y="1648"/>
              <a:ext cx="0" cy="312"/>
            </a:xfrm>
            <a:prstGeom prst="line">
              <a:avLst/>
            </a:prstGeom>
            <a:noFill/>
            <a:ln w="31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19" name="Text Box 89"/>
          <p:cNvSpPr txBox="1">
            <a:spLocks noChangeAspect="1" noChangeArrowheads="1"/>
          </p:cNvSpPr>
          <p:nvPr/>
        </p:nvSpPr>
        <p:spPr bwMode="auto">
          <a:xfrm>
            <a:off x="8867676" y="5346527"/>
            <a:ext cx="666750" cy="4254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just"/>
            <a:r>
              <a:rPr lang="en-US" altLang="zh-CN" b="1" i="1">
                <a:solidFill>
                  <a:srgbClr val="FF0000"/>
                </a:solidFill>
                <a:ea typeface="宋体" panose="02010600030101010101" pitchFamily="2" charset="-122"/>
              </a:rPr>
              <a:t>F</a:t>
            </a:r>
            <a:r>
              <a:rPr lang="en-US" altLang="zh-CN" i="1" baseline="-25000">
                <a:solidFill>
                  <a:srgbClr val="FF0000"/>
                </a:solidFill>
                <a:ea typeface="宋体" panose="02010600030101010101" pitchFamily="2" charset="-122"/>
              </a:rPr>
              <a:t>Ey</a:t>
            </a:r>
          </a:p>
        </p:txBody>
      </p:sp>
      <p:sp>
        <p:nvSpPr>
          <p:cNvPr id="120" name="Line 90"/>
          <p:cNvSpPr>
            <a:spLocks noChangeAspect="1" noChangeShapeType="1"/>
          </p:cNvSpPr>
          <p:nvPr/>
        </p:nvSpPr>
        <p:spPr bwMode="auto">
          <a:xfrm flipV="1">
            <a:off x="8145363" y="4751214"/>
            <a:ext cx="736600" cy="0"/>
          </a:xfrm>
          <a:prstGeom prst="line">
            <a:avLst/>
          </a:prstGeom>
          <a:noFill/>
          <a:ln w="28575">
            <a:solidFill>
              <a:srgbClr val="FF00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21" name="Text Box 91"/>
          <p:cNvSpPr txBox="1">
            <a:spLocks noChangeAspect="1" noChangeArrowheads="1"/>
          </p:cNvSpPr>
          <p:nvPr/>
        </p:nvSpPr>
        <p:spPr bwMode="auto">
          <a:xfrm>
            <a:off x="7783413" y="4186064"/>
            <a:ext cx="763588" cy="5016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just"/>
            <a:r>
              <a:rPr lang="en-US" altLang="zh-CN" b="1" i="1">
                <a:solidFill>
                  <a:srgbClr val="FF0000"/>
                </a:solidFill>
                <a:ea typeface="宋体" panose="02010600030101010101" pitchFamily="2" charset="-122"/>
              </a:rPr>
              <a:t>F</a:t>
            </a:r>
            <a:r>
              <a:rPr lang="en-US" altLang="zh-CN" i="1" baseline="-25000">
                <a:solidFill>
                  <a:srgbClr val="FF0000"/>
                </a:solidFill>
                <a:ea typeface="宋体" panose="02010600030101010101" pitchFamily="2" charset="-122"/>
              </a:rPr>
              <a:t>Ex</a:t>
            </a:r>
          </a:p>
        </p:txBody>
      </p:sp>
      <p:sp>
        <p:nvSpPr>
          <p:cNvPr id="122" name="Line 92"/>
          <p:cNvSpPr>
            <a:spLocks noChangeAspect="1" noChangeShapeType="1"/>
          </p:cNvSpPr>
          <p:nvPr/>
        </p:nvSpPr>
        <p:spPr bwMode="auto">
          <a:xfrm flipV="1">
            <a:off x="8912126" y="4784552"/>
            <a:ext cx="0" cy="787400"/>
          </a:xfrm>
          <a:prstGeom prst="line">
            <a:avLst/>
          </a:prstGeom>
          <a:noFill/>
          <a:ln w="28575">
            <a:solidFill>
              <a:srgbClr val="FF00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23" name="Line 93"/>
          <p:cNvSpPr>
            <a:spLocks noChangeAspect="1" noChangeShapeType="1"/>
          </p:cNvSpPr>
          <p:nvPr/>
        </p:nvSpPr>
        <p:spPr bwMode="auto">
          <a:xfrm flipH="1" flipV="1">
            <a:off x="8123138" y="2603327"/>
            <a:ext cx="736600" cy="0"/>
          </a:xfrm>
          <a:prstGeom prst="line">
            <a:avLst/>
          </a:prstGeom>
          <a:noFill/>
          <a:ln w="28575">
            <a:solidFill>
              <a:srgbClr val="FF00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24" name="Text Box 94"/>
          <p:cNvSpPr txBox="1">
            <a:spLocks noChangeAspect="1" noChangeArrowheads="1"/>
          </p:cNvSpPr>
          <p:nvPr/>
        </p:nvSpPr>
        <p:spPr bwMode="auto">
          <a:xfrm>
            <a:off x="7867551" y="2639839"/>
            <a:ext cx="763587" cy="5016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just"/>
            <a:r>
              <a:rPr lang="en-US" altLang="zh-CN" b="1" i="1">
                <a:solidFill>
                  <a:srgbClr val="FF0000"/>
                </a:solidFill>
                <a:ea typeface="宋体" panose="02010600030101010101" pitchFamily="2" charset="-122"/>
              </a:rPr>
              <a:t>F</a:t>
            </a:r>
            <a:r>
              <a:rPr lang="en-US" altLang="zh-CN" i="1" baseline="-25000">
                <a:solidFill>
                  <a:srgbClr val="FF0000"/>
                </a:solidFill>
                <a:ea typeface="宋体" panose="02010600030101010101" pitchFamily="2" charset="-122"/>
              </a:rPr>
              <a:t>Fx</a:t>
            </a:r>
          </a:p>
        </p:txBody>
      </p:sp>
      <p:sp>
        <p:nvSpPr>
          <p:cNvPr id="125" name="Rectangle 5"/>
          <p:cNvSpPr>
            <a:spLocks noChangeArrowheads="1"/>
          </p:cNvSpPr>
          <p:nvPr/>
        </p:nvSpPr>
        <p:spPr bwMode="auto">
          <a:xfrm>
            <a:off x="279412" y="2759341"/>
            <a:ext cx="108012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just">
              <a:spcBef>
                <a:spcPct val="20000"/>
              </a:spcBef>
              <a:buClr>
                <a:schemeClr val="accent1"/>
              </a:buClr>
              <a:buSzPct val="75000"/>
              <a:buFont typeface="Monotype Sorts" pitchFamily="2" charset="2"/>
              <a:buChar char="•"/>
              <a:defRPr kumimoji="1" sz="2400">
                <a:solidFill>
                  <a:schemeClr val="tx1"/>
                </a:solidFill>
                <a:latin typeface="Impact" panose="020B0806030902050204" pitchFamily="34" charset="0"/>
                <a:ea typeface="宋体" panose="02010600030101010101" pitchFamily="2" charset="-122"/>
              </a:defRPr>
            </a:lvl1pPr>
            <a:lvl2pPr marL="742950" indent="-285750">
              <a:spcBef>
                <a:spcPct val="20000"/>
              </a:spcBef>
              <a:buClr>
                <a:schemeClr val="accent2"/>
              </a:buClr>
              <a:buChar char="•"/>
              <a:defRPr kumimoji="1" sz="2000">
                <a:solidFill>
                  <a:schemeClr val="tx1"/>
                </a:solidFill>
                <a:latin typeface="Impact" panose="020B0806030902050204" pitchFamily="34" charset="0"/>
                <a:ea typeface="宋体" panose="02010600030101010101" pitchFamily="2" charset="-122"/>
              </a:defRPr>
            </a:lvl2pPr>
            <a:lvl3pPr marL="1143000" indent="-228600">
              <a:spcBef>
                <a:spcPct val="20000"/>
              </a:spcBef>
              <a:buChar char="–"/>
              <a:defRPr kumimoji="1" sz="2400">
                <a:solidFill>
                  <a:schemeClr val="tx1"/>
                </a:solidFill>
                <a:latin typeface="Impact" panose="020B0806030902050204" pitchFamily="34" charset="0"/>
                <a:ea typeface="宋体" panose="02010600030101010101" pitchFamily="2" charset="-122"/>
              </a:defRPr>
            </a:lvl3pPr>
            <a:lvl4pPr marL="1600200" indent="-228600">
              <a:spcBef>
                <a:spcPct val="20000"/>
              </a:spcBef>
              <a:buChar char="–"/>
              <a:defRPr kumimoji="1" sz="2000">
                <a:solidFill>
                  <a:schemeClr val="tx1"/>
                </a:solidFill>
                <a:latin typeface="Impact" panose="020B0806030902050204" pitchFamily="34" charset="0"/>
                <a:ea typeface="宋体" panose="02010600030101010101" pitchFamily="2" charset="-122"/>
              </a:defRPr>
            </a:lvl4pPr>
            <a:lvl5pPr marL="2057400" indent="-228600">
              <a:spcBef>
                <a:spcPct val="20000"/>
              </a:spcBef>
              <a:buChar char="»"/>
              <a:defRPr kumimoji="1" sz="2000">
                <a:solidFill>
                  <a:schemeClr val="tx1"/>
                </a:solidFill>
                <a:latin typeface="Impact" panose="020B0806030902050204" pitchFamily="34"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9pPr>
          </a:lstStyle>
          <a:p>
            <a:pPr algn="l">
              <a:spcBef>
                <a:spcPct val="0"/>
              </a:spcBef>
              <a:buClrTx/>
              <a:buSzTx/>
              <a:buNone/>
            </a:pPr>
            <a:r>
              <a:rPr lang="zh-CN" altLang="en-US" i="0" dirty="0">
                <a:solidFill>
                  <a:srgbClr val="0033CC"/>
                </a:solidFill>
                <a:latin typeface="Times New Roman" panose="02020603050405020304" pitchFamily="18" charset="0"/>
                <a:ea typeface="黑体" panose="02010609060101010101" pitchFamily="49" charset="-122"/>
              </a:rPr>
              <a:t>解</a:t>
            </a:r>
            <a:r>
              <a:rPr lang="en-US" altLang="zh-CN" i="0" dirty="0">
                <a:latin typeface="Times New Roman" panose="02020603050405020304" pitchFamily="18" charset="0"/>
                <a:ea typeface="黑体" panose="02010609060101010101" pitchFamily="49" charset="-122"/>
              </a:rPr>
              <a:t> 1</a:t>
            </a:r>
            <a:r>
              <a:rPr lang="zh-CN" altLang="en-US" i="0" dirty="0">
                <a:latin typeface="Times New Roman" panose="02020603050405020304" pitchFamily="18" charset="0"/>
                <a:ea typeface="黑体" panose="02010609060101010101" pitchFamily="49" charset="-122"/>
              </a:rPr>
              <a:t>）画受力图；</a:t>
            </a:r>
            <a:endParaRPr lang="zh-CN" altLang="en-US" i="0" dirty="0">
              <a:latin typeface="+mn-lt"/>
              <a:ea typeface="黑体" panose="02010609060101010101" pitchFamily="49" charset="-122"/>
            </a:endParaRPr>
          </a:p>
        </p:txBody>
      </p:sp>
      <p:sp>
        <p:nvSpPr>
          <p:cNvPr id="126" name="Rectangle 5"/>
          <p:cNvSpPr>
            <a:spLocks noChangeArrowheads="1"/>
          </p:cNvSpPr>
          <p:nvPr/>
        </p:nvSpPr>
        <p:spPr bwMode="auto">
          <a:xfrm>
            <a:off x="279412" y="3229099"/>
            <a:ext cx="108012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just">
              <a:spcBef>
                <a:spcPct val="20000"/>
              </a:spcBef>
              <a:buClr>
                <a:schemeClr val="accent1"/>
              </a:buClr>
              <a:buSzPct val="75000"/>
              <a:buFont typeface="Monotype Sorts" pitchFamily="2" charset="2"/>
              <a:buChar char="•"/>
              <a:defRPr kumimoji="1" sz="2400">
                <a:solidFill>
                  <a:schemeClr val="tx1"/>
                </a:solidFill>
                <a:latin typeface="Impact" panose="020B0806030902050204" pitchFamily="34" charset="0"/>
                <a:ea typeface="宋体" panose="02010600030101010101" pitchFamily="2" charset="-122"/>
              </a:defRPr>
            </a:lvl1pPr>
            <a:lvl2pPr marL="742950" indent="-285750">
              <a:spcBef>
                <a:spcPct val="20000"/>
              </a:spcBef>
              <a:buClr>
                <a:schemeClr val="accent2"/>
              </a:buClr>
              <a:buChar char="•"/>
              <a:defRPr kumimoji="1" sz="2000">
                <a:solidFill>
                  <a:schemeClr val="tx1"/>
                </a:solidFill>
                <a:latin typeface="Impact" panose="020B0806030902050204" pitchFamily="34" charset="0"/>
                <a:ea typeface="宋体" panose="02010600030101010101" pitchFamily="2" charset="-122"/>
              </a:defRPr>
            </a:lvl2pPr>
            <a:lvl3pPr marL="1143000" indent="-228600">
              <a:spcBef>
                <a:spcPct val="20000"/>
              </a:spcBef>
              <a:buChar char="–"/>
              <a:defRPr kumimoji="1" sz="2400">
                <a:solidFill>
                  <a:schemeClr val="tx1"/>
                </a:solidFill>
                <a:latin typeface="Impact" panose="020B0806030902050204" pitchFamily="34" charset="0"/>
                <a:ea typeface="宋体" panose="02010600030101010101" pitchFamily="2" charset="-122"/>
              </a:defRPr>
            </a:lvl3pPr>
            <a:lvl4pPr marL="1600200" indent="-228600">
              <a:spcBef>
                <a:spcPct val="20000"/>
              </a:spcBef>
              <a:buChar char="–"/>
              <a:defRPr kumimoji="1" sz="2000">
                <a:solidFill>
                  <a:schemeClr val="tx1"/>
                </a:solidFill>
                <a:latin typeface="Impact" panose="020B0806030902050204" pitchFamily="34" charset="0"/>
                <a:ea typeface="宋体" panose="02010600030101010101" pitchFamily="2" charset="-122"/>
              </a:defRPr>
            </a:lvl4pPr>
            <a:lvl5pPr marL="2057400" indent="-228600">
              <a:spcBef>
                <a:spcPct val="20000"/>
              </a:spcBef>
              <a:buChar char="»"/>
              <a:defRPr kumimoji="1" sz="2000">
                <a:solidFill>
                  <a:schemeClr val="tx1"/>
                </a:solidFill>
                <a:latin typeface="Impact" panose="020B0806030902050204" pitchFamily="34"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9pPr>
          </a:lstStyle>
          <a:p>
            <a:pPr algn="l">
              <a:spcBef>
                <a:spcPct val="0"/>
              </a:spcBef>
              <a:buClrTx/>
              <a:buSzTx/>
              <a:buNone/>
            </a:pPr>
            <a:r>
              <a:rPr lang="en-US" altLang="zh-CN" dirty="0"/>
              <a:t>       </a:t>
            </a:r>
            <a:r>
              <a:rPr lang="en-US" altLang="zh-CN" i="0" dirty="0">
                <a:latin typeface="Times New Roman" panose="02020603050405020304" pitchFamily="18" charset="0"/>
                <a:ea typeface="黑体" panose="02010609060101010101" pitchFamily="49" charset="-122"/>
              </a:rPr>
              <a:t>2</a:t>
            </a:r>
            <a:r>
              <a:rPr lang="zh-CN" altLang="en-US" i="0" dirty="0">
                <a:latin typeface="Times New Roman" panose="02020603050405020304" pitchFamily="18" charset="0"/>
                <a:ea typeface="黑体" panose="02010609060101010101" pitchFamily="49" charset="-122"/>
              </a:rPr>
              <a:t>）列平衡方程求解。</a:t>
            </a:r>
            <a:endParaRPr lang="zh-CN" altLang="en-US" i="0" dirty="0">
              <a:latin typeface="+mn-lt"/>
              <a:ea typeface="黑体" panose="02010609060101010101" pitchFamily="49" charset="-122"/>
            </a:endParaRPr>
          </a:p>
        </p:txBody>
      </p:sp>
      <p:sp>
        <p:nvSpPr>
          <p:cNvPr id="127" name="Text Box 97"/>
          <p:cNvSpPr txBox="1">
            <a:spLocks noChangeArrowheads="1"/>
          </p:cNvSpPr>
          <p:nvPr/>
        </p:nvSpPr>
        <p:spPr bwMode="auto">
          <a:xfrm>
            <a:off x="917551" y="3732536"/>
            <a:ext cx="4978363" cy="5724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just">
              <a:lnSpc>
                <a:spcPct val="130000"/>
              </a:lnSpc>
            </a:pPr>
            <a:r>
              <a:rPr lang="en-US" altLang="zh-CN" dirty="0">
                <a:solidFill>
                  <a:schemeClr val="tx1"/>
                </a:solidFill>
                <a:ea typeface="宋体" panose="02010600030101010101" pitchFamily="2" charset="-122"/>
              </a:rPr>
              <a:t> ∑</a:t>
            </a:r>
            <a:r>
              <a:rPr lang="en-US" altLang="zh-CN" b="0" dirty="0" err="1">
                <a:solidFill>
                  <a:schemeClr val="tx1"/>
                </a:solidFill>
                <a:ea typeface="宋体" panose="02010600030101010101" pitchFamily="2" charset="-122"/>
              </a:rPr>
              <a:t>F</a:t>
            </a:r>
            <a:r>
              <a:rPr lang="en-US" altLang="zh-CN" b="0" baseline="-25000" dirty="0" err="1">
                <a:solidFill>
                  <a:schemeClr val="tx1"/>
                </a:solidFill>
              </a:rPr>
              <a:t>x</a:t>
            </a:r>
            <a:r>
              <a:rPr lang="zh-CN" altLang="en-US" i="0" dirty="0">
                <a:solidFill>
                  <a:schemeClr val="tx1"/>
                </a:solidFill>
                <a:ea typeface="宋体" panose="02010600030101010101" pitchFamily="2" charset="-122"/>
              </a:rPr>
              <a:t>＝</a:t>
            </a:r>
            <a:r>
              <a:rPr lang="en-US" altLang="zh-CN" b="0" i="0" dirty="0">
                <a:solidFill>
                  <a:schemeClr val="tx1"/>
                </a:solidFill>
              </a:rPr>
              <a:t>0</a:t>
            </a:r>
            <a:r>
              <a:rPr lang="zh-CN" altLang="en-US" i="0" dirty="0">
                <a:solidFill>
                  <a:schemeClr val="tx1"/>
                </a:solidFill>
                <a:ea typeface="宋体" panose="02010600030101010101" pitchFamily="2" charset="-122"/>
              </a:rPr>
              <a:t>，</a:t>
            </a:r>
            <a:r>
              <a:rPr lang="en-US" altLang="zh-CN" b="0" i="1" dirty="0" err="1">
                <a:solidFill>
                  <a:schemeClr val="tx1"/>
                </a:solidFill>
                <a:ea typeface="宋体" panose="02010600030101010101" pitchFamily="2" charset="-122"/>
              </a:rPr>
              <a:t>F</a:t>
            </a:r>
            <a:r>
              <a:rPr lang="en-US" altLang="zh-CN" b="0" i="1" baseline="-25000" dirty="0" err="1">
                <a:solidFill>
                  <a:schemeClr val="tx1"/>
                </a:solidFill>
                <a:ea typeface="宋体" panose="02010600030101010101" pitchFamily="2" charset="-122"/>
              </a:rPr>
              <a:t>E</a:t>
            </a:r>
            <a:r>
              <a:rPr lang="en-US" altLang="zh-CN" b="0" baseline="-25000" dirty="0" err="1">
                <a:solidFill>
                  <a:schemeClr val="tx1"/>
                </a:solidFill>
              </a:rPr>
              <a:t>x</a:t>
            </a:r>
            <a:r>
              <a:rPr lang="en-US" altLang="zh-CN" i="0" dirty="0" err="1">
                <a:solidFill>
                  <a:schemeClr val="tx1"/>
                </a:solidFill>
                <a:latin typeface="黑体" panose="02010609060101010101" pitchFamily="49" charset="-122"/>
              </a:rPr>
              <a:t>-</a:t>
            </a:r>
            <a:r>
              <a:rPr lang="en-US" altLang="zh-CN" b="0" i="1" dirty="0" err="1">
                <a:solidFill>
                  <a:schemeClr val="tx1"/>
                </a:solidFill>
                <a:ea typeface="宋体" panose="02010600030101010101" pitchFamily="2" charset="-122"/>
              </a:rPr>
              <a:t>F</a:t>
            </a:r>
            <a:r>
              <a:rPr lang="en-US" altLang="zh-CN" b="0" baseline="-25000" dirty="0" err="1">
                <a:solidFill>
                  <a:schemeClr val="tx1"/>
                </a:solidFill>
              </a:rPr>
              <a:t>Fx</a:t>
            </a:r>
            <a:r>
              <a:rPr lang="en-US" altLang="zh-CN" b="0" i="0" dirty="0">
                <a:solidFill>
                  <a:schemeClr val="tx1"/>
                </a:solidFill>
              </a:rPr>
              <a:t>=0</a:t>
            </a:r>
            <a:r>
              <a:rPr lang="en-US" altLang="zh-CN" dirty="0">
                <a:solidFill>
                  <a:schemeClr val="tx1"/>
                </a:solidFill>
                <a:ea typeface="宋体" panose="02010600030101010101" pitchFamily="2" charset="-122"/>
              </a:rPr>
              <a:t>     </a:t>
            </a:r>
            <a:r>
              <a:rPr lang="en-US" altLang="zh-CN" b="0" i="1" dirty="0" err="1">
                <a:solidFill>
                  <a:schemeClr val="tx1"/>
                </a:solidFill>
                <a:ea typeface="宋体" panose="02010600030101010101" pitchFamily="2" charset="-122"/>
              </a:rPr>
              <a:t>F</a:t>
            </a:r>
            <a:r>
              <a:rPr lang="en-US" altLang="zh-CN" b="0" baseline="-25000" dirty="0" err="1">
                <a:solidFill>
                  <a:schemeClr val="tx1"/>
                </a:solidFill>
              </a:rPr>
              <a:t>Ex</a:t>
            </a:r>
            <a:r>
              <a:rPr lang="en-US" altLang="zh-CN" dirty="0">
                <a:solidFill>
                  <a:schemeClr val="tx1"/>
                </a:solidFill>
                <a:ea typeface="宋体" panose="02010600030101010101" pitchFamily="2" charset="-122"/>
              </a:rPr>
              <a:t>=</a:t>
            </a:r>
            <a:r>
              <a:rPr lang="en-US" altLang="zh-CN" b="0" i="1" dirty="0" err="1">
                <a:solidFill>
                  <a:schemeClr val="tx1"/>
                </a:solidFill>
                <a:ea typeface="宋体" panose="02010600030101010101" pitchFamily="2" charset="-122"/>
              </a:rPr>
              <a:t>F</a:t>
            </a:r>
            <a:r>
              <a:rPr lang="en-US" altLang="zh-CN" b="0" baseline="-25000" dirty="0" err="1">
                <a:solidFill>
                  <a:schemeClr val="tx1"/>
                </a:solidFill>
              </a:rPr>
              <a:t>Fx</a:t>
            </a:r>
            <a:r>
              <a:rPr lang="en-US" altLang="zh-CN" dirty="0">
                <a:solidFill>
                  <a:schemeClr val="tx1"/>
                </a:solidFill>
                <a:ea typeface="宋体" panose="02010600030101010101" pitchFamily="2" charset="-122"/>
              </a:rPr>
              <a:t> </a:t>
            </a:r>
          </a:p>
        </p:txBody>
      </p:sp>
      <p:sp>
        <p:nvSpPr>
          <p:cNvPr id="128" name="Text Box 98"/>
          <p:cNvSpPr txBox="1">
            <a:spLocks noChangeArrowheads="1"/>
          </p:cNvSpPr>
          <p:nvPr/>
        </p:nvSpPr>
        <p:spPr bwMode="auto">
          <a:xfrm>
            <a:off x="917279" y="4288356"/>
            <a:ext cx="6316134" cy="5724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just">
              <a:lnSpc>
                <a:spcPct val="130000"/>
              </a:lnSpc>
            </a:pPr>
            <a:r>
              <a:rPr lang="en-US" altLang="zh-CN" dirty="0">
                <a:solidFill>
                  <a:schemeClr val="tx1"/>
                </a:solidFill>
                <a:ea typeface="宋体" panose="02010600030101010101" pitchFamily="2" charset="-122"/>
              </a:rPr>
              <a:t> ∑</a:t>
            </a:r>
            <a:r>
              <a:rPr lang="en-US" altLang="zh-CN" b="0" i="1" dirty="0" err="1">
                <a:solidFill>
                  <a:schemeClr val="tx1"/>
                </a:solidFill>
                <a:ea typeface="宋体" panose="02010600030101010101" pitchFamily="2" charset="-122"/>
              </a:rPr>
              <a:t>F</a:t>
            </a:r>
            <a:r>
              <a:rPr lang="en-US" altLang="zh-CN" b="0" baseline="-25000" dirty="0" err="1">
                <a:solidFill>
                  <a:schemeClr val="tx1"/>
                </a:solidFill>
              </a:rPr>
              <a:t>y</a:t>
            </a:r>
            <a:r>
              <a:rPr lang="zh-CN" altLang="en-US" b="0" i="0" dirty="0">
                <a:solidFill>
                  <a:schemeClr val="tx1"/>
                </a:solidFill>
                <a:ea typeface="宋体" panose="02010600030101010101" pitchFamily="2" charset="-122"/>
              </a:rPr>
              <a:t>＝</a:t>
            </a:r>
            <a:r>
              <a:rPr lang="en-US" altLang="zh-CN" b="0" i="0" dirty="0">
                <a:solidFill>
                  <a:schemeClr val="tx1"/>
                </a:solidFill>
                <a:ea typeface="宋体" panose="02010600030101010101" pitchFamily="2" charset="-122"/>
              </a:rPr>
              <a:t>0</a:t>
            </a:r>
            <a:r>
              <a:rPr lang="en-US" altLang="zh-CN" dirty="0">
                <a:solidFill>
                  <a:schemeClr val="tx1"/>
                </a:solidFill>
                <a:ea typeface="宋体" panose="02010600030101010101" pitchFamily="2" charset="-122"/>
              </a:rPr>
              <a:t> </a:t>
            </a:r>
            <a:r>
              <a:rPr lang="zh-CN" altLang="en-US" i="0" dirty="0">
                <a:solidFill>
                  <a:schemeClr val="tx1"/>
                </a:solidFill>
                <a:ea typeface="宋体" panose="02010600030101010101" pitchFamily="2" charset="-122"/>
              </a:rPr>
              <a:t>，</a:t>
            </a:r>
            <a:r>
              <a:rPr lang="en-US" altLang="zh-CN" b="0" dirty="0" err="1">
                <a:solidFill>
                  <a:schemeClr val="tx1"/>
                </a:solidFill>
              </a:rPr>
              <a:t>F</a:t>
            </a:r>
            <a:r>
              <a:rPr lang="en-US" altLang="zh-CN" b="0" baseline="-25000" dirty="0" err="1">
                <a:solidFill>
                  <a:schemeClr val="tx1"/>
                </a:solidFill>
              </a:rPr>
              <a:t>Ey</a:t>
            </a:r>
            <a:r>
              <a:rPr lang="en-US" altLang="zh-CN" i="1" dirty="0">
                <a:solidFill>
                  <a:schemeClr val="tx1"/>
                </a:solidFill>
              </a:rPr>
              <a:t>–</a:t>
            </a:r>
            <a:r>
              <a:rPr lang="en-US" altLang="zh-CN" b="0" dirty="0">
                <a:solidFill>
                  <a:schemeClr val="tx1"/>
                </a:solidFill>
              </a:rPr>
              <a:t>G</a:t>
            </a:r>
            <a:r>
              <a:rPr lang="en-US" altLang="zh-CN" b="0" i="0" baseline="-25000" dirty="0">
                <a:solidFill>
                  <a:schemeClr val="tx1"/>
                </a:solidFill>
              </a:rPr>
              <a:t>1</a:t>
            </a:r>
            <a:r>
              <a:rPr lang="en-US" altLang="zh-CN" i="1" dirty="0">
                <a:solidFill>
                  <a:schemeClr val="tx1"/>
                </a:solidFill>
              </a:rPr>
              <a:t>–</a:t>
            </a:r>
            <a:r>
              <a:rPr lang="en-US" altLang="zh-CN" b="0" dirty="0">
                <a:solidFill>
                  <a:schemeClr val="tx1"/>
                </a:solidFill>
              </a:rPr>
              <a:t>G</a:t>
            </a:r>
            <a:r>
              <a:rPr lang="en-US" altLang="zh-CN" b="0" i="0" baseline="-25000" dirty="0">
                <a:solidFill>
                  <a:schemeClr val="tx1"/>
                </a:solidFill>
              </a:rPr>
              <a:t>2</a:t>
            </a:r>
            <a:r>
              <a:rPr lang="en-US" altLang="zh-CN" i="1" dirty="0">
                <a:solidFill>
                  <a:schemeClr val="tx1"/>
                </a:solidFill>
              </a:rPr>
              <a:t>–</a:t>
            </a:r>
            <a:r>
              <a:rPr lang="en-US" altLang="zh-CN" b="0" dirty="0">
                <a:solidFill>
                  <a:schemeClr val="tx1"/>
                </a:solidFill>
              </a:rPr>
              <a:t>W</a:t>
            </a:r>
            <a:r>
              <a:rPr lang="en-US" altLang="zh-CN" b="0" i="0" dirty="0">
                <a:solidFill>
                  <a:schemeClr val="tx1"/>
                </a:solidFill>
              </a:rPr>
              <a:t>= 0    </a:t>
            </a:r>
            <a:r>
              <a:rPr lang="en-US" altLang="zh-CN" b="0" dirty="0" err="1">
                <a:solidFill>
                  <a:schemeClr val="tx1"/>
                </a:solidFill>
              </a:rPr>
              <a:t>F</a:t>
            </a:r>
            <a:r>
              <a:rPr lang="en-US" altLang="zh-CN" b="0" baseline="-25000" dirty="0" err="1">
                <a:solidFill>
                  <a:schemeClr val="tx1"/>
                </a:solidFill>
              </a:rPr>
              <a:t>Ey</a:t>
            </a:r>
            <a:r>
              <a:rPr lang="zh-CN" altLang="en-US" i="0" dirty="0">
                <a:solidFill>
                  <a:schemeClr val="tx1"/>
                </a:solidFill>
              </a:rPr>
              <a:t>＝</a:t>
            </a:r>
            <a:r>
              <a:rPr lang="en-US" altLang="zh-CN" i="0" dirty="0">
                <a:solidFill>
                  <a:schemeClr val="tx1"/>
                </a:solidFill>
              </a:rPr>
              <a:t>27 </a:t>
            </a:r>
            <a:r>
              <a:rPr lang="en-US" altLang="zh-CN" b="0" i="0" dirty="0" err="1">
                <a:solidFill>
                  <a:schemeClr val="tx1"/>
                </a:solidFill>
              </a:rPr>
              <a:t>kN</a:t>
            </a:r>
            <a:r>
              <a:rPr lang="en-US" altLang="zh-CN" i="0" dirty="0">
                <a:solidFill>
                  <a:schemeClr val="tx1"/>
                </a:solidFill>
              </a:rPr>
              <a:t> </a:t>
            </a:r>
            <a:r>
              <a:rPr lang="zh-CN" altLang="en-US" i="0" dirty="0">
                <a:solidFill>
                  <a:schemeClr val="tx1"/>
                </a:solidFill>
                <a:ea typeface="宋体" panose="02010600030101010101" pitchFamily="2" charset="-122"/>
              </a:rPr>
              <a:t>（↑）</a:t>
            </a:r>
          </a:p>
        </p:txBody>
      </p:sp>
      <p:sp>
        <p:nvSpPr>
          <p:cNvPr id="129" name="Text Box 98"/>
          <p:cNvSpPr txBox="1">
            <a:spLocks noChangeArrowheads="1"/>
          </p:cNvSpPr>
          <p:nvPr/>
        </p:nvSpPr>
        <p:spPr bwMode="auto">
          <a:xfrm>
            <a:off x="917279" y="4895814"/>
            <a:ext cx="6316134" cy="14219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20000"/>
              </a:lnSpc>
            </a:pPr>
            <a:r>
              <a:rPr lang="en-US" altLang="zh-CN" b="0" dirty="0">
                <a:solidFill>
                  <a:schemeClr val="tx1"/>
                </a:solidFill>
              </a:rPr>
              <a:t> ∑M</a:t>
            </a:r>
            <a:r>
              <a:rPr lang="en-US" altLang="zh-CN" b="0" baseline="-25000" dirty="0">
                <a:solidFill>
                  <a:schemeClr val="tx1"/>
                </a:solidFill>
              </a:rPr>
              <a:t>E</a:t>
            </a:r>
            <a:r>
              <a:rPr lang="en-US" altLang="zh-CN" b="0" i="0" dirty="0">
                <a:solidFill>
                  <a:schemeClr val="tx1"/>
                </a:solidFill>
              </a:rPr>
              <a:t>(</a:t>
            </a:r>
            <a:r>
              <a:rPr lang="en-US" altLang="zh-CN" dirty="0">
                <a:solidFill>
                  <a:schemeClr val="tx1"/>
                </a:solidFill>
              </a:rPr>
              <a:t>F</a:t>
            </a:r>
            <a:r>
              <a:rPr lang="en-US" altLang="zh-CN" b="0" i="0" dirty="0">
                <a:solidFill>
                  <a:schemeClr val="tx1"/>
                </a:solidFill>
              </a:rPr>
              <a:t>)=0 </a:t>
            </a:r>
            <a:r>
              <a:rPr lang="zh-CN" altLang="en-US" b="0" i="0" dirty="0">
                <a:solidFill>
                  <a:schemeClr val="tx1"/>
                </a:solidFill>
              </a:rPr>
              <a:t>，</a:t>
            </a:r>
            <a:r>
              <a:rPr lang="zh-CN" altLang="en-US" b="0" dirty="0">
                <a:solidFill>
                  <a:schemeClr val="tx1"/>
                </a:solidFill>
              </a:rPr>
              <a:t> </a:t>
            </a:r>
            <a:r>
              <a:rPr lang="en-US" altLang="zh-CN" b="0" dirty="0" err="1">
                <a:solidFill>
                  <a:schemeClr val="tx1"/>
                </a:solidFill>
              </a:rPr>
              <a:t>F</a:t>
            </a:r>
            <a:r>
              <a:rPr lang="en-US" altLang="zh-CN" b="0" baseline="-25000" dirty="0" err="1">
                <a:solidFill>
                  <a:schemeClr val="tx1"/>
                </a:solidFill>
              </a:rPr>
              <a:t>Fx</a:t>
            </a:r>
            <a:r>
              <a:rPr lang="en-US" altLang="zh-CN" b="0" dirty="0" err="1">
                <a:solidFill>
                  <a:schemeClr val="tx1"/>
                </a:solidFill>
              </a:rPr>
              <a:t>h</a:t>
            </a:r>
            <a:r>
              <a:rPr lang="en-US" altLang="zh-CN" dirty="0">
                <a:solidFill>
                  <a:schemeClr val="tx1"/>
                </a:solidFill>
              </a:rPr>
              <a:t>–</a:t>
            </a:r>
            <a:r>
              <a:rPr lang="en-US" altLang="zh-CN" b="0" dirty="0">
                <a:solidFill>
                  <a:schemeClr val="tx1"/>
                </a:solidFill>
              </a:rPr>
              <a:t>G</a:t>
            </a:r>
            <a:r>
              <a:rPr lang="en-US" altLang="zh-CN" b="0" i="0" baseline="-25000" dirty="0">
                <a:solidFill>
                  <a:schemeClr val="tx1"/>
                </a:solidFill>
              </a:rPr>
              <a:t>1</a:t>
            </a:r>
            <a:r>
              <a:rPr lang="en-US" altLang="zh-CN" b="0" i="0" dirty="0">
                <a:solidFill>
                  <a:schemeClr val="tx1"/>
                </a:solidFill>
              </a:rPr>
              <a:t>(</a:t>
            </a:r>
            <a:r>
              <a:rPr lang="en-US" altLang="zh-CN" b="0" dirty="0" err="1">
                <a:solidFill>
                  <a:schemeClr val="tx1"/>
                </a:solidFill>
              </a:rPr>
              <a:t>a+l</a:t>
            </a:r>
            <a:r>
              <a:rPr lang="en-US" altLang="zh-CN" b="0" dirty="0">
                <a:solidFill>
                  <a:schemeClr val="tx1"/>
                </a:solidFill>
              </a:rPr>
              <a:t>/2</a:t>
            </a:r>
            <a:r>
              <a:rPr lang="en-US" altLang="zh-CN" b="0" i="0" dirty="0">
                <a:solidFill>
                  <a:schemeClr val="tx1"/>
                </a:solidFill>
              </a:rPr>
              <a:t>)</a:t>
            </a:r>
            <a:r>
              <a:rPr lang="en-US" altLang="zh-CN" dirty="0">
                <a:solidFill>
                  <a:schemeClr val="tx1"/>
                </a:solidFill>
              </a:rPr>
              <a:t> –</a:t>
            </a:r>
            <a:r>
              <a:rPr lang="en-US" altLang="zh-CN" b="0" dirty="0">
                <a:solidFill>
                  <a:schemeClr val="tx1"/>
                </a:solidFill>
              </a:rPr>
              <a:t>W</a:t>
            </a:r>
            <a:r>
              <a:rPr lang="en-US" altLang="zh-CN" b="0" i="0" dirty="0">
                <a:solidFill>
                  <a:schemeClr val="tx1"/>
                </a:solidFill>
              </a:rPr>
              <a:t>(</a:t>
            </a:r>
            <a:r>
              <a:rPr lang="en-US" altLang="zh-CN" b="0" dirty="0" err="1">
                <a:solidFill>
                  <a:schemeClr val="tx1"/>
                </a:solidFill>
              </a:rPr>
              <a:t>x+a</a:t>
            </a:r>
            <a:r>
              <a:rPr lang="en-US" altLang="zh-CN" b="0" i="0" dirty="0">
                <a:solidFill>
                  <a:schemeClr val="tx1"/>
                </a:solidFill>
              </a:rPr>
              <a:t>)=0 </a:t>
            </a:r>
          </a:p>
          <a:p>
            <a:pPr>
              <a:lnSpc>
                <a:spcPct val="120000"/>
              </a:lnSpc>
            </a:pPr>
            <a:r>
              <a:rPr lang="en-US" altLang="zh-CN" b="0" dirty="0">
                <a:solidFill>
                  <a:schemeClr val="tx1"/>
                </a:solidFill>
              </a:rPr>
              <a:t> </a:t>
            </a:r>
            <a:r>
              <a:rPr lang="en-US" altLang="zh-CN" b="0" dirty="0" err="1">
                <a:solidFill>
                  <a:schemeClr val="tx1"/>
                </a:solidFill>
              </a:rPr>
              <a:t>F</a:t>
            </a:r>
            <a:r>
              <a:rPr lang="en-US" altLang="zh-CN" b="0" baseline="-25000" dirty="0" err="1">
                <a:solidFill>
                  <a:schemeClr val="tx1"/>
                </a:solidFill>
              </a:rPr>
              <a:t>Fx</a:t>
            </a:r>
            <a:r>
              <a:rPr lang="en-US" altLang="zh-CN" b="0" i="0" dirty="0">
                <a:solidFill>
                  <a:schemeClr val="tx1"/>
                </a:solidFill>
              </a:rPr>
              <a:t>=[</a:t>
            </a:r>
            <a:r>
              <a:rPr lang="en-US" altLang="zh-CN" b="0" dirty="0">
                <a:solidFill>
                  <a:schemeClr val="tx1"/>
                </a:solidFill>
              </a:rPr>
              <a:t>G</a:t>
            </a:r>
            <a:r>
              <a:rPr lang="en-US" altLang="zh-CN" b="0" i="0" baseline="-25000" dirty="0">
                <a:solidFill>
                  <a:schemeClr val="tx1"/>
                </a:solidFill>
              </a:rPr>
              <a:t>1</a:t>
            </a:r>
            <a:r>
              <a:rPr lang="en-US" altLang="zh-CN" b="0" i="0" dirty="0">
                <a:solidFill>
                  <a:schemeClr val="tx1"/>
                </a:solidFill>
              </a:rPr>
              <a:t>(2</a:t>
            </a:r>
            <a:r>
              <a:rPr lang="en-US" altLang="zh-CN" b="0" dirty="0">
                <a:solidFill>
                  <a:schemeClr val="tx1"/>
                </a:solidFill>
              </a:rPr>
              <a:t>a+l</a:t>
            </a:r>
            <a:r>
              <a:rPr lang="en-US" altLang="zh-CN" b="0" i="0" dirty="0">
                <a:solidFill>
                  <a:schemeClr val="tx1"/>
                </a:solidFill>
              </a:rPr>
              <a:t>)</a:t>
            </a:r>
            <a:r>
              <a:rPr lang="en-US" altLang="zh-CN" b="0" dirty="0">
                <a:solidFill>
                  <a:schemeClr val="tx1"/>
                </a:solidFill>
              </a:rPr>
              <a:t>+</a:t>
            </a:r>
            <a:r>
              <a:rPr lang="en-US" altLang="zh-CN" b="0" i="0" dirty="0">
                <a:solidFill>
                  <a:schemeClr val="tx1"/>
                </a:solidFill>
              </a:rPr>
              <a:t>2</a:t>
            </a:r>
            <a:r>
              <a:rPr lang="en-US" altLang="zh-CN" b="0" dirty="0">
                <a:solidFill>
                  <a:schemeClr val="tx1"/>
                </a:solidFill>
              </a:rPr>
              <a:t>W</a:t>
            </a:r>
            <a:r>
              <a:rPr lang="en-US" altLang="zh-CN" b="0" i="0" dirty="0">
                <a:solidFill>
                  <a:schemeClr val="tx1"/>
                </a:solidFill>
              </a:rPr>
              <a:t>(</a:t>
            </a:r>
            <a:r>
              <a:rPr lang="en-US" altLang="zh-CN" b="0" dirty="0" err="1">
                <a:solidFill>
                  <a:schemeClr val="tx1"/>
                </a:solidFill>
              </a:rPr>
              <a:t>x+a</a:t>
            </a:r>
            <a:r>
              <a:rPr lang="en-US" altLang="zh-CN" b="0" i="0" dirty="0">
                <a:solidFill>
                  <a:schemeClr val="tx1"/>
                </a:solidFill>
              </a:rPr>
              <a:t>)]</a:t>
            </a:r>
            <a:r>
              <a:rPr lang="en-US" altLang="zh-CN" b="0" dirty="0">
                <a:solidFill>
                  <a:schemeClr val="tx1"/>
                </a:solidFill>
              </a:rPr>
              <a:t>/</a:t>
            </a:r>
            <a:r>
              <a:rPr lang="en-US" altLang="zh-CN" b="0" i="0" dirty="0">
                <a:solidFill>
                  <a:schemeClr val="tx1"/>
                </a:solidFill>
              </a:rPr>
              <a:t>2</a:t>
            </a:r>
            <a:r>
              <a:rPr lang="en-US" altLang="zh-CN" b="0" dirty="0">
                <a:solidFill>
                  <a:schemeClr val="tx1"/>
                </a:solidFill>
              </a:rPr>
              <a:t> </a:t>
            </a:r>
            <a:r>
              <a:rPr lang="en-US" altLang="zh-CN" b="0" i="0" dirty="0">
                <a:solidFill>
                  <a:schemeClr val="tx1"/>
                </a:solidFill>
              </a:rPr>
              <a:t>=</a:t>
            </a:r>
            <a:r>
              <a:rPr lang="en-US" altLang="zh-CN" b="0" dirty="0">
                <a:solidFill>
                  <a:schemeClr val="tx1"/>
                </a:solidFill>
              </a:rPr>
              <a:t> </a:t>
            </a:r>
            <a:r>
              <a:rPr lang="en-US" altLang="zh-CN" b="0" i="0" dirty="0">
                <a:solidFill>
                  <a:schemeClr val="tx1"/>
                </a:solidFill>
              </a:rPr>
              <a:t>32.3 </a:t>
            </a:r>
            <a:r>
              <a:rPr lang="en-US" altLang="zh-CN" b="0" i="0" dirty="0" err="1">
                <a:solidFill>
                  <a:schemeClr val="tx1"/>
                </a:solidFill>
              </a:rPr>
              <a:t>kN</a:t>
            </a:r>
            <a:r>
              <a:rPr lang="en-US" altLang="zh-CN" b="0" i="0" dirty="0">
                <a:solidFill>
                  <a:schemeClr val="tx1"/>
                </a:solidFill>
              </a:rPr>
              <a:t>  </a:t>
            </a:r>
            <a:r>
              <a:rPr lang="zh-CN" altLang="en-US" b="0" i="0" dirty="0">
                <a:solidFill>
                  <a:schemeClr val="tx1"/>
                </a:solidFill>
              </a:rPr>
              <a:t>（←）</a:t>
            </a:r>
          </a:p>
          <a:p>
            <a:pPr>
              <a:lnSpc>
                <a:spcPct val="120000"/>
              </a:lnSpc>
            </a:pPr>
            <a:r>
              <a:rPr lang="en-US" altLang="zh-CN" b="0" dirty="0">
                <a:solidFill>
                  <a:schemeClr val="tx1"/>
                </a:solidFill>
              </a:rPr>
              <a:t> </a:t>
            </a:r>
            <a:r>
              <a:rPr lang="en-US" altLang="zh-CN" b="0" dirty="0" err="1">
                <a:solidFill>
                  <a:schemeClr val="tx1"/>
                </a:solidFill>
              </a:rPr>
              <a:t>F</a:t>
            </a:r>
            <a:r>
              <a:rPr lang="en-US" altLang="zh-CN" b="0" baseline="-25000" dirty="0" err="1">
                <a:solidFill>
                  <a:schemeClr val="tx1"/>
                </a:solidFill>
              </a:rPr>
              <a:t>Ex</a:t>
            </a:r>
            <a:r>
              <a:rPr lang="en-US" altLang="zh-CN" b="0" dirty="0">
                <a:solidFill>
                  <a:schemeClr val="tx1"/>
                </a:solidFill>
              </a:rPr>
              <a:t>=</a:t>
            </a:r>
            <a:r>
              <a:rPr lang="en-US" altLang="zh-CN" b="0" dirty="0" err="1">
                <a:solidFill>
                  <a:schemeClr val="tx1"/>
                </a:solidFill>
              </a:rPr>
              <a:t>F</a:t>
            </a:r>
            <a:r>
              <a:rPr lang="en-US" altLang="zh-CN" b="0" baseline="-25000" dirty="0" err="1">
                <a:solidFill>
                  <a:schemeClr val="tx1"/>
                </a:solidFill>
              </a:rPr>
              <a:t>Fx</a:t>
            </a:r>
            <a:r>
              <a:rPr lang="en-US" altLang="zh-CN" b="0" dirty="0">
                <a:solidFill>
                  <a:schemeClr val="tx1"/>
                </a:solidFill>
              </a:rPr>
              <a:t> </a:t>
            </a:r>
            <a:r>
              <a:rPr lang="en-US" altLang="zh-CN" b="0" i="0" dirty="0">
                <a:solidFill>
                  <a:schemeClr val="tx1"/>
                </a:solidFill>
              </a:rPr>
              <a:t>= 32.3 </a:t>
            </a:r>
            <a:r>
              <a:rPr lang="en-US" altLang="zh-CN" b="0" i="0" dirty="0" err="1">
                <a:solidFill>
                  <a:schemeClr val="tx1"/>
                </a:solidFill>
              </a:rPr>
              <a:t>kN</a:t>
            </a:r>
            <a:r>
              <a:rPr lang="en-US" altLang="zh-CN" b="0" i="0" dirty="0">
                <a:solidFill>
                  <a:schemeClr val="tx1"/>
                </a:solidFill>
              </a:rPr>
              <a:t> </a:t>
            </a:r>
            <a:r>
              <a:rPr lang="zh-CN" altLang="en-US" b="0" i="0" dirty="0">
                <a:solidFill>
                  <a:schemeClr val="tx1"/>
                </a:solidFill>
              </a:rPr>
              <a:t>（ →） </a:t>
            </a:r>
          </a:p>
        </p:txBody>
      </p:sp>
    </p:spTree>
    <p:extLst>
      <p:ext uri="{BB962C8B-B14F-4D97-AF65-F5344CB8AC3E}">
        <p14:creationId xmlns:p14="http://schemas.microsoft.com/office/powerpoint/2010/main" val="2590485806"/>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2000"/>
                                  </p:stCondLst>
                                  <p:childTnLst>
                                    <p:set>
                                      <p:cBhvr>
                                        <p:cTn id="6" dur="1" fill="hold">
                                          <p:stCondLst>
                                            <p:cond delay="0"/>
                                          </p:stCondLst>
                                        </p:cTn>
                                        <p:tgtEl>
                                          <p:spTgt spid="36"/>
                                        </p:tgtEl>
                                        <p:attrNameLst>
                                          <p:attrName>style.visibility</p:attrName>
                                        </p:attrNameLst>
                                      </p:cBhvr>
                                      <p:to>
                                        <p:strVal val="visible"/>
                                      </p:to>
                                    </p:set>
                                    <p:animEffect transition="in" filter="fade">
                                      <p:cBhvr>
                                        <p:cTn id="7" dur="2000"/>
                                        <p:tgtEl>
                                          <p:spTgt spid="36"/>
                                        </p:tgtEl>
                                      </p:cBhvr>
                                    </p:animEffect>
                                  </p:childTnLst>
                                </p:cTn>
                              </p:par>
                              <p:par>
                                <p:cTn id="8" presetID="10" presetClass="entr" presetSubtype="0" fill="hold" nodeType="withEffect">
                                  <p:stCondLst>
                                    <p:cond delay="2000"/>
                                  </p:stCondLst>
                                  <p:childTnLst>
                                    <p:set>
                                      <p:cBhvr>
                                        <p:cTn id="9" dur="1" fill="hold">
                                          <p:stCondLst>
                                            <p:cond delay="0"/>
                                          </p:stCondLst>
                                        </p:cTn>
                                        <p:tgtEl>
                                          <p:spTgt spid="39"/>
                                        </p:tgtEl>
                                        <p:attrNameLst>
                                          <p:attrName>style.visibility</p:attrName>
                                        </p:attrNameLst>
                                      </p:cBhvr>
                                      <p:to>
                                        <p:strVal val="visible"/>
                                      </p:to>
                                    </p:set>
                                    <p:animEffect transition="in" filter="fade">
                                      <p:cBhvr>
                                        <p:cTn id="10" dur="2000"/>
                                        <p:tgtEl>
                                          <p:spTgt spid="39"/>
                                        </p:tgtEl>
                                      </p:cBhvr>
                                    </p:animEffect>
                                  </p:childTnLst>
                                </p:cTn>
                              </p:par>
                              <p:par>
                                <p:cTn id="11" presetID="10" presetClass="entr" presetSubtype="0" fill="hold" nodeType="withEffect">
                                  <p:stCondLst>
                                    <p:cond delay="2000"/>
                                  </p:stCondLst>
                                  <p:childTnLst>
                                    <p:set>
                                      <p:cBhvr>
                                        <p:cTn id="12" dur="1" fill="hold">
                                          <p:stCondLst>
                                            <p:cond delay="0"/>
                                          </p:stCondLst>
                                        </p:cTn>
                                        <p:tgtEl>
                                          <p:spTgt spid="44"/>
                                        </p:tgtEl>
                                        <p:attrNameLst>
                                          <p:attrName>style.visibility</p:attrName>
                                        </p:attrNameLst>
                                      </p:cBhvr>
                                      <p:to>
                                        <p:strVal val="visible"/>
                                      </p:to>
                                    </p:set>
                                    <p:animEffect transition="in" filter="fade">
                                      <p:cBhvr>
                                        <p:cTn id="13" dur="2000"/>
                                        <p:tgtEl>
                                          <p:spTgt spid="44"/>
                                        </p:tgtEl>
                                      </p:cBhvr>
                                    </p:animEffect>
                                  </p:childTnLst>
                                </p:cTn>
                              </p:par>
                              <p:par>
                                <p:cTn id="14" presetID="17" presetClass="entr" presetSubtype="8" fill="hold" nodeType="withEffect">
                                  <p:stCondLst>
                                    <p:cond delay="4000"/>
                                  </p:stCondLst>
                                  <p:childTnLst>
                                    <p:set>
                                      <p:cBhvr>
                                        <p:cTn id="15" dur="1" fill="hold">
                                          <p:stCondLst>
                                            <p:cond delay="0"/>
                                          </p:stCondLst>
                                        </p:cTn>
                                        <p:tgtEl>
                                          <p:spTgt spid="48"/>
                                        </p:tgtEl>
                                        <p:attrNameLst>
                                          <p:attrName>style.visibility</p:attrName>
                                        </p:attrNameLst>
                                      </p:cBhvr>
                                      <p:to>
                                        <p:strVal val="visible"/>
                                      </p:to>
                                    </p:set>
                                    <p:anim calcmode="lin" valueType="num">
                                      <p:cBhvr>
                                        <p:cTn id="16" dur="5000" fill="hold"/>
                                        <p:tgtEl>
                                          <p:spTgt spid="48"/>
                                        </p:tgtEl>
                                        <p:attrNameLst>
                                          <p:attrName>ppt_x</p:attrName>
                                        </p:attrNameLst>
                                      </p:cBhvr>
                                      <p:tavLst>
                                        <p:tav tm="0">
                                          <p:val>
                                            <p:strVal val="#ppt_x-#ppt_w/2"/>
                                          </p:val>
                                        </p:tav>
                                        <p:tav tm="100000">
                                          <p:val>
                                            <p:strVal val="#ppt_x"/>
                                          </p:val>
                                        </p:tav>
                                      </p:tavLst>
                                    </p:anim>
                                    <p:anim calcmode="lin" valueType="num">
                                      <p:cBhvr>
                                        <p:cTn id="17" dur="5000" fill="hold"/>
                                        <p:tgtEl>
                                          <p:spTgt spid="48"/>
                                        </p:tgtEl>
                                        <p:attrNameLst>
                                          <p:attrName>ppt_y</p:attrName>
                                        </p:attrNameLst>
                                      </p:cBhvr>
                                      <p:tavLst>
                                        <p:tav tm="0">
                                          <p:val>
                                            <p:strVal val="#ppt_y"/>
                                          </p:val>
                                        </p:tav>
                                        <p:tav tm="100000">
                                          <p:val>
                                            <p:strVal val="#ppt_y"/>
                                          </p:val>
                                        </p:tav>
                                      </p:tavLst>
                                    </p:anim>
                                    <p:anim calcmode="lin" valueType="num">
                                      <p:cBhvr>
                                        <p:cTn id="18" dur="5000" fill="hold"/>
                                        <p:tgtEl>
                                          <p:spTgt spid="48"/>
                                        </p:tgtEl>
                                        <p:attrNameLst>
                                          <p:attrName>ppt_w</p:attrName>
                                        </p:attrNameLst>
                                      </p:cBhvr>
                                      <p:tavLst>
                                        <p:tav tm="0">
                                          <p:val>
                                            <p:fltVal val="0"/>
                                          </p:val>
                                        </p:tav>
                                        <p:tav tm="100000">
                                          <p:val>
                                            <p:strVal val="#ppt_w"/>
                                          </p:val>
                                        </p:tav>
                                      </p:tavLst>
                                    </p:anim>
                                    <p:anim calcmode="lin" valueType="num">
                                      <p:cBhvr>
                                        <p:cTn id="19" dur="5000" fill="hold"/>
                                        <p:tgtEl>
                                          <p:spTgt spid="48"/>
                                        </p:tgtEl>
                                        <p:attrNameLst>
                                          <p:attrName>ppt_h</p:attrName>
                                        </p:attrNameLst>
                                      </p:cBhvr>
                                      <p:tavLst>
                                        <p:tav tm="0">
                                          <p:val>
                                            <p:strVal val="#ppt_h"/>
                                          </p:val>
                                        </p:tav>
                                        <p:tav tm="100000">
                                          <p:val>
                                            <p:strVal val="#ppt_h"/>
                                          </p:val>
                                        </p:tav>
                                      </p:tavLst>
                                    </p:anim>
                                  </p:childTnLst>
                                </p:cTn>
                              </p:par>
                            </p:childTnLst>
                          </p:cTn>
                        </p:par>
                      </p:childTnLst>
                    </p:cTn>
                  </p:par>
                  <p:par>
                    <p:cTn id="20" fill="hold">
                      <p:stCondLst>
                        <p:cond delay="indefinite"/>
                      </p:stCondLst>
                      <p:childTnLst>
                        <p:par>
                          <p:cTn id="21" fill="hold">
                            <p:stCondLst>
                              <p:cond delay="0"/>
                            </p:stCondLst>
                            <p:childTnLst>
                              <p:par>
                                <p:cTn id="22" presetID="9" presetClass="emph" presetSubtype="0" nodeType="clickEffect">
                                  <p:stCondLst>
                                    <p:cond delay="0"/>
                                  </p:stCondLst>
                                  <p:childTnLst>
                                    <p:set>
                                      <p:cBhvr rctx="PPT">
                                        <p:cTn id="23" dur="indefinite"/>
                                        <p:tgtEl>
                                          <p:spTgt spid="36"/>
                                        </p:tgtEl>
                                        <p:attrNameLst>
                                          <p:attrName>style.opacity</p:attrName>
                                        </p:attrNameLst>
                                      </p:cBhvr>
                                      <p:to>
                                        <p:strVal val="0.25"/>
                                      </p:to>
                                    </p:set>
                                    <p:animEffect filter="image" prLst="opacity: 0.25">
                                      <p:cBhvr rctx="IE">
                                        <p:cTn id="24" dur="indefinite"/>
                                        <p:tgtEl>
                                          <p:spTgt spid="36"/>
                                        </p:tgtEl>
                                      </p:cBhvr>
                                    </p:animEffect>
                                  </p:childTnLst>
                                </p:cTn>
                              </p:par>
                              <p:par>
                                <p:cTn id="25" presetID="12" presetClass="entr" presetSubtype="2" fill="hold" grpId="0" nodeType="withEffect">
                                  <p:stCondLst>
                                    <p:cond delay="0"/>
                                  </p:stCondLst>
                                  <p:childTnLst>
                                    <p:set>
                                      <p:cBhvr>
                                        <p:cTn id="26" dur="1" fill="hold">
                                          <p:stCondLst>
                                            <p:cond delay="0"/>
                                          </p:stCondLst>
                                        </p:cTn>
                                        <p:tgtEl>
                                          <p:spTgt spid="123"/>
                                        </p:tgtEl>
                                        <p:attrNameLst>
                                          <p:attrName>style.visibility</p:attrName>
                                        </p:attrNameLst>
                                      </p:cBhvr>
                                      <p:to>
                                        <p:strVal val="visible"/>
                                      </p:to>
                                    </p:set>
                                    <p:animEffect transition="in" filter="slide(fromRight)">
                                      <p:cBhvr>
                                        <p:cTn id="27" dur="3000"/>
                                        <p:tgtEl>
                                          <p:spTgt spid="123"/>
                                        </p:tgtEl>
                                      </p:cBhvr>
                                    </p:animEffect>
                                  </p:childTnLst>
                                  <p:subTnLst>
                                    <p:audio>
                                      <p:cMediaNode>
                                        <p:cTn display="0" masterRel="sameClick">
                                          <p:stCondLst>
                                            <p:cond evt="begin" delay="0">
                                              <p:tn val="25"/>
                                            </p:cond>
                                          </p:stCondLst>
                                          <p:endCondLst>
                                            <p:cond evt="onStopAudio" delay="0">
                                              <p:tgtEl>
                                                <p:sldTgt/>
                                              </p:tgtEl>
                                            </p:cond>
                                          </p:endCondLst>
                                        </p:cTn>
                                        <p:tgtEl>
                                          <p:sndTgt r:embed="rId3" name="CHIMES.WAV"/>
                                        </p:tgtEl>
                                      </p:cMediaNode>
                                    </p:audio>
                                  </p:subTnLst>
                                </p:cTn>
                              </p:par>
                              <p:par>
                                <p:cTn id="28" presetID="19" presetClass="entr" presetSubtype="10" fill="hold" grpId="0" nodeType="withEffect">
                                  <p:stCondLst>
                                    <p:cond delay="0"/>
                                  </p:stCondLst>
                                  <p:childTnLst>
                                    <p:set>
                                      <p:cBhvr>
                                        <p:cTn id="29" dur="1" fill="hold">
                                          <p:stCondLst>
                                            <p:cond delay="0"/>
                                          </p:stCondLst>
                                        </p:cTn>
                                        <p:tgtEl>
                                          <p:spTgt spid="124"/>
                                        </p:tgtEl>
                                        <p:attrNameLst>
                                          <p:attrName>style.visibility</p:attrName>
                                        </p:attrNameLst>
                                      </p:cBhvr>
                                      <p:to>
                                        <p:strVal val="visible"/>
                                      </p:to>
                                    </p:set>
                                    <p:anim calcmode="lin" valueType="num">
                                      <p:cBhvr>
                                        <p:cTn id="30" dur="5000" fill="hold"/>
                                        <p:tgtEl>
                                          <p:spTgt spid="124"/>
                                        </p:tgtEl>
                                        <p:attrNameLst>
                                          <p:attrName>ppt_w</p:attrName>
                                        </p:attrNameLst>
                                      </p:cBhvr>
                                      <p:tavLst>
                                        <p:tav tm="0" fmla="#ppt_w*sin(2.5*pi*$)">
                                          <p:val>
                                            <p:fltVal val="0"/>
                                          </p:val>
                                        </p:tav>
                                        <p:tav tm="100000">
                                          <p:val>
                                            <p:fltVal val="1"/>
                                          </p:val>
                                        </p:tav>
                                      </p:tavLst>
                                    </p:anim>
                                    <p:anim calcmode="lin" valueType="num">
                                      <p:cBhvr>
                                        <p:cTn id="31" dur="5000" fill="hold"/>
                                        <p:tgtEl>
                                          <p:spTgt spid="124"/>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28"/>
                                            </p:cond>
                                          </p:stCondLst>
                                          <p:endCondLst>
                                            <p:cond evt="onStopAudio" delay="0">
                                              <p:tgtEl>
                                                <p:sldTgt/>
                                              </p:tgtEl>
                                            </p:cond>
                                          </p:endCondLst>
                                        </p:cTn>
                                        <p:tgtEl>
                                          <p:sndTgt r:embed="rId3" name="CHIMES.WAV"/>
                                        </p:tgtEl>
                                      </p:cMediaNode>
                                    </p:audio>
                                  </p:subTnLst>
                                </p:cTn>
                              </p:par>
                            </p:childTnLst>
                          </p:cTn>
                        </p:par>
                        <p:par>
                          <p:cTn id="32" fill="hold">
                            <p:stCondLst>
                              <p:cond delay="5000"/>
                            </p:stCondLst>
                            <p:childTnLst>
                              <p:par>
                                <p:cTn id="33" presetID="12" presetClass="entr" presetSubtype="8" fill="hold" grpId="0" nodeType="afterEffect">
                                  <p:stCondLst>
                                    <p:cond delay="0"/>
                                  </p:stCondLst>
                                  <p:childTnLst>
                                    <p:set>
                                      <p:cBhvr>
                                        <p:cTn id="34" dur="1" fill="hold">
                                          <p:stCondLst>
                                            <p:cond delay="0"/>
                                          </p:stCondLst>
                                        </p:cTn>
                                        <p:tgtEl>
                                          <p:spTgt spid="120"/>
                                        </p:tgtEl>
                                        <p:attrNameLst>
                                          <p:attrName>style.visibility</p:attrName>
                                        </p:attrNameLst>
                                      </p:cBhvr>
                                      <p:to>
                                        <p:strVal val="visible"/>
                                      </p:to>
                                    </p:set>
                                    <p:animEffect transition="in" filter="slide(fromLeft)">
                                      <p:cBhvr>
                                        <p:cTn id="35" dur="3000"/>
                                        <p:tgtEl>
                                          <p:spTgt spid="120"/>
                                        </p:tgtEl>
                                      </p:cBhvr>
                                    </p:animEffect>
                                  </p:childTnLst>
                                  <p:subTnLst>
                                    <p:audio>
                                      <p:cMediaNode>
                                        <p:cTn display="0" masterRel="sameClick">
                                          <p:stCondLst>
                                            <p:cond evt="begin" delay="0">
                                              <p:tn val="33"/>
                                            </p:cond>
                                          </p:stCondLst>
                                          <p:endCondLst>
                                            <p:cond evt="onStopAudio" delay="0">
                                              <p:tgtEl>
                                                <p:sldTgt/>
                                              </p:tgtEl>
                                            </p:cond>
                                          </p:endCondLst>
                                        </p:cTn>
                                        <p:tgtEl>
                                          <p:sndTgt r:embed="rId3" name="CHIMES.WAV"/>
                                        </p:tgtEl>
                                      </p:cMediaNode>
                                    </p:audio>
                                  </p:subTnLst>
                                </p:cTn>
                              </p:par>
                              <p:par>
                                <p:cTn id="36" presetID="19" presetClass="entr" presetSubtype="10" fill="hold" grpId="0" nodeType="withEffect">
                                  <p:stCondLst>
                                    <p:cond delay="0"/>
                                  </p:stCondLst>
                                  <p:childTnLst>
                                    <p:set>
                                      <p:cBhvr>
                                        <p:cTn id="37" dur="1" fill="hold">
                                          <p:stCondLst>
                                            <p:cond delay="0"/>
                                          </p:stCondLst>
                                        </p:cTn>
                                        <p:tgtEl>
                                          <p:spTgt spid="121"/>
                                        </p:tgtEl>
                                        <p:attrNameLst>
                                          <p:attrName>style.visibility</p:attrName>
                                        </p:attrNameLst>
                                      </p:cBhvr>
                                      <p:to>
                                        <p:strVal val="visible"/>
                                      </p:to>
                                    </p:set>
                                    <p:anim calcmode="lin" valueType="num">
                                      <p:cBhvr>
                                        <p:cTn id="38" dur="5000" fill="hold"/>
                                        <p:tgtEl>
                                          <p:spTgt spid="121"/>
                                        </p:tgtEl>
                                        <p:attrNameLst>
                                          <p:attrName>ppt_w</p:attrName>
                                        </p:attrNameLst>
                                      </p:cBhvr>
                                      <p:tavLst>
                                        <p:tav tm="0" fmla="#ppt_w*sin(2.5*pi*$)">
                                          <p:val>
                                            <p:fltVal val="0"/>
                                          </p:val>
                                        </p:tav>
                                        <p:tav tm="100000">
                                          <p:val>
                                            <p:fltVal val="1"/>
                                          </p:val>
                                        </p:tav>
                                      </p:tavLst>
                                    </p:anim>
                                    <p:anim calcmode="lin" valueType="num">
                                      <p:cBhvr>
                                        <p:cTn id="39" dur="5000" fill="hold"/>
                                        <p:tgtEl>
                                          <p:spTgt spid="121"/>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36"/>
                                            </p:cond>
                                          </p:stCondLst>
                                          <p:endCondLst>
                                            <p:cond evt="onStopAudio" delay="0">
                                              <p:tgtEl>
                                                <p:sldTgt/>
                                              </p:tgtEl>
                                            </p:cond>
                                          </p:endCondLst>
                                        </p:cTn>
                                        <p:tgtEl>
                                          <p:sndTgt r:embed="rId3" name="CHIMES.WAV"/>
                                        </p:tgtEl>
                                      </p:cMediaNode>
                                    </p:audio>
                                  </p:subTnLst>
                                </p:cTn>
                              </p:par>
                            </p:childTnLst>
                          </p:cTn>
                        </p:par>
                        <p:par>
                          <p:cTn id="40" fill="hold">
                            <p:stCondLst>
                              <p:cond delay="10000"/>
                            </p:stCondLst>
                            <p:childTnLst>
                              <p:par>
                                <p:cTn id="41" presetID="12" presetClass="entr" presetSubtype="4" fill="hold" grpId="0" nodeType="afterEffect">
                                  <p:stCondLst>
                                    <p:cond delay="0"/>
                                  </p:stCondLst>
                                  <p:childTnLst>
                                    <p:set>
                                      <p:cBhvr>
                                        <p:cTn id="42" dur="1" fill="hold">
                                          <p:stCondLst>
                                            <p:cond delay="0"/>
                                          </p:stCondLst>
                                        </p:cTn>
                                        <p:tgtEl>
                                          <p:spTgt spid="122"/>
                                        </p:tgtEl>
                                        <p:attrNameLst>
                                          <p:attrName>style.visibility</p:attrName>
                                        </p:attrNameLst>
                                      </p:cBhvr>
                                      <p:to>
                                        <p:strVal val="visible"/>
                                      </p:to>
                                    </p:set>
                                    <p:animEffect transition="in" filter="slide(fromBottom)">
                                      <p:cBhvr>
                                        <p:cTn id="43" dur="3000"/>
                                        <p:tgtEl>
                                          <p:spTgt spid="122"/>
                                        </p:tgtEl>
                                      </p:cBhvr>
                                    </p:animEffect>
                                  </p:childTnLst>
                                  <p:subTnLst>
                                    <p:audio>
                                      <p:cMediaNode>
                                        <p:cTn display="0" masterRel="sameClick">
                                          <p:stCondLst>
                                            <p:cond evt="begin" delay="0">
                                              <p:tn val="41"/>
                                            </p:cond>
                                          </p:stCondLst>
                                          <p:endCondLst>
                                            <p:cond evt="onStopAudio" delay="0">
                                              <p:tgtEl>
                                                <p:sldTgt/>
                                              </p:tgtEl>
                                            </p:cond>
                                          </p:endCondLst>
                                        </p:cTn>
                                        <p:tgtEl>
                                          <p:sndTgt r:embed="rId3" name="CHIMES.WAV"/>
                                        </p:tgtEl>
                                      </p:cMediaNode>
                                    </p:audio>
                                  </p:subTnLst>
                                </p:cTn>
                              </p:par>
                              <p:par>
                                <p:cTn id="44" presetID="19" presetClass="entr" presetSubtype="10" fill="hold" grpId="0" nodeType="withEffect">
                                  <p:stCondLst>
                                    <p:cond delay="0"/>
                                  </p:stCondLst>
                                  <p:childTnLst>
                                    <p:set>
                                      <p:cBhvr>
                                        <p:cTn id="45" dur="1" fill="hold">
                                          <p:stCondLst>
                                            <p:cond delay="0"/>
                                          </p:stCondLst>
                                        </p:cTn>
                                        <p:tgtEl>
                                          <p:spTgt spid="119"/>
                                        </p:tgtEl>
                                        <p:attrNameLst>
                                          <p:attrName>style.visibility</p:attrName>
                                        </p:attrNameLst>
                                      </p:cBhvr>
                                      <p:to>
                                        <p:strVal val="visible"/>
                                      </p:to>
                                    </p:set>
                                    <p:anim calcmode="lin" valueType="num">
                                      <p:cBhvr>
                                        <p:cTn id="46" dur="5000" fill="hold"/>
                                        <p:tgtEl>
                                          <p:spTgt spid="119"/>
                                        </p:tgtEl>
                                        <p:attrNameLst>
                                          <p:attrName>ppt_w</p:attrName>
                                        </p:attrNameLst>
                                      </p:cBhvr>
                                      <p:tavLst>
                                        <p:tav tm="0" fmla="#ppt_w*sin(2.5*pi*$)">
                                          <p:val>
                                            <p:fltVal val="0"/>
                                          </p:val>
                                        </p:tav>
                                        <p:tav tm="100000">
                                          <p:val>
                                            <p:fltVal val="1"/>
                                          </p:val>
                                        </p:tav>
                                      </p:tavLst>
                                    </p:anim>
                                    <p:anim calcmode="lin" valueType="num">
                                      <p:cBhvr>
                                        <p:cTn id="47" dur="5000" fill="hold"/>
                                        <p:tgtEl>
                                          <p:spTgt spid="119"/>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44"/>
                                            </p:cond>
                                          </p:stCondLst>
                                          <p:endCondLst>
                                            <p:cond evt="onStopAudio" delay="0">
                                              <p:tgtEl>
                                                <p:sldTgt/>
                                              </p:tgtEl>
                                            </p:cond>
                                          </p:endCondLst>
                                        </p:cTn>
                                        <p:tgtEl>
                                          <p:sndTgt r:embed="rId3" name="CHIMES.WAV"/>
                                        </p:tgtEl>
                                      </p:cMediaNode>
                                    </p:audio>
                                  </p:subTnLst>
                                </p:cTn>
                              </p:par>
                            </p:childTnLst>
                          </p:cTn>
                        </p:par>
                      </p:childTnLst>
                    </p:cTn>
                  </p:par>
                  <p:par>
                    <p:cTn id="48" fill="hold">
                      <p:stCondLst>
                        <p:cond delay="indefinite"/>
                      </p:stCondLst>
                      <p:childTnLst>
                        <p:par>
                          <p:cTn id="49" fill="hold">
                            <p:stCondLst>
                              <p:cond delay="0"/>
                            </p:stCondLst>
                            <p:childTnLst>
                              <p:par>
                                <p:cTn id="50" presetID="1" presetClass="entr" presetSubtype="0" fill="hold" grpId="0" nodeType="clickEffect">
                                  <p:stCondLst>
                                    <p:cond delay="0"/>
                                  </p:stCondLst>
                                  <p:childTnLst>
                                    <p:set>
                                      <p:cBhvr>
                                        <p:cTn id="51" dur="1" fill="hold">
                                          <p:stCondLst>
                                            <p:cond delay="0"/>
                                          </p:stCondLst>
                                        </p:cTn>
                                        <p:tgtEl>
                                          <p:spTgt spid="125"/>
                                        </p:tgtEl>
                                        <p:attrNameLst>
                                          <p:attrName>style.visibility</p:attrName>
                                        </p:attrNameLst>
                                      </p:cBhvr>
                                      <p:to>
                                        <p:strVal val="visible"/>
                                      </p:to>
                                    </p:set>
                                  </p:childTnLst>
                                </p:cTn>
                              </p:par>
                            </p:childTnLst>
                          </p:cTn>
                        </p:par>
                      </p:childTnLst>
                    </p:cTn>
                  </p:par>
                  <p:par>
                    <p:cTn id="52" fill="hold">
                      <p:stCondLst>
                        <p:cond delay="indefinite"/>
                      </p:stCondLst>
                      <p:childTnLst>
                        <p:par>
                          <p:cTn id="53" fill="hold">
                            <p:stCondLst>
                              <p:cond delay="0"/>
                            </p:stCondLst>
                            <p:childTnLst>
                              <p:par>
                                <p:cTn id="54" presetID="1" presetClass="entr" presetSubtype="0" fill="hold" grpId="0" nodeType="clickEffect">
                                  <p:stCondLst>
                                    <p:cond delay="0"/>
                                  </p:stCondLst>
                                  <p:childTnLst>
                                    <p:set>
                                      <p:cBhvr>
                                        <p:cTn id="55" dur="1" fill="hold">
                                          <p:stCondLst>
                                            <p:cond delay="0"/>
                                          </p:stCondLst>
                                        </p:cTn>
                                        <p:tgtEl>
                                          <p:spTgt spid="126"/>
                                        </p:tgtEl>
                                        <p:attrNameLst>
                                          <p:attrName>style.visibility</p:attrName>
                                        </p:attrNameLst>
                                      </p:cBhvr>
                                      <p:to>
                                        <p:strVal val="visible"/>
                                      </p:to>
                                    </p:set>
                                  </p:childTnLst>
                                </p:cTn>
                              </p:par>
                            </p:childTnLst>
                          </p:cTn>
                        </p:par>
                      </p:childTnLst>
                    </p:cTn>
                  </p:par>
                  <p:par>
                    <p:cTn id="56" fill="hold">
                      <p:stCondLst>
                        <p:cond delay="indefinite"/>
                      </p:stCondLst>
                      <p:childTnLst>
                        <p:par>
                          <p:cTn id="57" fill="hold">
                            <p:stCondLst>
                              <p:cond delay="0"/>
                            </p:stCondLst>
                            <p:childTnLst>
                              <p:par>
                                <p:cTn id="58" presetID="22" presetClass="entr" presetSubtype="8" fill="hold" grpId="0" nodeType="clickEffect">
                                  <p:stCondLst>
                                    <p:cond delay="0"/>
                                  </p:stCondLst>
                                  <p:iterate type="lt">
                                    <p:tmPct val="100000"/>
                                  </p:iterate>
                                  <p:childTnLst>
                                    <p:set>
                                      <p:cBhvr>
                                        <p:cTn id="59" dur="1" fill="hold">
                                          <p:stCondLst>
                                            <p:cond delay="0"/>
                                          </p:stCondLst>
                                        </p:cTn>
                                        <p:tgtEl>
                                          <p:spTgt spid="127">
                                            <p:txEl>
                                              <p:pRg st="0" end="0"/>
                                            </p:txEl>
                                          </p:spTgt>
                                        </p:tgtEl>
                                        <p:attrNameLst>
                                          <p:attrName>style.visibility</p:attrName>
                                        </p:attrNameLst>
                                      </p:cBhvr>
                                      <p:to>
                                        <p:strVal val="visible"/>
                                      </p:to>
                                    </p:set>
                                    <p:animEffect transition="in" filter="wipe(left)">
                                      <p:cBhvr>
                                        <p:cTn id="60" dur="75"/>
                                        <p:tgtEl>
                                          <p:spTgt spid="127">
                                            <p:txEl>
                                              <p:pRg st="0" end="0"/>
                                            </p:txEl>
                                          </p:spTgt>
                                        </p:tgtEl>
                                      </p:cBhvr>
                                    </p:animEffect>
                                  </p:childTnLst>
                                  <p:subTnLst>
                                    <p:audio>
                                      <p:cMediaNode>
                                        <p:cTn display="0" masterRel="sameClick">
                                          <p:stCondLst>
                                            <p:cond evt="begin" delay="0">
                                              <p:tn val="58"/>
                                            </p:cond>
                                          </p:stCondLst>
                                          <p:endCondLst>
                                            <p:cond evt="onStopAudio" delay="0">
                                              <p:tgtEl>
                                                <p:sldTgt/>
                                              </p:tgtEl>
                                            </p:cond>
                                          </p:endCondLst>
                                        </p:cTn>
                                        <p:tgtEl>
                                          <p:sndTgt r:embed="rId4" name="TYPE.WAV"/>
                                        </p:tgtEl>
                                      </p:cMediaNode>
                                    </p:audio>
                                  </p:subTnLst>
                                </p:cTn>
                              </p:par>
                            </p:childTnLst>
                          </p:cTn>
                        </p:par>
                      </p:childTnLst>
                    </p:cTn>
                  </p:par>
                  <p:par>
                    <p:cTn id="61" fill="hold">
                      <p:stCondLst>
                        <p:cond delay="indefinite"/>
                      </p:stCondLst>
                      <p:childTnLst>
                        <p:par>
                          <p:cTn id="62" fill="hold">
                            <p:stCondLst>
                              <p:cond delay="0"/>
                            </p:stCondLst>
                            <p:childTnLst>
                              <p:par>
                                <p:cTn id="63" presetID="22" presetClass="entr" presetSubtype="8" fill="hold" grpId="0" nodeType="clickEffect">
                                  <p:stCondLst>
                                    <p:cond delay="0"/>
                                  </p:stCondLst>
                                  <p:iterate type="lt">
                                    <p:tmPct val="100000"/>
                                  </p:iterate>
                                  <p:childTnLst>
                                    <p:set>
                                      <p:cBhvr>
                                        <p:cTn id="64" dur="1" fill="hold">
                                          <p:stCondLst>
                                            <p:cond delay="0"/>
                                          </p:stCondLst>
                                        </p:cTn>
                                        <p:tgtEl>
                                          <p:spTgt spid="128">
                                            <p:txEl>
                                              <p:pRg st="0" end="0"/>
                                            </p:txEl>
                                          </p:spTgt>
                                        </p:tgtEl>
                                        <p:attrNameLst>
                                          <p:attrName>style.visibility</p:attrName>
                                        </p:attrNameLst>
                                      </p:cBhvr>
                                      <p:to>
                                        <p:strVal val="visible"/>
                                      </p:to>
                                    </p:set>
                                    <p:animEffect transition="in" filter="wipe(left)">
                                      <p:cBhvr>
                                        <p:cTn id="65" dur="75"/>
                                        <p:tgtEl>
                                          <p:spTgt spid="128">
                                            <p:txEl>
                                              <p:pRg st="0" end="0"/>
                                            </p:txEl>
                                          </p:spTgt>
                                        </p:tgtEl>
                                      </p:cBhvr>
                                    </p:animEffect>
                                  </p:childTnLst>
                                  <p:subTnLst>
                                    <p:audio>
                                      <p:cMediaNode>
                                        <p:cTn display="0" masterRel="sameClick">
                                          <p:stCondLst>
                                            <p:cond evt="begin" delay="0">
                                              <p:tn val="63"/>
                                            </p:cond>
                                          </p:stCondLst>
                                          <p:endCondLst>
                                            <p:cond evt="onStopAudio" delay="0">
                                              <p:tgtEl>
                                                <p:sldTgt/>
                                              </p:tgtEl>
                                            </p:cond>
                                          </p:endCondLst>
                                        </p:cTn>
                                        <p:tgtEl>
                                          <p:sndTgt r:embed="rId4" name="TYPE.WAV"/>
                                        </p:tgtEl>
                                      </p:cMediaNode>
                                    </p:audio>
                                  </p:subTnLst>
                                </p:cTn>
                              </p:par>
                            </p:childTnLst>
                          </p:cTn>
                        </p:par>
                      </p:childTnLst>
                    </p:cTn>
                  </p:par>
                  <p:par>
                    <p:cTn id="66" fill="hold">
                      <p:stCondLst>
                        <p:cond delay="indefinite"/>
                      </p:stCondLst>
                      <p:childTnLst>
                        <p:par>
                          <p:cTn id="67" fill="hold">
                            <p:stCondLst>
                              <p:cond delay="0"/>
                            </p:stCondLst>
                            <p:childTnLst>
                              <p:par>
                                <p:cTn id="68" presetID="22" presetClass="entr" presetSubtype="8" fill="hold" grpId="0" nodeType="clickEffect">
                                  <p:stCondLst>
                                    <p:cond delay="0"/>
                                  </p:stCondLst>
                                  <p:iterate type="lt">
                                    <p:tmPct val="100000"/>
                                  </p:iterate>
                                  <p:childTnLst>
                                    <p:set>
                                      <p:cBhvr>
                                        <p:cTn id="69" dur="1" fill="hold">
                                          <p:stCondLst>
                                            <p:cond delay="0"/>
                                          </p:stCondLst>
                                        </p:cTn>
                                        <p:tgtEl>
                                          <p:spTgt spid="129">
                                            <p:txEl>
                                              <p:pRg st="0" end="0"/>
                                            </p:txEl>
                                          </p:spTgt>
                                        </p:tgtEl>
                                        <p:attrNameLst>
                                          <p:attrName>style.visibility</p:attrName>
                                        </p:attrNameLst>
                                      </p:cBhvr>
                                      <p:to>
                                        <p:strVal val="visible"/>
                                      </p:to>
                                    </p:set>
                                    <p:animEffect transition="in" filter="wipe(left)">
                                      <p:cBhvr>
                                        <p:cTn id="70" dur="75"/>
                                        <p:tgtEl>
                                          <p:spTgt spid="129">
                                            <p:txEl>
                                              <p:pRg st="0" end="0"/>
                                            </p:txEl>
                                          </p:spTgt>
                                        </p:tgtEl>
                                      </p:cBhvr>
                                    </p:animEffect>
                                  </p:childTnLst>
                                  <p:subTnLst>
                                    <p:audio>
                                      <p:cMediaNode>
                                        <p:cTn display="0" masterRel="sameClick">
                                          <p:stCondLst>
                                            <p:cond evt="begin" delay="0">
                                              <p:tn val="68"/>
                                            </p:cond>
                                          </p:stCondLst>
                                          <p:endCondLst>
                                            <p:cond evt="onStopAudio" delay="0">
                                              <p:tgtEl>
                                                <p:sldTgt/>
                                              </p:tgtEl>
                                            </p:cond>
                                          </p:endCondLst>
                                        </p:cTn>
                                        <p:tgtEl>
                                          <p:sndTgt r:embed="rId4" name="TYPE.WAV"/>
                                        </p:tgtEl>
                                      </p:cMediaNode>
                                    </p:audio>
                                  </p:subTnLst>
                                </p:cTn>
                              </p:par>
                            </p:childTnLst>
                          </p:cTn>
                        </p:par>
                      </p:childTnLst>
                    </p:cTn>
                  </p:par>
                  <p:par>
                    <p:cTn id="71" fill="hold">
                      <p:stCondLst>
                        <p:cond delay="indefinite"/>
                      </p:stCondLst>
                      <p:childTnLst>
                        <p:par>
                          <p:cTn id="72" fill="hold">
                            <p:stCondLst>
                              <p:cond delay="0"/>
                            </p:stCondLst>
                            <p:childTnLst>
                              <p:par>
                                <p:cTn id="73" presetID="22" presetClass="entr" presetSubtype="8" fill="hold" grpId="0" nodeType="clickEffect">
                                  <p:stCondLst>
                                    <p:cond delay="0"/>
                                  </p:stCondLst>
                                  <p:iterate type="lt">
                                    <p:tmPct val="100000"/>
                                  </p:iterate>
                                  <p:childTnLst>
                                    <p:set>
                                      <p:cBhvr>
                                        <p:cTn id="74" dur="1" fill="hold">
                                          <p:stCondLst>
                                            <p:cond delay="0"/>
                                          </p:stCondLst>
                                        </p:cTn>
                                        <p:tgtEl>
                                          <p:spTgt spid="129">
                                            <p:txEl>
                                              <p:pRg st="1" end="1"/>
                                            </p:txEl>
                                          </p:spTgt>
                                        </p:tgtEl>
                                        <p:attrNameLst>
                                          <p:attrName>style.visibility</p:attrName>
                                        </p:attrNameLst>
                                      </p:cBhvr>
                                      <p:to>
                                        <p:strVal val="visible"/>
                                      </p:to>
                                    </p:set>
                                    <p:animEffect transition="in" filter="wipe(left)">
                                      <p:cBhvr>
                                        <p:cTn id="75" dur="75"/>
                                        <p:tgtEl>
                                          <p:spTgt spid="129">
                                            <p:txEl>
                                              <p:pRg st="1" end="1"/>
                                            </p:txEl>
                                          </p:spTgt>
                                        </p:tgtEl>
                                      </p:cBhvr>
                                    </p:animEffect>
                                  </p:childTnLst>
                                  <p:subTnLst>
                                    <p:audio>
                                      <p:cMediaNode>
                                        <p:cTn display="0" masterRel="sameClick">
                                          <p:stCondLst>
                                            <p:cond evt="begin" delay="0">
                                              <p:tn val="73"/>
                                            </p:cond>
                                          </p:stCondLst>
                                          <p:endCondLst>
                                            <p:cond evt="onStopAudio" delay="0">
                                              <p:tgtEl>
                                                <p:sldTgt/>
                                              </p:tgtEl>
                                            </p:cond>
                                          </p:endCondLst>
                                        </p:cTn>
                                        <p:tgtEl>
                                          <p:sndTgt r:embed="rId4" name="TYPE.WAV"/>
                                        </p:tgtEl>
                                      </p:cMediaNode>
                                    </p:audio>
                                  </p:subTnLst>
                                </p:cTn>
                              </p:par>
                            </p:childTnLst>
                          </p:cTn>
                        </p:par>
                      </p:childTnLst>
                    </p:cTn>
                  </p:par>
                  <p:par>
                    <p:cTn id="76" fill="hold">
                      <p:stCondLst>
                        <p:cond delay="indefinite"/>
                      </p:stCondLst>
                      <p:childTnLst>
                        <p:par>
                          <p:cTn id="77" fill="hold">
                            <p:stCondLst>
                              <p:cond delay="0"/>
                            </p:stCondLst>
                            <p:childTnLst>
                              <p:par>
                                <p:cTn id="78" presetID="22" presetClass="entr" presetSubtype="8" fill="hold" grpId="0" nodeType="clickEffect">
                                  <p:stCondLst>
                                    <p:cond delay="0"/>
                                  </p:stCondLst>
                                  <p:iterate type="lt">
                                    <p:tmPct val="100000"/>
                                  </p:iterate>
                                  <p:childTnLst>
                                    <p:set>
                                      <p:cBhvr>
                                        <p:cTn id="79" dur="1" fill="hold">
                                          <p:stCondLst>
                                            <p:cond delay="0"/>
                                          </p:stCondLst>
                                        </p:cTn>
                                        <p:tgtEl>
                                          <p:spTgt spid="129">
                                            <p:txEl>
                                              <p:pRg st="2" end="2"/>
                                            </p:txEl>
                                          </p:spTgt>
                                        </p:tgtEl>
                                        <p:attrNameLst>
                                          <p:attrName>style.visibility</p:attrName>
                                        </p:attrNameLst>
                                      </p:cBhvr>
                                      <p:to>
                                        <p:strVal val="visible"/>
                                      </p:to>
                                    </p:set>
                                    <p:animEffect transition="in" filter="wipe(left)">
                                      <p:cBhvr>
                                        <p:cTn id="80" dur="75"/>
                                        <p:tgtEl>
                                          <p:spTgt spid="129">
                                            <p:txEl>
                                              <p:pRg st="2" end="2"/>
                                            </p:txEl>
                                          </p:spTgt>
                                        </p:tgtEl>
                                      </p:cBhvr>
                                    </p:animEffect>
                                  </p:childTnLst>
                                  <p:subTnLst>
                                    <p:audio>
                                      <p:cMediaNode>
                                        <p:cTn display="0" masterRel="sameClick">
                                          <p:stCondLst>
                                            <p:cond evt="begin" delay="0">
                                              <p:tn val="78"/>
                                            </p:cond>
                                          </p:stCondLst>
                                          <p:endCondLst>
                                            <p:cond evt="onStopAudio" delay="0">
                                              <p:tgtEl>
                                                <p:sldTgt/>
                                              </p:tgtEl>
                                            </p:cond>
                                          </p:endCondLst>
                                        </p:cTn>
                                        <p:tgtEl>
                                          <p:sndTgt r:embed="rId4" name="TYPE.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9" grpId="0" autoUpdateAnimBg="0"/>
      <p:bldP spid="120" grpId="0" animBg="1"/>
      <p:bldP spid="121" grpId="0" autoUpdateAnimBg="0"/>
      <p:bldP spid="122" grpId="0" animBg="1"/>
      <p:bldP spid="123" grpId="0" animBg="1"/>
      <p:bldP spid="124" grpId="0" autoUpdateAnimBg="0"/>
      <p:bldP spid="125" grpId="0"/>
      <p:bldP spid="126" grpId="0"/>
      <p:bldP spid="127" grpId="0" build="p" autoUpdateAnimBg="0"/>
      <p:bldP spid="128" grpId="0" build="p" autoUpdateAnimBg="0"/>
      <p:bldP spid="129" grpId="0" build="p" autoUpdateAnimBg="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164442" y="91693"/>
            <a:ext cx="5546711" cy="615553"/>
          </a:xfrm>
          <a:prstGeom prst="rect">
            <a:avLst/>
          </a:prstGeom>
        </p:spPr>
        <p:txBody>
          <a:bodyPr wrap="none">
            <a:spAutoFit/>
          </a:bodyPr>
          <a:lstStyle/>
          <a:p>
            <a:pPr>
              <a:defRPr/>
            </a:pPr>
            <a:r>
              <a:rPr kumimoji="1" lang="zh-CN" altLang="en-US" sz="3400" i="0" dirty="0">
                <a:solidFill>
                  <a:srgbClr val="FFFFFF"/>
                </a:solidFill>
                <a:latin typeface="微软雅黑" panose="020B0503020204020204" pitchFamily="34" charset="-122"/>
                <a:ea typeface="微软雅黑" panose="020B0503020204020204" pitchFamily="34" charset="-122"/>
              </a:rPr>
              <a:t>第二章</a:t>
            </a:r>
            <a:r>
              <a:rPr kumimoji="1" lang="en-US" altLang="zh-CN" sz="3400" i="0" dirty="0">
                <a:solidFill>
                  <a:srgbClr val="FFFFFF"/>
                </a:solidFill>
                <a:latin typeface="微软雅黑" panose="020B0503020204020204" pitchFamily="34" charset="-122"/>
                <a:ea typeface="微软雅黑" panose="020B0503020204020204" pitchFamily="34" charset="-122"/>
              </a:rPr>
              <a:t> </a:t>
            </a:r>
            <a:r>
              <a:rPr kumimoji="1" lang="zh-CN" altLang="en-US" sz="3400" i="0" dirty="0">
                <a:solidFill>
                  <a:srgbClr val="FFFFFF"/>
                </a:solidFill>
                <a:latin typeface="微软雅黑" panose="020B0503020204020204" pitchFamily="34" charset="-122"/>
                <a:ea typeface="微软雅黑" panose="020B0503020204020204" pitchFamily="34" charset="-122"/>
              </a:rPr>
              <a:t>平面问题的受力分析</a:t>
            </a:r>
          </a:p>
        </p:txBody>
      </p:sp>
      <p:sp>
        <p:nvSpPr>
          <p:cNvPr id="15" name="Rectangle 61"/>
          <p:cNvSpPr>
            <a:spLocks noChangeArrowheads="1"/>
          </p:cNvSpPr>
          <p:nvPr/>
        </p:nvSpPr>
        <p:spPr bwMode="auto">
          <a:xfrm>
            <a:off x="7400107" y="866938"/>
            <a:ext cx="4213514" cy="5394635"/>
          </a:xfrm>
          <a:prstGeom prst="rect">
            <a:avLst/>
          </a:prstGeom>
          <a:solidFill>
            <a:srgbClr val="B9CDE5"/>
          </a:solidFill>
          <a:ln>
            <a:noFill/>
          </a:ln>
          <a:effectLst/>
        </p:spPr>
        <p:txBody>
          <a:bodyPr wrap="none" anchor="ctr"/>
          <a:lstStyle/>
          <a:p>
            <a:endParaRPr lang="zh-CN" altLang="en-US"/>
          </a:p>
        </p:txBody>
      </p:sp>
      <p:sp>
        <p:nvSpPr>
          <p:cNvPr id="125" name="Rectangle 5"/>
          <p:cNvSpPr>
            <a:spLocks noChangeArrowheads="1"/>
          </p:cNvSpPr>
          <p:nvPr/>
        </p:nvSpPr>
        <p:spPr bwMode="auto">
          <a:xfrm>
            <a:off x="279412" y="866938"/>
            <a:ext cx="705948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just">
              <a:spcBef>
                <a:spcPct val="20000"/>
              </a:spcBef>
              <a:buClr>
                <a:schemeClr val="accent1"/>
              </a:buClr>
              <a:buSzPct val="75000"/>
              <a:buFont typeface="Monotype Sorts" pitchFamily="2" charset="2"/>
              <a:buChar char="•"/>
              <a:defRPr kumimoji="1" sz="2400">
                <a:solidFill>
                  <a:schemeClr val="tx1"/>
                </a:solidFill>
                <a:latin typeface="Impact" panose="020B0806030902050204" pitchFamily="34" charset="0"/>
                <a:ea typeface="宋体" panose="02010600030101010101" pitchFamily="2" charset="-122"/>
              </a:defRPr>
            </a:lvl1pPr>
            <a:lvl2pPr marL="742950" indent="-285750">
              <a:spcBef>
                <a:spcPct val="20000"/>
              </a:spcBef>
              <a:buClr>
                <a:schemeClr val="accent2"/>
              </a:buClr>
              <a:buChar char="•"/>
              <a:defRPr kumimoji="1" sz="2000">
                <a:solidFill>
                  <a:schemeClr val="tx1"/>
                </a:solidFill>
                <a:latin typeface="Impact" panose="020B0806030902050204" pitchFamily="34" charset="0"/>
                <a:ea typeface="宋体" panose="02010600030101010101" pitchFamily="2" charset="-122"/>
              </a:defRPr>
            </a:lvl2pPr>
            <a:lvl3pPr marL="1143000" indent="-228600">
              <a:spcBef>
                <a:spcPct val="20000"/>
              </a:spcBef>
              <a:buChar char="–"/>
              <a:defRPr kumimoji="1" sz="2400">
                <a:solidFill>
                  <a:schemeClr val="tx1"/>
                </a:solidFill>
                <a:latin typeface="Impact" panose="020B0806030902050204" pitchFamily="34" charset="0"/>
                <a:ea typeface="宋体" panose="02010600030101010101" pitchFamily="2" charset="-122"/>
              </a:defRPr>
            </a:lvl3pPr>
            <a:lvl4pPr marL="1600200" indent="-228600">
              <a:spcBef>
                <a:spcPct val="20000"/>
              </a:spcBef>
              <a:buChar char="–"/>
              <a:defRPr kumimoji="1" sz="2000">
                <a:solidFill>
                  <a:schemeClr val="tx1"/>
                </a:solidFill>
                <a:latin typeface="Impact" panose="020B0806030902050204" pitchFamily="34" charset="0"/>
                <a:ea typeface="宋体" panose="02010600030101010101" pitchFamily="2" charset="-122"/>
              </a:defRPr>
            </a:lvl4pPr>
            <a:lvl5pPr marL="2057400" indent="-228600">
              <a:spcBef>
                <a:spcPct val="20000"/>
              </a:spcBef>
              <a:buChar char="»"/>
              <a:defRPr kumimoji="1" sz="2000">
                <a:solidFill>
                  <a:schemeClr val="tx1"/>
                </a:solidFill>
                <a:latin typeface="Impact" panose="020B0806030902050204" pitchFamily="34"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9pPr>
          </a:lstStyle>
          <a:p>
            <a:pPr algn="l">
              <a:spcBef>
                <a:spcPct val="0"/>
              </a:spcBef>
              <a:buClrTx/>
              <a:buSzTx/>
              <a:buNone/>
            </a:pPr>
            <a:r>
              <a:rPr lang="zh-CN" altLang="en-US" i="0" dirty="0">
                <a:solidFill>
                  <a:srgbClr val="0033CC"/>
                </a:solidFill>
                <a:latin typeface="Times New Roman" panose="02020603050405020304" pitchFamily="18" charset="0"/>
                <a:ea typeface="黑体" panose="02010609060101010101" pitchFamily="49" charset="-122"/>
              </a:rPr>
              <a:t>解</a:t>
            </a:r>
            <a:r>
              <a:rPr lang="en-US" altLang="zh-CN" i="0" dirty="0">
                <a:latin typeface="Times New Roman" panose="02020603050405020304" pitchFamily="18" charset="0"/>
                <a:ea typeface="黑体" panose="02010609060101010101" pitchFamily="49" charset="-122"/>
              </a:rPr>
              <a:t> 1</a:t>
            </a:r>
            <a:r>
              <a:rPr lang="zh-CN" altLang="en-US" i="0" dirty="0">
                <a:latin typeface="Times New Roman" panose="02020603050405020304" pitchFamily="18" charset="0"/>
                <a:ea typeface="黑体" panose="02010609060101010101" pitchFamily="49" charset="-122"/>
              </a:rPr>
              <a:t>）已知力、未知力汇集于</a:t>
            </a:r>
            <a:r>
              <a:rPr lang="en-US" altLang="zh-CN" i="0" dirty="0">
                <a:latin typeface="Times New Roman" panose="02020603050405020304" pitchFamily="18" charset="0"/>
                <a:ea typeface="黑体" panose="02010609060101010101" pitchFamily="49" charset="-122"/>
              </a:rPr>
              <a:t>AB</a:t>
            </a:r>
            <a:r>
              <a:rPr lang="zh-CN" altLang="en-US" i="0" dirty="0">
                <a:latin typeface="Times New Roman" panose="02020603050405020304" pitchFamily="18" charset="0"/>
                <a:ea typeface="黑体" panose="02010609060101010101" pitchFamily="49" charset="-122"/>
              </a:rPr>
              <a:t>梁，以其为研究对</a:t>
            </a:r>
            <a:endParaRPr lang="en-US" altLang="zh-CN" i="0" dirty="0">
              <a:latin typeface="Times New Roman" panose="02020603050405020304" pitchFamily="18" charset="0"/>
              <a:ea typeface="黑体" panose="02010609060101010101" pitchFamily="49" charset="-122"/>
            </a:endParaRPr>
          </a:p>
          <a:p>
            <a:pPr algn="l">
              <a:spcBef>
                <a:spcPct val="0"/>
              </a:spcBef>
              <a:buClrTx/>
              <a:buSzTx/>
              <a:buNone/>
            </a:pPr>
            <a:r>
              <a:rPr lang="en-US" altLang="zh-CN" i="0" dirty="0">
                <a:latin typeface="Times New Roman" panose="02020603050405020304" pitchFamily="18" charset="0"/>
                <a:ea typeface="黑体" panose="02010609060101010101" pitchFamily="49" charset="-122"/>
              </a:rPr>
              <a:t>     </a:t>
            </a:r>
            <a:r>
              <a:rPr lang="zh-CN" altLang="en-US" i="0" dirty="0">
                <a:latin typeface="Times New Roman" panose="02020603050405020304" pitchFamily="18" charset="0"/>
                <a:ea typeface="黑体" panose="02010609060101010101" pitchFamily="49" charset="-122"/>
              </a:rPr>
              <a:t>象，画受力图；</a:t>
            </a:r>
            <a:endParaRPr lang="zh-CN" altLang="en-US" i="0" dirty="0">
              <a:latin typeface="+mn-lt"/>
              <a:ea typeface="黑体" panose="02010609060101010101" pitchFamily="49" charset="-122"/>
            </a:endParaRPr>
          </a:p>
        </p:txBody>
      </p:sp>
      <p:sp>
        <p:nvSpPr>
          <p:cNvPr id="126" name="Rectangle 5"/>
          <p:cNvSpPr>
            <a:spLocks noChangeArrowheads="1"/>
          </p:cNvSpPr>
          <p:nvPr/>
        </p:nvSpPr>
        <p:spPr bwMode="auto">
          <a:xfrm>
            <a:off x="279412" y="1661673"/>
            <a:ext cx="108012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just">
              <a:spcBef>
                <a:spcPct val="20000"/>
              </a:spcBef>
              <a:buClr>
                <a:schemeClr val="accent1"/>
              </a:buClr>
              <a:buSzPct val="75000"/>
              <a:buFont typeface="Monotype Sorts" pitchFamily="2" charset="2"/>
              <a:buChar char="•"/>
              <a:defRPr kumimoji="1" sz="2400">
                <a:solidFill>
                  <a:schemeClr val="tx1"/>
                </a:solidFill>
                <a:latin typeface="Impact" panose="020B0806030902050204" pitchFamily="34" charset="0"/>
                <a:ea typeface="宋体" panose="02010600030101010101" pitchFamily="2" charset="-122"/>
              </a:defRPr>
            </a:lvl1pPr>
            <a:lvl2pPr marL="742950" indent="-285750">
              <a:spcBef>
                <a:spcPct val="20000"/>
              </a:spcBef>
              <a:buClr>
                <a:schemeClr val="accent2"/>
              </a:buClr>
              <a:buChar char="•"/>
              <a:defRPr kumimoji="1" sz="2000">
                <a:solidFill>
                  <a:schemeClr val="tx1"/>
                </a:solidFill>
                <a:latin typeface="Impact" panose="020B0806030902050204" pitchFamily="34" charset="0"/>
                <a:ea typeface="宋体" panose="02010600030101010101" pitchFamily="2" charset="-122"/>
              </a:defRPr>
            </a:lvl2pPr>
            <a:lvl3pPr marL="1143000" indent="-228600">
              <a:spcBef>
                <a:spcPct val="20000"/>
              </a:spcBef>
              <a:buChar char="–"/>
              <a:defRPr kumimoji="1" sz="2400">
                <a:solidFill>
                  <a:schemeClr val="tx1"/>
                </a:solidFill>
                <a:latin typeface="Impact" panose="020B0806030902050204" pitchFamily="34" charset="0"/>
                <a:ea typeface="宋体" panose="02010600030101010101" pitchFamily="2" charset="-122"/>
              </a:defRPr>
            </a:lvl3pPr>
            <a:lvl4pPr marL="1600200" indent="-228600">
              <a:spcBef>
                <a:spcPct val="20000"/>
              </a:spcBef>
              <a:buChar char="–"/>
              <a:defRPr kumimoji="1" sz="2000">
                <a:solidFill>
                  <a:schemeClr val="tx1"/>
                </a:solidFill>
                <a:latin typeface="Impact" panose="020B0806030902050204" pitchFamily="34" charset="0"/>
                <a:ea typeface="宋体" panose="02010600030101010101" pitchFamily="2" charset="-122"/>
              </a:defRPr>
            </a:lvl4pPr>
            <a:lvl5pPr marL="2057400" indent="-228600">
              <a:spcBef>
                <a:spcPct val="20000"/>
              </a:spcBef>
              <a:buChar char="»"/>
              <a:defRPr kumimoji="1" sz="2000">
                <a:solidFill>
                  <a:schemeClr val="tx1"/>
                </a:solidFill>
                <a:latin typeface="Impact" panose="020B0806030902050204" pitchFamily="34"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9pPr>
          </a:lstStyle>
          <a:p>
            <a:pPr algn="l">
              <a:spcBef>
                <a:spcPct val="0"/>
              </a:spcBef>
              <a:buClrTx/>
              <a:buSzTx/>
              <a:buNone/>
            </a:pPr>
            <a:r>
              <a:rPr lang="en-US" altLang="zh-CN" dirty="0"/>
              <a:t>       </a:t>
            </a:r>
            <a:r>
              <a:rPr lang="en-US" altLang="zh-CN" i="0" dirty="0">
                <a:latin typeface="Times New Roman" panose="02020603050405020304" pitchFamily="18" charset="0"/>
                <a:ea typeface="黑体" panose="02010609060101010101" pitchFamily="49" charset="-122"/>
              </a:rPr>
              <a:t>2</a:t>
            </a:r>
            <a:r>
              <a:rPr lang="zh-CN" altLang="en-US" i="0" dirty="0">
                <a:latin typeface="Times New Roman" panose="02020603050405020304" pitchFamily="18" charset="0"/>
                <a:ea typeface="黑体" panose="02010609060101010101" pitchFamily="49" charset="-122"/>
              </a:rPr>
              <a:t>）以未知力汇交点为矩心，列矩方程较为简单。</a:t>
            </a:r>
            <a:endParaRPr lang="zh-CN" altLang="en-US" i="0" dirty="0">
              <a:latin typeface="+mn-lt"/>
              <a:ea typeface="黑体" panose="02010609060101010101" pitchFamily="49" charset="-122"/>
            </a:endParaRPr>
          </a:p>
        </p:txBody>
      </p:sp>
      <p:grpSp>
        <p:nvGrpSpPr>
          <p:cNvPr id="391" name="Group 93">
            <a:extLst>
              <a:ext uri="{FF2B5EF4-FFF2-40B4-BE49-F238E27FC236}">
                <a16:creationId xmlns:a16="http://schemas.microsoft.com/office/drawing/2014/main" id="{B0FBA040-3C7D-3F4C-1D12-627642381C16}"/>
              </a:ext>
            </a:extLst>
          </p:cNvPr>
          <p:cNvGrpSpPr>
            <a:grpSpLocks/>
          </p:cNvGrpSpPr>
          <p:nvPr/>
        </p:nvGrpSpPr>
        <p:grpSpPr bwMode="auto">
          <a:xfrm>
            <a:off x="8571209" y="4513042"/>
            <a:ext cx="3063875" cy="736601"/>
            <a:chOff x="3856" y="2646"/>
            <a:chExt cx="1930" cy="464"/>
          </a:xfrm>
        </p:grpSpPr>
        <p:grpSp>
          <p:nvGrpSpPr>
            <p:cNvPr id="392" name="Group 94">
              <a:extLst>
                <a:ext uri="{FF2B5EF4-FFF2-40B4-BE49-F238E27FC236}">
                  <a16:creationId xmlns:a16="http://schemas.microsoft.com/office/drawing/2014/main" id="{ADDB1929-85C2-A981-9FE3-261CB42B89F7}"/>
                </a:ext>
              </a:extLst>
            </p:cNvPr>
            <p:cNvGrpSpPr>
              <a:grpSpLocks noChangeAspect="1"/>
            </p:cNvGrpSpPr>
            <p:nvPr/>
          </p:nvGrpSpPr>
          <p:grpSpPr bwMode="auto">
            <a:xfrm>
              <a:off x="3856" y="2849"/>
              <a:ext cx="1538" cy="261"/>
              <a:chOff x="3508" y="1261"/>
              <a:chExt cx="1922" cy="327"/>
            </a:xfrm>
          </p:grpSpPr>
          <p:grpSp>
            <p:nvGrpSpPr>
              <p:cNvPr id="396" name="Group 95">
                <a:extLst>
                  <a:ext uri="{FF2B5EF4-FFF2-40B4-BE49-F238E27FC236}">
                    <a16:creationId xmlns:a16="http://schemas.microsoft.com/office/drawing/2014/main" id="{2B496762-CF6C-A6D3-9719-DA73CB4A2058}"/>
                  </a:ext>
                </a:extLst>
              </p:cNvPr>
              <p:cNvGrpSpPr>
                <a:grpSpLocks noChangeAspect="1"/>
              </p:cNvGrpSpPr>
              <p:nvPr/>
            </p:nvGrpSpPr>
            <p:grpSpPr bwMode="auto">
              <a:xfrm>
                <a:off x="3508" y="1378"/>
                <a:ext cx="1922" cy="210"/>
                <a:chOff x="3508" y="1378"/>
                <a:chExt cx="2042" cy="210"/>
              </a:xfrm>
            </p:grpSpPr>
            <p:sp>
              <p:nvSpPr>
                <p:cNvPr id="399" name="Rectangle 96">
                  <a:extLst>
                    <a:ext uri="{FF2B5EF4-FFF2-40B4-BE49-F238E27FC236}">
                      <a16:creationId xmlns:a16="http://schemas.microsoft.com/office/drawing/2014/main" id="{4CC78732-7A40-8A6C-E123-280FF56D7553}"/>
                    </a:ext>
                  </a:extLst>
                </p:cNvPr>
                <p:cNvSpPr>
                  <a:spLocks noChangeAspect="1" noChangeArrowheads="1"/>
                </p:cNvSpPr>
                <p:nvPr/>
              </p:nvSpPr>
              <p:spPr bwMode="auto">
                <a:xfrm>
                  <a:off x="3510" y="1378"/>
                  <a:ext cx="2040" cy="210"/>
                </a:xfrm>
                <a:prstGeom prst="rect">
                  <a:avLst/>
                </a:prstGeom>
                <a:gradFill rotWithShape="1">
                  <a:gsLst>
                    <a:gs pos="0">
                      <a:schemeClr val="bg2"/>
                    </a:gs>
                    <a:gs pos="50000">
                      <a:schemeClr val="bg2">
                        <a:gamma/>
                        <a:tint val="16471"/>
                        <a:invGamma/>
                      </a:schemeClr>
                    </a:gs>
                    <a:gs pos="100000">
                      <a:schemeClr val="bg2"/>
                    </a:gs>
                  </a:gsLst>
                  <a:lin ang="5400000" scaled="1"/>
                </a:gradFill>
                <a:ln w="28575">
                  <a:solidFill>
                    <a:schemeClr val="tx1"/>
                  </a:solidFill>
                  <a:miter lim="800000"/>
                  <a:headEnd/>
                  <a:tailEnd/>
                </a:ln>
                <a:effectLst>
                  <a:outerShdw dist="12700" algn="ctr" rotWithShape="0">
                    <a:schemeClr val="bg2"/>
                  </a:outerShdw>
                </a:effectLst>
              </p:spPr>
              <p:txBody>
                <a:bodyPr wrap="none" anchor="ctr"/>
                <a:lstStyle/>
                <a:p>
                  <a:endParaRPr lang="zh-CN" altLang="en-US"/>
                </a:p>
              </p:txBody>
            </p:sp>
            <p:sp>
              <p:nvSpPr>
                <p:cNvPr id="400" name="Line 97">
                  <a:extLst>
                    <a:ext uri="{FF2B5EF4-FFF2-40B4-BE49-F238E27FC236}">
                      <a16:creationId xmlns:a16="http://schemas.microsoft.com/office/drawing/2014/main" id="{1A23DA66-B6F4-1859-6B01-8C2363277FF7}"/>
                    </a:ext>
                  </a:extLst>
                </p:cNvPr>
                <p:cNvSpPr>
                  <a:spLocks noChangeAspect="1" noChangeShapeType="1"/>
                </p:cNvSpPr>
                <p:nvPr/>
              </p:nvSpPr>
              <p:spPr bwMode="auto">
                <a:xfrm flipH="1">
                  <a:off x="3516" y="1414"/>
                  <a:ext cx="203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01" name="Line 98">
                  <a:extLst>
                    <a:ext uri="{FF2B5EF4-FFF2-40B4-BE49-F238E27FC236}">
                      <a16:creationId xmlns:a16="http://schemas.microsoft.com/office/drawing/2014/main" id="{07AB5430-3116-1C19-70BF-350DE16A0D80}"/>
                    </a:ext>
                  </a:extLst>
                </p:cNvPr>
                <p:cNvSpPr>
                  <a:spLocks noChangeAspect="1" noChangeShapeType="1"/>
                </p:cNvSpPr>
                <p:nvPr/>
              </p:nvSpPr>
              <p:spPr bwMode="auto">
                <a:xfrm flipH="1">
                  <a:off x="3508" y="1544"/>
                  <a:ext cx="203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397" name="Freeform 99">
                <a:extLst>
                  <a:ext uri="{FF2B5EF4-FFF2-40B4-BE49-F238E27FC236}">
                    <a16:creationId xmlns:a16="http://schemas.microsoft.com/office/drawing/2014/main" id="{97BAA005-0F4F-48C7-DEB8-68C638C3602E}"/>
                  </a:ext>
                </a:extLst>
              </p:cNvPr>
              <p:cNvSpPr>
                <a:spLocks noChangeAspect="1"/>
              </p:cNvSpPr>
              <p:nvPr/>
            </p:nvSpPr>
            <p:spPr bwMode="auto">
              <a:xfrm>
                <a:off x="5122" y="1261"/>
                <a:ext cx="282" cy="111"/>
              </a:xfrm>
              <a:custGeom>
                <a:avLst/>
                <a:gdLst>
                  <a:gd name="T0" fmla="*/ 12 w 282"/>
                  <a:gd name="T1" fmla="*/ 111 h 111"/>
                  <a:gd name="T2" fmla="*/ 96 w 282"/>
                  <a:gd name="T3" fmla="*/ 3 h 111"/>
                  <a:gd name="T4" fmla="*/ 282 w 282"/>
                  <a:gd name="T5" fmla="*/ 105 h 111"/>
                  <a:gd name="T6" fmla="*/ 12 w 282"/>
                  <a:gd name="T7" fmla="*/ 111 h 111"/>
                </a:gdLst>
                <a:ahLst/>
                <a:cxnLst>
                  <a:cxn ang="0">
                    <a:pos x="T0" y="T1"/>
                  </a:cxn>
                  <a:cxn ang="0">
                    <a:pos x="T2" y="T3"/>
                  </a:cxn>
                  <a:cxn ang="0">
                    <a:pos x="T4" y="T5"/>
                  </a:cxn>
                  <a:cxn ang="0">
                    <a:pos x="T6" y="T7"/>
                  </a:cxn>
                </a:cxnLst>
                <a:rect l="0" t="0" r="r" b="b"/>
                <a:pathLst>
                  <a:path w="282" h="111">
                    <a:moveTo>
                      <a:pt x="12" y="111"/>
                    </a:moveTo>
                    <a:cubicBezTo>
                      <a:pt x="0" y="33"/>
                      <a:pt x="51" y="4"/>
                      <a:pt x="96" y="3"/>
                    </a:cubicBezTo>
                    <a:cubicBezTo>
                      <a:pt x="126" y="0"/>
                      <a:pt x="282" y="105"/>
                      <a:pt x="282" y="105"/>
                    </a:cubicBezTo>
                    <a:lnTo>
                      <a:pt x="12" y="111"/>
                    </a:lnTo>
                    <a:close/>
                  </a:path>
                </a:pathLst>
              </a:custGeom>
              <a:gradFill rotWithShape="1">
                <a:gsLst>
                  <a:gs pos="0">
                    <a:schemeClr val="bg2">
                      <a:gamma/>
                      <a:tint val="15686"/>
                      <a:invGamma/>
                    </a:schemeClr>
                  </a:gs>
                  <a:gs pos="100000">
                    <a:schemeClr val="bg2"/>
                  </a:gs>
                </a:gsLst>
                <a:lin ang="2700000" scaled="1"/>
              </a:gradFill>
              <a:ln w="28575" cap="flat" cmpd="sng">
                <a:solidFill>
                  <a:schemeClr val="tx1"/>
                </a:solidFill>
                <a:prstDash val="solid"/>
                <a:round/>
                <a:headEnd/>
                <a:tailEnd/>
              </a:ln>
              <a:effectLst>
                <a:outerShdw dist="25400" algn="ctr" rotWithShape="0">
                  <a:schemeClr val="bg2"/>
                </a:outerShdw>
              </a:effectLst>
            </p:spPr>
            <p:txBody>
              <a:bodyPr/>
              <a:lstStyle/>
              <a:p>
                <a:endParaRPr lang="zh-CN" altLang="en-US"/>
              </a:p>
            </p:txBody>
          </p:sp>
          <p:sp>
            <p:nvSpPr>
              <p:cNvPr id="398" name="Oval 100">
                <a:extLst>
                  <a:ext uri="{FF2B5EF4-FFF2-40B4-BE49-F238E27FC236}">
                    <a16:creationId xmlns:a16="http://schemas.microsoft.com/office/drawing/2014/main" id="{09A72E3E-A1DE-5918-25CF-E68C6F8BADFF}"/>
                  </a:ext>
                </a:extLst>
              </p:cNvPr>
              <p:cNvSpPr>
                <a:spLocks noChangeAspect="1" noChangeArrowheads="1"/>
              </p:cNvSpPr>
              <p:nvPr/>
            </p:nvSpPr>
            <p:spPr bwMode="auto">
              <a:xfrm>
                <a:off x="5178" y="1290"/>
                <a:ext cx="61" cy="61"/>
              </a:xfrm>
              <a:prstGeom prst="ellipse">
                <a:avLst/>
              </a:prstGeom>
              <a:solidFill>
                <a:srgbClr val="FF0000"/>
              </a:solidFill>
              <a:ln w="19050" algn="ctr">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sp>
          <p:nvSpPr>
            <p:cNvPr id="393" name="Text Box 101">
              <a:extLst>
                <a:ext uri="{FF2B5EF4-FFF2-40B4-BE49-F238E27FC236}">
                  <a16:creationId xmlns:a16="http://schemas.microsoft.com/office/drawing/2014/main" id="{3B53C5D1-A604-FE8F-EA7C-1E5B7EC59CE2}"/>
                </a:ext>
              </a:extLst>
            </p:cNvPr>
            <p:cNvSpPr txBox="1">
              <a:spLocks noChangeArrowheads="1"/>
            </p:cNvSpPr>
            <p:nvPr/>
          </p:nvSpPr>
          <p:spPr bwMode="auto">
            <a:xfrm>
              <a:off x="3925" y="2646"/>
              <a:ext cx="39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i="1" dirty="0">
                  <a:solidFill>
                    <a:schemeClr val="tx1"/>
                  </a:solidFill>
                </a:rPr>
                <a:t>A</a:t>
              </a:r>
            </a:p>
          </p:txBody>
        </p:sp>
        <p:sp>
          <p:nvSpPr>
            <p:cNvPr id="394" name="Text Box 102">
              <a:extLst>
                <a:ext uri="{FF2B5EF4-FFF2-40B4-BE49-F238E27FC236}">
                  <a16:creationId xmlns:a16="http://schemas.microsoft.com/office/drawing/2014/main" id="{019BFE7F-39A9-D8DB-5BA8-B7AD374A5575}"/>
                </a:ext>
              </a:extLst>
            </p:cNvPr>
            <p:cNvSpPr txBox="1">
              <a:spLocks noChangeArrowheads="1"/>
            </p:cNvSpPr>
            <p:nvPr/>
          </p:nvSpPr>
          <p:spPr bwMode="auto">
            <a:xfrm>
              <a:off x="5394" y="2777"/>
              <a:ext cx="39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i="1" dirty="0">
                  <a:solidFill>
                    <a:schemeClr val="tx1"/>
                  </a:solidFill>
                </a:rPr>
                <a:t>B</a:t>
              </a:r>
            </a:p>
          </p:txBody>
        </p:sp>
        <p:sp>
          <p:nvSpPr>
            <p:cNvPr id="395" name="Oval 103">
              <a:extLst>
                <a:ext uri="{FF2B5EF4-FFF2-40B4-BE49-F238E27FC236}">
                  <a16:creationId xmlns:a16="http://schemas.microsoft.com/office/drawing/2014/main" id="{6E7E0337-4AEF-8ABF-5D81-94BCDBF6B3BF}"/>
                </a:ext>
              </a:extLst>
            </p:cNvPr>
            <p:cNvSpPr>
              <a:spLocks noChangeArrowheads="1"/>
            </p:cNvSpPr>
            <p:nvPr/>
          </p:nvSpPr>
          <p:spPr bwMode="auto">
            <a:xfrm>
              <a:off x="3910" y="2993"/>
              <a:ext cx="56" cy="56"/>
            </a:xfrm>
            <a:prstGeom prst="ellipse">
              <a:avLst/>
            </a:prstGeom>
            <a:solidFill>
              <a:srgbClr val="FF0000"/>
            </a:solidFill>
            <a:ln w="19050" algn="ctr">
              <a:solidFill>
                <a:schemeClr val="tx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sp>
        <p:nvSpPr>
          <p:cNvPr id="402" name="Text Box 104">
            <a:extLst>
              <a:ext uri="{FF2B5EF4-FFF2-40B4-BE49-F238E27FC236}">
                <a16:creationId xmlns:a16="http://schemas.microsoft.com/office/drawing/2014/main" id="{F25057F2-90E4-327E-5D45-26121CF37647}"/>
              </a:ext>
            </a:extLst>
          </p:cNvPr>
          <p:cNvSpPr txBox="1">
            <a:spLocks noChangeAspect="1" noChangeArrowheads="1"/>
          </p:cNvSpPr>
          <p:nvPr/>
        </p:nvSpPr>
        <p:spPr bwMode="auto">
          <a:xfrm>
            <a:off x="9785647" y="5446486"/>
            <a:ext cx="523875"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b="1" i="1">
                <a:solidFill>
                  <a:srgbClr val="FF0000"/>
                </a:solidFill>
                <a:ea typeface="宋体" panose="02010600030101010101" pitchFamily="2" charset="-122"/>
              </a:rPr>
              <a:t>G</a:t>
            </a:r>
            <a:r>
              <a:rPr lang="en-US" altLang="zh-CN" baseline="-25000">
                <a:solidFill>
                  <a:srgbClr val="FF0000"/>
                </a:solidFill>
                <a:ea typeface="宋体" panose="02010600030101010101" pitchFamily="2" charset="-122"/>
              </a:rPr>
              <a:t>1</a:t>
            </a:r>
          </a:p>
        </p:txBody>
      </p:sp>
      <p:sp>
        <p:nvSpPr>
          <p:cNvPr id="403" name="Line 105">
            <a:extLst>
              <a:ext uri="{FF2B5EF4-FFF2-40B4-BE49-F238E27FC236}">
                <a16:creationId xmlns:a16="http://schemas.microsoft.com/office/drawing/2014/main" id="{9377A2D1-0974-B654-42F0-59A33632E00D}"/>
              </a:ext>
            </a:extLst>
          </p:cNvPr>
          <p:cNvSpPr>
            <a:spLocks noChangeAspect="1" noChangeShapeType="1"/>
          </p:cNvSpPr>
          <p:nvPr/>
        </p:nvSpPr>
        <p:spPr bwMode="auto">
          <a:xfrm>
            <a:off x="9849147" y="5111524"/>
            <a:ext cx="0" cy="652462"/>
          </a:xfrm>
          <a:prstGeom prst="line">
            <a:avLst/>
          </a:prstGeom>
          <a:noFill/>
          <a:ln w="28575">
            <a:solidFill>
              <a:srgbClr val="FF00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404" name="Text Box 106">
            <a:extLst>
              <a:ext uri="{FF2B5EF4-FFF2-40B4-BE49-F238E27FC236}">
                <a16:creationId xmlns:a16="http://schemas.microsoft.com/office/drawing/2014/main" id="{2DECD108-DB21-553B-C92D-4929DAA43357}"/>
              </a:ext>
            </a:extLst>
          </p:cNvPr>
          <p:cNvSpPr txBox="1">
            <a:spLocks noChangeAspect="1" noChangeArrowheads="1"/>
          </p:cNvSpPr>
          <p:nvPr/>
        </p:nvSpPr>
        <p:spPr bwMode="auto">
          <a:xfrm>
            <a:off x="10392072" y="5557611"/>
            <a:ext cx="523875"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b="1" i="1">
                <a:solidFill>
                  <a:srgbClr val="FF0000"/>
                </a:solidFill>
                <a:ea typeface="宋体" panose="02010600030101010101" pitchFamily="2" charset="-122"/>
              </a:rPr>
              <a:t>W</a:t>
            </a:r>
            <a:endParaRPr lang="en-US" altLang="zh-CN" baseline="-25000">
              <a:solidFill>
                <a:srgbClr val="FF0000"/>
              </a:solidFill>
              <a:ea typeface="宋体" panose="02010600030101010101" pitchFamily="2" charset="-122"/>
            </a:endParaRPr>
          </a:p>
        </p:txBody>
      </p:sp>
      <p:sp>
        <p:nvSpPr>
          <p:cNvPr id="405" name="Line 107">
            <a:extLst>
              <a:ext uri="{FF2B5EF4-FFF2-40B4-BE49-F238E27FC236}">
                <a16:creationId xmlns:a16="http://schemas.microsoft.com/office/drawing/2014/main" id="{CE6494F7-4240-171C-0BBE-2AB802047A7E}"/>
              </a:ext>
            </a:extLst>
          </p:cNvPr>
          <p:cNvSpPr>
            <a:spLocks noChangeAspect="1" noChangeShapeType="1"/>
          </p:cNvSpPr>
          <p:nvPr/>
        </p:nvSpPr>
        <p:spPr bwMode="auto">
          <a:xfrm>
            <a:off x="10455572" y="5222649"/>
            <a:ext cx="0" cy="652462"/>
          </a:xfrm>
          <a:prstGeom prst="line">
            <a:avLst/>
          </a:prstGeom>
          <a:noFill/>
          <a:ln w="28575">
            <a:solidFill>
              <a:srgbClr val="FF00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406" name="Text Box 108">
            <a:extLst>
              <a:ext uri="{FF2B5EF4-FFF2-40B4-BE49-F238E27FC236}">
                <a16:creationId xmlns:a16="http://schemas.microsoft.com/office/drawing/2014/main" id="{687B9B7F-1899-7E50-7D6B-2D17F4FD347F}"/>
              </a:ext>
            </a:extLst>
          </p:cNvPr>
          <p:cNvSpPr txBox="1">
            <a:spLocks noChangeAspect="1" noChangeArrowheads="1"/>
          </p:cNvSpPr>
          <p:nvPr/>
        </p:nvSpPr>
        <p:spPr bwMode="auto">
          <a:xfrm>
            <a:off x="8668047" y="5717949"/>
            <a:ext cx="666750" cy="4254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just"/>
            <a:r>
              <a:rPr lang="en-US" altLang="zh-CN" b="1" i="1">
                <a:solidFill>
                  <a:srgbClr val="FF0000"/>
                </a:solidFill>
                <a:ea typeface="宋体" panose="02010600030101010101" pitchFamily="2" charset="-122"/>
              </a:rPr>
              <a:t>F</a:t>
            </a:r>
            <a:r>
              <a:rPr lang="en-US" altLang="zh-CN" i="1" baseline="-25000">
                <a:solidFill>
                  <a:srgbClr val="FF0000"/>
                </a:solidFill>
                <a:ea typeface="宋体" panose="02010600030101010101" pitchFamily="2" charset="-122"/>
              </a:rPr>
              <a:t>Ay</a:t>
            </a:r>
          </a:p>
        </p:txBody>
      </p:sp>
      <p:sp>
        <p:nvSpPr>
          <p:cNvPr id="407" name="Line 109">
            <a:extLst>
              <a:ext uri="{FF2B5EF4-FFF2-40B4-BE49-F238E27FC236}">
                <a16:creationId xmlns:a16="http://schemas.microsoft.com/office/drawing/2014/main" id="{9E6E8E26-2D07-92F9-0B28-AC45E3009FB7}"/>
              </a:ext>
            </a:extLst>
          </p:cNvPr>
          <p:cNvSpPr>
            <a:spLocks noChangeAspect="1" noChangeShapeType="1"/>
          </p:cNvSpPr>
          <p:nvPr/>
        </p:nvSpPr>
        <p:spPr bwMode="auto">
          <a:xfrm flipV="1">
            <a:off x="7945734" y="5122636"/>
            <a:ext cx="736600" cy="0"/>
          </a:xfrm>
          <a:prstGeom prst="line">
            <a:avLst/>
          </a:prstGeom>
          <a:noFill/>
          <a:ln w="28575">
            <a:solidFill>
              <a:srgbClr val="FF00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408" name="Text Box 110">
            <a:extLst>
              <a:ext uri="{FF2B5EF4-FFF2-40B4-BE49-F238E27FC236}">
                <a16:creationId xmlns:a16="http://schemas.microsoft.com/office/drawing/2014/main" id="{9825E95A-CEA1-C876-C818-2479D0CAA980}"/>
              </a:ext>
            </a:extLst>
          </p:cNvPr>
          <p:cNvSpPr txBox="1">
            <a:spLocks noChangeAspect="1" noChangeArrowheads="1"/>
          </p:cNvSpPr>
          <p:nvPr/>
        </p:nvSpPr>
        <p:spPr bwMode="auto">
          <a:xfrm>
            <a:off x="7583784" y="4557486"/>
            <a:ext cx="763588" cy="5016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just"/>
            <a:r>
              <a:rPr lang="en-US" altLang="zh-CN" b="1" i="1">
                <a:solidFill>
                  <a:srgbClr val="FF0000"/>
                </a:solidFill>
                <a:ea typeface="宋体" panose="02010600030101010101" pitchFamily="2" charset="-122"/>
              </a:rPr>
              <a:t>F</a:t>
            </a:r>
            <a:r>
              <a:rPr lang="en-US" altLang="zh-CN" i="1" baseline="-25000">
                <a:solidFill>
                  <a:srgbClr val="FF0000"/>
                </a:solidFill>
                <a:ea typeface="宋体" panose="02010600030101010101" pitchFamily="2" charset="-122"/>
              </a:rPr>
              <a:t>Ax</a:t>
            </a:r>
          </a:p>
        </p:txBody>
      </p:sp>
      <p:sp>
        <p:nvSpPr>
          <p:cNvPr id="409" name="Line 111">
            <a:extLst>
              <a:ext uri="{FF2B5EF4-FFF2-40B4-BE49-F238E27FC236}">
                <a16:creationId xmlns:a16="http://schemas.microsoft.com/office/drawing/2014/main" id="{CA7C524B-9473-8F07-FE19-40B7AA66A3C2}"/>
              </a:ext>
            </a:extLst>
          </p:cNvPr>
          <p:cNvSpPr>
            <a:spLocks noChangeAspect="1" noChangeShapeType="1"/>
          </p:cNvSpPr>
          <p:nvPr/>
        </p:nvSpPr>
        <p:spPr bwMode="auto">
          <a:xfrm flipV="1">
            <a:off x="8712497" y="5155974"/>
            <a:ext cx="0" cy="787400"/>
          </a:xfrm>
          <a:prstGeom prst="line">
            <a:avLst/>
          </a:prstGeom>
          <a:noFill/>
          <a:ln w="28575">
            <a:solidFill>
              <a:srgbClr val="FF00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410" name="Line 112">
            <a:extLst>
              <a:ext uri="{FF2B5EF4-FFF2-40B4-BE49-F238E27FC236}">
                <a16:creationId xmlns:a16="http://schemas.microsoft.com/office/drawing/2014/main" id="{C7B87B5E-8371-E821-0ADA-FBE4913FDCDA}"/>
              </a:ext>
            </a:extLst>
          </p:cNvPr>
          <p:cNvSpPr>
            <a:spLocks noChangeAspect="1" noChangeShapeType="1"/>
          </p:cNvSpPr>
          <p:nvPr/>
        </p:nvSpPr>
        <p:spPr bwMode="auto">
          <a:xfrm rot="1800000" flipH="1" flipV="1">
            <a:off x="9980909" y="4676549"/>
            <a:ext cx="736600" cy="0"/>
          </a:xfrm>
          <a:prstGeom prst="line">
            <a:avLst/>
          </a:prstGeom>
          <a:noFill/>
          <a:ln w="28575">
            <a:solidFill>
              <a:srgbClr val="FF00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411" name="Text Box 113">
            <a:extLst>
              <a:ext uri="{FF2B5EF4-FFF2-40B4-BE49-F238E27FC236}">
                <a16:creationId xmlns:a16="http://schemas.microsoft.com/office/drawing/2014/main" id="{F7F41B3F-6BDA-3FAD-8728-DF2CBF9DD539}"/>
              </a:ext>
            </a:extLst>
          </p:cNvPr>
          <p:cNvSpPr txBox="1">
            <a:spLocks noChangeAspect="1" noChangeArrowheads="1"/>
          </p:cNvSpPr>
          <p:nvPr/>
        </p:nvSpPr>
        <p:spPr bwMode="auto">
          <a:xfrm>
            <a:off x="9598322" y="4179661"/>
            <a:ext cx="763587" cy="5016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just"/>
            <a:r>
              <a:rPr lang="en-US" altLang="zh-CN" b="1" i="1">
                <a:solidFill>
                  <a:srgbClr val="FF0000"/>
                </a:solidFill>
                <a:ea typeface="宋体" panose="02010600030101010101" pitchFamily="2" charset="-122"/>
              </a:rPr>
              <a:t>F</a:t>
            </a:r>
            <a:r>
              <a:rPr lang="en-US" altLang="zh-CN" baseline="-25000">
                <a:solidFill>
                  <a:srgbClr val="FF0000"/>
                </a:solidFill>
                <a:ea typeface="宋体" panose="02010600030101010101" pitchFamily="2" charset="-122"/>
              </a:rPr>
              <a:t>T</a:t>
            </a:r>
          </a:p>
        </p:txBody>
      </p:sp>
      <p:sp>
        <p:nvSpPr>
          <p:cNvPr id="412" name="Text Box 115">
            <a:extLst>
              <a:ext uri="{FF2B5EF4-FFF2-40B4-BE49-F238E27FC236}">
                <a16:creationId xmlns:a16="http://schemas.microsoft.com/office/drawing/2014/main" id="{DEABA026-1E14-2A7E-CE83-0ABDFDB331EE}"/>
              </a:ext>
            </a:extLst>
          </p:cNvPr>
          <p:cNvSpPr txBox="1">
            <a:spLocks noChangeAspect="1" noChangeArrowheads="1"/>
          </p:cNvSpPr>
          <p:nvPr/>
        </p:nvSpPr>
        <p:spPr bwMode="auto">
          <a:xfrm>
            <a:off x="11057234" y="5121049"/>
            <a:ext cx="330200" cy="379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r>
              <a:rPr lang="en-US" altLang="zh-CN" i="1">
                <a:solidFill>
                  <a:srgbClr val="D60093"/>
                </a:solidFill>
                <a:ea typeface="宋体" panose="02010600030101010101" pitchFamily="2" charset="-122"/>
              </a:rPr>
              <a:t>x</a:t>
            </a:r>
          </a:p>
        </p:txBody>
      </p:sp>
      <p:sp>
        <p:nvSpPr>
          <p:cNvPr id="413" name="Line 116">
            <a:extLst>
              <a:ext uri="{FF2B5EF4-FFF2-40B4-BE49-F238E27FC236}">
                <a16:creationId xmlns:a16="http://schemas.microsoft.com/office/drawing/2014/main" id="{BE59B4E0-659B-7E85-114C-134CDD88F084}"/>
              </a:ext>
            </a:extLst>
          </p:cNvPr>
          <p:cNvSpPr>
            <a:spLocks noChangeAspect="1" noChangeShapeType="1"/>
          </p:cNvSpPr>
          <p:nvPr/>
        </p:nvSpPr>
        <p:spPr bwMode="auto">
          <a:xfrm>
            <a:off x="8726784" y="5221061"/>
            <a:ext cx="2614613" cy="0"/>
          </a:xfrm>
          <a:prstGeom prst="line">
            <a:avLst/>
          </a:prstGeom>
          <a:noFill/>
          <a:ln w="9525">
            <a:solidFill>
              <a:srgbClr val="CC0066"/>
            </a:solidFill>
            <a:round/>
            <a:headEnd/>
            <a:tailEnd type="stealth"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414" name="Line 117">
            <a:extLst>
              <a:ext uri="{FF2B5EF4-FFF2-40B4-BE49-F238E27FC236}">
                <a16:creationId xmlns:a16="http://schemas.microsoft.com/office/drawing/2014/main" id="{CB9E7ACC-CCA3-C4BF-DE83-027D66ADAFB7}"/>
              </a:ext>
            </a:extLst>
          </p:cNvPr>
          <p:cNvSpPr>
            <a:spLocks noChangeAspect="1" noChangeShapeType="1"/>
          </p:cNvSpPr>
          <p:nvPr/>
        </p:nvSpPr>
        <p:spPr bwMode="auto">
          <a:xfrm flipV="1">
            <a:off x="8714084" y="4179661"/>
            <a:ext cx="0" cy="990600"/>
          </a:xfrm>
          <a:prstGeom prst="line">
            <a:avLst/>
          </a:prstGeom>
          <a:noFill/>
          <a:ln w="9525">
            <a:solidFill>
              <a:srgbClr val="CC0066"/>
            </a:solidFill>
            <a:round/>
            <a:headEnd/>
            <a:tailEnd type="stealth"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415" name="Text Box 118">
            <a:extLst>
              <a:ext uri="{FF2B5EF4-FFF2-40B4-BE49-F238E27FC236}">
                <a16:creationId xmlns:a16="http://schemas.microsoft.com/office/drawing/2014/main" id="{E3518FBC-C352-D742-9862-5699E721B298}"/>
              </a:ext>
            </a:extLst>
          </p:cNvPr>
          <p:cNvSpPr txBox="1">
            <a:spLocks noChangeAspect="1" noChangeArrowheads="1"/>
          </p:cNvSpPr>
          <p:nvPr/>
        </p:nvSpPr>
        <p:spPr bwMode="auto">
          <a:xfrm>
            <a:off x="8736309" y="3993924"/>
            <a:ext cx="381000" cy="425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r>
              <a:rPr lang="en-US" altLang="zh-CN" i="1">
                <a:solidFill>
                  <a:srgbClr val="D60093"/>
                </a:solidFill>
                <a:ea typeface="宋体" panose="02010600030101010101" pitchFamily="2" charset="-122"/>
              </a:rPr>
              <a:t>y</a:t>
            </a:r>
          </a:p>
        </p:txBody>
      </p:sp>
      <p:pic>
        <p:nvPicPr>
          <p:cNvPr id="419" name="图片 418">
            <a:extLst>
              <a:ext uri="{FF2B5EF4-FFF2-40B4-BE49-F238E27FC236}">
                <a16:creationId xmlns:a16="http://schemas.microsoft.com/office/drawing/2014/main" id="{7EFE43B6-AAA4-38E0-3B23-3C1ADAA50C05}"/>
              </a:ext>
            </a:extLst>
          </p:cNvPr>
          <p:cNvPicPr>
            <a:picLocks noChangeAspect="1"/>
          </p:cNvPicPr>
          <p:nvPr/>
        </p:nvPicPr>
        <p:blipFill>
          <a:blip r:embed="rId5"/>
          <a:stretch>
            <a:fillRect/>
          </a:stretch>
        </p:blipFill>
        <p:spPr>
          <a:xfrm>
            <a:off x="7965578" y="863629"/>
            <a:ext cx="3176249" cy="3544791"/>
          </a:xfrm>
          <a:prstGeom prst="rect">
            <a:avLst/>
          </a:prstGeom>
        </p:spPr>
      </p:pic>
      <p:sp>
        <p:nvSpPr>
          <p:cNvPr id="502" name="Text Box 114">
            <a:extLst>
              <a:ext uri="{FF2B5EF4-FFF2-40B4-BE49-F238E27FC236}">
                <a16:creationId xmlns:a16="http://schemas.microsoft.com/office/drawing/2014/main" id="{FEA65A08-DCB1-083E-AF81-82AF38C35C40}"/>
              </a:ext>
            </a:extLst>
          </p:cNvPr>
          <p:cNvSpPr txBox="1">
            <a:spLocks noChangeArrowheads="1"/>
          </p:cNvSpPr>
          <p:nvPr/>
        </p:nvSpPr>
        <p:spPr bwMode="auto">
          <a:xfrm>
            <a:off x="656755" y="2127669"/>
            <a:ext cx="4475163" cy="1735138"/>
          </a:xfrm>
          <a:prstGeom prst="rect">
            <a:avLst/>
          </a:prstGeom>
          <a:noFill/>
          <a:ln>
            <a:noFill/>
          </a:ln>
          <a:effectLst/>
          <a:extLst>
            <a:ext uri="{909E8E84-426E-40DD-AFC4-6F175D3DCCD1}">
              <a14:hiddenFill xmlns:a14="http://schemas.microsoft.com/office/drawing/2010/main">
                <a:blipFill dpi="0" rotWithShape="0">
                  <a:blip r:embed="rId6"/>
                  <a:srcRect/>
                  <a:tile tx="0" ty="0" sx="100000" sy="100000" flip="none" algn="tl"/>
                </a:blip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50000"/>
              </a:lnSpc>
            </a:pPr>
            <a:r>
              <a:rPr kumimoji="1" lang="en-US" altLang="zh-CN" b="0" i="0" dirty="0">
                <a:solidFill>
                  <a:schemeClr val="tx1"/>
                </a:solidFill>
                <a:ea typeface="黑体" panose="02010609060101010101" pitchFamily="49" charset="-122"/>
              </a:rPr>
              <a:t>∑</a:t>
            </a:r>
            <a:r>
              <a:rPr kumimoji="1" lang="en-US" altLang="zh-CN" b="0" dirty="0">
                <a:solidFill>
                  <a:schemeClr val="tx1"/>
                </a:solidFill>
                <a:ea typeface="黑体" panose="02010609060101010101" pitchFamily="49" charset="-122"/>
              </a:rPr>
              <a:t>M</a:t>
            </a:r>
            <a:r>
              <a:rPr kumimoji="1" lang="en-US" altLang="zh-CN" b="0" baseline="-25000" dirty="0">
                <a:solidFill>
                  <a:schemeClr val="tx1"/>
                </a:solidFill>
                <a:ea typeface="黑体" panose="02010609060101010101" pitchFamily="49" charset="-122"/>
              </a:rPr>
              <a:t>B</a:t>
            </a:r>
            <a:r>
              <a:rPr kumimoji="1" lang="en-US" altLang="zh-CN" b="0" i="0" dirty="0">
                <a:solidFill>
                  <a:schemeClr val="tx1"/>
                </a:solidFill>
                <a:ea typeface="黑体" panose="02010609060101010101" pitchFamily="49" charset="-122"/>
              </a:rPr>
              <a:t>(</a:t>
            </a:r>
            <a:r>
              <a:rPr kumimoji="1" lang="en-US" altLang="zh-CN" dirty="0">
                <a:solidFill>
                  <a:schemeClr val="tx1"/>
                </a:solidFill>
                <a:ea typeface="黑体" panose="02010609060101010101" pitchFamily="49" charset="-122"/>
              </a:rPr>
              <a:t>F</a:t>
            </a:r>
            <a:r>
              <a:rPr kumimoji="1" lang="en-US" altLang="zh-CN" b="0" i="0" dirty="0">
                <a:solidFill>
                  <a:schemeClr val="tx1"/>
                </a:solidFill>
                <a:ea typeface="黑体" panose="02010609060101010101" pitchFamily="49" charset="-122"/>
              </a:rPr>
              <a:t>)=0 </a:t>
            </a:r>
            <a:r>
              <a:rPr kumimoji="1" lang="zh-CN" altLang="en-US" b="0" i="0" dirty="0">
                <a:solidFill>
                  <a:schemeClr val="tx1"/>
                </a:solidFill>
                <a:ea typeface="黑体" panose="02010609060101010101" pitchFamily="49" charset="-122"/>
              </a:rPr>
              <a:t>， </a:t>
            </a:r>
          </a:p>
          <a:p>
            <a:pPr>
              <a:lnSpc>
                <a:spcPct val="150000"/>
              </a:lnSpc>
            </a:pPr>
            <a:r>
              <a:rPr kumimoji="1" lang="en-US" altLang="zh-CN" b="0" dirty="0">
                <a:solidFill>
                  <a:schemeClr val="tx1"/>
                </a:solidFill>
                <a:ea typeface="黑体" panose="02010609060101010101" pitchFamily="49" charset="-122"/>
              </a:rPr>
              <a:t>G</a:t>
            </a:r>
            <a:r>
              <a:rPr kumimoji="1" lang="en-US" altLang="zh-CN" b="0" i="0" baseline="-25000" dirty="0">
                <a:solidFill>
                  <a:schemeClr val="tx1"/>
                </a:solidFill>
                <a:ea typeface="黑体" panose="02010609060101010101" pitchFamily="49" charset="-122"/>
              </a:rPr>
              <a:t>1</a:t>
            </a:r>
            <a:r>
              <a:rPr kumimoji="1" lang="en-US" altLang="zh-CN" b="0" dirty="0">
                <a:solidFill>
                  <a:schemeClr val="tx1"/>
                </a:solidFill>
                <a:ea typeface="黑体" panose="02010609060101010101" pitchFamily="49" charset="-122"/>
              </a:rPr>
              <a:t>l</a:t>
            </a:r>
            <a:r>
              <a:rPr kumimoji="1" lang="en-US" altLang="zh-CN" b="0" i="0" dirty="0">
                <a:solidFill>
                  <a:schemeClr val="tx1"/>
                </a:solidFill>
                <a:ea typeface="黑体" panose="02010609060101010101" pitchFamily="49" charset="-122"/>
              </a:rPr>
              <a:t>/2</a:t>
            </a:r>
            <a:r>
              <a:rPr kumimoji="1" lang="en-US" altLang="zh-CN" b="0" i="0" baseline="-25000" dirty="0">
                <a:solidFill>
                  <a:schemeClr val="tx1"/>
                </a:solidFill>
                <a:ea typeface="黑体" panose="02010609060101010101" pitchFamily="49" charset="-122"/>
              </a:rPr>
              <a:t> </a:t>
            </a:r>
            <a:r>
              <a:rPr kumimoji="1" lang="en-US" altLang="zh-CN" b="0" i="0" dirty="0">
                <a:solidFill>
                  <a:schemeClr val="tx1"/>
                </a:solidFill>
                <a:ea typeface="黑体" panose="02010609060101010101" pitchFamily="49" charset="-122"/>
              </a:rPr>
              <a:t>+</a:t>
            </a:r>
            <a:r>
              <a:rPr kumimoji="1" lang="en-US" altLang="zh-CN" b="0" dirty="0">
                <a:solidFill>
                  <a:schemeClr val="tx1"/>
                </a:solidFill>
                <a:ea typeface="黑体" panose="02010609060101010101" pitchFamily="49" charset="-122"/>
              </a:rPr>
              <a:t>W</a:t>
            </a:r>
            <a:r>
              <a:rPr kumimoji="1" lang="en-US" altLang="zh-CN" b="0" i="0" dirty="0">
                <a:solidFill>
                  <a:schemeClr val="tx1"/>
                </a:solidFill>
                <a:ea typeface="黑体" panose="02010609060101010101" pitchFamily="49" charset="-122"/>
              </a:rPr>
              <a:t>(</a:t>
            </a:r>
            <a:r>
              <a:rPr kumimoji="1" lang="en-US" altLang="zh-CN" b="0" dirty="0">
                <a:solidFill>
                  <a:schemeClr val="tx1"/>
                </a:solidFill>
                <a:ea typeface="黑体" panose="02010609060101010101" pitchFamily="49" charset="-122"/>
              </a:rPr>
              <a:t>l</a:t>
            </a:r>
            <a:r>
              <a:rPr kumimoji="1" lang="en-US" altLang="zh-CN" b="0" i="0" dirty="0">
                <a:solidFill>
                  <a:schemeClr val="tx1"/>
                </a:solidFill>
                <a:latin typeface="宋体" panose="02010600030101010101" pitchFamily="2" charset="-122"/>
              </a:rPr>
              <a:t>–</a:t>
            </a:r>
            <a:r>
              <a:rPr kumimoji="1" lang="en-US" altLang="zh-CN" b="0" dirty="0">
                <a:solidFill>
                  <a:schemeClr val="tx1"/>
                </a:solidFill>
                <a:ea typeface="黑体" panose="02010609060101010101" pitchFamily="49" charset="-122"/>
              </a:rPr>
              <a:t>x</a:t>
            </a:r>
            <a:r>
              <a:rPr kumimoji="1" lang="en-US" altLang="zh-CN" b="0" i="0" dirty="0">
                <a:solidFill>
                  <a:schemeClr val="tx1"/>
                </a:solidFill>
                <a:ea typeface="黑体" panose="02010609060101010101" pitchFamily="49" charset="-122"/>
              </a:rPr>
              <a:t>)</a:t>
            </a:r>
            <a:r>
              <a:rPr kumimoji="1" lang="en-US" altLang="zh-CN" b="0" i="0" dirty="0">
                <a:solidFill>
                  <a:schemeClr val="tx1"/>
                </a:solidFill>
                <a:latin typeface="宋体" panose="02010600030101010101" pitchFamily="2" charset="-122"/>
              </a:rPr>
              <a:t>-</a:t>
            </a:r>
            <a:r>
              <a:rPr kumimoji="1" lang="en-US" altLang="zh-CN" b="0" dirty="0" err="1">
                <a:solidFill>
                  <a:schemeClr val="tx1"/>
                </a:solidFill>
                <a:ea typeface="黑体" panose="02010609060101010101" pitchFamily="49" charset="-122"/>
              </a:rPr>
              <a:t>F</a:t>
            </a:r>
            <a:r>
              <a:rPr kumimoji="1" lang="en-US" altLang="zh-CN" b="0" baseline="-25000" dirty="0" err="1">
                <a:solidFill>
                  <a:schemeClr val="tx1"/>
                </a:solidFill>
                <a:ea typeface="黑体" panose="02010609060101010101" pitchFamily="49" charset="-122"/>
              </a:rPr>
              <a:t>Ay</a:t>
            </a:r>
            <a:r>
              <a:rPr kumimoji="1" lang="en-US" altLang="zh-CN" b="0" dirty="0" err="1">
                <a:solidFill>
                  <a:schemeClr val="tx1"/>
                </a:solidFill>
                <a:ea typeface="黑体" panose="02010609060101010101" pitchFamily="49" charset="-122"/>
              </a:rPr>
              <a:t>l</a:t>
            </a:r>
            <a:r>
              <a:rPr kumimoji="1" lang="en-US" altLang="zh-CN" b="0" i="0" dirty="0">
                <a:solidFill>
                  <a:schemeClr val="tx1"/>
                </a:solidFill>
                <a:ea typeface="黑体" panose="02010609060101010101" pitchFamily="49" charset="-122"/>
              </a:rPr>
              <a:t>=0 </a:t>
            </a:r>
          </a:p>
          <a:p>
            <a:pPr>
              <a:lnSpc>
                <a:spcPct val="150000"/>
              </a:lnSpc>
            </a:pPr>
            <a:r>
              <a:rPr kumimoji="1" lang="en-US" altLang="zh-CN" b="0" dirty="0" err="1">
                <a:solidFill>
                  <a:schemeClr val="tx1"/>
                </a:solidFill>
                <a:ea typeface="黑体" panose="02010609060101010101" pitchFamily="49" charset="-122"/>
              </a:rPr>
              <a:t>F</a:t>
            </a:r>
            <a:r>
              <a:rPr kumimoji="1" lang="en-US" altLang="zh-CN" b="0" baseline="-25000" dirty="0" err="1">
                <a:solidFill>
                  <a:schemeClr val="tx1"/>
                </a:solidFill>
                <a:ea typeface="黑体" panose="02010609060101010101" pitchFamily="49" charset="-122"/>
              </a:rPr>
              <a:t>Ay</a:t>
            </a:r>
            <a:r>
              <a:rPr kumimoji="1" lang="en-US" altLang="zh-CN" b="0" i="0" dirty="0">
                <a:solidFill>
                  <a:schemeClr val="tx1"/>
                </a:solidFill>
                <a:ea typeface="黑体" panose="02010609060101010101" pitchFamily="49" charset="-122"/>
              </a:rPr>
              <a:t> = 7 </a:t>
            </a:r>
            <a:r>
              <a:rPr kumimoji="1" lang="en-US" altLang="zh-CN" b="0" i="0" dirty="0" err="1">
                <a:solidFill>
                  <a:schemeClr val="tx1"/>
                </a:solidFill>
                <a:ea typeface="黑体" panose="02010609060101010101" pitchFamily="49" charset="-122"/>
              </a:rPr>
              <a:t>kN</a:t>
            </a:r>
            <a:r>
              <a:rPr kumimoji="1" lang="en-US" altLang="zh-CN" b="0" i="0" dirty="0">
                <a:solidFill>
                  <a:schemeClr val="tx1"/>
                </a:solidFill>
                <a:ea typeface="黑体" panose="02010609060101010101" pitchFamily="49" charset="-122"/>
              </a:rPr>
              <a:t> </a:t>
            </a:r>
            <a:r>
              <a:rPr kumimoji="1" lang="zh-CN" altLang="en-US" b="0" i="0" dirty="0">
                <a:solidFill>
                  <a:schemeClr val="tx1"/>
                </a:solidFill>
                <a:ea typeface="黑体" panose="02010609060101010101" pitchFamily="49" charset="-122"/>
              </a:rPr>
              <a:t>（↑）</a:t>
            </a:r>
          </a:p>
        </p:txBody>
      </p:sp>
      <p:sp>
        <p:nvSpPr>
          <p:cNvPr id="506" name="Text Box 92">
            <a:extLst>
              <a:ext uri="{FF2B5EF4-FFF2-40B4-BE49-F238E27FC236}">
                <a16:creationId xmlns:a16="http://schemas.microsoft.com/office/drawing/2014/main" id="{A13FA031-F370-7A80-504F-F700B95ED3AB}"/>
              </a:ext>
            </a:extLst>
          </p:cNvPr>
          <p:cNvSpPr txBox="1">
            <a:spLocks noChangeArrowheads="1"/>
          </p:cNvSpPr>
          <p:nvPr/>
        </p:nvSpPr>
        <p:spPr bwMode="auto">
          <a:xfrm>
            <a:off x="575450" y="3807331"/>
            <a:ext cx="5202238" cy="10009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lnSpc>
                <a:spcPct val="130000"/>
              </a:lnSpc>
            </a:pPr>
            <a:r>
              <a:rPr lang="en-US" altLang="zh-CN" b="0" dirty="0">
                <a:solidFill>
                  <a:schemeClr val="tx1"/>
                </a:solidFill>
              </a:rPr>
              <a:t> ∑</a:t>
            </a:r>
            <a:r>
              <a:rPr lang="en-US" altLang="zh-CN" b="0" i="1" dirty="0" err="1">
                <a:solidFill>
                  <a:schemeClr val="tx1"/>
                </a:solidFill>
              </a:rPr>
              <a:t>F</a:t>
            </a:r>
            <a:r>
              <a:rPr lang="en-US" altLang="zh-CN" b="0" i="1" baseline="-25000" dirty="0" err="1">
                <a:solidFill>
                  <a:schemeClr val="tx1"/>
                </a:solidFill>
              </a:rPr>
              <a:t>y</a:t>
            </a:r>
            <a:r>
              <a:rPr lang="zh-CN" altLang="en-US" b="0" i="0" dirty="0">
                <a:solidFill>
                  <a:schemeClr val="tx1"/>
                </a:solidFill>
              </a:rPr>
              <a:t>＝</a:t>
            </a:r>
            <a:r>
              <a:rPr lang="en-US" altLang="zh-CN" b="0" i="0" dirty="0">
                <a:solidFill>
                  <a:schemeClr val="tx1"/>
                </a:solidFill>
              </a:rPr>
              <a:t>0 </a:t>
            </a:r>
            <a:r>
              <a:rPr lang="zh-CN" altLang="en-US" b="0" dirty="0">
                <a:solidFill>
                  <a:schemeClr val="tx1"/>
                </a:solidFill>
              </a:rPr>
              <a:t>， </a:t>
            </a:r>
            <a:r>
              <a:rPr lang="en-US" altLang="zh-CN" b="0" i="1" dirty="0" err="1">
                <a:solidFill>
                  <a:schemeClr val="tx1"/>
                </a:solidFill>
              </a:rPr>
              <a:t>F</a:t>
            </a:r>
            <a:r>
              <a:rPr lang="en-US" altLang="zh-CN" b="0" i="0" baseline="-25000" dirty="0" err="1">
                <a:solidFill>
                  <a:schemeClr val="tx1"/>
                </a:solidFill>
              </a:rPr>
              <a:t>T</a:t>
            </a:r>
            <a:r>
              <a:rPr lang="en-US" altLang="zh-CN" b="0" i="0" dirty="0" err="1">
                <a:solidFill>
                  <a:schemeClr val="tx1"/>
                </a:solidFill>
              </a:rPr>
              <a:t>sin</a:t>
            </a:r>
            <a:r>
              <a:rPr lang="en-US" altLang="zh-CN" b="0" i="1" dirty="0">
                <a:solidFill>
                  <a:schemeClr val="tx1"/>
                </a:solidFill>
                <a:sym typeface="Symbol" panose="05050102010706020507" pitchFamily="18" charset="2"/>
              </a:rPr>
              <a:t></a:t>
            </a:r>
            <a:r>
              <a:rPr lang="en-US" altLang="zh-CN" b="0" dirty="0">
                <a:solidFill>
                  <a:schemeClr val="tx1"/>
                </a:solidFill>
              </a:rPr>
              <a:t>+</a:t>
            </a:r>
            <a:r>
              <a:rPr lang="en-US" altLang="zh-CN" b="0" i="1" dirty="0" err="1">
                <a:solidFill>
                  <a:schemeClr val="tx1"/>
                </a:solidFill>
              </a:rPr>
              <a:t>F</a:t>
            </a:r>
            <a:r>
              <a:rPr lang="en-US" altLang="zh-CN" b="0" i="1" baseline="-25000" dirty="0" err="1">
                <a:solidFill>
                  <a:schemeClr val="tx1"/>
                </a:solidFill>
              </a:rPr>
              <a:t>Ay</a:t>
            </a:r>
            <a:r>
              <a:rPr lang="en-US" altLang="zh-CN" b="0" i="1" dirty="0">
                <a:solidFill>
                  <a:schemeClr val="tx1"/>
                </a:solidFill>
              </a:rPr>
              <a:t>–G</a:t>
            </a:r>
            <a:r>
              <a:rPr lang="en-US" altLang="zh-CN" b="0" i="0" baseline="-25000" dirty="0">
                <a:solidFill>
                  <a:schemeClr val="tx1"/>
                </a:solidFill>
              </a:rPr>
              <a:t>1</a:t>
            </a:r>
            <a:r>
              <a:rPr lang="en-US" altLang="zh-CN" b="0" i="1" dirty="0">
                <a:solidFill>
                  <a:schemeClr val="tx1"/>
                </a:solidFill>
              </a:rPr>
              <a:t>–W</a:t>
            </a:r>
            <a:r>
              <a:rPr lang="en-US" altLang="zh-CN" b="0" i="0" dirty="0">
                <a:solidFill>
                  <a:schemeClr val="tx1"/>
                </a:solidFill>
              </a:rPr>
              <a:t>= 0</a:t>
            </a:r>
            <a:r>
              <a:rPr lang="en-US" altLang="zh-CN" b="0" dirty="0">
                <a:solidFill>
                  <a:schemeClr val="tx1"/>
                </a:solidFill>
              </a:rPr>
              <a:t> </a:t>
            </a:r>
          </a:p>
          <a:p>
            <a:pPr algn="just">
              <a:lnSpc>
                <a:spcPct val="130000"/>
              </a:lnSpc>
            </a:pPr>
            <a:r>
              <a:rPr lang="en-US" altLang="zh-CN" b="0" i="1" dirty="0">
                <a:solidFill>
                  <a:schemeClr val="tx1"/>
                </a:solidFill>
              </a:rPr>
              <a:t> F</a:t>
            </a:r>
            <a:r>
              <a:rPr lang="en-US" altLang="zh-CN" b="0" i="0" baseline="-25000" dirty="0">
                <a:solidFill>
                  <a:schemeClr val="tx1"/>
                </a:solidFill>
              </a:rPr>
              <a:t>T</a:t>
            </a:r>
            <a:r>
              <a:rPr lang="zh-CN" altLang="en-US" b="0" i="0" dirty="0">
                <a:solidFill>
                  <a:schemeClr val="tx1"/>
                </a:solidFill>
              </a:rPr>
              <a:t>＝</a:t>
            </a:r>
            <a:r>
              <a:rPr lang="en-US" altLang="zh-CN" b="0" i="0" dirty="0">
                <a:solidFill>
                  <a:schemeClr val="tx1"/>
                </a:solidFill>
              </a:rPr>
              <a:t>34 </a:t>
            </a:r>
            <a:r>
              <a:rPr kumimoji="1" lang="en-US" altLang="zh-CN" b="0" i="0" dirty="0" err="1">
                <a:solidFill>
                  <a:schemeClr val="tx1"/>
                </a:solidFill>
                <a:ea typeface="黑体" panose="02010609060101010101" pitchFamily="49" charset="-122"/>
              </a:rPr>
              <a:t>kN</a:t>
            </a:r>
            <a:r>
              <a:rPr kumimoji="1" lang="en-US" altLang="zh-CN" b="0" i="0" dirty="0">
                <a:solidFill>
                  <a:schemeClr val="tx1"/>
                </a:solidFill>
                <a:ea typeface="黑体" panose="02010609060101010101" pitchFamily="49" charset="-122"/>
              </a:rPr>
              <a:t> </a:t>
            </a:r>
            <a:r>
              <a:rPr kumimoji="1" lang="zh-CN" altLang="en-US" b="0" i="0" dirty="0">
                <a:solidFill>
                  <a:schemeClr val="tx1"/>
                </a:solidFill>
                <a:ea typeface="黑体" panose="02010609060101010101" pitchFamily="49" charset="-122"/>
              </a:rPr>
              <a:t>（↑）</a:t>
            </a:r>
          </a:p>
        </p:txBody>
      </p:sp>
      <p:sp>
        <p:nvSpPr>
          <p:cNvPr id="507" name="Text Box 91">
            <a:extLst>
              <a:ext uri="{FF2B5EF4-FFF2-40B4-BE49-F238E27FC236}">
                <a16:creationId xmlns:a16="http://schemas.microsoft.com/office/drawing/2014/main" id="{D20A78CD-6296-3898-2294-EE9369F21103}"/>
              </a:ext>
            </a:extLst>
          </p:cNvPr>
          <p:cNvSpPr txBox="1">
            <a:spLocks noChangeArrowheads="1"/>
          </p:cNvSpPr>
          <p:nvPr/>
        </p:nvSpPr>
        <p:spPr bwMode="auto">
          <a:xfrm>
            <a:off x="532904" y="4860699"/>
            <a:ext cx="4710112" cy="10009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lnSpc>
                <a:spcPct val="130000"/>
              </a:lnSpc>
            </a:pPr>
            <a:r>
              <a:rPr lang="en-US" altLang="zh-CN" b="0" dirty="0">
                <a:solidFill>
                  <a:schemeClr val="tx1"/>
                </a:solidFill>
              </a:rPr>
              <a:t> ∑</a:t>
            </a:r>
            <a:r>
              <a:rPr lang="en-US" altLang="zh-CN" b="0" dirty="0" err="1">
                <a:solidFill>
                  <a:schemeClr val="tx1"/>
                </a:solidFill>
              </a:rPr>
              <a:t>F</a:t>
            </a:r>
            <a:r>
              <a:rPr lang="en-US" altLang="zh-CN" b="0" baseline="-25000" dirty="0" err="1">
                <a:solidFill>
                  <a:schemeClr val="tx1"/>
                </a:solidFill>
              </a:rPr>
              <a:t>x</a:t>
            </a:r>
            <a:r>
              <a:rPr lang="zh-CN" altLang="en-US" b="0" i="0" dirty="0">
                <a:solidFill>
                  <a:schemeClr val="tx1"/>
                </a:solidFill>
              </a:rPr>
              <a:t>＝</a:t>
            </a:r>
            <a:r>
              <a:rPr lang="en-US" altLang="zh-CN" b="0" i="0" dirty="0">
                <a:solidFill>
                  <a:schemeClr val="tx1"/>
                </a:solidFill>
              </a:rPr>
              <a:t>0</a:t>
            </a:r>
            <a:r>
              <a:rPr lang="zh-CN" altLang="en-US" b="0" i="0" dirty="0">
                <a:solidFill>
                  <a:schemeClr val="tx1"/>
                </a:solidFill>
              </a:rPr>
              <a:t>，</a:t>
            </a:r>
            <a:r>
              <a:rPr lang="zh-CN" altLang="en-US" b="0" dirty="0">
                <a:solidFill>
                  <a:schemeClr val="tx1"/>
                </a:solidFill>
              </a:rPr>
              <a:t>   </a:t>
            </a:r>
            <a:r>
              <a:rPr lang="en-US" altLang="zh-CN" b="0" dirty="0" err="1">
                <a:solidFill>
                  <a:schemeClr val="tx1"/>
                </a:solidFill>
              </a:rPr>
              <a:t>F</a:t>
            </a:r>
            <a:r>
              <a:rPr lang="en-US" altLang="zh-CN" b="0" baseline="-25000" dirty="0" err="1">
                <a:solidFill>
                  <a:schemeClr val="tx1"/>
                </a:solidFill>
              </a:rPr>
              <a:t>Ax</a:t>
            </a:r>
            <a:r>
              <a:rPr lang="en-US" altLang="zh-CN" b="0" dirty="0" err="1">
                <a:solidFill>
                  <a:schemeClr val="tx1"/>
                </a:solidFill>
                <a:latin typeface="黑体" panose="02010609060101010101" pitchFamily="49" charset="-122"/>
              </a:rPr>
              <a:t>-</a:t>
            </a:r>
            <a:r>
              <a:rPr lang="en-US" altLang="zh-CN" b="0" dirty="0" err="1">
                <a:solidFill>
                  <a:schemeClr val="tx1"/>
                </a:solidFill>
              </a:rPr>
              <a:t>F</a:t>
            </a:r>
            <a:r>
              <a:rPr lang="en-US" altLang="zh-CN" b="0" i="0" baseline="-25000" dirty="0" err="1">
                <a:solidFill>
                  <a:schemeClr val="tx1"/>
                </a:solidFill>
              </a:rPr>
              <a:t>T</a:t>
            </a:r>
            <a:r>
              <a:rPr lang="en-US" altLang="zh-CN" b="0" i="0" dirty="0" err="1">
                <a:solidFill>
                  <a:schemeClr val="tx1"/>
                </a:solidFill>
              </a:rPr>
              <a:t>cos</a:t>
            </a:r>
            <a:r>
              <a:rPr lang="en-US" altLang="zh-CN" b="0" dirty="0">
                <a:solidFill>
                  <a:schemeClr val="tx1"/>
                </a:solidFill>
                <a:sym typeface="Symbol" panose="05050102010706020507" pitchFamily="18" charset="2"/>
              </a:rPr>
              <a:t></a:t>
            </a:r>
            <a:r>
              <a:rPr lang="en-US" altLang="zh-CN" b="0" dirty="0">
                <a:solidFill>
                  <a:schemeClr val="tx1"/>
                </a:solidFill>
              </a:rPr>
              <a:t> </a:t>
            </a:r>
            <a:r>
              <a:rPr lang="en-US" altLang="zh-CN" b="0" i="0" dirty="0">
                <a:solidFill>
                  <a:schemeClr val="tx1"/>
                </a:solidFill>
              </a:rPr>
              <a:t>=0</a:t>
            </a:r>
            <a:r>
              <a:rPr lang="en-US" altLang="zh-CN" b="0" dirty="0">
                <a:solidFill>
                  <a:schemeClr val="tx1"/>
                </a:solidFill>
              </a:rPr>
              <a:t> </a:t>
            </a:r>
          </a:p>
          <a:p>
            <a:pPr algn="just">
              <a:lnSpc>
                <a:spcPct val="130000"/>
              </a:lnSpc>
            </a:pPr>
            <a:r>
              <a:rPr lang="en-US" altLang="zh-CN" b="0" dirty="0">
                <a:solidFill>
                  <a:schemeClr val="tx1"/>
                </a:solidFill>
              </a:rPr>
              <a:t> </a:t>
            </a:r>
            <a:r>
              <a:rPr lang="en-US" altLang="zh-CN" b="0" dirty="0" err="1">
                <a:solidFill>
                  <a:schemeClr val="tx1"/>
                </a:solidFill>
              </a:rPr>
              <a:t>F</a:t>
            </a:r>
            <a:r>
              <a:rPr lang="en-US" altLang="zh-CN" b="0" baseline="-25000" dirty="0" err="1">
                <a:solidFill>
                  <a:schemeClr val="tx1"/>
                </a:solidFill>
              </a:rPr>
              <a:t>Ax</a:t>
            </a:r>
            <a:r>
              <a:rPr lang="en-US" altLang="zh-CN" b="0" dirty="0">
                <a:solidFill>
                  <a:schemeClr val="tx1"/>
                </a:solidFill>
              </a:rPr>
              <a:t>=</a:t>
            </a:r>
            <a:r>
              <a:rPr lang="en-US" altLang="zh-CN" b="0" dirty="0" err="1">
                <a:solidFill>
                  <a:schemeClr val="tx1"/>
                </a:solidFill>
              </a:rPr>
              <a:t>F</a:t>
            </a:r>
            <a:r>
              <a:rPr lang="en-US" altLang="zh-CN" b="0" i="0" baseline="-25000" dirty="0" err="1">
                <a:solidFill>
                  <a:schemeClr val="tx1"/>
                </a:solidFill>
              </a:rPr>
              <a:t>T</a:t>
            </a:r>
            <a:r>
              <a:rPr lang="en-US" altLang="zh-CN" b="0" i="0" dirty="0" err="1">
                <a:solidFill>
                  <a:schemeClr val="tx1"/>
                </a:solidFill>
              </a:rPr>
              <a:t>cos</a:t>
            </a:r>
            <a:r>
              <a:rPr lang="en-US" altLang="zh-CN" b="0" dirty="0">
                <a:solidFill>
                  <a:schemeClr val="tx1"/>
                </a:solidFill>
                <a:sym typeface="Symbol" panose="05050102010706020507" pitchFamily="18" charset="2"/>
              </a:rPr>
              <a:t> </a:t>
            </a:r>
            <a:r>
              <a:rPr lang="en-US" altLang="zh-CN" b="0" i="0" dirty="0">
                <a:solidFill>
                  <a:schemeClr val="tx1"/>
                </a:solidFill>
              </a:rPr>
              <a:t>=29.44 </a:t>
            </a:r>
            <a:r>
              <a:rPr lang="en-US" altLang="zh-CN" b="0" i="0" dirty="0" err="1">
                <a:solidFill>
                  <a:schemeClr val="tx1"/>
                </a:solidFill>
              </a:rPr>
              <a:t>kN</a:t>
            </a:r>
            <a:r>
              <a:rPr lang="zh-CN" altLang="en-US" b="0" i="0" dirty="0">
                <a:solidFill>
                  <a:schemeClr val="tx1"/>
                </a:solidFill>
              </a:rPr>
              <a:t>（ →） </a:t>
            </a:r>
          </a:p>
        </p:txBody>
      </p:sp>
    </p:spTree>
    <p:extLst>
      <p:ext uri="{BB962C8B-B14F-4D97-AF65-F5344CB8AC3E}">
        <p14:creationId xmlns:p14="http://schemas.microsoft.com/office/powerpoint/2010/main" val="355151422"/>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91"/>
                                        </p:tgtEl>
                                        <p:attrNameLst>
                                          <p:attrName>style.visibility</p:attrName>
                                        </p:attrNameLst>
                                      </p:cBhvr>
                                      <p:to>
                                        <p:strVal val="visible"/>
                                      </p:to>
                                    </p:set>
                                  </p:childTnLst>
                                </p:cTn>
                              </p:par>
                              <p:par>
                                <p:cTn id="7" presetID="0" presetClass="path" presetSubtype="0" accel="50000" decel="50000" fill="hold" nodeType="withEffect">
                                  <p:stCondLst>
                                    <p:cond delay="0"/>
                                  </p:stCondLst>
                                  <p:childTnLst>
                                    <p:animMotion origin="layout" path="M 4.16667E-6 4.44444E-6 L -0.00326 -0.38426 " pathEditMode="relative" rAng="0" ptsTypes="AA">
                                      <p:cBhvr>
                                        <p:cTn id="8" dur="5000" spd="-100000" fill="hold"/>
                                        <p:tgtEl>
                                          <p:spTgt spid="391"/>
                                        </p:tgtEl>
                                        <p:attrNameLst>
                                          <p:attrName>ppt_x</p:attrName>
                                          <p:attrName>ppt_y</p:attrName>
                                        </p:attrNameLst>
                                      </p:cBhvr>
                                      <p:rCtr x="-169" y="-19213"/>
                                    </p:animMotion>
                                  </p:childTnLst>
                                </p:cTn>
                              </p:par>
                            </p:childTnLst>
                          </p:cTn>
                        </p:par>
                      </p:childTnLst>
                    </p:cTn>
                  </p:par>
                  <p:par>
                    <p:cTn id="9" fill="hold">
                      <p:stCondLst>
                        <p:cond delay="indefinite"/>
                      </p:stCondLst>
                      <p:childTnLst>
                        <p:par>
                          <p:cTn id="10" fill="hold">
                            <p:stCondLst>
                              <p:cond delay="0"/>
                            </p:stCondLst>
                            <p:childTnLst>
                              <p:par>
                                <p:cTn id="11" presetID="12" presetClass="entr" presetSubtype="1" fill="hold" nodeType="clickEffect">
                                  <p:stCondLst>
                                    <p:cond delay="0"/>
                                  </p:stCondLst>
                                  <p:childTnLst>
                                    <p:set>
                                      <p:cBhvr>
                                        <p:cTn id="12" dur="1" fill="hold">
                                          <p:stCondLst>
                                            <p:cond delay="0"/>
                                          </p:stCondLst>
                                        </p:cTn>
                                        <p:tgtEl>
                                          <p:spTgt spid="403"/>
                                        </p:tgtEl>
                                        <p:attrNameLst>
                                          <p:attrName>style.visibility</p:attrName>
                                        </p:attrNameLst>
                                      </p:cBhvr>
                                      <p:to>
                                        <p:strVal val="visible"/>
                                      </p:to>
                                    </p:set>
                                    <p:animEffect transition="in" filter="slide(fromTop)">
                                      <p:cBhvr>
                                        <p:cTn id="13" dur="3000"/>
                                        <p:tgtEl>
                                          <p:spTgt spid="403"/>
                                        </p:tgtEl>
                                      </p:cBhvr>
                                    </p:animEffect>
                                  </p:childTnLst>
                                </p:cTn>
                              </p:par>
                              <p:par>
                                <p:cTn id="14" presetID="19" presetClass="entr" presetSubtype="10" fill="hold" grpId="0" nodeType="withEffect">
                                  <p:stCondLst>
                                    <p:cond delay="0"/>
                                  </p:stCondLst>
                                  <p:childTnLst>
                                    <p:set>
                                      <p:cBhvr>
                                        <p:cTn id="15" dur="1" fill="hold">
                                          <p:stCondLst>
                                            <p:cond delay="0"/>
                                          </p:stCondLst>
                                        </p:cTn>
                                        <p:tgtEl>
                                          <p:spTgt spid="402"/>
                                        </p:tgtEl>
                                        <p:attrNameLst>
                                          <p:attrName>style.visibility</p:attrName>
                                        </p:attrNameLst>
                                      </p:cBhvr>
                                      <p:to>
                                        <p:strVal val="visible"/>
                                      </p:to>
                                    </p:set>
                                    <p:anim calcmode="lin" valueType="num">
                                      <p:cBhvr>
                                        <p:cTn id="16" dur="5000" fill="hold"/>
                                        <p:tgtEl>
                                          <p:spTgt spid="402"/>
                                        </p:tgtEl>
                                        <p:attrNameLst>
                                          <p:attrName>ppt_w</p:attrName>
                                        </p:attrNameLst>
                                      </p:cBhvr>
                                      <p:tavLst>
                                        <p:tav tm="0" fmla="#ppt_w*sin(2.5*pi*$)">
                                          <p:val>
                                            <p:fltVal val="0"/>
                                          </p:val>
                                        </p:tav>
                                        <p:tav tm="100000">
                                          <p:val>
                                            <p:fltVal val="1"/>
                                          </p:val>
                                        </p:tav>
                                      </p:tavLst>
                                    </p:anim>
                                    <p:anim calcmode="lin" valueType="num">
                                      <p:cBhvr>
                                        <p:cTn id="17" dur="5000" fill="hold"/>
                                        <p:tgtEl>
                                          <p:spTgt spid="402"/>
                                        </p:tgtEl>
                                        <p:attrNameLst>
                                          <p:attrName>ppt_h</p:attrName>
                                        </p:attrNameLst>
                                      </p:cBhvr>
                                      <p:tavLst>
                                        <p:tav tm="0">
                                          <p:val>
                                            <p:strVal val="#ppt_h"/>
                                          </p:val>
                                        </p:tav>
                                        <p:tav tm="100000">
                                          <p:val>
                                            <p:strVal val="#ppt_h"/>
                                          </p:val>
                                        </p:tav>
                                      </p:tavLst>
                                    </p:anim>
                                  </p:childTnLst>
                                </p:cTn>
                              </p:par>
                            </p:childTnLst>
                          </p:cTn>
                        </p:par>
                        <p:par>
                          <p:cTn id="18" fill="hold">
                            <p:stCondLst>
                              <p:cond delay="5000"/>
                            </p:stCondLst>
                            <p:childTnLst>
                              <p:par>
                                <p:cTn id="19" presetID="12" presetClass="entr" presetSubtype="1" fill="hold" nodeType="afterEffect">
                                  <p:stCondLst>
                                    <p:cond delay="0"/>
                                  </p:stCondLst>
                                  <p:childTnLst>
                                    <p:set>
                                      <p:cBhvr>
                                        <p:cTn id="20" dur="1" fill="hold">
                                          <p:stCondLst>
                                            <p:cond delay="0"/>
                                          </p:stCondLst>
                                        </p:cTn>
                                        <p:tgtEl>
                                          <p:spTgt spid="405"/>
                                        </p:tgtEl>
                                        <p:attrNameLst>
                                          <p:attrName>style.visibility</p:attrName>
                                        </p:attrNameLst>
                                      </p:cBhvr>
                                      <p:to>
                                        <p:strVal val="visible"/>
                                      </p:to>
                                    </p:set>
                                    <p:animEffect transition="in" filter="slide(fromTop)">
                                      <p:cBhvr>
                                        <p:cTn id="21" dur="3000"/>
                                        <p:tgtEl>
                                          <p:spTgt spid="405"/>
                                        </p:tgtEl>
                                      </p:cBhvr>
                                    </p:animEffect>
                                  </p:childTnLst>
                                </p:cTn>
                              </p:par>
                              <p:par>
                                <p:cTn id="22" presetID="19" presetClass="entr" presetSubtype="10" fill="hold" grpId="0" nodeType="withEffect">
                                  <p:stCondLst>
                                    <p:cond delay="0"/>
                                  </p:stCondLst>
                                  <p:childTnLst>
                                    <p:set>
                                      <p:cBhvr>
                                        <p:cTn id="23" dur="1" fill="hold">
                                          <p:stCondLst>
                                            <p:cond delay="0"/>
                                          </p:stCondLst>
                                        </p:cTn>
                                        <p:tgtEl>
                                          <p:spTgt spid="404"/>
                                        </p:tgtEl>
                                        <p:attrNameLst>
                                          <p:attrName>style.visibility</p:attrName>
                                        </p:attrNameLst>
                                      </p:cBhvr>
                                      <p:to>
                                        <p:strVal val="visible"/>
                                      </p:to>
                                    </p:set>
                                    <p:anim calcmode="lin" valueType="num">
                                      <p:cBhvr>
                                        <p:cTn id="24" dur="5000" fill="hold"/>
                                        <p:tgtEl>
                                          <p:spTgt spid="404"/>
                                        </p:tgtEl>
                                        <p:attrNameLst>
                                          <p:attrName>ppt_w</p:attrName>
                                        </p:attrNameLst>
                                      </p:cBhvr>
                                      <p:tavLst>
                                        <p:tav tm="0" fmla="#ppt_w*sin(2.5*pi*$)">
                                          <p:val>
                                            <p:fltVal val="0"/>
                                          </p:val>
                                        </p:tav>
                                        <p:tav tm="100000">
                                          <p:val>
                                            <p:fltVal val="1"/>
                                          </p:val>
                                        </p:tav>
                                      </p:tavLst>
                                    </p:anim>
                                    <p:anim calcmode="lin" valueType="num">
                                      <p:cBhvr>
                                        <p:cTn id="25" dur="5000" fill="hold"/>
                                        <p:tgtEl>
                                          <p:spTgt spid="404"/>
                                        </p:tgtEl>
                                        <p:attrNameLst>
                                          <p:attrName>ppt_h</p:attrName>
                                        </p:attrNameLst>
                                      </p:cBhvr>
                                      <p:tavLst>
                                        <p:tav tm="0">
                                          <p:val>
                                            <p:strVal val="#ppt_h"/>
                                          </p:val>
                                        </p:tav>
                                        <p:tav tm="100000">
                                          <p:val>
                                            <p:strVal val="#ppt_h"/>
                                          </p:val>
                                        </p:tav>
                                      </p:tavLst>
                                    </p:anim>
                                  </p:childTnLst>
                                </p:cTn>
                              </p:par>
                            </p:childTnLst>
                          </p:cTn>
                        </p:par>
                        <p:par>
                          <p:cTn id="26" fill="hold">
                            <p:stCondLst>
                              <p:cond delay="10000"/>
                            </p:stCondLst>
                            <p:childTnLst>
                              <p:par>
                                <p:cTn id="27" presetID="18" presetClass="entr" presetSubtype="9" fill="hold" nodeType="afterEffect">
                                  <p:stCondLst>
                                    <p:cond delay="0"/>
                                  </p:stCondLst>
                                  <p:childTnLst>
                                    <p:set>
                                      <p:cBhvr>
                                        <p:cTn id="28" dur="1" fill="hold">
                                          <p:stCondLst>
                                            <p:cond delay="0"/>
                                          </p:stCondLst>
                                        </p:cTn>
                                        <p:tgtEl>
                                          <p:spTgt spid="410"/>
                                        </p:tgtEl>
                                        <p:attrNameLst>
                                          <p:attrName>style.visibility</p:attrName>
                                        </p:attrNameLst>
                                      </p:cBhvr>
                                      <p:to>
                                        <p:strVal val="visible"/>
                                      </p:to>
                                    </p:set>
                                    <p:animEffect transition="in" filter="strips(upLeft)">
                                      <p:cBhvr>
                                        <p:cTn id="29" dur="3000"/>
                                        <p:tgtEl>
                                          <p:spTgt spid="410"/>
                                        </p:tgtEl>
                                      </p:cBhvr>
                                    </p:animEffect>
                                  </p:childTnLst>
                                </p:cTn>
                              </p:par>
                              <p:par>
                                <p:cTn id="30" presetID="19" presetClass="entr" presetSubtype="10" fill="hold" grpId="0" nodeType="withEffect">
                                  <p:stCondLst>
                                    <p:cond delay="0"/>
                                  </p:stCondLst>
                                  <p:childTnLst>
                                    <p:set>
                                      <p:cBhvr>
                                        <p:cTn id="31" dur="1" fill="hold">
                                          <p:stCondLst>
                                            <p:cond delay="0"/>
                                          </p:stCondLst>
                                        </p:cTn>
                                        <p:tgtEl>
                                          <p:spTgt spid="411"/>
                                        </p:tgtEl>
                                        <p:attrNameLst>
                                          <p:attrName>style.visibility</p:attrName>
                                        </p:attrNameLst>
                                      </p:cBhvr>
                                      <p:to>
                                        <p:strVal val="visible"/>
                                      </p:to>
                                    </p:set>
                                    <p:anim calcmode="lin" valueType="num">
                                      <p:cBhvr>
                                        <p:cTn id="32" dur="5000" fill="hold"/>
                                        <p:tgtEl>
                                          <p:spTgt spid="411"/>
                                        </p:tgtEl>
                                        <p:attrNameLst>
                                          <p:attrName>ppt_w</p:attrName>
                                        </p:attrNameLst>
                                      </p:cBhvr>
                                      <p:tavLst>
                                        <p:tav tm="0" fmla="#ppt_w*sin(2.5*pi*$)">
                                          <p:val>
                                            <p:fltVal val="0"/>
                                          </p:val>
                                        </p:tav>
                                        <p:tav tm="100000">
                                          <p:val>
                                            <p:fltVal val="1"/>
                                          </p:val>
                                        </p:tav>
                                      </p:tavLst>
                                    </p:anim>
                                    <p:anim calcmode="lin" valueType="num">
                                      <p:cBhvr>
                                        <p:cTn id="33" dur="5000" fill="hold"/>
                                        <p:tgtEl>
                                          <p:spTgt spid="411"/>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30"/>
                                            </p:cond>
                                          </p:stCondLst>
                                          <p:endCondLst>
                                            <p:cond evt="onStopAudio" delay="0">
                                              <p:tgtEl>
                                                <p:sldTgt/>
                                              </p:tgtEl>
                                            </p:cond>
                                          </p:endCondLst>
                                        </p:cTn>
                                        <p:tgtEl>
                                          <p:sndTgt r:embed="rId3" name="CHIMES.WAV"/>
                                        </p:tgtEl>
                                      </p:cMediaNode>
                                    </p:audio>
                                  </p:subTnLst>
                                </p:cTn>
                              </p:par>
                            </p:childTnLst>
                          </p:cTn>
                        </p:par>
                        <p:par>
                          <p:cTn id="34" fill="hold">
                            <p:stCondLst>
                              <p:cond delay="15000"/>
                            </p:stCondLst>
                            <p:childTnLst>
                              <p:par>
                                <p:cTn id="35" presetID="12" presetClass="entr" presetSubtype="8" fill="hold" nodeType="afterEffect">
                                  <p:stCondLst>
                                    <p:cond delay="0"/>
                                  </p:stCondLst>
                                  <p:childTnLst>
                                    <p:set>
                                      <p:cBhvr>
                                        <p:cTn id="36" dur="1" fill="hold">
                                          <p:stCondLst>
                                            <p:cond delay="0"/>
                                          </p:stCondLst>
                                        </p:cTn>
                                        <p:tgtEl>
                                          <p:spTgt spid="407"/>
                                        </p:tgtEl>
                                        <p:attrNameLst>
                                          <p:attrName>style.visibility</p:attrName>
                                        </p:attrNameLst>
                                      </p:cBhvr>
                                      <p:to>
                                        <p:strVal val="visible"/>
                                      </p:to>
                                    </p:set>
                                    <p:animEffect transition="in" filter="slide(fromLeft)">
                                      <p:cBhvr>
                                        <p:cTn id="37" dur="3000"/>
                                        <p:tgtEl>
                                          <p:spTgt spid="407"/>
                                        </p:tgtEl>
                                      </p:cBhvr>
                                    </p:animEffect>
                                  </p:childTnLst>
                                  <p:subTnLst>
                                    <p:audio>
                                      <p:cMediaNode>
                                        <p:cTn display="0" masterRel="sameClick">
                                          <p:stCondLst>
                                            <p:cond evt="begin" delay="0">
                                              <p:tn val="35"/>
                                            </p:cond>
                                          </p:stCondLst>
                                          <p:endCondLst>
                                            <p:cond evt="onStopAudio" delay="0">
                                              <p:tgtEl>
                                                <p:sldTgt/>
                                              </p:tgtEl>
                                            </p:cond>
                                          </p:endCondLst>
                                        </p:cTn>
                                        <p:tgtEl>
                                          <p:sndTgt r:embed="rId3" name="CHIMES.WAV"/>
                                        </p:tgtEl>
                                      </p:cMediaNode>
                                    </p:audio>
                                  </p:subTnLst>
                                </p:cTn>
                              </p:par>
                              <p:par>
                                <p:cTn id="38" presetID="19" presetClass="entr" presetSubtype="10" fill="hold" grpId="0" nodeType="withEffect">
                                  <p:stCondLst>
                                    <p:cond delay="0"/>
                                  </p:stCondLst>
                                  <p:childTnLst>
                                    <p:set>
                                      <p:cBhvr>
                                        <p:cTn id="39" dur="1" fill="hold">
                                          <p:stCondLst>
                                            <p:cond delay="0"/>
                                          </p:stCondLst>
                                        </p:cTn>
                                        <p:tgtEl>
                                          <p:spTgt spid="408"/>
                                        </p:tgtEl>
                                        <p:attrNameLst>
                                          <p:attrName>style.visibility</p:attrName>
                                        </p:attrNameLst>
                                      </p:cBhvr>
                                      <p:to>
                                        <p:strVal val="visible"/>
                                      </p:to>
                                    </p:set>
                                    <p:anim calcmode="lin" valueType="num">
                                      <p:cBhvr>
                                        <p:cTn id="40" dur="5000" fill="hold"/>
                                        <p:tgtEl>
                                          <p:spTgt spid="408"/>
                                        </p:tgtEl>
                                        <p:attrNameLst>
                                          <p:attrName>ppt_w</p:attrName>
                                        </p:attrNameLst>
                                      </p:cBhvr>
                                      <p:tavLst>
                                        <p:tav tm="0" fmla="#ppt_w*sin(2.5*pi*$)">
                                          <p:val>
                                            <p:fltVal val="0"/>
                                          </p:val>
                                        </p:tav>
                                        <p:tav tm="100000">
                                          <p:val>
                                            <p:fltVal val="1"/>
                                          </p:val>
                                        </p:tav>
                                      </p:tavLst>
                                    </p:anim>
                                    <p:anim calcmode="lin" valueType="num">
                                      <p:cBhvr>
                                        <p:cTn id="41" dur="5000" fill="hold"/>
                                        <p:tgtEl>
                                          <p:spTgt spid="408"/>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38"/>
                                            </p:cond>
                                          </p:stCondLst>
                                          <p:endCondLst>
                                            <p:cond evt="onStopAudio" delay="0">
                                              <p:tgtEl>
                                                <p:sldTgt/>
                                              </p:tgtEl>
                                            </p:cond>
                                          </p:endCondLst>
                                        </p:cTn>
                                        <p:tgtEl>
                                          <p:sndTgt r:embed="rId3" name="CHIMES.WAV"/>
                                        </p:tgtEl>
                                      </p:cMediaNode>
                                    </p:audio>
                                  </p:subTnLst>
                                </p:cTn>
                              </p:par>
                            </p:childTnLst>
                          </p:cTn>
                        </p:par>
                        <p:par>
                          <p:cTn id="42" fill="hold">
                            <p:stCondLst>
                              <p:cond delay="20000"/>
                            </p:stCondLst>
                            <p:childTnLst>
                              <p:par>
                                <p:cTn id="43" presetID="12" presetClass="entr" presetSubtype="4" fill="hold" nodeType="afterEffect">
                                  <p:stCondLst>
                                    <p:cond delay="0"/>
                                  </p:stCondLst>
                                  <p:childTnLst>
                                    <p:set>
                                      <p:cBhvr>
                                        <p:cTn id="44" dur="1" fill="hold">
                                          <p:stCondLst>
                                            <p:cond delay="0"/>
                                          </p:stCondLst>
                                        </p:cTn>
                                        <p:tgtEl>
                                          <p:spTgt spid="409"/>
                                        </p:tgtEl>
                                        <p:attrNameLst>
                                          <p:attrName>style.visibility</p:attrName>
                                        </p:attrNameLst>
                                      </p:cBhvr>
                                      <p:to>
                                        <p:strVal val="visible"/>
                                      </p:to>
                                    </p:set>
                                    <p:animEffect transition="in" filter="slide(fromBottom)">
                                      <p:cBhvr>
                                        <p:cTn id="45" dur="3000"/>
                                        <p:tgtEl>
                                          <p:spTgt spid="409"/>
                                        </p:tgtEl>
                                      </p:cBhvr>
                                    </p:animEffect>
                                  </p:childTnLst>
                                  <p:subTnLst>
                                    <p:audio>
                                      <p:cMediaNode>
                                        <p:cTn display="0" masterRel="sameClick">
                                          <p:stCondLst>
                                            <p:cond evt="begin" delay="0">
                                              <p:tn val="43"/>
                                            </p:cond>
                                          </p:stCondLst>
                                          <p:endCondLst>
                                            <p:cond evt="onStopAudio" delay="0">
                                              <p:tgtEl>
                                                <p:sldTgt/>
                                              </p:tgtEl>
                                            </p:cond>
                                          </p:endCondLst>
                                        </p:cTn>
                                        <p:tgtEl>
                                          <p:sndTgt r:embed="rId3" name="CHIMES.WAV"/>
                                        </p:tgtEl>
                                      </p:cMediaNode>
                                    </p:audio>
                                  </p:subTnLst>
                                </p:cTn>
                              </p:par>
                              <p:par>
                                <p:cTn id="46" presetID="19" presetClass="entr" presetSubtype="10" fill="hold" grpId="0" nodeType="withEffect">
                                  <p:stCondLst>
                                    <p:cond delay="0"/>
                                  </p:stCondLst>
                                  <p:childTnLst>
                                    <p:set>
                                      <p:cBhvr>
                                        <p:cTn id="47" dur="1" fill="hold">
                                          <p:stCondLst>
                                            <p:cond delay="0"/>
                                          </p:stCondLst>
                                        </p:cTn>
                                        <p:tgtEl>
                                          <p:spTgt spid="406"/>
                                        </p:tgtEl>
                                        <p:attrNameLst>
                                          <p:attrName>style.visibility</p:attrName>
                                        </p:attrNameLst>
                                      </p:cBhvr>
                                      <p:to>
                                        <p:strVal val="visible"/>
                                      </p:to>
                                    </p:set>
                                    <p:anim calcmode="lin" valueType="num">
                                      <p:cBhvr>
                                        <p:cTn id="48" dur="5000" fill="hold"/>
                                        <p:tgtEl>
                                          <p:spTgt spid="406"/>
                                        </p:tgtEl>
                                        <p:attrNameLst>
                                          <p:attrName>ppt_w</p:attrName>
                                        </p:attrNameLst>
                                      </p:cBhvr>
                                      <p:tavLst>
                                        <p:tav tm="0" fmla="#ppt_w*sin(2.5*pi*$)">
                                          <p:val>
                                            <p:fltVal val="0"/>
                                          </p:val>
                                        </p:tav>
                                        <p:tav tm="100000">
                                          <p:val>
                                            <p:fltVal val="1"/>
                                          </p:val>
                                        </p:tav>
                                      </p:tavLst>
                                    </p:anim>
                                    <p:anim calcmode="lin" valueType="num">
                                      <p:cBhvr>
                                        <p:cTn id="49" dur="5000" fill="hold"/>
                                        <p:tgtEl>
                                          <p:spTgt spid="406"/>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46"/>
                                            </p:cond>
                                          </p:stCondLst>
                                          <p:endCondLst>
                                            <p:cond evt="onStopAudio" delay="0">
                                              <p:tgtEl>
                                                <p:sldTgt/>
                                              </p:tgtEl>
                                            </p:cond>
                                          </p:endCondLst>
                                        </p:cTn>
                                        <p:tgtEl>
                                          <p:sndTgt r:embed="rId3" name="CHIMES.WAV"/>
                                        </p:tgtEl>
                                      </p:cMediaNode>
                                    </p:audio>
                                  </p:subTnLst>
                                </p:cTn>
                              </p:par>
                            </p:childTnLst>
                          </p:cTn>
                        </p:par>
                        <p:par>
                          <p:cTn id="50" fill="hold">
                            <p:stCondLst>
                              <p:cond delay="25000"/>
                            </p:stCondLst>
                            <p:childTnLst>
                              <p:par>
                                <p:cTn id="51" presetID="17" presetClass="entr" presetSubtype="8" fill="hold" nodeType="afterEffect">
                                  <p:stCondLst>
                                    <p:cond delay="0"/>
                                  </p:stCondLst>
                                  <p:childTnLst>
                                    <p:set>
                                      <p:cBhvr>
                                        <p:cTn id="52" dur="1" fill="hold">
                                          <p:stCondLst>
                                            <p:cond delay="0"/>
                                          </p:stCondLst>
                                        </p:cTn>
                                        <p:tgtEl>
                                          <p:spTgt spid="413"/>
                                        </p:tgtEl>
                                        <p:attrNameLst>
                                          <p:attrName>style.visibility</p:attrName>
                                        </p:attrNameLst>
                                      </p:cBhvr>
                                      <p:to>
                                        <p:strVal val="visible"/>
                                      </p:to>
                                    </p:set>
                                    <p:anim calcmode="lin" valueType="num">
                                      <p:cBhvr>
                                        <p:cTn id="53" dur="1000" fill="hold"/>
                                        <p:tgtEl>
                                          <p:spTgt spid="413"/>
                                        </p:tgtEl>
                                        <p:attrNameLst>
                                          <p:attrName>ppt_x</p:attrName>
                                        </p:attrNameLst>
                                      </p:cBhvr>
                                      <p:tavLst>
                                        <p:tav tm="0">
                                          <p:val>
                                            <p:strVal val="#ppt_x-#ppt_w/2"/>
                                          </p:val>
                                        </p:tav>
                                        <p:tav tm="100000">
                                          <p:val>
                                            <p:strVal val="#ppt_x"/>
                                          </p:val>
                                        </p:tav>
                                      </p:tavLst>
                                    </p:anim>
                                    <p:anim calcmode="lin" valueType="num">
                                      <p:cBhvr>
                                        <p:cTn id="54" dur="1000" fill="hold"/>
                                        <p:tgtEl>
                                          <p:spTgt spid="413"/>
                                        </p:tgtEl>
                                        <p:attrNameLst>
                                          <p:attrName>ppt_y</p:attrName>
                                        </p:attrNameLst>
                                      </p:cBhvr>
                                      <p:tavLst>
                                        <p:tav tm="0">
                                          <p:val>
                                            <p:strVal val="#ppt_y"/>
                                          </p:val>
                                        </p:tav>
                                        <p:tav tm="100000">
                                          <p:val>
                                            <p:strVal val="#ppt_y"/>
                                          </p:val>
                                        </p:tav>
                                      </p:tavLst>
                                    </p:anim>
                                    <p:anim calcmode="lin" valueType="num">
                                      <p:cBhvr>
                                        <p:cTn id="55" dur="1000" fill="hold"/>
                                        <p:tgtEl>
                                          <p:spTgt spid="413"/>
                                        </p:tgtEl>
                                        <p:attrNameLst>
                                          <p:attrName>ppt_w</p:attrName>
                                        </p:attrNameLst>
                                      </p:cBhvr>
                                      <p:tavLst>
                                        <p:tav tm="0">
                                          <p:val>
                                            <p:fltVal val="0"/>
                                          </p:val>
                                        </p:tav>
                                        <p:tav tm="100000">
                                          <p:val>
                                            <p:strVal val="#ppt_w"/>
                                          </p:val>
                                        </p:tav>
                                      </p:tavLst>
                                    </p:anim>
                                    <p:anim calcmode="lin" valueType="num">
                                      <p:cBhvr>
                                        <p:cTn id="56" dur="1000" fill="hold"/>
                                        <p:tgtEl>
                                          <p:spTgt spid="413"/>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51"/>
                                            </p:cond>
                                          </p:stCondLst>
                                          <p:endCondLst>
                                            <p:cond evt="onStopAudio" delay="0">
                                              <p:tgtEl>
                                                <p:sldTgt/>
                                              </p:tgtEl>
                                            </p:cond>
                                          </p:endCondLst>
                                        </p:cTn>
                                        <p:tgtEl>
                                          <p:sndTgt r:embed="rId3" name="CHIMES.WAV"/>
                                        </p:tgtEl>
                                      </p:cMediaNode>
                                    </p:audio>
                                  </p:subTnLst>
                                </p:cTn>
                              </p:par>
                            </p:childTnLst>
                          </p:cTn>
                        </p:par>
                        <p:par>
                          <p:cTn id="57" fill="hold">
                            <p:stCondLst>
                              <p:cond delay="26000"/>
                            </p:stCondLst>
                            <p:childTnLst>
                              <p:par>
                                <p:cTn id="58" presetID="20" presetClass="entr" presetSubtype="0" fill="hold" grpId="0" nodeType="afterEffect">
                                  <p:stCondLst>
                                    <p:cond delay="0"/>
                                  </p:stCondLst>
                                  <p:childTnLst>
                                    <p:set>
                                      <p:cBhvr>
                                        <p:cTn id="59" dur="1" fill="hold">
                                          <p:stCondLst>
                                            <p:cond delay="0"/>
                                          </p:stCondLst>
                                        </p:cTn>
                                        <p:tgtEl>
                                          <p:spTgt spid="412"/>
                                        </p:tgtEl>
                                        <p:attrNameLst>
                                          <p:attrName>style.visibility</p:attrName>
                                        </p:attrNameLst>
                                      </p:cBhvr>
                                      <p:to>
                                        <p:strVal val="visible"/>
                                      </p:to>
                                    </p:set>
                                    <p:animEffect transition="in" filter="wedge">
                                      <p:cBhvr>
                                        <p:cTn id="60" dur="1000"/>
                                        <p:tgtEl>
                                          <p:spTgt spid="412"/>
                                        </p:tgtEl>
                                      </p:cBhvr>
                                    </p:animEffect>
                                  </p:childTnLst>
                                  <p:subTnLst>
                                    <p:audio>
                                      <p:cMediaNode>
                                        <p:cTn display="0" masterRel="sameClick">
                                          <p:stCondLst>
                                            <p:cond evt="begin" delay="0">
                                              <p:tn val="58"/>
                                            </p:cond>
                                          </p:stCondLst>
                                          <p:endCondLst>
                                            <p:cond evt="onStopAudio" delay="0">
                                              <p:tgtEl>
                                                <p:sldTgt/>
                                              </p:tgtEl>
                                            </p:cond>
                                          </p:endCondLst>
                                        </p:cTn>
                                        <p:tgtEl>
                                          <p:sndTgt r:embed="rId3" name="CHIMES.WAV"/>
                                        </p:tgtEl>
                                      </p:cMediaNode>
                                    </p:audio>
                                  </p:subTnLst>
                                </p:cTn>
                              </p:par>
                            </p:childTnLst>
                          </p:cTn>
                        </p:par>
                        <p:par>
                          <p:cTn id="61" fill="hold">
                            <p:stCondLst>
                              <p:cond delay="27000"/>
                            </p:stCondLst>
                            <p:childTnLst>
                              <p:par>
                                <p:cTn id="62" presetID="17" presetClass="entr" presetSubtype="4" fill="hold" nodeType="afterEffect">
                                  <p:stCondLst>
                                    <p:cond delay="0"/>
                                  </p:stCondLst>
                                  <p:childTnLst>
                                    <p:set>
                                      <p:cBhvr>
                                        <p:cTn id="63" dur="1" fill="hold">
                                          <p:stCondLst>
                                            <p:cond delay="0"/>
                                          </p:stCondLst>
                                        </p:cTn>
                                        <p:tgtEl>
                                          <p:spTgt spid="414"/>
                                        </p:tgtEl>
                                        <p:attrNameLst>
                                          <p:attrName>style.visibility</p:attrName>
                                        </p:attrNameLst>
                                      </p:cBhvr>
                                      <p:to>
                                        <p:strVal val="visible"/>
                                      </p:to>
                                    </p:set>
                                    <p:anim calcmode="lin" valueType="num">
                                      <p:cBhvr>
                                        <p:cTn id="64" dur="1000" fill="hold"/>
                                        <p:tgtEl>
                                          <p:spTgt spid="414"/>
                                        </p:tgtEl>
                                        <p:attrNameLst>
                                          <p:attrName>ppt_x</p:attrName>
                                        </p:attrNameLst>
                                      </p:cBhvr>
                                      <p:tavLst>
                                        <p:tav tm="0">
                                          <p:val>
                                            <p:strVal val="#ppt_x"/>
                                          </p:val>
                                        </p:tav>
                                        <p:tav tm="100000">
                                          <p:val>
                                            <p:strVal val="#ppt_x"/>
                                          </p:val>
                                        </p:tav>
                                      </p:tavLst>
                                    </p:anim>
                                    <p:anim calcmode="lin" valueType="num">
                                      <p:cBhvr>
                                        <p:cTn id="65" dur="1000" fill="hold"/>
                                        <p:tgtEl>
                                          <p:spTgt spid="414"/>
                                        </p:tgtEl>
                                        <p:attrNameLst>
                                          <p:attrName>ppt_y</p:attrName>
                                        </p:attrNameLst>
                                      </p:cBhvr>
                                      <p:tavLst>
                                        <p:tav tm="0">
                                          <p:val>
                                            <p:strVal val="#ppt_y+#ppt_h/2"/>
                                          </p:val>
                                        </p:tav>
                                        <p:tav tm="100000">
                                          <p:val>
                                            <p:strVal val="#ppt_y"/>
                                          </p:val>
                                        </p:tav>
                                      </p:tavLst>
                                    </p:anim>
                                    <p:anim calcmode="lin" valueType="num">
                                      <p:cBhvr>
                                        <p:cTn id="66" dur="1000" fill="hold"/>
                                        <p:tgtEl>
                                          <p:spTgt spid="414"/>
                                        </p:tgtEl>
                                        <p:attrNameLst>
                                          <p:attrName>ppt_w</p:attrName>
                                        </p:attrNameLst>
                                      </p:cBhvr>
                                      <p:tavLst>
                                        <p:tav tm="0">
                                          <p:val>
                                            <p:strVal val="#ppt_w"/>
                                          </p:val>
                                        </p:tav>
                                        <p:tav tm="100000">
                                          <p:val>
                                            <p:strVal val="#ppt_w"/>
                                          </p:val>
                                        </p:tav>
                                      </p:tavLst>
                                    </p:anim>
                                    <p:anim calcmode="lin" valueType="num">
                                      <p:cBhvr>
                                        <p:cTn id="67" dur="1000" fill="hold"/>
                                        <p:tgtEl>
                                          <p:spTgt spid="414"/>
                                        </p:tgtEl>
                                        <p:attrNameLst>
                                          <p:attrName>ppt_h</p:attrName>
                                        </p:attrNameLst>
                                      </p:cBhvr>
                                      <p:tavLst>
                                        <p:tav tm="0">
                                          <p:val>
                                            <p:fltVal val="0"/>
                                          </p:val>
                                        </p:tav>
                                        <p:tav tm="100000">
                                          <p:val>
                                            <p:strVal val="#ppt_h"/>
                                          </p:val>
                                        </p:tav>
                                      </p:tavLst>
                                    </p:anim>
                                  </p:childTnLst>
                                  <p:subTnLst>
                                    <p:audio>
                                      <p:cMediaNode>
                                        <p:cTn display="0" masterRel="sameClick">
                                          <p:stCondLst>
                                            <p:cond evt="begin" delay="0">
                                              <p:tn val="62"/>
                                            </p:cond>
                                          </p:stCondLst>
                                          <p:endCondLst>
                                            <p:cond evt="onStopAudio" delay="0">
                                              <p:tgtEl>
                                                <p:sldTgt/>
                                              </p:tgtEl>
                                            </p:cond>
                                          </p:endCondLst>
                                        </p:cTn>
                                        <p:tgtEl>
                                          <p:sndTgt r:embed="rId3" name="CHIMES.WAV"/>
                                        </p:tgtEl>
                                      </p:cMediaNode>
                                    </p:audio>
                                  </p:subTnLst>
                                </p:cTn>
                              </p:par>
                            </p:childTnLst>
                          </p:cTn>
                        </p:par>
                        <p:par>
                          <p:cTn id="68" fill="hold">
                            <p:stCondLst>
                              <p:cond delay="28000"/>
                            </p:stCondLst>
                            <p:childTnLst>
                              <p:par>
                                <p:cTn id="69" presetID="17" presetClass="entr" presetSubtype="10" fill="hold" grpId="0" nodeType="afterEffect">
                                  <p:stCondLst>
                                    <p:cond delay="0"/>
                                  </p:stCondLst>
                                  <p:childTnLst>
                                    <p:set>
                                      <p:cBhvr>
                                        <p:cTn id="70" dur="1" fill="hold">
                                          <p:stCondLst>
                                            <p:cond delay="0"/>
                                          </p:stCondLst>
                                        </p:cTn>
                                        <p:tgtEl>
                                          <p:spTgt spid="415"/>
                                        </p:tgtEl>
                                        <p:attrNameLst>
                                          <p:attrName>style.visibility</p:attrName>
                                        </p:attrNameLst>
                                      </p:cBhvr>
                                      <p:to>
                                        <p:strVal val="visible"/>
                                      </p:to>
                                    </p:set>
                                    <p:anim calcmode="lin" valueType="num">
                                      <p:cBhvr>
                                        <p:cTn id="71" dur="1000" fill="hold"/>
                                        <p:tgtEl>
                                          <p:spTgt spid="415"/>
                                        </p:tgtEl>
                                        <p:attrNameLst>
                                          <p:attrName>ppt_w</p:attrName>
                                        </p:attrNameLst>
                                      </p:cBhvr>
                                      <p:tavLst>
                                        <p:tav tm="0">
                                          <p:val>
                                            <p:fltVal val="0"/>
                                          </p:val>
                                        </p:tav>
                                        <p:tav tm="100000">
                                          <p:val>
                                            <p:strVal val="#ppt_w"/>
                                          </p:val>
                                        </p:tav>
                                      </p:tavLst>
                                    </p:anim>
                                    <p:anim calcmode="lin" valueType="num">
                                      <p:cBhvr>
                                        <p:cTn id="72" dur="1000" fill="hold"/>
                                        <p:tgtEl>
                                          <p:spTgt spid="415"/>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69"/>
                                            </p:cond>
                                          </p:stCondLst>
                                          <p:endCondLst>
                                            <p:cond evt="onStopAudio" delay="0">
                                              <p:tgtEl>
                                                <p:sldTgt/>
                                              </p:tgtEl>
                                            </p:cond>
                                          </p:endCondLst>
                                        </p:cTn>
                                        <p:tgtEl>
                                          <p:sndTgt r:embed="rId3" name="CHIMES.WAV"/>
                                        </p:tgtEl>
                                      </p:cMediaNode>
                                    </p:audio>
                                  </p:subTnLst>
                                </p:cTn>
                              </p:par>
                            </p:childTnLst>
                          </p:cTn>
                        </p:par>
                      </p:childTnLst>
                    </p:cTn>
                  </p:par>
                  <p:par>
                    <p:cTn id="73" fill="hold">
                      <p:stCondLst>
                        <p:cond delay="indefinite"/>
                      </p:stCondLst>
                      <p:childTnLst>
                        <p:par>
                          <p:cTn id="74" fill="hold">
                            <p:stCondLst>
                              <p:cond delay="0"/>
                            </p:stCondLst>
                            <p:childTnLst>
                              <p:par>
                                <p:cTn id="75" presetID="1" presetClass="entr" presetSubtype="0" fill="hold" grpId="0" nodeType="clickEffect">
                                  <p:stCondLst>
                                    <p:cond delay="0"/>
                                  </p:stCondLst>
                                  <p:childTnLst>
                                    <p:set>
                                      <p:cBhvr>
                                        <p:cTn id="76" dur="1" fill="hold">
                                          <p:stCondLst>
                                            <p:cond delay="0"/>
                                          </p:stCondLst>
                                        </p:cTn>
                                        <p:tgtEl>
                                          <p:spTgt spid="126"/>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22" presetClass="entr" presetSubtype="8" fill="hold" grpId="0" nodeType="clickEffect">
                                  <p:stCondLst>
                                    <p:cond delay="0"/>
                                  </p:stCondLst>
                                  <p:iterate type="lt">
                                    <p:tmPct val="30000"/>
                                  </p:iterate>
                                  <p:childTnLst>
                                    <p:set>
                                      <p:cBhvr>
                                        <p:cTn id="80" dur="1" fill="hold">
                                          <p:stCondLst>
                                            <p:cond delay="0"/>
                                          </p:stCondLst>
                                        </p:cTn>
                                        <p:tgtEl>
                                          <p:spTgt spid="502">
                                            <p:txEl>
                                              <p:pRg st="0" end="0"/>
                                            </p:txEl>
                                          </p:spTgt>
                                        </p:tgtEl>
                                        <p:attrNameLst>
                                          <p:attrName>style.visibility</p:attrName>
                                        </p:attrNameLst>
                                      </p:cBhvr>
                                      <p:to>
                                        <p:strVal val="visible"/>
                                      </p:to>
                                    </p:set>
                                    <p:animEffect transition="in" filter="wipe(left)">
                                      <p:cBhvr>
                                        <p:cTn id="81" dur="500"/>
                                        <p:tgtEl>
                                          <p:spTgt spid="502">
                                            <p:txEl>
                                              <p:pRg st="0" end="0"/>
                                            </p:txEl>
                                          </p:spTgt>
                                        </p:tgtEl>
                                      </p:cBhvr>
                                    </p:animEffect>
                                  </p:childTnLst>
                                </p:cTn>
                              </p:par>
                            </p:childTnLst>
                          </p:cTn>
                        </p:par>
                      </p:childTnLst>
                    </p:cTn>
                  </p:par>
                  <p:par>
                    <p:cTn id="82" fill="hold">
                      <p:stCondLst>
                        <p:cond delay="indefinite"/>
                      </p:stCondLst>
                      <p:childTnLst>
                        <p:par>
                          <p:cTn id="83" fill="hold">
                            <p:stCondLst>
                              <p:cond delay="0"/>
                            </p:stCondLst>
                            <p:childTnLst>
                              <p:par>
                                <p:cTn id="84" presetID="22" presetClass="entr" presetSubtype="8" fill="hold" grpId="0" nodeType="clickEffect">
                                  <p:stCondLst>
                                    <p:cond delay="0"/>
                                  </p:stCondLst>
                                  <p:iterate type="lt">
                                    <p:tmPct val="30000"/>
                                  </p:iterate>
                                  <p:childTnLst>
                                    <p:set>
                                      <p:cBhvr>
                                        <p:cTn id="85" dur="1" fill="hold">
                                          <p:stCondLst>
                                            <p:cond delay="0"/>
                                          </p:stCondLst>
                                        </p:cTn>
                                        <p:tgtEl>
                                          <p:spTgt spid="502">
                                            <p:txEl>
                                              <p:pRg st="1" end="1"/>
                                            </p:txEl>
                                          </p:spTgt>
                                        </p:tgtEl>
                                        <p:attrNameLst>
                                          <p:attrName>style.visibility</p:attrName>
                                        </p:attrNameLst>
                                      </p:cBhvr>
                                      <p:to>
                                        <p:strVal val="visible"/>
                                      </p:to>
                                    </p:set>
                                    <p:animEffect transition="in" filter="wipe(left)">
                                      <p:cBhvr>
                                        <p:cTn id="86" dur="500"/>
                                        <p:tgtEl>
                                          <p:spTgt spid="502">
                                            <p:txEl>
                                              <p:pRg st="1" end="1"/>
                                            </p:txEl>
                                          </p:spTgt>
                                        </p:tgtEl>
                                      </p:cBhvr>
                                    </p:animEffect>
                                  </p:childTnLst>
                                </p:cTn>
                              </p:par>
                            </p:childTnLst>
                          </p:cTn>
                        </p:par>
                      </p:childTnLst>
                    </p:cTn>
                  </p:par>
                  <p:par>
                    <p:cTn id="87" fill="hold">
                      <p:stCondLst>
                        <p:cond delay="indefinite"/>
                      </p:stCondLst>
                      <p:childTnLst>
                        <p:par>
                          <p:cTn id="88" fill="hold">
                            <p:stCondLst>
                              <p:cond delay="0"/>
                            </p:stCondLst>
                            <p:childTnLst>
                              <p:par>
                                <p:cTn id="89" presetID="22" presetClass="entr" presetSubtype="8" fill="hold" grpId="0" nodeType="clickEffect">
                                  <p:stCondLst>
                                    <p:cond delay="0"/>
                                  </p:stCondLst>
                                  <p:iterate type="lt">
                                    <p:tmPct val="30000"/>
                                  </p:iterate>
                                  <p:childTnLst>
                                    <p:set>
                                      <p:cBhvr>
                                        <p:cTn id="90" dur="1" fill="hold">
                                          <p:stCondLst>
                                            <p:cond delay="0"/>
                                          </p:stCondLst>
                                        </p:cTn>
                                        <p:tgtEl>
                                          <p:spTgt spid="502">
                                            <p:txEl>
                                              <p:pRg st="2" end="2"/>
                                            </p:txEl>
                                          </p:spTgt>
                                        </p:tgtEl>
                                        <p:attrNameLst>
                                          <p:attrName>style.visibility</p:attrName>
                                        </p:attrNameLst>
                                      </p:cBhvr>
                                      <p:to>
                                        <p:strVal val="visible"/>
                                      </p:to>
                                    </p:set>
                                    <p:animEffect transition="in" filter="wipe(left)">
                                      <p:cBhvr>
                                        <p:cTn id="91" dur="500"/>
                                        <p:tgtEl>
                                          <p:spTgt spid="502">
                                            <p:txEl>
                                              <p:pRg st="2" end="2"/>
                                            </p:txEl>
                                          </p:spTgt>
                                        </p:tgtEl>
                                      </p:cBhvr>
                                    </p:animEffect>
                                  </p:childTnLst>
                                </p:cTn>
                              </p:par>
                            </p:childTnLst>
                          </p:cTn>
                        </p:par>
                      </p:childTnLst>
                    </p:cTn>
                  </p:par>
                  <p:par>
                    <p:cTn id="92" fill="hold">
                      <p:stCondLst>
                        <p:cond delay="indefinite"/>
                      </p:stCondLst>
                      <p:childTnLst>
                        <p:par>
                          <p:cTn id="93" fill="hold">
                            <p:stCondLst>
                              <p:cond delay="0"/>
                            </p:stCondLst>
                            <p:childTnLst>
                              <p:par>
                                <p:cTn id="94" presetID="22" presetClass="entr" presetSubtype="8" fill="hold" grpId="0" nodeType="clickEffect">
                                  <p:stCondLst>
                                    <p:cond delay="0"/>
                                  </p:stCondLst>
                                  <p:iterate type="lt">
                                    <p:tmPct val="100000"/>
                                  </p:iterate>
                                  <p:childTnLst>
                                    <p:set>
                                      <p:cBhvr>
                                        <p:cTn id="95" dur="1" fill="hold">
                                          <p:stCondLst>
                                            <p:cond delay="0"/>
                                          </p:stCondLst>
                                        </p:cTn>
                                        <p:tgtEl>
                                          <p:spTgt spid="506">
                                            <p:txEl>
                                              <p:pRg st="0" end="0"/>
                                            </p:txEl>
                                          </p:spTgt>
                                        </p:tgtEl>
                                        <p:attrNameLst>
                                          <p:attrName>style.visibility</p:attrName>
                                        </p:attrNameLst>
                                      </p:cBhvr>
                                      <p:to>
                                        <p:strVal val="visible"/>
                                      </p:to>
                                    </p:set>
                                    <p:animEffect transition="in" filter="wipe(left)">
                                      <p:cBhvr>
                                        <p:cTn id="96" dur="75"/>
                                        <p:tgtEl>
                                          <p:spTgt spid="506">
                                            <p:txEl>
                                              <p:pRg st="0" end="0"/>
                                            </p:txEl>
                                          </p:spTgt>
                                        </p:tgtEl>
                                      </p:cBhvr>
                                    </p:animEffect>
                                  </p:childTnLst>
                                  <p:subTnLst>
                                    <p:audio>
                                      <p:cMediaNode>
                                        <p:cTn display="0" masterRel="sameClick">
                                          <p:stCondLst>
                                            <p:cond evt="begin" delay="0">
                                              <p:tn val="94"/>
                                            </p:cond>
                                          </p:stCondLst>
                                          <p:endCondLst>
                                            <p:cond evt="onStopAudio" delay="0">
                                              <p:tgtEl>
                                                <p:sldTgt/>
                                              </p:tgtEl>
                                            </p:cond>
                                          </p:endCondLst>
                                        </p:cTn>
                                        <p:tgtEl>
                                          <p:sndTgt r:embed="rId4" name="TYPE.WAV"/>
                                        </p:tgtEl>
                                      </p:cMediaNode>
                                    </p:audio>
                                  </p:subTnLst>
                                </p:cTn>
                              </p:par>
                            </p:childTnLst>
                          </p:cTn>
                        </p:par>
                      </p:childTnLst>
                    </p:cTn>
                  </p:par>
                  <p:par>
                    <p:cTn id="97" fill="hold">
                      <p:stCondLst>
                        <p:cond delay="indefinite"/>
                      </p:stCondLst>
                      <p:childTnLst>
                        <p:par>
                          <p:cTn id="98" fill="hold">
                            <p:stCondLst>
                              <p:cond delay="0"/>
                            </p:stCondLst>
                            <p:childTnLst>
                              <p:par>
                                <p:cTn id="99" presetID="22" presetClass="entr" presetSubtype="8" fill="hold" grpId="0" nodeType="clickEffect">
                                  <p:stCondLst>
                                    <p:cond delay="0"/>
                                  </p:stCondLst>
                                  <p:iterate type="lt">
                                    <p:tmPct val="100000"/>
                                  </p:iterate>
                                  <p:childTnLst>
                                    <p:set>
                                      <p:cBhvr>
                                        <p:cTn id="100" dur="1" fill="hold">
                                          <p:stCondLst>
                                            <p:cond delay="0"/>
                                          </p:stCondLst>
                                        </p:cTn>
                                        <p:tgtEl>
                                          <p:spTgt spid="506">
                                            <p:txEl>
                                              <p:pRg st="1" end="1"/>
                                            </p:txEl>
                                          </p:spTgt>
                                        </p:tgtEl>
                                        <p:attrNameLst>
                                          <p:attrName>style.visibility</p:attrName>
                                        </p:attrNameLst>
                                      </p:cBhvr>
                                      <p:to>
                                        <p:strVal val="visible"/>
                                      </p:to>
                                    </p:set>
                                    <p:animEffect transition="in" filter="wipe(left)">
                                      <p:cBhvr>
                                        <p:cTn id="101" dur="75"/>
                                        <p:tgtEl>
                                          <p:spTgt spid="506">
                                            <p:txEl>
                                              <p:pRg st="1" end="1"/>
                                            </p:txEl>
                                          </p:spTgt>
                                        </p:tgtEl>
                                      </p:cBhvr>
                                    </p:animEffect>
                                  </p:childTnLst>
                                  <p:subTnLst>
                                    <p:audio>
                                      <p:cMediaNode>
                                        <p:cTn display="0" masterRel="sameClick">
                                          <p:stCondLst>
                                            <p:cond evt="begin" delay="0">
                                              <p:tn val="99"/>
                                            </p:cond>
                                          </p:stCondLst>
                                          <p:endCondLst>
                                            <p:cond evt="onStopAudio" delay="0">
                                              <p:tgtEl>
                                                <p:sldTgt/>
                                              </p:tgtEl>
                                            </p:cond>
                                          </p:endCondLst>
                                        </p:cTn>
                                        <p:tgtEl>
                                          <p:sndTgt r:embed="rId4" name="TYPE.WAV"/>
                                        </p:tgtEl>
                                      </p:cMediaNode>
                                    </p:audio>
                                  </p:subTnLst>
                                </p:cTn>
                              </p:par>
                            </p:childTnLst>
                          </p:cTn>
                        </p:par>
                      </p:childTnLst>
                    </p:cTn>
                  </p:par>
                  <p:par>
                    <p:cTn id="102" fill="hold">
                      <p:stCondLst>
                        <p:cond delay="indefinite"/>
                      </p:stCondLst>
                      <p:childTnLst>
                        <p:par>
                          <p:cTn id="103" fill="hold">
                            <p:stCondLst>
                              <p:cond delay="0"/>
                            </p:stCondLst>
                            <p:childTnLst>
                              <p:par>
                                <p:cTn id="104" presetID="22" presetClass="entr" presetSubtype="8" fill="hold" grpId="0" nodeType="clickEffect">
                                  <p:stCondLst>
                                    <p:cond delay="0"/>
                                  </p:stCondLst>
                                  <p:iterate type="lt">
                                    <p:tmPct val="100000"/>
                                  </p:iterate>
                                  <p:childTnLst>
                                    <p:set>
                                      <p:cBhvr>
                                        <p:cTn id="105" dur="1" fill="hold">
                                          <p:stCondLst>
                                            <p:cond delay="0"/>
                                          </p:stCondLst>
                                        </p:cTn>
                                        <p:tgtEl>
                                          <p:spTgt spid="507">
                                            <p:txEl>
                                              <p:pRg st="0" end="0"/>
                                            </p:txEl>
                                          </p:spTgt>
                                        </p:tgtEl>
                                        <p:attrNameLst>
                                          <p:attrName>style.visibility</p:attrName>
                                        </p:attrNameLst>
                                      </p:cBhvr>
                                      <p:to>
                                        <p:strVal val="visible"/>
                                      </p:to>
                                    </p:set>
                                    <p:animEffect transition="in" filter="wipe(left)">
                                      <p:cBhvr>
                                        <p:cTn id="106" dur="75"/>
                                        <p:tgtEl>
                                          <p:spTgt spid="507">
                                            <p:txEl>
                                              <p:pRg st="0" end="0"/>
                                            </p:txEl>
                                          </p:spTgt>
                                        </p:tgtEl>
                                      </p:cBhvr>
                                    </p:animEffect>
                                  </p:childTnLst>
                                  <p:subTnLst>
                                    <p:audio>
                                      <p:cMediaNode>
                                        <p:cTn display="0" masterRel="sameClick">
                                          <p:stCondLst>
                                            <p:cond evt="begin" delay="0">
                                              <p:tn val="104"/>
                                            </p:cond>
                                          </p:stCondLst>
                                          <p:endCondLst>
                                            <p:cond evt="onStopAudio" delay="0">
                                              <p:tgtEl>
                                                <p:sldTgt/>
                                              </p:tgtEl>
                                            </p:cond>
                                          </p:endCondLst>
                                        </p:cTn>
                                        <p:tgtEl>
                                          <p:sndTgt r:embed="rId4" name="TYPE.WAV"/>
                                        </p:tgtEl>
                                      </p:cMediaNode>
                                    </p:audio>
                                  </p:subTnLst>
                                </p:cTn>
                              </p:par>
                            </p:childTnLst>
                          </p:cTn>
                        </p:par>
                      </p:childTnLst>
                    </p:cTn>
                  </p:par>
                  <p:par>
                    <p:cTn id="107" fill="hold">
                      <p:stCondLst>
                        <p:cond delay="indefinite"/>
                      </p:stCondLst>
                      <p:childTnLst>
                        <p:par>
                          <p:cTn id="108" fill="hold">
                            <p:stCondLst>
                              <p:cond delay="0"/>
                            </p:stCondLst>
                            <p:childTnLst>
                              <p:par>
                                <p:cTn id="109" presetID="22" presetClass="entr" presetSubtype="8" fill="hold" grpId="0" nodeType="clickEffect">
                                  <p:stCondLst>
                                    <p:cond delay="0"/>
                                  </p:stCondLst>
                                  <p:iterate type="lt">
                                    <p:tmPct val="100000"/>
                                  </p:iterate>
                                  <p:childTnLst>
                                    <p:set>
                                      <p:cBhvr>
                                        <p:cTn id="110" dur="1" fill="hold">
                                          <p:stCondLst>
                                            <p:cond delay="0"/>
                                          </p:stCondLst>
                                        </p:cTn>
                                        <p:tgtEl>
                                          <p:spTgt spid="507">
                                            <p:txEl>
                                              <p:pRg st="1" end="1"/>
                                            </p:txEl>
                                          </p:spTgt>
                                        </p:tgtEl>
                                        <p:attrNameLst>
                                          <p:attrName>style.visibility</p:attrName>
                                        </p:attrNameLst>
                                      </p:cBhvr>
                                      <p:to>
                                        <p:strVal val="visible"/>
                                      </p:to>
                                    </p:set>
                                    <p:animEffect transition="in" filter="wipe(left)">
                                      <p:cBhvr>
                                        <p:cTn id="111" dur="75"/>
                                        <p:tgtEl>
                                          <p:spTgt spid="507">
                                            <p:txEl>
                                              <p:pRg st="1" end="1"/>
                                            </p:txEl>
                                          </p:spTgt>
                                        </p:tgtEl>
                                      </p:cBhvr>
                                    </p:animEffect>
                                  </p:childTnLst>
                                  <p:subTnLst>
                                    <p:audio>
                                      <p:cMediaNode>
                                        <p:cTn display="0" masterRel="sameClick">
                                          <p:stCondLst>
                                            <p:cond evt="begin" delay="0">
                                              <p:tn val="109"/>
                                            </p:cond>
                                          </p:stCondLst>
                                          <p:endCondLst>
                                            <p:cond evt="onStopAudio" delay="0">
                                              <p:tgtEl>
                                                <p:sldTgt/>
                                              </p:tgtEl>
                                            </p:cond>
                                          </p:endCondLst>
                                        </p:cTn>
                                        <p:tgtEl>
                                          <p:sndTgt r:embed="rId4" name="TYPE.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6" grpId="0"/>
      <p:bldP spid="402" grpId="0"/>
      <p:bldP spid="404" grpId="0"/>
      <p:bldP spid="406" grpId="0" autoUpdateAnimBg="0"/>
      <p:bldP spid="408" grpId="0" autoUpdateAnimBg="0"/>
      <p:bldP spid="411" grpId="0" autoUpdateAnimBg="0"/>
      <p:bldP spid="412" grpId="0" autoUpdateAnimBg="0"/>
      <p:bldP spid="415" grpId="0" autoUpdateAnimBg="0"/>
      <p:bldP spid="502" grpId="0" build="p" autoUpdateAnimBg="0"/>
      <p:bldP spid="506" grpId="0" build="p" autoUpdateAnimBg="0"/>
      <p:bldP spid="507" grpId="0" build="p" autoUpdateAnimBg="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164442" y="91693"/>
            <a:ext cx="5546711" cy="615553"/>
          </a:xfrm>
          <a:prstGeom prst="rect">
            <a:avLst/>
          </a:prstGeom>
        </p:spPr>
        <p:txBody>
          <a:bodyPr wrap="none">
            <a:spAutoFit/>
          </a:bodyPr>
          <a:lstStyle/>
          <a:p>
            <a:pPr>
              <a:defRPr/>
            </a:pPr>
            <a:r>
              <a:rPr kumimoji="1" lang="zh-CN" altLang="en-US" sz="3400" i="0" dirty="0">
                <a:solidFill>
                  <a:srgbClr val="FFFFFF"/>
                </a:solidFill>
                <a:latin typeface="微软雅黑" panose="020B0503020204020204" pitchFamily="34" charset="-122"/>
                <a:ea typeface="微软雅黑" panose="020B0503020204020204" pitchFamily="34" charset="-122"/>
              </a:rPr>
              <a:t>第二章</a:t>
            </a:r>
            <a:r>
              <a:rPr kumimoji="1" lang="en-US" altLang="zh-CN" sz="3400" i="0" dirty="0">
                <a:solidFill>
                  <a:srgbClr val="FFFFFF"/>
                </a:solidFill>
                <a:latin typeface="微软雅黑" panose="020B0503020204020204" pitchFamily="34" charset="-122"/>
                <a:ea typeface="微软雅黑" panose="020B0503020204020204" pitchFamily="34" charset="-122"/>
              </a:rPr>
              <a:t> </a:t>
            </a:r>
            <a:r>
              <a:rPr kumimoji="1" lang="zh-CN" altLang="en-US" sz="3400" i="0" dirty="0">
                <a:solidFill>
                  <a:srgbClr val="FFFFFF"/>
                </a:solidFill>
                <a:latin typeface="微软雅黑" panose="020B0503020204020204" pitchFamily="34" charset="-122"/>
                <a:ea typeface="微软雅黑" panose="020B0503020204020204" pitchFamily="34" charset="-122"/>
              </a:rPr>
              <a:t>平面问题的受力分析</a:t>
            </a:r>
          </a:p>
        </p:txBody>
      </p:sp>
      <p:sp>
        <p:nvSpPr>
          <p:cNvPr id="14" name="Rectangle 5"/>
          <p:cNvSpPr>
            <a:spLocks noChangeArrowheads="1"/>
          </p:cNvSpPr>
          <p:nvPr/>
        </p:nvSpPr>
        <p:spPr bwMode="auto">
          <a:xfrm>
            <a:off x="279412" y="802970"/>
            <a:ext cx="10801200" cy="9363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just">
              <a:spcBef>
                <a:spcPct val="20000"/>
              </a:spcBef>
              <a:buClr>
                <a:schemeClr val="accent1"/>
              </a:buClr>
              <a:buSzPct val="75000"/>
              <a:buFont typeface="Monotype Sorts" pitchFamily="2" charset="2"/>
              <a:buChar char="•"/>
              <a:defRPr kumimoji="1" sz="2400">
                <a:solidFill>
                  <a:schemeClr val="tx1"/>
                </a:solidFill>
                <a:latin typeface="Impact" panose="020B0806030902050204" pitchFamily="34" charset="0"/>
                <a:ea typeface="宋体" panose="02010600030101010101" pitchFamily="2" charset="-122"/>
              </a:defRPr>
            </a:lvl1pPr>
            <a:lvl2pPr marL="742950" indent="-285750">
              <a:spcBef>
                <a:spcPct val="20000"/>
              </a:spcBef>
              <a:buClr>
                <a:schemeClr val="accent2"/>
              </a:buClr>
              <a:buChar char="•"/>
              <a:defRPr kumimoji="1" sz="2000">
                <a:solidFill>
                  <a:schemeClr val="tx1"/>
                </a:solidFill>
                <a:latin typeface="Impact" panose="020B0806030902050204" pitchFamily="34" charset="0"/>
                <a:ea typeface="宋体" panose="02010600030101010101" pitchFamily="2" charset="-122"/>
              </a:defRPr>
            </a:lvl2pPr>
            <a:lvl3pPr marL="1143000" indent="-228600">
              <a:spcBef>
                <a:spcPct val="20000"/>
              </a:spcBef>
              <a:buChar char="–"/>
              <a:defRPr kumimoji="1" sz="2400">
                <a:solidFill>
                  <a:schemeClr val="tx1"/>
                </a:solidFill>
                <a:latin typeface="Impact" panose="020B0806030902050204" pitchFamily="34" charset="0"/>
                <a:ea typeface="宋体" panose="02010600030101010101" pitchFamily="2" charset="-122"/>
              </a:defRPr>
            </a:lvl3pPr>
            <a:lvl4pPr marL="1600200" indent="-228600">
              <a:spcBef>
                <a:spcPct val="20000"/>
              </a:spcBef>
              <a:buChar char="–"/>
              <a:defRPr kumimoji="1" sz="2000">
                <a:solidFill>
                  <a:schemeClr val="tx1"/>
                </a:solidFill>
                <a:latin typeface="Impact" panose="020B0806030902050204" pitchFamily="34" charset="0"/>
                <a:ea typeface="宋体" panose="02010600030101010101" pitchFamily="2" charset="-122"/>
              </a:defRPr>
            </a:lvl4pPr>
            <a:lvl5pPr marL="2057400" indent="-228600">
              <a:spcBef>
                <a:spcPct val="20000"/>
              </a:spcBef>
              <a:buChar char="»"/>
              <a:defRPr kumimoji="1" sz="2000">
                <a:solidFill>
                  <a:schemeClr val="tx1"/>
                </a:solidFill>
                <a:latin typeface="Impact" panose="020B0806030902050204" pitchFamily="34"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9pPr>
          </a:lstStyle>
          <a:p>
            <a:pPr algn="l">
              <a:lnSpc>
                <a:spcPct val="120000"/>
              </a:lnSpc>
              <a:spcBef>
                <a:spcPct val="0"/>
              </a:spcBef>
              <a:buClrTx/>
              <a:buSzTx/>
              <a:buNone/>
            </a:pPr>
            <a:r>
              <a:rPr lang="zh-CN" altLang="en-US" b="1" i="0" dirty="0">
                <a:solidFill>
                  <a:srgbClr val="0033CC"/>
                </a:solidFill>
                <a:latin typeface="Times New Roman" panose="02020603050405020304" pitchFamily="18" charset="0"/>
                <a:ea typeface="黑体" panose="02010609060101010101" pitchFamily="49" charset="-122"/>
              </a:rPr>
              <a:t>例 </a:t>
            </a:r>
            <a:r>
              <a:rPr lang="zh-CN" altLang="en-US" i="0" dirty="0">
                <a:latin typeface="Times New Roman" panose="02020603050405020304" pitchFamily="18" charset="0"/>
                <a:ea typeface="黑体" panose="02010609060101010101" pitchFamily="49" charset="-122"/>
              </a:rPr>
              <a:t>悬臂梁上作用均布载荷</a:t>
            </a:r>
            <a:r>
              <a:rPr lang="en-US" altLang="zh-CN" b="0" dirty="0">
                <a:latin typeface="Times New Roman" panose="02020603050405020304" pitchFamily="18" charset="0"/>
                <a:ea typeface="黑体" panose="02010609060101010101" pitchFamily="49" charset="-122"/>
              </a:rPr>
              <a:t>q</a:t>
            </a:r>
            <a:r>
              <a:rPr lang="zh-CN" altLang="en-US" i="0" dirty="0">
                <a:latin typeface="Times New Roman" panose="02020603050405020304" pitchFamily="18" charset="0"/>
                <a:ea typeface="黑体" panose="02010609060101010101" pitchFamily="49" charset="-122"/>
              </a:rPr>
              <a:t>，在</a:t>
            </a:r>
            <a:r>
              <a:rPr lang="en-US" altLang="zh-CN" dirty="0">
                <a:latin typeface="Times New Roman" panose="02020603050405020304" pitchFamily="18" charset="0"/>
                <a:ea typeface="黑体" panose="02010609060101010101" pitchFamily="49" charset="-122"/>
              </a:rPr>
              <a:t>B</a:t>
            </a:r>
            <a:r>
              <a:rPr lang="zh-CN" altLang="en-US" i="0" dirty="0">
                <a:latin typeface="Times New Roman" panose="02020603050405020304" pitchFamily="18" charset="0"/>
                <a:ea typeface="黑体" panose="02010609060101010101" pitchFamily="49" charset="-122"/>
              </a:rPr>
              <a:t>端作用集中力</a:t>
            </a:r>
            <a:r>
              <a:rPr lang="en-US" altLang="zh-CN" b="0" dirty="0">
                <a:latin typeface="Times New Roman" panose="02020603050405020304" pitchFamily="18" charset="0"/>
                <a:ea typeface="黑体" panose="02010609060101010101" pitchFamily="49" charset="-122"/>
              </a:rPr>
              <a:t>F</a:t>
            </a:r>
            <a:r>
              <a:rPr lang="zh-CN" altLang="en-US" i="0" dirty="0">
                <a:latin typeface="Times New Roman" panose="02020603050405020304" pitchFamily="18" charset="0"/>
                <a:ea typeface="黑体" panose="02010609060101010101" pitchFamily="49" charset="-122"/>
              </a:rPr>
              <a:t>＝</a:t>
            </a:r>
            <a:r>
              <a:rPr lang="en-US" altLang="zh-CN" b="0" dirty="0" err="1">
                <a:latin typeface="Times New Roman" panose="02020603050405020304" pitchFamily="18" charset="0"/>
                <a:ea typeface="黑体" panose="02010609060101010101" pitchFamily="49" charset="-122"/>
              </a:rPr>
              <a:t>ql</a:t>
            </a:r>
            <a:r>
              <a:rPr lang="zh-CN" altLang="en-US" i="0" dirty="0">
                <a:latin typeface="Times New Roman" panose="02020603050405020304" pitchFamily="18" charset="0"/>
                <a:ea typeface="黑体" panose="02010609060101010101" pitchFamily="49" charset="-122"/>
              </a:rPr>
              <a:t>和力偶</a:t>
            </a:r>
            <a:r>
              <a:rPr lang="en-US" altLang="zh-CN" b="0" dirty="0">
                <a:latin typeface="Times New Roman" panose="02020603050405020304" pitchFamily="18" charset="0"/>
                <a:ea typeface="黑体" panose="02010609060101010101" pitchFamily="49" charset="-122"/>
              </a:rPr>
              <a:t>M</a:t>
            </a:r>
            <a:r>
              <a:rPr lang="zh-CN" altLang="en-US" i="0" dirty="0">
                <a:latin typeface="Times New Roman" panose="02020603050405020304" pitchFamily="18" charset="0"/>
                <a:ea typeface="黑体" panose="02010609060101010101" pitchFamily="49" charset="-122"/>
              </a:rPr>
              <a:t>＝</a:t>
            </a:r>
            <a:r>
              <a:rPr lang="en-US" altLang="zh-CN" b="0" dirty="0">
                <a:latin typeface="Times New Roman" panose="02020603050405020304" pitchFamily="18" charset="0"/>
                <a:ea typeface="黑体" panose="02010609060101010101" pitchFamily="49" charset="-122"/>
              </a:rPr>
              <a:t>ql</a:t>
            </a:r>
            <a:r>
              <a:rPr lang="en-US" altLang="zh-CN" b="0" i="0" baseline="30000" dirty="0">
                <a:latin typeface="Times New Roman" panose="02020603050405020304" pitchFamily="18" charset="0"/>
                <a:ea typeface="黑体" panose="02010609060101010101" pitchFamily="49" charset="-122"/>
              </a:rPr>
              <a:t>2</a:t>
            </a:r>
            <a:r>
              <a:rPr lang="zh-CN" altLang="en-US" i="0" dirty="0">
                <a:latin typeface="Times New Roman" panose="02020603050405020304" pitchFamily="18" charset="0"/>
                <a:ea typeface="黑体" panose="02010609060101010101" pitchFamily="49" charset="-122"/>
              </a:rPr>
              <a:t>；梁长度为</a:t>
            </a:r>
            <a:r>
              <a:rPr lang="en-US" altLang="zh-CN" b="0" i="0" dirty="0">
                <a:latin typeface="Times New Roman" panose="02020603050405020304" pitchFamily="18" charset="0"/>
                <a:ea typeface="黑体" panose="02010609060101010101" pitchFamily="49" charset="-122"/>
              </a:rPr>
              <a:t>2</a:t>
            </a:r>
            <a:r>
              <a:rPr lang="en-US" altLang="zh-CN" b="0" dirty="0">
                <a:latin typeface="Times New Roman" panose="02020603050405020304" pitchFamily="18" charset="0"/>
                <a:ea typeface="黑体" panose="02010609060101010101" pitchFamily="49" charset="-122"/>
              </a:rPr>
              <a:t>l</a:t>
            </a:r>
            <a:r>
              <a:rPr lang="zh-CN" altLang="en-US" i="0" dirty="0">
                <a:latin typeface="Times New Roman" panose="02020603050405020304" pitchFamily="18" charset="0"/>
                <a:ea typeface="黑体" panose="02010609060101010101" pitchFamily="49" charset="-122"/>
              </a:rPr>
              <a:t>，已知</a:t>
            </a:r>
            <a:r>
              <a:rPr lang="en-US" altLang="zh-CN" b="0" dirty="0">
                <a:latin typeface="Times New Roman" panose="02020603050405020304" pitchFamily="18" charset="0"/>
                <a:ea typeface="黑体" panose="02010609060101010101" pitchFamily="49" charset="-122"/>
              </a:rPr>
              <a:t>q</a:t>
            </a:r>
            <a:r>
              <a:rPr lang="zh-CN" altLang="en-US" i="0" dirty="0">
                <a:latin typeface="Times New Roman" panose="02020603050405020304" pitchFamily="18" charset="0"/>
                <a:ea typeface="黑体" panose="02010609060101010101" pitchFamily="49" charset="-122"/>
              </a:rPr>
              <a:t>和</a:t>
            </a:r>
            <a:r>
              <a:rPr lang="en-US" altLang="zh-CN" b="0" dirty="0">
                <a:latin typeface="Times New Roman" panose="02020603050405020304" pitchFamily="18" charset="0"/>
                <a:ea typeface="黑体" panose="02010609060101010101" pitchFamily="49" charset="-122"/>
              </a:rPr>
              <a:t>l</a:t>
            </a:r>
            <a:r>
              <a:rPr lang="zh-CN" altLang="en-US" i="0" dirty="0">
                <a:latin typeface="Times New Roman" panose="02020603050405020304" pitchFamily="18" charset="0"/>
                <a:ea typeface="黑体" panose="02010609060101010101" pitchFamily="49" charset="-122"/>
              </a:rPr>
              <a:t>。求固定端的约束反力。</a:t>
            </a:r>
            <a:endParaRPr lang="en-US" altLang="zh-CN" i="0" dirty="0">
              <a:latin typeface="Times New Roman" panose="02020603050405020304" pitchFamily="18" charset="0"/>
              <a:ea typeface="黑体" panose="02010609060101010101" pitchFamily="49" charset="-122"/>
            </a:endParaRPr>
          </a:p>
        </p:txBody>
      </p:sp>
      <p:sp>
        <p:nvSpPr>
          <p:cNvPr id="15" name="Rectangle 61"/>
          <p:cNvSpPr>
            <a:spLocks noChangeArrowheads="1"/>
          </p:cNvSpPr>
          <p:nvPr/>
        </p:nvSpPr>
        <p:spPr bwMode="auto">
          <a:xfrm>
            <a:off x="7400107" y="1633968"/>
            <a:ext cx="4213514" cy="4627606"/>
          </a:xfrm>
          <a:prstGeom prst="rect">
            <a:avLst/>
          </a:prstGeom>
          <a:solidFill>
            <a:srgbClr val="B9CDE5"/>
          </a:solidFill>
          <a:ln>
            <a:noFill/>
          </a:ln>
          <a:effectLst/>
        </p:spPr>
        <p:txBody>
          <a:bodyPr wrap="none" anchor="ctr"/>
          <a:lstStyle/>
          <a:p>
            <a:endParaRPr lang="zh-CN" altLang="en-US"/>
          </a:p>
        </p:txBody>
      </p:sp>
      <p:sp>
        <p:nvSpPr>
          <p:cNvPr id="125" name="Rectangle 5"/>
          <p:cNvSpPr>
            <a:spLocks noChangeArrowheads="1"/>
          </p:cNvSpPr>
          <p:nvPr/>
        </p:nvSpPr>
        <p:spPr bwMode="auto">
          <a:xfrm>
            <a:off x="279412" y="1808058"/>
            <a:ext cx="108012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just">
              <a:spcBef>
                <a:spcPct val="20000"/>
              </a:spcBef>
              <a:buClr>
                <a:schemeClr val="accent1"/>
              </a:buClr>
              <a:buSzPct val="75000"/>
              <a:buFont typeface="Monotype Sorts" pitchFamily="2" charset="2"/>
              <a:buChar char="•"/>
              <a:defRPr kumimoji="1" sz="2400">
                <a:solidFill>
                  <a:schemeClr val="tx1"/>
                </a:solidFill>
                <a:latin typeface="Impact" panose="020B0806030902050204" pitchFamily="34" charset="0"/>
                <a:ea typeface="宋体" panose="02010600030101010101" pitchFamily="2" charset="-122"/>
              </a:defRPr>
            </a:lvl1pPr>
            <a:lvl2pPr marL="742950" indent="-285750">
              <a:spcBef>
                <a:spcPct val="20000"/>
              </a:spcBef>
              <a:buClr>
                <a:schemeClr val="accent2"/>
              </a:buClr>
              <a:buChar char="•"/>
              <a:defRPr kumimoji="1" sz="2000">
                <a:solidFill>
                  <a:schemeClr val="tx1"/>
                </a:solidFill>
                <a:latin typeface="Impact" panose="020B0806030902050204" pitchFamily="34" charset="0"/>
                <a:ea typeface="宋体" panose="02010600030101010101" pitchFamily="2" charset="-122"/>
              </a:defRPr>
            </a:lvl2pPr>
            <a:lvl3pPr marL="1143000" indent="-228600">
              <a:spcBef>
                <a:spcPct val="20000"/>
              </a:spcBef>
              <a:buChar char="–"/>
              <a:defRPr kumimoji="1" sz="2400">
                <a:solidFill>
                  <a:schemeClr val="tx1"/>
                </a:solidFill>
                <a:latin typeface="Impact" panose="020B0806030902050204" pitchFamily="34" charset="0"/>
                <a:ea typeface="宋体" panose="02010600030101010101" pitchFamily="2" charset="-122"/>
              </a:defRPr>
            </a:lvl3pPr>
            <a:lvl4pPr marL="1600200" indent="-228600">
              <a:spcBef>
                <a:spcPct val="20000"/>
              </a:spcBef>
              <a:buChar char="–"/>
              <a:defRPr kumimoji="1" sz="2000">
                <a:solidFill>
                  <a:schemeClr val="tx1"/>
                </a:solidFill>
                <a:latin typeface="Impact" panose="020B0806030902050204" pitchFamily="34" charset="0"/>
                <a:ea typeface="宋体" panose="02010600030101010101" pitchFamily="2" charset="-122"/>
              </a:defRPr>
            </a:lvl4pPr>
            <a:lvl5pPr marL="2057400" indent="-228600">
              <a:spcBef>
                <a:spcPct val="20000"/>
              </a:spcBef>
              <a:buChar char="»"/>
              <a:defRPr kumimoji="1" sz="2000">
                <a:solidFill>
                  <a:schemeClr val="tx1"/>
                </a:solidFill>
                <a:latin typeface="Impact" panose="020B0806030902050204" pitchFamily="34"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9pPr>
          </a:lstStyle>
          <a:p>
            <a:pPr algn="l">
              <a:spcBef>
                <a:spcPct val="0"/>
              </a:spcBef>
              <a:buClrTx/>
              <a:buSzTx/>
              <a:buNone/>
            </a:pPr>
            <a:r>
              <a:rPr lang="zh-CN" altLang="en-US" i="0" dirty="0">
                <a:solidFill>
                  <a:srgbClr val="0033CC"/>
                </a:solidFill>
                <a:latin typeface="Times New Roman" panose="02020603050405020304" pitchFamily="18" charset="0"/>
                <a:ea typeface="黑体" panose="02010609060101010101" pitchFamily="49" charset="-122"/>
              </a:rPr>
              <a:t>解</a:t>
            </a:r>
            <a:r>
              <a:rPr lang="en-US" altLang="zh-CN" i="0" dirty="0">
                <a:latin typeface="Times New Roman" panose="02020603050405020304" pitchFamily="18" charset="0"/>
                <a:ea typeface="黑体" panose="02010609060101010101" pitchFamily="49" charset="-122"/>
              </a:rPr>
              <a:t> 1</a:t>
            </a:r>
            <a:r>
              <a:rPr lang="zh-CN" altLang="en-US" i="0" dirty="0">
                <a:latin typeface="Times New Roman" panose="02020603050405020304" pitchFamily="18" charset="0"/>
                <a:ea typeface="黑体" panose="02010609060101010101" pitchFamily="49" charset="-122"/>
              </a:rPr>
              <a:t>）以</a:t>
            </a:r>
            <a:r>
              <a:rPr lang="en-US" altLang="zh-CN" dirty="0">
                <a:latin typeface="Times New Roman" panose="02020603050405020304" pitchFamily="18" charset="0"/>
                <a:ea typeface="黑体" panose="02010609060101010101" pitchFamily="49" charset="-122"/>
              </a:rPr>
              <a:t>AB</a:t>
            </a:r>
            <a:r>
              <a:rPr lang="zh-CN" altLang="en-US" i="0" dirty="0">
                <a:latin typeface="Times New Roman" panose="02020603050405020304" pitchFamily="18" charset="0"/>
                <a:ea typeface="黑体" panose="02010609060101010101" pitchFamily="49" charset="-122"/>
              </a:rPr>
              <a:t>梁伟研究对象，画受力图；</a:t>
            </a:r>
            <a:endParaRPr lang="zh-CN" altLang="en-US" i="0" dirty="0">
              <a:latin typeface="+mn-lt"/>
              <a:ea typeface="黑体" panose="02010609060101010101" pitchFamily="49" charset="-122"/>
            </a:endParaRPr>
          </a:p>
        </p:txBody>
      </p:sp>
      <p:sp>
        <p:nvSpPr>
          <p:cNvPr id="126" name="Rectangle 5"/>
          <p:cNvSpPr>
            <a:spLocks noChangeArrowheads="1"/>
          </p:cNvSpPr>
          <p:nvPr/>
        </p:nvSpPr>
        <p:spPr bwMode="auto">
          <a:xfrm>
            <a:off x="279412" y="2351279"/>
            <a:ext cx="108012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just">
              <a:spcBef>
                <a:spcPct val="20000"/>
              </a:spcBef>
              <a:buClr>
                <a:schemeClr val="accent1"/>
              </a:buClr>
              <a:buSzPct val="75000"/>
              <a:buFont typeface="Monotype Sorts" pitchFamily="2" charset="2"/>
              <a:buChar char="•"/>
              <a:defRPr kumimoji="1" sz="2400">
                <a:solidFill>
                  <a:schemeClr val="tx1"/>
                </a:solidFill>
                <a:latin typeface="Impact" panose="020B0806030902050204" pitchFamily="34" charset="0"/>
                <a:ea typeface="宋体" panose="02010600030101010101" pitchFamily="2" charset="-122"/>
              </a:defRPr>
            </a:lvl1pPr>
            <a:lvl2pPr marL="742950" indent="-285750">
              <a:spcBef>
                <a:spcPct val="20000"/>
              </a:spcBef>
              <a:buClr>
                <a:schemeClr val="accent2"/>
              </a:buClr>
              <a:buChar char="•"/>
              <a:defRPr kumimoji="1" sz="2000">
                <a:solidFill>
                  <a:schemeClr val="tx1"/>
                </a:solidFill>
                <a:latin typeface="Impact" panose="020B0806030902050204" pitchFamily="34" charset="0"/>
                <a:ea typeface="宋体" panose="02010600030101010101" pitchFamily="2" charset="-122"/>
              </a:defRPr>
            </a:lvl2pPr>
            <a:lvl3pPr marL="1143000" indent="-228600">
              <a:spcBef>
                <a:spcPct val="20000"/>
              </a:spcBef>
              <a:buChar char="–"/>
              <a:defRPr kumimoji="1" sz="2400">
                <a:solidFill>
                  <a:schemeClr val="tx1"/>
                </a:solidFill>
                <a:latin typeface="Impact" panose="020B0806030902050204" pitchFamily="34" charset="0"/>
                <a:ea typeface="宋体" panose="02010600030101010101" pitchFamily="2" charset="-122"/>
              </a:defRPr>
            </a:lvl3pPr>
            <a:lvl4pPr marL="1600200" indent="-228600">
              <a:spcBef>
                <a:spcPct val="20000"/>
              </a:spcBef>
              <a:buChar char="–"/>
              <a:defRPr kumimoji="1" sz="2000">
                <a:solidFill>
                  <a:schemeClr val="tx1"/>
                </a:solidFill>
                <a:latin typeface="Impact" panose="020B0806030902050204" pitchFamily="34" charset="0"/>
                <a:ea typeface="宋体" panose="02010600030101010101" pitchFamily="2" charset="-122"/>
              </a:defRPr>
            </a:lvl4pPr>
            <a:lvl5pPr marL="2057400" indent="-228600">
              <a:spcBef>
                <a:spcPct val="20000"/>
              </a:spcBef>
              <a:buChar char="»"/>
              <a:defRPr kumimoji="1" sz="2000">
                <a:solidFill>
                  <a:schemeClr val="tx1"/>
                </a:solidFill>
                <a:latin typeface="Impact" panose="020B0806030902050204" pitchFamily="34"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9pPr>
          </a:lstStyle>
          <a:p>
            <a:pPr algn="l">
              <a:spcBef>
                <a:spcPct val="0"/>
              </a:spcBef>
              <a:buClrTx/>
              <a:buSzTx/>
              <a:buNone/>
            </a:pPr>
            <a:r>
              <a:rPr lang="en-US" altLang="zh-CN" dirty="0"/>
              <a:t>       </a:t>
            </a:r>
            <a:r>
              <a:rPr lang="en-US" altLang="zh-CN" i="0" dirty="0">
                <a:latin typeface="Times New Roman" panose="02020603050405020304" pitchFamily="18" charset="0"/>
                <a:ea typeface="黑体" panose="02010609060101010101" pitchFamily="49" charset="-122"/>
              </a:rPr>
              <a:t>2</a:t>
            </a:r>
            <a:r>
              <a:rPr lang="zh-CN" altLang="en-US" i="0" dirty="0">
                <a:latin typeface="Times New Roman" panose="02020603050405020304" pitchFamily="18" charset="0"/>
                <a:ea typeface="黑体" panose="02010609060101010101" pitchFamily="49" charset="-122"/>
              </a:rPr>
              <a:t>）列平衡方程求解。</a:t>
            </a:r>
            <a:endParaRPr lang="zh-CN" altLang="en-US" i="0" dirty="0">
              <a:latin typeface="+mn-lt"/>
              <a:ea typeface="黑体" panose="02010609060101010101" pitchFamily="49" charset="-122"/>
            </a:endParaRPr>
          </a:p>
        </p:txBody>
      </p:sp>
      <p:sp>
        <p:nvSpPr>
          <p:cNvPr id="127" name="Text Box 97"/>
          <p:cNvSpPr txBox="1">
            <a:spLocks noChangeArrowheads="1"/>
          </p:cNvSpPr>
          <p:nvPr/>
        </p:nvSpPr>
        <p:spPr bwMode="auto">
          <a:xfrm>
            <a:off x="917551" y="2792550"/>
            <a:ext cx="4978363" cy="5208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just">
              <a:lnSpc>
                <a:spcPct val="130000"/>
              </a:lnSpc>
            </a:pPr>
            <a:r>
              <a:rPr lang="en-US" altLang="zh-CN" dirty="0">
                <a:solidFill>
                  <a:schemeClr val="tx1"/>
                </a:solidFill>
                <a:ea typeface="宋体" panose="02010600030101010101" pitchFamily="2" charset="-122"/>
              </a:rPr>
              <a:t> ∑</a:t>
            </a:r>
            <a:r>
              <a:rPr lang="en-US" altLang="zh-CN" b="0" dirty="0" err="1">
                <a:solidFill>
                  <a:schemeClr val="tx1"/>
                </a:solidFill>
                <a:ea typeface="宋体" panose="02010600030101010101" pitchFamily="2" charset="-122"/>
              </a:rPr>
              <a:t>F</a:t>
            </a:r>
            <a:r>
              <a:rPr lang="en-US" altLang="zh-CN" b="0" baseline="-25000" dirty="0" err="1">
                <a:solidFill>
                  <a:schemeClr val="tx1"/>
                </a:solidFill>
              </a:rPr>
              <a:t>x</a:t>
            </a:r>
            <a:r>
              <a:rPr lang="zh-CN" altLang="en-US" i="0" dirty="0">
                <a:solidFill>
                  <a:schemeClr val="tx1"/>
                </a:solidFill>
                <a:ea typeface="宋体" panose="02010600030101010101" pitchFamily="2" charset="-122"/>
              </a:rPr>
              <a:t>＝</a:t>
            </a:r>
            <a:r>
              <a:rPr lang="en-US" altLang="zh-CN" b="0" i="0" dirty="0">
                <a:solidFill>
                  <a:schemeClr val="tx1"/>
                </a:solidFill>
              </a:rPr>
              <a:t>0</a:t>
            </a:r>
            <a:r>
              <a:rPr lang="zh-CN" altLang="en-US" i="0" dirty="0">
                <a:solidFill>
                  <a:schemeClr val="tx1"/>
                </a:solidFill>
                <a:ea typeface="宋体" panose="02010600030101010101" pitchFamily="2" charset="-122"/>
              </a:rPr>
              <a:t>，</a:t>
            </a:r>
            <a:r>
              <a:rPr lang="en-US" altLang="zh-CN" b="0" i="1" dirty="0" err="1">
                <a:solidFill>
                  <a:schemeClr val="tx1"/>
                </a:solidFill>
                <a:ea typeface="宋体" panose="02010600030101010101" pitchFamily="2" charset="-122"/>
              </a:rPr>
              <a:t>F</a:t>
            </a:r>
            <a:r>
              <a:rPr lang="en-US" altLang="zh-CN" b="0" baseline="-25000" dirty="0" err="1">
                <a:solidFill>
                  <a:schemeClr val="tx1"/>
                </a:solidFill>
              </a:rPr>
              <a:t>Ax</a:t>
            </a:r>
            <a:r>
              <a:rPr lang="en-US" altLang="zh-CN" dirty="0">
                <a:solidFill>
                  <a:schemeClr val="tx1"/>
                </a:solidFill>
                <a:ea typeface="宋体" panose="02010600030101010101" pitchFamily="2" charset="-122"/>
              </a:rPr>
              <a:t>=</a:t>
            </a:r>
            <a:r>
              <a:rPr lang="en-US" altLang="zh-CN" b="0" i="0" dirty="0">
                <a:solidFill>
                  <a:schemeClr val="tx1"/>
                </a:solidFill>
                <a:ea typeface="宋体" panose="02010600030101010101" pitchFamily="2" charset="-122"/>
              </a:rPr>
              <a:t>0</a:t>
            </a:r>
            <a:r>
              <a:rPr lang="en-US" altLang="zh-CN" dirty="0">
                <a:solidFill>
                  <a:schemeClr val="tx1"/>
                </a:solidFill>
                <a:ea typeface="宋体" panose="02010600030101010101" pitchFamily="2" charset="-122"/>
              </a:rPr>
              <a:t> </a:t>
            </a:r>
          </a:p>
        </p:txBody>
      </p:sp>
      <p:sp>
        <p:nvSpPr>
          <p:cNvPr id="128" name="Text Box 98"/>
          <p:cNvSpPr txBox="1">
            <a:spLocks noChangeArrowheads="1"/>
          </p:cNvSpPr>
          <p:nvPr/>
        </p:nvSpPr>
        <p:spPr bwMode="auto">
          <a:xfrm>
            <a:off x="917279" y="3313398"/>
            <a:ext cx="6316134" cy="5208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just">
              <a:lnSpc>
                <a:spcPct val="130000"/>
              </a:lnSpc>
            </a:pPr>
            <a:r>
              <a:rPr lang="en-US" altLang="zh-CN" dirty="0">
                <a:solidFill>
                  <a:schemeClr val="tx1"/>
                </a:solidFill>
                <a:ea typeface="宋体" panose="02010600030101010101" pitchFamily="2" charset="-122"/>
              </a:rPr>
              <a:t> ∑</a:t>
            </a:r>
            <a:r>
              <a:rPr lang="en-US" altLang="zh-CN" b="0" i="1" dirty="0" err="1">
                <a:solidFill>
                  <a:schemeClr val="tx1"/>
                </a:solidFill>
                <a:ea typeface="宋体" panose="02010600030101010101" pitchFamily="2" charset="-122"/>
              </a:rPr>
              <a:t>F</a:t>
            </a:r>
            <a:r>
              <a:rPr lang="en-US" altLang="zh-CN" b="0" baseline="-25000" dirty="0" err="1">
                <a:solidFill>
                  <a:schemeClr val="tx1"/>
                </a:solidFill>
              </a:rPr>
              <a:t>y</a:t>
            </a:r>
            <a:r>
              <a:rPr lang="zh-CN" altLang="en-US" b="0" i="0" dirty="0">
                <a:solidFill>
                  <a:schemeClr val="tx1"/>
                </a:solidFill>
                <a:ea typeface="宋体" panose="02010600030101010101" pitchFamily="2" charset="-122"/>
              </a:rPr>
              <a:t>＝</a:t>
            </a:r>
            <a:r>
              <a:rPr lang="en-US" altLang="zh-CN" b="0" i="0" dirty="0">
                <a:solidFill>
                  <a:schemeClr val="tx1"/>
                </a:solidFill>
                <a:ea typeface="宋体" panose="02010600030101010101" pitchFamily="2" charset="-122"/>
              </a:rPr>
              <a:t>0</a:t>
            </a:r>
            <a:r>
              <a:rPr lang="en-US" altLang="zh-CN" dirty="0">
                <a:solidFill>
                  <a:schemeClr val="tx1"/>
                </a:solidFill>
                <a:ea typeface="宋体" panose="02010600030101010101" pitchFamily="2" charset="-122"/>
              </a:rPr>
              <a:t> </a:t>
            </a:r>
            <a:r>
              <a:rPr lang="zh-CN" altLang="en-US" i="0" dirty="0">
                <a:solidFill>
                  <a:schemeClr val="tx1"/>
                </a:solidFill>
                <a:ea typeface="宋体" panose="02010600030101010101" pitchFamily="2" charset="-122"/>
              </a:rPr>
              <a:t>，</a:t>
            </a:r>
            <a:r>
              <a:rPr lang="en-US" altLang="zh-CN" dirty="0"/>
              <a:t> </a:t>
            </a:r>
            <a:r>
              <a:rPr lang="en-US" altLang="zh-CN" b="0" dirty="0" err="1">
                <a:solidFill>
                  <a:schemeClr val="tx1"/>
                </a:solidFill>
              </a:rPr>
              <a:t>F</a:t>
            </a:r>
            <a:r>
              <a:rPr lang="en-US" altLang="zh-CN" b="0" baseline="-25000" dirty="0" err="1">
                <a:solidFill>
                  <a:schemeClr val="tx1"/>
                </a:solidFill>
              </a:rPr>
              <a:t>Ay</a:t>
            </a:r>
            <a:r>
              <a:rPr lang="en-US" altLang="zh-CN" b="0" dirty="0" err="1">
                <a:solidFill>
                  <a:schemeClr val="tx1"/>
                </a:solidFill>
              </a:rPr>
              <a:t>+F</a:t>
            </a:r>
            <a:r>
              <a:rPr lang="en-US" altLang="zh-CN" b="0" dirty="0">
                <a:solidFill>
                  <a:schemeClr val="tx1"/>
                </a:solidFill>
              </a:rPr>
              <a:t>–F</a:t>
            </a:r>
            <a:r>
              <a:rPr lang="en-US" altLang="zh-CN" b="0" i="0" baseline="-25000" dirty="0">
                <a:solidFill>
                  <a:schemeClr val="tx1"/>
                </a:solidFill>
              </a:rPr>
              <a:t>Q</a:t>
            </a:r>
            <a:r>
              <a:rPr lang="en-US" altLang="zh-CN" b="0" baseline="-25000" dirty="0">
                <a:solidFill>
                  <a:schemeClr val="tx1"/>
                </a:solidFill>
              </a:rPr>
              <a:t> </a:t>
            </a:r>
            <a:r>
              <a:rPr lang="en-US" altLang="zh-CN" b="0" i="0" dirty="0">
                <a:solidFill>
                  <a:schemeClr val="tx1"/>
                </a:solidFill>
              </a:rPr>
              <a:t>= 0    </a:t>
            </a:r>
            <a:r>
              <a:rPr lang="en-US" altLang="zh-CN" b="0" dirty="0" err="1">
                <a:solidFill>
                  <a:schemeClr val="tx1"/>
                </a:solidFill>
              </a:rPr>
              <a:t>F</a:t>
            </a:r>
            <a:r>
              <a:rPr lang="en-US" altLang="zh-CN" b="0" baseline="-25000" dirty="0" err="1">
                <a:solidFill>
                  <a:schemeClr val="tx1"/>
                </a:solidFill>
              </a:rPr>
              <a:t>Ay</a:t>
            </a:r>
            <a:r>
              <a:rPr lang="zh-CN" altLang="en-US" i="0" dirty="0">
                <a:solidFill>
                  <a:schemeClr val="tx1"/>
                </a:solidFill>
              </a:rPr>
              <a:t>＝</a:t>
            </a:r>
            <a:r>
              <a:rPr lang="en-US" altLang="zh-CN" b="0" dirty="0">
                <a:solidFill>
                  <a:schemeClr val="tx1"/>
                </a:solidFill>
                <a:ea typeface="黑体" panose="02010609060101010101" pitchFamily="49" charset="-122"/>
              </a:rPr>
              <a:t> </a:t>
            </a:r>
            <a:r>
              <a:rPr lang="en-US" altLang="zh-CN" b="0" dirty="0" err="1">
                <a:solidFill>
                  <a:schemeClr val="tx1"/>
                </a:solidFill>
                <a:ea typeface="黑体" panose="02010609060101010101" pitchFamily="49" charset="-122"/>
              </a:rPr>
              <a:t>ql</a:t>
            </a:r>
            <a:r>
              <a:rPr lang="en-US" altLang="zh-CN" i="0" dirty="0">
                <a:solidFill>
                  <a:schemeClr val="tx1"/>
                </a:solidFill>
              </a:rPr>
              <a:t> </a:t>
            </a:r>
            <a:r>
              <a:rPr lang="en-US" altLang="zh-CN" b="0" i="0" dirty="0" err="1">
                <a:solidFill>
                  <a:schemeClr val="tx1"/>
                </a:solidFill>
              </a:rPr>
              <a:t>kN</a:t>
            </a:r>
            <a:r>
              <a:rPr lang="en-US" altLang="zh-CN" i="0" dirty="0">
                <a:solidFill>
                  <a:schemeClr val="tx1"/>
                </a:solidFill>
              </a:rPr>
              <a:t> </a:t>
            </a:r>
            <a:r>
              <a:rPr lang="zh-CN" altLang="en-US" i="0" dirty="0">
                <a:solidFill>
                  <a:schemeClr val="tx1"/>
                </a:solidFill>
                <a:ea typeface="宋体" panose="02010600030101010101" pitchFamily="2" charset="-122"/>
              </a:rPr>
              <a:t>（↑）</a:t>
            </a:r>
          </a:p>
        </p:txBody>
      </p:sp>
      <p:sp>
        <p:nvSpPr>
          <p:cNvPr id="129" name="Text Box 98"/>
          <p:cNvSpPr txBox="1">
            <a:spLocks noChangeArrowheads="1"/>
          </p:cNvSpPr>
          <p:nvPr/>
        </p:nvSpPr>
        <p:spPr bwMode="auto">
          <a:xfrm>
            <a:off x="917279" y="3911671"/>
            <a:ext cx="6316134" cy="9400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20000"/>
              </a:lnSpc>
            </a:pPr>
            <a:r>
              <a:rPr lang="en-US" altLang="zh-CN" b="0" dirty="0">
                <a:solidFill>
                  <a:schemeClr val="tx1"/>
                </a:solidFill>
              </a:rPr>
              <a:t> ∑M</a:t>
            </a:r>
            <a:r>
              <a:rPr lang="en-US" altLang="zh-CN" b="0" baseline="-25000" dirty="0">
                <a:solidFill>
                  <a:schemeClr val="tx1"/>
                </a:solidFill>
              </a:rPr>
              <a:t>A</a:t>
            </a:r>
            <a:r>
              <a:rPr lang="en-US" altLang="zh-CN" b="0" i="0" dirty="0">
                <a:solidFill>
                  <a:schemeClr val="tx1"/>
                </a:solidFill>
              </a:rPr>
              <a:t>(</a:t>
            </a:r>
            <a:r>
              <a:rPr lang="en-US" altLang="zh-CN" dirty="0">
                <a:solidFill>
                  <a:schemeClr val="tx1"/>
                </a:solidFill>
              </a:rPr>
              <a:t>F</a:t>
            </a:r>
            <a:r>
              <a:rPr lang="en-US" altLang="zh-CN" b="0" i="0" dirty="0">
                <a:solidFill>
                  <a:schemeClr val="tx1"/>
                </a:solidFill>
              </a:rPr>
              <a:t>)=0 </a:t>
            </a:r>
            <a:r>
              <a:rPr lang="zh-CN" altLang="en-US" b="0" i="0" dirty="0">
                <a:solidFill>
                  <a:schemeClr val="tx1"/>
                </a:solidFill>
              </a:rPr>
              <a:t>，</a:t>
            </a:r>
            <a:r>
              <a:rPr lang="zh-CN" altLang="en-US" b="0" dirty="0">
                <a:solidFill>
                  <a:schemeClr val="tx1"/>
                </a:solidFill>
              </a:rPr>
              <a:t> </a:t>
            </a:r>
            <a:r>
              <a:rPr lang="en-US" altLang="zh-CN" b="0" dirty="0">
                <a:solidFill>
                  <a:schemeClr val="tx1"/>
                </a:solidFill>
              </a:rPr>
              <a:t>M</a:t>
            </a:r>
            <a:r>
              <a:rPr lang="zh-CN" altLang="en-US" b="0" i="0" dirty="0">
                <a:solidFill>
                  <a:schemeClr val="tx1"/>
                </a:solidFill>
              </a:rPr>
              <a:t>－</a:t>
            </a:r>
            <a:r>
              <a:rPr lang="en-US" altLang="zh-CN" b="0" dirty="0">
                <a:solidFill>
                  <a:schemeClr val="tx1"/>
                </a:solidFill>
              </a:rPr>
              <a:t>M</a:t>
            </a:r>
            <a:r>
              <a:rPr lang="en-US" altLang="zh-CN" b="0" baseline="-25000" dirty="0">
                <a:solidFill>
                  <a:schemeClr val="tx1"/>
                </a:solidFill>
              </a:rPr>
              <a:t>A</a:t>
            </a:r>
            <a:r>
              <a:rPr lang="zh-CN" altLang="en-US" b="0" i="0" dirty="0">
                <a:solidFill>
                  <a:schemeClr val="tx1"/>
                </a:solidFill>
              </a:rPr>
              <a:t>＋</a:t>
            </a:r>
            <a:r>
              <a:rPr lang="en-US" altLang="zh-CN" b="0" dirty="0">
                <a:solidFill>
                  <a:schemeClr val="tx1"/>
                </a:solidFill>
              </a:rPr>
              <a:t>2Fl</a:t>
            </a:r>
            <a:r>
              <a:rPr lang="zh-CN" altLang="en-US" b="0" i="0" dirty="0">
                <a:solidFill>
                  <a:schemeClr val="tx1"/>
                </a:solidFill>
              </a:rPr>
              <a:t>－</a:t>
            </a:r>
            <a:r>
              <a:rPr lang="en-US" altLang="zh-CN" b="0" dirty="0" err="1">
                <a:solidFill>
                  <a:schemeClr val="tx1"/>
                </a:solidFill>
              </a:rPr>
              <a:t>F</a:t>
            </a:r>
            <a:r>
              <a:rPr lang="en-US" altLang="zh-CN" b="0" i="0" baseline="-25000" dirty="0" err="1">
                <a:solidFill>
                  <a:schemeClr val="tx1"/>
                </a:solidFill>
              </a:rPr>
              <a:t>Q</a:t>
            </a:r>
            <a:r>
              <a:rPr lang="en-US" altLang="zh-CN" b="0" dirty="0" err="1">
                <a:solidFill>
                  <a:schemeClr val="tx1"/>
                </a:solidFill>
              </a:rPr>
              <a:t>l</a:t>
            </a:r>
            <a:r>
              <a:rPr lang="en-US" altLang="zh-CN" b="0" dirty="0">
                <a:solidFill>
                  <a:schemeClr val="tx1"/>
                </a:solidFill>
              </a:rPr>
              <a:t> = 0</a:t>
            </a:r>
            <a:endParaRPr lang="en-US" altLang="zh-CN" b="0" i="0" dirty="0">
              <a:solidFill>
                <a:schemeClr val="tx1"/>
              </a:solidFill>
            </a:endParaRPr>
          </a:p>
          <a:p>
            <a:pPr>
              <a:lnSpc>
                <a:spcPct val="120000"/>
              </a:lnSpc>
            </a:pPr>
            <a:r>
              <a:rPr lang="en-US" altLang="zh-CN" b="0" dirty="0">
                <a:solidFill>
                  <a:schemeClr val="tx1"/>
                </a:solidFill>
              </a:rPr>
              <a:t> M</a:t>
            </a:r>
            <a:r>
              <a:rPr lang="en-US" altLang="zh-CN" b="0" baseline="-25000" dirty="0">
                <a:solidFill>
                  <a:schemeClr val="tx1"/>
                </a:solidFill>
              </a:rPr>
              <a:t>A </a:t>
            </a:r>
            <a:r>
              <a:rPr lang="en-US" altLang="zh-CN" b="0" i="0" dirty="0">
                <a:solidFill>
                  <a:schemeClr val="tx1"/>
                </a:solidFill>
              </a:rPr>
              <a:t>=</a:t>
            </a:r>
            <a:r>
              <a:rPr lang="en-US" altLang="zh-CN" dirty="0"/>
              <a:t> </a:t>
            </a:r>
            <a:r>
              <a:rPr lang="en-US" altLang="zh-CN" b="0" dirty="0">
                <a:solidFill>
                  <a:schemeClr val="tx1"/>
                </a:solidFill>
              </a:rPr>
              <a:t>ql</a:t>
            </a:r>
            <a:r>
              <a:rPr lang="en-US" altLang="zh-CN" b="0" i="0" baseline="30000" dirty="0">
                <a:solidFill>
                  <a:schemeClr val="tx1"/>
                </a:solidFill>
              </a:rPr>
              <a:t>2</a:t>
            </a:r>
            <a:r>
              <a:rPr lang="zh-CN" altLang="en-US" i="0" dirty="0">
                <a:solidFill>
                  <a:schemeClr val="tx1"/>
                </a:solidFill>
              </a:rPr>
              <a:t> （    ）</a:t>
            </a:r>
            <a:endParaRPr lang="zh-CN" altLang="en-US" b="0" i="0" dirty="0">
              <a:solidFill>
                <a:schemeClr val="tx1"/>
              </a:solidFill>
            </a:endParaRPr>
          </a:p>
        </p:txBody>
      </p:sp>
      <p:sp>
        <p:nvSpPr>
          <p:cNvPr id="2" name="Line 6">
            <a:extLst>
              <a:ext uri="{FF2B5EF4-FFF2-40B4-BE49-F238E27FC236}">
                <a16:creationId xmlns:a16="http://schemas.microsoft.com/office/drawing/2014/main" id="{FA1FF936-BE39-299A-1D2E-B0350BCFB9B3}"/>
              </a:ext>
            </a:extLst>
          </p:cNvPr>
          <p:cNvSpPr>
            <a:spLocks noChangeAspect="1" noChangeShapeType="1"/>
          </p:cNvSpPr>
          <p:nvPr/>
        </p:nvSpPr>
        <p:spPr bwMode="auto">
          <a:xfrm>
            <a:off x="10439511" y="4903682"/>
            <a:ext cx="889000" cy="0"/>
          </a:xfrm>
          <a:prstGeom prst="line">
            <a:avLst/>
          </a:prstGeom>
          <a:noFill/>
          <a:ln w="9525">
            <a:solidFill>
              <a:schemeClr val="tx1"/>
            </a:solidFill>
            <a:round/>
            <a:headEnd/>
            <a:tailEnd type="stealth"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 name="Line 7">
            <a:extLst>
              <a:ext uri="{FF2B5EF4-FFF2-40B4-BE49-F238E27FC236}">
                <a16:creationId xmlns:a16="http://schemas.microsoft.com/office/drawing/2014/main" id="{3385839A-3283-4B73-D114-05EEEA49270C}"/>
              </a:ext>
            </a:extLst>
          </p:cNvPr>
          <p:cNvSpPr>
            <a:spLocks noChangeAspect="1" noChangeShapeType="1"/>
          </p:cNvSpPr>
          <p:nvPr/>
        </p:nvSpPr>
        <p:spPr bwMode="auto">
          <a:xfrm flipV="1">
            <a:off x="8390048" y="4190895"/>
            <a:ext cx="0" cy="654050"/>
          </a:xfrm>
          <a:prstGeom prst="line">
            <a:avLst/>
          </a:prstGeom>
          <a:noFill/>
          <a:ln w="9525">
            <a:solidFill>
              <a:schemeClr val="tx1"/>
            </a:solidFill>
            <a:round/>
            <a:headEnd/>
            <a:tailEnd type="stealth"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4" name="Text Box 8">
            <a:extLst>
              <a:ext uri="{FF2B5EF4-FFF2-40B4-BE49-F238E27FC236}">
                <a16:creationId xmlns:a16="http://schemas.microsoft.com/office/drawing/2014/main" id="{E050003D-DEB1-D575-962C-7974782685DF}"/>
              </a:ext>
            </a:extLst>
          </p:cNvPr>
          <p:cNvSpPr txBox="1">
            <a:spLocks noChangeAspect="1" noChangeArrowheads="1"/>
          </p:cNvSpPr>
          <p:nvPr/>
        </p:nvSpPr>
        <p:spPr bwMode="auto">
          <a:xfrm>
            <a:off x="11076098" y="4811607"/>
            <a:ext cx="381000"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r>
              <a:rPr lang="en-US" altLang="zh-CN" i="1">
                <a:solidFill>
                  <a:schemeClr val="tx1"/>
                </a:solidFill>
                <a:ea typeface="宋体" panose="02010600030101010101" pitchFamily="2" charset="-122"/>
              </a:rPr>
              <a:t>x</a:t>
            </a:r>
          </a:p>
        </p:txBody>
      </p:sp>
      <p:sp>
        <p:nvSpPr>
          <p:cNvPr id="5" name="Text Box 9">
            <a:extLst>
              <a:ext uri="{FF2B5EF4-FFF2-40B4-BE49-F238E27FC236}">
                <a16:creationId xmlns:a16="http://schemas.microsoft.com/office/drawing/2014/main" id="{A2D9377A-07CF-8D4C-7C72-80C945CEDF61}"/>
              </a:ext>
            </a:extLst>
          </p:cNvPr>
          <p:cNvSpPr txBox="1">
            <a:spLocks noChangeAspect="1" noChangeArrowheads="1"/>
          </p:cNvSpPr>
          <p:nvPr/>
        </p:nvSpPr>
        <p:spPr bwMode="auto">
          <a:xfrm>
            <a:off x="8393223" y="3971820"/>
            <a:ext cx="381000" cy="425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r>
              <a:rPr lang="en-US" altLang="zh-CN" i="1">
                <a:solidFill>
                  <a:schemeClr val="tx1"/>
                </a:solidFill>
                <a:ea typeface="宋体" panose="02010600030101010101" pitchFamily="2" charset="-122"/>
              </a:rPr>
              <a:t>y</a:t>
            </a:r>
          </a:p>
        </p:txBody>
      </p:sp>
      <p:sp>
        <p:nvSpPr>
          <p:cNvPr id="6" name="Line 11">
            <a:extLst>
              <a:ext uri="{FF2B5EF4-FFF2-40B4-BE49-F238E27FC236}">
                <a16:creationId xmlns:a16="http://schemas.microsoft.com/office/drawing/2014/main" id="{5006718E-2158-1A8A-D7D2-67B5458014D7}"/>
              </a:ext>
            </a:extLst>
          </p:cNvPr>
          <p:cNvSpPr>
            <a:spLocks noChangeAspect="1" noChangeShapeType="1"/>
          </p:cNvSpPr>
          <p:nvPr/>
        </p:nvSpPr>
        <p:spPr bwMode="auto">
          <a:xfrm flipV="1">
            <a:off x="8385286" y="4927495"/>
            <a:ext cx="0" cy="666750"/>
          </a:xfrm>
          <a:prstGeom prst="line">
            <a:avLst/>
          </a:prstGeom>
          <a:noFill/>
          <a:ln w="38100">
            <a:solidFill>
              <a:srgbClr val="FF00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8" name="Arc 12">
            <a:extLst>
              <a:ext uri="{FF2B5EF4-FFF2-40B4-BE49-F238E27FC236}">
                <a16:creationId xmlns:a16="http://schemas.microsoft.com/office/drawing/2014/main" id="{94ED047B-6B6A-857E-5EAB-031B1798B21F}"/>
              </a:ext>
            </a:extLst>
          </p:cNvPr>
          <p:cNvSpPr>
            <a:spLocks noChangeAspect="1"/>
          </p:cNvSpPr>
          <p:nvPr/>
        </p:nvSpPr>
        <p:spPr bwMode="auto">
          <a:xfrm rot="3345542" flipH="1" flipV="1">
            <a:off x="8029686" y="4706832"/>
            <a:ext cx="479425" cy="396875"/>
          </a:xfrm>
          <a:custGeom>
            <a:avLst/>
            <a:gdLst>
              <a:gd name="G0" fmla="+- 1053 0 0"/>
              <a:gd name="G1" fmla="+- 21600 0 0"/>
              <a:gd name="G2" fmla="+- 21600 0 0"/>
              <a:gd name="T0" fmla="*/ 0 w 22653"/>
              <a:gd name="T1" fmla="*/ 26 h 21600"/>
              <a:gd name="T2" fmla="*/ 22653 w 22653"/>
              <a:gd name="T3" fmla="*/ 21600 h 21600"/>
              <a:gd name="T4" fmla="*/ 1053 w 22653"/>
              <a:gd name="T5" fmla="*/ 21600 h 21600"/>
            </a:gdLst>
            <a:ahLst/>
            <a:cxnLst>
              <a:cxn ang="0">
                <a:pos x="T0" y="T1"/>
              </a:cxn>
              <a:cxn ang="0">
                <a:pos x="T2" y="T3"/>
              </a:cxn>
              <a:cxn ang="0">
                <a:pos x="T4" y="T5"/>
              </a:cxn>
            </a:cxnLst>
            <a:rect l="0" t="0" r="r" b="b"/>
            <a:pathLst>
              <a:path w="22653" h="21600" fill="none" extrusionOk="0">
                <a:moveTo>
                  <a:pt x="-1" y="25"/>
                </a:moveTo>
                <a:cubicBezTo>
                  <a:pt x="350" y="8"/>
                  <a:pt x="701" y="0"/>
                  <a:pt x="1053" y="0"/>
                </a:cubicBezTo>
                <a:cubicBezTo>
                  <a:pt x="12982" y="0"/>
                  <a:pt x="22653" y="9670"/>
                  <a:pt x="22653" y="21600"/>
                </a:cubicBezTo>
              </a:path>
              <a:path w="22653" h="21600" stroke="0" extrusionOk="0">
                <a:moveTo>
                  <a:pt x="-1" y="25"/>
                </a:moveTo>
                <a:cubicBezTo>
                  <a:pt x="350" y="8"/>
                  <a:pt x="701" y="0"/>
                  <a:pt x="1053" y="0"/>
                </a:cubicBezTo>
                <a:cubicBezTo>
                  <a:pt x="12982" y="0"/>
                  <a:pt x="22653" y="9670"/>
                  <a:pt x="22653" y="21600"/>
                </a:cubicBezTo>
                <a:lnTo>
                  <a:pt x="1053" y="21600"/>
                </a:lnTo>
                <a:close/>
              </a:path>
            </a:pathLst>
          </a:custGeom>
          <a:noFill/>
          <a:ln w="38100">
            <a:solidFill>
              <a:srgbClr val="FF0000"/>
            </a:solidFill>
            <a:round/>
            <a:headEnd/>
            <a:tailEnd type="stealth" w="med"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9" name="Text Box 13">
            <a:extLst>
              <a:ext uri="{FF2B5EF4-FFF2-40B4-BE49-F238E27FC236}">
                <a16:creationId xmlns:a16="http://schemas.microsoft.com/office/drawing/2014/main" id="{0938F35C-8DC7-7BF5-5D82-F4AA096D2AEA}"/>
              </a:ext>
            </a:extLst>
          </p:cNvPr>
          <p:cNvSpPr txBox="1">
            <a:spLocks noChangeAspect="1" noChangeArrowheads="1"/>
          </p:cNvSpPr>
          <p:nvPr/>
        </p:nvSpPr>
        <p:spPr bwMode="auto">
          <a:xfrm>
            <a:off x="7415323" y="4403620"/>
            <a:ext cx="714375" cy="560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r>
              <a:rPr lang="en-US" altLang="zh-CN" b="1" i="1">
                <a:solidFill>
                  <a:srgbClr val="FF0000"/>
                </a:solidFill>
                <a:ea typeface="宋体" panose="02010600030101010101" pitchFamily="2" charset="-122"/>
              </a:rPr>
              <a:t>F</a:t>
            </a:r>
            <a:r>
              <a:rPr lang="en-US" altLang="zh-CN" i="1" baseline="-25000">
                <a:solidFill>
                  <a:srgbClr val="FF0000"/>
                </a:solidFill>
                <a:ea typeface="宋体" panose="02010600030101010101" pitchFamily="2" charset="-122"/>
              </a:rPr>
              <a:t>Ax</a:t>
            </a:r>
            <a:endParaRPr lang="en-US" altLang="zh-CN" i="1" baseline="-25000">
              <a:solidFill>
                <a:srgbClr val="FF6600"/>
              </a:solidFill>
              <a:ea typeface="宋体" panose="02010600030101010101" pitchFamily="2" charset="-122"/>
            </a:endParaRPr>
          </a:p>
        </p:txBody>
      </p:sp>
      <p:sp>
        <p:nvSpPr>
          <p:cNvPr id="10" name="Text Box 14">
            <a:extLst>
              <a:ext uri="{FF2B5EF4-FFF2-40B4-BE49-F238E27FC236}">
                <a16:creationId xmlns:a16="http://schemas.microsoft.com/office/drawing/2014/main" id="{CF2B38D8-8FD5-8A0F-3232-FEB7C91BCE68}"/>
              </a:ext>
            </a:extLst>
          </p:cNvPr>
          <p:cNvSpPr txBox="1">
            <a:spLocks noChangeAspect="1" noChangeArrowheads="1"/>
          </p:cNvSpPr>
          <p:nvPr/>
        </p:nvSpPr>
        <p:spPr bwMode="auto">
          <a:xfrm>
            <a:off x="8337661" y="5332307"/>
            <a:ext cx="674687" cy="54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r>
              <a:rPr lang="en-US" altLang="zh-CN" b="1" i="1">
                <a:solidFill>
                  <a:srgbClr val="FF0000"/>
                </a:solidFill>
                <a:ea typeface="宋体" panose="02010600030101010101" pitchFamily="2" charset="-122"/>
              </a:rPr>
              <a:t>F</a:t>
            </a:r>
            <a:r>
              <a:rPr lang="en-US" altLang="zh-CN" i="1" baseline="-25000">
                <a:solidFill>
                  <a:srgbClr val="FF0000"/>
                </a:solidFill>
                <a:ea typeface="宋体" panose="02010600030101010101" pitchFamily="2" charset="-122"/>
              </a:rPr>
              <a:t>Ay</a:t>
            </a:r>
            <a:endParaRPr lang="en-US" altLang="zh-CN" i="1" baseline="-25000">
              <a:solidFill>
                <a:srgbClr val="FF6600"/>
              </a:solidFill>
              <a:ea typeface="宋体" panose="02010600030101010101" pitchFamily="2" charset="-122"/>
            </a:endParaRPr>
          </a:p>
        </p:txBody>
      </p:sp>
      <p:sp>
        <p:nvSpPr>
          <p:cNvPr id="11" name="Text Box 15">
            <a:extLst>
              <a:ext uri="{FF2B5EF4-FFF2-40B4-BE49-F238E27FC236}">
                <a16:creationId xmlns:a16="http://schemas.microsoft.com/office/drawing/2014/main" id="{5569B7DF-AD06-8241-8718-9E30D3F3E054}"/>
              </a:ext>
            </a:extLst>
          </p:cNvPr>
          <p:cNvSpPr txBox="1">
            <a:spLocks noChangeAspect="1" noChangeArrowheads="1"/>
          </p:cNvSpPr>
          <p:nvPr/>
        </p:nvSpPr>
        <p:spPr bwMode="auto">
          <a:xfrm>
            <a:off x="7748698" y="4135332"/>
            <a:ext cx="8001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i="1">
                <a:solidFill>
                  <a:srgbClr val="FF0000"/>
                </a:solidFill>
                <a:ea typeface="宋体" panose="02010600030101010101" pitchFamily="2" charset="-122"/>
              </a:rPr>
              <a:t>M</a:t>
            </a:r>
            <a:r>
              <a:rPr lang="en-US" altLang="zh-CN" i="1" baseline="-25000">
                <a:solidFill>
                  <a:srgbClr val="FF0000"/>
                </a:solidFill>
                <a:ea typeface="宋体" panose="02010600030101010101" pitchFamily="2" charset="-122"/>
              </a:rPr>
              <a:t>A</a:t>
            </a:r>
          </a:p>
        </p:txBody>
      </p:sp>
      <p:grpSp>
        <p:nvGrpSpPr>
          <p:cNvPr id="12" name="Group 18">
            <a:extLst>
              <a:ext uri="{FF2B5EF4-FFF2-40B4-BE49-F238E27FC236}">
                <a16:creationId xmlns:a16="http://schemas.microsoft.com/office/drawing/2014/main" id="{2127D5A6-90B9-E3DD-E0F9-2D3A73878BAA}"/>
              </a:ext>
            </a:extLst>
          </p:cNvPr>
          <p:cNvGrpSpPr>
            <a:grpSpLocks/>
          </p:cNvGrpSpPr>
          <p:nvPr/>
        </p:nvGrpSpPr>
        <p:grpSpPr bwMode="auto">
          <a:xfrm>
            <a:off x="8156686" y="2012845"/>
            <a:ext cx="3017837" cy="1830387"/>
            <a:chOff x="3649" y="9"/>
            <a:chExt cx="1901" cy="1153"/>
          </a:xfrm>
        </p:grpSpPr>
        <p:grpSp>
          <p:nvGrpSpPr>
            <p:cNvPr id="13" name="Group 19">
              <a:extLst>
                <a:ext uri="{FF2B5EF4-FFF2-40B4-BE49-F238E27FC236}">
                  <a16:creationId xmlns:a16="http://schemas.microsoft.com/office/drawing/2014/main" id="{82735955-8A4F-3F59-EB5B-2D75B9259A9A}"/>
                </a:ext>
              </a:extLst>
            </p:cNvPr>
            <p:cNvGrpSpPr>
              <a:grpSpLocks/>
            </p:cNvGrpSpPr>
            <p:nvPr/>
          </p:nvGrpSpPr>
          <p:grpSpPr bwMode="auto">
            <a:xfrm rot="5400000">
              <a:off x="3517" y="498"/>
              <a:ext cx="384" cy="119"/>
              <a:chOff x="4033" y="1559"/>
              <a:chExt cx="384" cy="119"/>
            </a:xfrm>
          </p:grpSpPr>
          <p:sp>
            <p:nvSpPr>
              <p:cNvPr id="141" name="Rectangle 20">
                <a:extLst>
                  <a:ext uri="{FF2B5EF4-FFF2-40B4-BE49-F238E27FC236}">
                    <a16:creationId xmlns:a16="http://schemas.microsoft.com/office/drawing/2014/main" id="{8026BFCE-4474-C427-716B-6A79D574B419}"/>
                  </a:ext>
                </a:extLst>
              </p:cNvPr>
              <p:cNvSpPr>
                <a:spLocks noChangeAspect="1" noChangeArrowheads="1"/>
              </p:cNvSpPr>
              <p:nvPr/>
            </p:nvSpPr>
            <p:spPr bwMode="auto">
              <a:xfrm>
                <a:off x="4033" y="1559"/>
                <a:ext cx="384" cy="119"/>
              </a:xfrm>
              <a:prstGeom prst="rect">
                <a:avLst/>
              </a:prstGeom>
              <a:pattFill prst="wdUpDiag">
                <a:fgClr>
                  <a:schemeClr val="tx2"/>
                </a:fgClr>
                <a:bgClr>
                  <a:srgbClr val="99FF99"/>
                </a:bgClr>
              </a:patt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42" name="Line 21">
                <a:extLst>
                  <a:ext uri="{FF2B5EF4-FFF2-40B4-BE49-F238E27FC236}">
                    <a16:creationId xmlns:a16="http://schemas.microsoft.com/office/drawing/2014/main" id="{89BA06C8-03ED-53F2-3002-39091E85D91B}"/>
                  </a:ext>
                </a:extLst>
              </p:cNvPr>
              <p:cNvSpPr>
                <a:spLocks noChangeAspect="1" noChangeShapeType="1"/>
              </p:cNvSpPr>
              <p:nvPr/>
            </p:nvSpPr>
            <p:spPr bwMode="auto">
              <a:xfrm rot="-5400000">
                <a:off x="4225" y="1367"/>
                <a:ext cx="0" cy="384"/>
              </a:xfrm>
              <a:prstGeom prst="line">
                <a:avLst/>
              </a:prstGeom>
              <a:noFill/>
              <a:ln w="571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6" name="Text Box 22">
              <a:extLst>
                <a:ext uri="{FF2B5EF4-FFF2-40B4-BE49-F238E27FC236}">
                  <a16:creationId xmlns:a16="http://schemas.microsoft.com/office/drawing/2014/main" id="{C3D67647-ADFF-00C9-8257-815733B99C43}"/>
                </a:ext>
              </a:extLst>
            </p:cNvPr>
            <p:cNvSpPr txBox="1">
              <a:spLocks noChangeAspect="1" noChangeArrowheads="1"/>
            </p:cNvSpPr>
            <p:nvPr/>
          </p:nvSpPr>
          <p:spPr bwMode="auto">
            <a:xfrm>
              <a:off x="5053" y="9"/>
              <a:ext cx="383" cy="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r>
                <a:rPr lang="en-US" altLang="zh-CN" i="1">
                  <a:solidFill>
                    <a:srgbClr val="FF0000"/>
                  </a:solidFill>
                  <a:ea typeface="宋体" panose="02010600030101010101" pitchFamily="2" charset="-122"/>
                </a:rPr>
                <a:t>M</a:t>
              </a:r>
              <a:endParaRPr lang="en-US" altLang="zh-CN" baseline="-25000">
                <a:solidFill>
                  <a:srgbClr val="FF0000"/>
                </a:solidFill>
                <a:ea typeface="宋体" panose="02010600030101010101" pitchFamily="2" charset="-122"/>
              </a:endParaRPr>
            </a:p>
          </p:txBody>
        </p:sp>
        <p:sp>
          <p:nvSpPr>
            <p:cNvPr id="17" name="Text Box 23">
              <a:extLst>
                <a:ext uri="{FF2B5EF4-FFF2-40B4-BE49-F238E27FC236}">
                  <a16:creationId xmlns:a16="http://schemas.microsoft.com/office/drawing/2014/main" id="{CAF9F029-56A1-BE3E-42CA-E9DEEFCFDE11}"/>
                </a:ext>
              </a:extLst>
            </p:cNvPr>
            <p:cNvSpPr txBox="1">
              <a:spLocks noChangeAspect="1" noChangeArrowheads="1"/>
            </p:cNvSpPr>
            <p:nvPr/>
          </p:nvSpPr>
          <p:spPr bwMode="auto">
            <a:xfrm>
              <a:off x="4373" y="63"/>
              <a:ext cx="264" cy="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r>
                <a:rPr lang="en-US" altLang="zh-CN" i="1">
                  <a:solidFill>
                    <a:srgbClr val="FF0000"/>
                  </a:solidFill>
                  <a:ea typeface="宋体" panose="02010600030101010101" pitchFamily="2" charset="-122"/>
                </a:rPr>
                <a:t>q</a:t>
              </a:r>
            </a:p>
          </p:txBody>
        </p:sp>
        <p:sp>
          <p:nvSpPr>
            <p:cNvPr id="18" name="Text Box 24">
              <a:extLst>
                <a:ext uri="{FF2B5EF4-FFF2-40B4-BE49-F238E27FC236}">
                  <a16:creationId xmlns:a16="http://schemas.microsoft.com/office/drawing/2014/main" id="{85DF0C2D-67B0-29FE-FFCD-799478430698}"/>
                </a:ext>
              </a:extLst>
            </p:cNvPr>
            <p:cNvSpPr txBox="1">
              <a:spLocks noChangeAspect="1" noChangeArrowheads="1"/>
            </p:cNvSpPr>
            <p:nvPr/>
          </p:nvSpPr>
          <p:spPr bwMode="auto">
            <a:xfrm>
              <a:off x="3758" y="532"/>
              <a:ext cx="324" cy="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r>
                <a:rPr lang="en-US" altLang="zh-CN" i="1">
                  <a:solidFill>
                    <a:schemeClr val="tx1"/>
                  </a:solidFill>
                  <a:ea typeface="宋体" panose="02010600030101010101" pitchFamily="2" charset="-122"/>
                </a:rPr>
                <a:t>A</a:t>
              </a:r>
            </a:p>
          </p:txBody>
        </p:sp>
        <p:sp>
          <p:nvSpPr>
            <p:cNvPr id="19" name="Line 25">
              <a:extLst>
                <a:ext uri="{FF2B5EF4-FFF2-40B4-BE49-F238E27FC236}">
                  <a16:creationId xmlns:a16="http://schemas.microsoft.com/office/drawing/2014/main" id="{C5517E11-A775-8305-A5AC-E7322FE3898B}"/>
                </a:ext>
              </a:extLst>
            </p:cNvPr>
            <p:cNvSpPr>
              <a:spLocks noChangeAspect="1" noChangeShapeType="1"/>
            </p:cNvSpPr>
            <p:nvPr/>
          </p:nvSpPr>
          <p:spPr bwMode="auto">
            <a:xfrm rot="5400000" flipH="1">
              <a:off x="3546" y="938"/>
              <a:ext cx="448"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 name="Text Box 26">
              <a:extLst>
                <a:ext uri="{FF2B5EF4-FFF2-40B4-BE49-F238E27FC236}">
                  <a16:creationId xmlns:a16="http://schemas.microsoft.com/office/drawing/2014/main" id="{FD696EFB-48F9-FE9D-369F-92DC67A9B4C6}"/>
                </a:ext>
              </a:extLst>
            </p:cNvPr>
            <p:cNvSpPr txBox="1">
              <a:spLocks noChangeAspect="1" noChangeArrowheads="1"/>
            </p:cNvSpPr>
            <p:nvPr/>
          </p:nvSpPr>
          <p:spPr bwMode="auto">
            <a:xfrm rot="21600000">
              <a:off x="4394" y="863"/>
              <a:ext cx="272" cy="2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r>
                <a:rPr lang="en-US" altLang="zh-CN">
                  <a:solidFill>
                    <a:schemeClr val="tx1"/>
                  </a:solidFill>
                </a:rPr>
                <a:t>2</a:t>
              </a:r>
              <a:r>
                <a:rPr lang="en-US" altLang="zh-CN" i="1">
                  <a:solidFill>
                    <a:schemeClr val="tx1"/>
                  </a:solidFill>
                  <a:ea typeface="宋体" panose="02010600030101010101" pitchFamily="2" charset="-122"/>
                </a:rPr>
                <a:t>l</a:t>
              </a:r>
            </a:p>
          </p:txBody>
        </p:sp>
        <p:sp>
          <p:nvSpPr>
            <p:cNvPr id="21" name="Text Box 27">
              <a:extLst>
                <a:ext uri="{FF2B5EF4-FFF2-40B4-BE49-F238E27FC236}">
                  <a16:creationId xmlns:a16="http://schemas.microsoft.com/office/drawing/2014/main" id="{8D5A87F4-ECE2-631E-B4B2-B8B75F05EA2D}"/>
                </a:ext>
              </a:extLst>
            </p:cNvPr>
            <p:cNvSpPr txBox="1">
              <a:spLocks noChangeAspect="1" noChangeArrowheads="1"/>
            </p:cNvSpPr>
            <p:nvPr/>
          </p:nvSpPr>
          <p:spPr bwMode="auto">
            <a:xfrm>
              <a:off x="5244" y="419"/>
              <a:ext cx="216" cy="30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just"/>
              <a:r>
                <a:rPr lang="en-US" altLang="zh-CN" i="1">
                  <a:solidFill>
                    <a:schemeClr val="tx1"/>
                  </a:solidFill>
                  <a:ea typeface="宋体" panose="02010600030101010101" pitchFamily="2" charset="-122"/>
                </a:rPr>
                <a:t>B</a:t>
              </a:r>
            </a:p>
          </p:txBody>
        </p:sp>
        <p:sp>
          <p:nvSpPr>
            <p:cNvPr id="22" name="Line 28">
              <a:extLst>
                <a:ext uri="{FF2B5EF4-FFF2-40B4-BE49-F238E27FC236}">
                  <a16:creationId xmlns:a16="http://schemas.microsoft.com/office/drawing/2014/main" id="{AB78F532-4B3B-6CB4-ACD7-799028BA2826}"/>
                </a:ext>
              </a:extLst>
            </p:cNvPr>
            <p:cNvSpPr>
              <a:spLocks noChangeAspect="1" noChangeShapeType="1"/>
            </p:cNvSpPr>
            <p:nvPr/>
          </p:nvSpPr>
          <p:spPr bwMode="auto">
            <a:xfrm>
              <a:off x="3793" y="562"/>
              <a:ext cx="1500" cy="0"/>
            </a:xfrm>
            <a:prstGeom prst="line">
              <a:avLst/>
            </a:prstGeom>
            <a:noFill/>
            <a:ln w="762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 name="Line 29">
              <a:extLst>
                <a:ext uri="{FF2B5EF4-FFF2-40B4-BE49-F238E27FC236}">
                  <a16:creationId xmlns:a16="http://schemas.microsoft.com/office/drawing/2014/main" id="{D5FB4378-B197-45F5-2E0B-1E2D1CD5DAFA}"/>
                </a:ext>
              </a:extLst>
            </p:cNvPr>
            <p:cNvSpPr>
              <a:spLocks noChangeShapeType="1"/>
            </p:cNvSpPr>
            <p:nvPr/>
          </p:nvSpPr>
          <p:spPr bwMode="auto">
            <a:xfrm rot="5400000">
              <a:off x="4519" y="324"/>
              <a:ext cx="1" cy="1535"/>
            </a:xfrm>
            <a:prstGeom prst="line">
              <a:avLst/>
            </a:prstGeom>
            <a:noFill/>
            <a:ln w="9525">
              <a:solidFill>
                <a:srgbClr val="000000"/>
              </a:solidFill>
              <a:round/>
              <a:headEnd type="stealth" w="sm" len="lg"/>
              <a:tailEnd type="stealth"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4" name="Rectangle 30">
              <a:extLst>
                <a:ext uri="{FF2B5EF4-FFF2-40B4-BE49-F238E27FC236}">
                  <a16:creationId xmlns:a16="http://schemas.microsoft.com/office/drawing/2014/main" id="{CCA2520B-2E40-91C2-2E66-D81F8E666EE1}"/>
                </a:ext>
              </a:extLst>
            </p:cNvPr>
            <p:cNvSpPr>
              <a:spLocks noChangeArrowheads="1"/>
            </p:cNvSpPr>
            <p:nvPr/>
          </p:nvSpPr>
          <p:spPr bwMode="auto">
            <a:xfrm>
              <a:off x="3683" y="517"/>
              <a:ext cx="1604" cy="75"/>
            </a:xfrm>
            <a:prstGeom prst="rect">
              <a:avLst/>
            </a:prstGeom>
            <a:gradFill rotWithShape="1">
              <a:gsLst>
                <a:gs pos="0">
                  <a:srgbClr val="5F5F5F"/>
                </a:gs>
                <a:gs pos="50000">
                  <a:srgbClr val="5F5F5F">
                    <a:gamma/>
                    <a:tint val="9412"/>
                    <a:invGamma/>
                  </a:srgbClr>
                </a:gs>
                <a:gs pos="100000">
                  <a:srgbClr val="5F5F5F"/>
                </a:gs>
              </a:gsLst>
              <a:lin ang="5400000" scaled="1"/>
            </a:gra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25" name="Group 31">
              <a:extLst>
                <a:ext uri="{FF2B5EF4-FFF2-40B4-BE49-F238E27FC236}">
                  <a16:creationId xmlns:a16="http://schemas.microsoft.com/office/drawing/2014/main" id="{A5AE69E2-E5CF-F1B0-EF66-73A053B50189}"/>
                </a:ext>
              </a:extLst>
            </p:cNvPr>
            <p:cNvGrpSpPr>
              <a:grpSpLocks/>
            </p:cNvGrpSpPr>
            <p:nvPr/>
          </p:nvGrpSpPr>
          <p:grpSpPr bwMode="auto">
            <a:xfrm>
              <a:off x="3774" y="341"/>
              <a:ext cx="1510" cy="181"/>
              <a:chOff x="3679" y="3253"/>
              <a:chExt cx="1510" cy="181"/>
            </a:xfrm>
          </p:grpSpPr>
          <p:grpSp>
            <p:nvGrpSpPr>
              <p:cNvPr id="33" name="Group 32">
                <a:extLst>
                  <a:ext uri="{FF2B5EF4-FFF2-40B4-BE49-F238E27FC236}">
                    <a16:creationId xmlns:a16="http://schemas.microsoft.com/office/drawing/2014/main" id="{6431B328-C188-E0BB-DEEF-A46A8C507C12}"/>
                  </a:ext>
                </a:extLst>
              </p:cNvPr>
              <p:cNvGrpSpPr>
                <a:grpSpLocks/>
              </p:cNvGrpSpPr>
              <p:nvPr/>
            </p:nvGrpSpPr>
            <p:grpSpPr bwMode="auto">
              <a:xfrm>
                <a:off x="3679" y="3253"/>
                <a:ext cx="756" cy="180"/>
                <a:chOff x="4225" y="252"/>
                <a:chExt cx="756" cy="180"/>
              </a:xfrm>
            </p:grpSpPr>
            <p:sp>
              <p:nvSpPr>
                <p:cNvPr id="134" name="Line 33">
                  <a:extLst>
                    <a:ext uri="{FF2B5EF4-FFF2-40B4-BE49-F238E27FC236}">
                      <a16:creationId xmlns:a16="http://schemas.microsoft.com/office/drawing/2014/main" id="{F504C1DF-5DCC-BE39-3F63-471A99E182B4}"/>
                    </a:ext>
                  </a:extLst>
                </p:cNvPr>
                <p:cNvSpPr>
                  <a:spLocks noChangeAspect="1" noChangeShapeType="1"/>
                </p:cNvSpPr>
                <p:nvPr/>
              </p:nvSpPr>
              <p:spPr bwMode="auto">
                <a:xfrm>
                  <a:off x="4979" y="252"/>
                  <a:ext cx="0" cy="180"/>
                </a:xfrm>
                <a:prstGeom prst="line">
                  <a:avLst/>
                </a:prstGeom>
                <a:noFill/>
                <a:ln w="25400">
                  <a:solidFill>
                    <a:srgbClr val="FF0000"/>
                  </a:solidFill>
                  <a:round/>
                  <a:headEnd/>
                  <a:tailEnd type="stealth"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35" name="Line 34">
                  <a:extLst>
                    <a:ext uri="{FF2B5EF4-FFF2-40B4-BE49-F238E27FC236}">
                      <a16:creationId xmlns:a16="http://schemas.microsoft.com/office/drawing/2014/main" id="{0C00C629-7B00-993C-8769-1048C5E1835F}"/>
                    </a:ext>
                  </a:extLst>
                </p:cNvPr>
                <p:cNvSpPr>
                  <a:spLocks noChangeAspect="1" noChangeShapeType="1"/>
                </p:cNvSpPr>
                <p:nvPr/>
              </p:nvSpPr>
              <p:spPr bwMode="auto">
                <a:xfrm>
                  <a:off x="4837" y="252"/>
                  <a:ext cx="0" cy="180"/>
                </a:xfrm>
                <a:prstGeom prst="line">
                  <a:avLst/>
                </a:prstGeom>
                <a:noFill/>
                <a:ln w="25400">
                  <a:solidFill>
                    <a:srgbClr val="FF0000"/>
                  </a:solidFill>
                  <a:round/>
                  <a:headEnd/>
                  <a:tailEnd type="stealth"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36" name="Line 35">
                  <a:extLst>
                    <a:ext uri="{FF2B5EF4-FFF2-40B4-BE49-F238E27FC236}">
                      <a16:creationId xmlns:a16="http://schemas.microsoft.com/office/drawing/2014/main" id="{21017E79-804D-B35D-2C19-8CB679ECC485}"/>
                    </a:ext>
                  </a:extLst>
                </p:cNvPr>
                <p:cNvSpPr>
                  <a:spLocks noChangeAspect="1" noChangeShapeType="1"/>
                </p:cNvSpPr>
                <p:nvPr/>
              </p:nvSpPr>
              <p:spPr bwMode="auto">
                <a:xfrm>
                  <a:off x="4681" y="252"/>
                  <a:ext cx="0" cy="180"/>
                </a:xfrm>
                <a:prstGeom prst="line">
                  <a:avLst/>
                </a:prstGeom>
                <a:noFill/>
                <a:ln w="25400">
                  <a:solidFill>
                    <a:srgbClr val="FF0000"/>
                  </a:solidFill>
                  <a:round/>
                  <a:headEnd/>
                  <a:tailEnd type="stealth"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37" name="Line 36">
                  <a:extLst>
                    <a:ext uri="{FF2B5EF4-FFF2-40B4-BE49-F238E27FC236}">
                      <a16:creationId xmlns:a16="http://schemas.microsoft.com/office/drawing/2014/main" id="{1323349A-270A-090F-B160-6A347A724957}"/>
                    </a:ext>
                  </a:extLst>
                </p:cNvPr>
                <p:cNvSpPr>
                  <a:spLocks noChangeAspect="1" noChangeShapeType="1"/>
                </p:cNvSpPr>
                <p:nvPr/>
              </p:nvSpPr>
              <p:spPr bwMode="auto">
                <a:xfrm>
                  <a:off x="4537" y="252"/>
                  <a:ext cx="0" cy="180"/>
                </a:xfrm>
                <a:prstGeom prst="line">
                  <a:avLst/>
                </a:prstGeom>
                <a:noFill/>
                <a:ln w="25400">
                  <a:solidFill>
                    <a:srgbClr val="FF0000"/>
                  </a:solidFill>
                  <a:round/>
                  <a:headEnd/>
                  <a:tailEnd type="stealth"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38" name="Line 37">
                  <a:extLst>
                    <a:ext uri="{FF2B5EF4-FFF2-40B4-BE49-F238E27FC236}">
                      <a16:creationId xmlns:a16="http://schemas.microsoft.com/office/drawing/2014/main" id="{91FF96D6-5084-C22E-06C2-1C55AE806291}"/>
                    </a:ext>
                  </a:extLst>
                </p:cNvPr>
                <p:cNvSpPr>
                  <a:spLocks noChangeAspect="1" noChangeShapeType="1"/>
                </p:cNvSpPr>
                <p:nvPr/>
              </p:nvSpPr>
              <p:spPr bwMode="auto">
                <a:xfrm>
                  <a:off x="4381" y="252"/>
                  <a:ext cx="0" cy="180"/>
                </a:xfrm>
                <a:prstGeom prst="line">
                  <a:avLst/>
                </a:prstGeom>
                <a:noFill/>
                <a:ln w="25400">
                  <a:solidFill>
                    <a:srgbClr val="FF0000"/>
                  </a:solidFill>
                  <a:round/>
                  <a:headEnd/>
                  <a:tailEnd type="stealth"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39" name="Line 38">
                  <a:extLst>
                    <a:ext uri="{FF2B5EF4-FFF2-40B4-BE49-F238E27FC236}">
                      <a16:creationId xmlns:a16="http://schemas.microsoft.com/office/drawing/2014/main" id="{90AE55CB-7FF7-67D9-59CC-07510C7FF0A2}"/>
                    </a:ext>
                  </a:extLst>
                </p:cNvPr>
                <p:cNvSpPr>
                  <a:spLocks noChangeAspect="1" noChangeShapeType="1"/>
                </p:cNvSpPr>
                <p:nvPr/>
              </p:nvSpPr>
              <p:spPr bwMode="auto">
                <a:xfrm>
                  <a:off x="4225" y="252"/>
                  <a:ext cx="0" cy="180"/>
                </a:xfrm>
                <a:prstGeom prst="line">
                  <a:avLst/>
                </a:prstGeom>
                <a:noFill/>
                <a:ln w="25400">
                  <a:solidFill>
                    <a:srgbClr val="FF0000"/>
                  </a:solidFill>
                  <a:round/>
                  <a:headEnd/>
                  <a:tailEnd type="stealth"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40" name="Line 39">
                  <a:extLst>
                    <a:ext uri="{FF2B5EF4-FFF2-40B4-BE49-F238E27FC236}">
                      <a16:creationId xmlns:a16="http://schemas.microsoft.com/office/drawing/2014/main" id="{CF466B24-53A7-7F27-3A80-24E53FF9BDFF}"/>
                    </a:ext>
                  </a:extLst>
                </p:cNvPr>
                <p:cNvSpPr>
                  <a:spLocks noChangeAspect="1" noChangeShapeType="1"/>
                </p:cNvSpPr>
                <p:nvPr/>
              </p:nvSpPr>
              <p:spPr bwMode="auto">
                <a:xfrm>
                  <a:off x="4225" y="254"/>
                  <a:ext cx="756" cy="0"/>
                </a:xfrm>
                <a:prstGeom prst="line">
                  <a:avLst/>
                </a:prstGeom>
                <a:noFill/>
                <a:ln w="25400">
                  <a:solidFill>
                    <a:srgbClr val="FF0000"/>
                  </a:solidFill>
                  <a:round/>
                  <a:headE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grpSp>
            <p:nvGrpSpPr>
              <p:cNvPr id="34" name="Group 40">
                <a:extLst>
                  <a:ext uri="{FF2B5EF4-FFF2-40B4-BE49-F238E27FC236}">
                    <a16:creationId xmlns:a16="http://schemas.microsoft.com/office/drawing/2014/main" id="{28A5A15D-B2A6-2130-A8BC-F0CC2E83FCCA}"/>
                  </a:ext>
                </a:extLst>
              </p:cNvPr>
              <p:cNvGrpSpPr>
                <a:grpSpLocks/>
              </p:cNvGrpSpPr>
              <p:nvPr/>
            </p:nvGrpSpPr>
            <p:grpSpPr bwMode="auto">
              <a:xfrm>
                <a:off x="4433" y="3254"/>
                <a:ext cx="756" cy="180"/>
                <a:chOff x="4225" y="252"/>
                <a:chExt cx="756" cy="180"/>
              </a:xfrm>
            </p:grpSpPr>
            <p:sp>
              <p:nvSpPr>
                <p:cNvPr id="35" name="Line 41">
                  <a:extLst>
                    <a:ext uri="{FF2B5EF4-FFF2-40B4-BE49-F238E27FC236}">
                      <a16:creationId xmlns:a16="http://schemas.microsoft.com/office/drawing/2014/main" id="{BD9C743A-1990-07C1-5CC7-EF3C563BC2D5}"/>
                    </a:ext>
                  </a:extLst>
                </p:cNvPr>
                <p:cNvSpPr>
                  <a:spLocks noChangeAspect="1" noChangeShapeType="1"/>
                </p:cNvSpPr>
                <p:nvPr/>
              </p:nvSpPr>
              <p:spPr bwMode="auto">
                <a:xfrm>
                  <a:off x="4979" y="252"/>
                  <a:ext cx="0" cy="180"/>
                </a:xfrm>
                <a:prstGeom prst="line">
                  <a:avLst/>
                </a:prstGeom>
                <a:noFill/>
                <a:ln w="25400">
                  <a:solidFill>
                    <a:srgbClr val="FF0000"/>
                  </a:solidFill>
                  <a:round/>
                  <a:headEnd/>
                  <a:tailEnd type="stealth"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05" name="Line 42">
                  <a:extLst>
                    <a:ext uri="{FF2B5EF4-FFF2-40B4-BE49-F238E27FC236}">
                      <a16:creationId xmlns:a16="http://schemas.microsoft.com/office/drawing/2014/main" id="{F6945BC2-F0D4-4AC5-6FA2-B301CD7ED368}"/>
                    </a:ext>
                  </a:extLst>
                </p:cNvPr>
                <p:cNvSpPr>
                  <a:spLocks noChangeAspect="1" noChangeShapeType="1"/>
                </p:cNvSpPr>
                <p:nvPr/>
              </p:nvSpPr>
              <p:spPr bwMode="auto">
                <a:xfrm>
                  <a:off x="4837" y="252"/>
                  <a:ext cx="0" cy="180"/>
                </a:xfrm>
                <a:prstGeom prst="line">
                  <a:avLst/>
                </a:prstGeom>
                <a:noFill/>
                <a:ln w="25400">
                  <a:solidFill>
                    <a:srgbClr val="FF0000"/>
                  </a:solidFill>
                  <a:round/>
                  <a:headEnd/>
                  <a:tailEnd type="stealth"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16" name="Line 43">
                  <a:extLst>
                    <a:ext uri="{FF2B5EF4-FFF2-40B4-BE49-F238E27FC236}">
                      <a16:creationId xmlns:a16="http://schemas.microsoft.com/office/drawing/2014/main" id="{0D940BE9-D781-65A9-2598-9ABEA0DB10FD}"/>
                    </a:ext>
                  </a:extLst>
                </p:cNvPr>
                <p:cNvSpPr>
                  <a:spLocks noChangeAspect="1" noChangeShapeType="1"/>
                </p:cNvSpPr>
                <p:nvPr/>
              </p:nvSpPr>
              <p:spPr bwMode="auto">
                <a:xfrm>
                  <a:off x="4681" y="252"/>
                  <a:ext cx="0" cy="180"/>
                </a:xfrm>
                <a:prstGeom prst="line">
                  <a:avLst/>
                </a:prstGeom>
                <a:noFill/>
                <a:ln w="25400">
                  <a:solidFill>
                    <a:srgbClr val="FF0000"/>
                  </a:solidFill>
                  <a:round/>
                  <a:headEnd/>
                  <a:tailEnd type="stealth"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30" name="Line 44">
                  <a:extLst>
                    <a:ext uri="{FF2B5EF4-FFF2-40B4-BE49-F238E27FC236}">
                      <a16:creationId xmlns:a16="http://schemas.microsoft.com/office/drawing/2014/main" id="{A754A293-F6F9-0B33-75F0-D7D5D0B480F4}"/>
                    </a:ext>
                  </a:extLst>
                </p:cNvPr>
                <p:cNvSpPr>
                  <a:spLocks noChangeAspect="1" noChangeShapeType="1"/>
                </p:cNvSpPr>
                <p:nvPr/>
              </p:nvSpPr>
              <p:spPr bwMode="auto">
                <a:xfrm>
                  <a:off x="4537" y="252"/>
                  <a:ext cx="0" cy="180"/>
                </a:xfrm>
                <a:prstGeom prst="line">
                  <a:avLst/>
                </a:prstGeom>
                <a:noFill/>
                <a:ln w="25400">
                  <a:solidFill>
                    <a:srgbClr val="FF0000"/>
                  </a:solidFill>
                  <a:round/>
                  <a:headEnd/>
                  <a:tailEnd type="stealth"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31" name="Line 45">
                  <a:extLst>
                    <a:ext uri="{FF2B5EF4-FFF2-40B4-BE49-F238E27FC236}">
                      <a16:creationId xmlns:a16="http://schemas.microsoft.com/office/drawing/2014/main" id="{5291E830-304A-F3FA-52B1-AA9273494FAF}"/>
                    </a:ext>
                  </a:extLst>
                </p:cNvPr>
                <p:cNvSpPr>
                  <a:spLocks noChangeAspect="1" noChangeShapeType="1"/>
                </p:cNvSpPr>
                <p:nvPr/>
              </p:nvSpPr>
              <p:spPr bwMode="auto">
                <a:xfrm>
                  <a:off x="4381" y="252"/>
                  <a:ext cx="0" cy="180"/>
                </a:xfrm>
                <a:prstGeom prst="line">
                  <a:avLst/>
                </a:prstGeom>
                <a:noFill/>
                <a:ln w="25400">
                  <a:solidFill>
                    <a:srgbClr val="FF0000"/>
                  </a:solidFill>
                  <a:round/>
                  <a:headEnd/>
                  <a:tailEnd type="stealth"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32" name="Line 46">
                  <a:extLst>
                    <a:ext uri="{FF2B5EF4-FFF2-40B4-BE49-F238E27FC236}">
                      <a16:creationId xmlns:a16="http://schemas.microsoft.com/office/drawing/2014/main" id="{7EC975AB-F6D9-3710-F511-E6B6F28F691D}"/>
                    </a:ext>
                  </a:extLst>
                </p:cNvPr>
                <p:cNvSpPr>
                  <a:spLocks noChangeAspect="1" noChangeShapeType="1"/>
                </p:cNvSpPr>
                <p:nvPr/>
              </p:nvSpPr>
              <p:spPr bwMode="auto">
                <a:xfrm>
                  <a:off x="4225" y="252"/>
                  <a:ext cx="0" cy="180"/>
                </a:xfrm>
                <a:prstGeom prst="line">
                  <a:avLst/>
                </a:prstGeom>
                <a:noFill/>
                <a:ln w="25400">
                  <a:solidFill>
                    <a:srgbClr val="FF0000"/>
                  </a:solidFill>
                  <a:round/>
                  <a:headEnd/>
                  <a:tailEnd type="stealth"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33" name="Line 47">
                  <a:extLst>
                    <a:ext uri="{FF2B5EF4-FFF2-40B4-BE49-F238E27FC236}">
                      <a16:creationId xmlns:a16="http://schemas.microsoft.com/office/drawing/2014/main" id="{B99BD9BD-9E1D-A809-390E-86568D7BBE78}"/>
                    </a:ext>
                  </a:extLst>
                </p:cNvPr>
                <p:cNvSpPr>
                  <a:spLocks noChangeAspect="1" noChangeShapeType="1"/>
                </p:cNvSpPr>
                <p:nvPr/>
              </p:nvSpPr>
              <p:spPr bwMode="auto">
                <a:xfrm>
                  <a:off x="4225" y="254"/>
                  <a:ext cx="756" cy="0"/>
                </a:xfrm>
                <a:prstGeom prst="line">
                  <a:avLst/>
                </a:prstGeom>
                <a:noFill/>
                <a:ln w="25400">
                  <a:solidFill>
                    <a:srgbClr val="FF0000"/>
                  </a:solidFill>
                  <a:round/>
                  <a:headE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grpSp>
        <p:sp>
          <p:nvSpPr>
            <p:cNvPr id="26" name="Line 48">
              <a:extLst>
                <a:ext uri="{FF2B5EF4-FFF2-40B4-BE49-F238E27FC236}">
                  <a16:creationId xmlns:a16="http://schemas.microsoft.com/office/drawing/2014/main" id="{08D025D7-54E3-944A-F9CA-16EAFCDCF664}"/>
                </a:ext>
              </a:extLst>
            </p:cNvPr>
            <p:cNvSpPr>
              <a:spLocks noChangeAspect="1" noChangeShapeType="1"/>
            </p:cNvSpPr>
            <p:nvPr/>
          </p:nvSpPr>
          <p:spPr bwMode="auto">
            <a:xfrm>
              <a:off x="5283" y="990"/>
              <a:ext cx="0" cy="17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27" name="Group 49">
              <a:extLst>
                <a:ext uri="{FF2B5EF4-FFF2-40B4-BE49-F238E27FC236}">
                  <a16:creationId xmlns:a16="http://schemas.microsoft.com/office/drawing/2014/main" id="{FAD9EC3F-D55D-2FB9-242D-3403780A2765}"/>
                </a:ext>
              </a:extLst>
            </p:cNvPr>
            <p:cNvGrpSpPr>
              <a:grpSpLocks/>
            </p:cNvGrpSpPr>
            <p:nvPr/>
          </p:nvGrpSpPr>
          <p:grpSpPr bwMode="auto">
            <a:xfrm>
              <a:off x="5078" y="264"/>
              <a:ext cx="423" cy="445"/>
              <a:chOff x="5372" y="897"/>
              <a:chExt cx="423" cy="358"/>
            </a:xfrm>
          </p:grpSpPr>
          <p:sp>
            <p:nvSpPr>
              <p:cNvPr id="30" name="Line 50">
                <a:extLst>
                  <a:ext uri="{FF2B5EF4-FFF2-40B4-BE49-F238E27FC236}">
                    <a16:creationId xmlns:a16="http://schemas.microsoft.com/office/drawing/2014/main" id="{BC4DE8B0-8DDC-4F6A-B4FA-3A2D215695FD}"/>
                  </a:ext>
                </a:extLst>
              </p:cNvPr>
              <p:cNvSpPr>
                <a:spLocks noChangeShapeType="1"/>
              </p:cNvSpPr>
              <p:nvPr/>
            </p:nvSpPr>
            <p:spPr bwMode="auto">
              <a:xfrm>
                <a:off x="5581" y="897"/>
                <a:ext cx="0" cy="358"/>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 name="Line 51">
                <a:extLst>
                  <a:ext uri="{FF2B5EF4-FFF2-40B4-BE49-F238E27FC236}">
                    <a16:creationId xmlns:a16="http://schemas.microsoft.com/office/drawing/2014/main" id="{AFF5EA57-8F97-E063-0E2B-37EFDE8D1DB8}"/>
                  </a:ext>
                </a:extLst>
              </p:cNvPr>
              <p:cNvSpPr>
                <a:spLocks noChangeShapeType="1"/>
              </p:cNvSpPr>
              <p:nvPr/>
            </p:nvSpPr>
            <p:spPr bwMode="auto">
              <a:xfrm flipH="1">
                <a:off x="5372" y="900"/>
                <a:ext cx="218" cy="0"/>
              </a:xfrm>
              <a:prstGeom prst="line">
                <a:avLst/>
              </a:prstGeom>
              <a:noFill/>
              <a:ln w="28575">
                <a:solidFill>
                  <a:srgbClr val="FF0000"/>
                </a:solidFill>
                <a:round/>
                <a:headEnd/>
                <a:tailEnd type="stealth"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2" name="Line 52">
                <a:extLst>
                  <a:ext uri="{FF2B5EF4-FFF2-40B4-BE49-F238E27FC236}">
                    <a16:creationId xmlns:a16="http://schemas.microsoft.com/office/drawing/2014/main" id="{121E4780-C5A3-A672-706C-1120062CF4CB}"/>
                  </a:ext>
                </a:extLst>
              </p:cNvPr>
              <p:cNvSpPr>
                <a:spLocks noChangeShapeType="1"/>
              </p:cNvSpPr>
              <p:nvPr/>
            </p:nvSpPr>
            <p:spPr bwMode="auto">
              <a:xfrm>
                <a:off x="5577" y="1247"/>
                <a:ext cx="218" cy="0"/>
              </a:xfrm>
              <a:prstGeom prst="line">
                <a:avLst/>
              </a:prstGeom>
              <a:noFill/>
              <a:ln w="28575">
                <a:solidFill>
                  <a:srgbClr val="FF0000"/>
                </a:solidFill>
                <a:round/>
                <a:headEnd/>
                <a:tailEnd type="stealth"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sp>
          <p:nvSpPr>
            <p:cNvPr id="28" name="Line 53">
              <a:extLst>
                <a:ext uri="{FF2B5EF4-FFF2-40B4-BE49-F238E27FC236}">
                  <a16:creationId xmlns:a16="http://schemas.microsoft.com/office/drawing/2014/main" id="{EFCD1E57-DF59-873F-66A1-3AB6394C6F87}"/>
                </a:ext>
              </a:extLst>
            </p:cNvPr>
            <p:cNvSpPr>
              <a:spLocks noChangeAspect="1" noChangeShapeType="1"/>
            </p:cNvSpPr>
            <p:nvPr/>
          </p:nvSpPr>
          <p:spPr bwMode="auto">
            <a:xfrm flipV="1">
              <a:off x="5287" y="572"/>
              <a:ext cx="0" cy="420"/>
            </a:xfrm>
            <a:prstGeom prst="line">
              <a:avLst/>
            </a:prstGeom>
            <a:noFill/>
            <a:ln w="38100">
              <a:solidFill>
                <a:srgbClr val="FF00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9" name="Text Box 54">
              <a:extLst>
                <a:ext uri="{FF2B5EF4-FFF2-40B4-BE49-F238E27FC236}">
                  <a16:creationId xmlns:a16="http://schemas.microsoft.com/office/drawing/2014/main" id="{67299B8A-77B8-85EC-A92A-F9FC59FCEEA6}"/>
                </a:ext>
              </a:extLst>
            </p:cNvPr>
            <p:cNvSpPr txBox="1">
              <a:spLocks noChangeAspect="1" noChangeArrowheads="1"/>
            </p:cNvSpPr>
            <p:nvPr/>
          </p:nvSpPr>
          <p:spPr bwMode="auto">
            <a:xfrm>
              <a:off x="5257" y="752"/>
              <a:ext cx="293" cy="3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r>
                <a:rPr lang="en-US" altLang="zh-CN" b="1" i="1">
                  <a:solidFill>
                    <a:srgbClr val="FF0000"/>
                  </a:solidFill>
                  <a:ea typeface="宋体" panose="02010600030101010101" pitchFamily="2" charset="-122"/>
                </a:rPr>
                <a:t>F</a:t>
              </a:r>
              <a:endParaRPr lang="en-US" altLang="zh-CN" i="1" baseline="-25000">
                <a:solidFill>
                  <a:srgbClr val="FF6600"/>
                </a:solidFill>
                <a:ea typeface="宋体" panose="02010600030101010101" pitchFamily="2" charset="-122"/>
              </a:endParaRPr>
            </a:p>
          </p:txBody>
        </p:sp>
      </p:grpSp>
      <p:grpSp>
        <p:nvGrpSpPr>
          <p:cNvPr id="143" name="Group 55">
            <a:extLst>
              <a:ext uri="{FF2B5EF4-FFF2-40B4-BE49-F238E27FC236}">
                <a16:creationId xmlns:a16="http://schemas.microsoft.com/office/drawing/2014/main" id="{79343289-3D20-FC2D-059E-53F17B54D768}"/>
              </a:ext>
            </a:extLst>
          </p:cNvPr>
          <p:cNvGrpSpPr>
            <a:grpSpLocks/>
          </p:cNvGrpSpPr>
          <p:nvPr/>
        </p:nvGrpSpPr>
        <p:grpSpPr bwMode="auto">
          <a:xfrm>
            <a:off x="8390048" y="4133745"/>
            <a:ext cx="2397125" cy="727075"/>
            <a:chOff x="3796" y="1345"/>
            <a:chExt cx="1510" cy="458"/>
          </a:xfrm>
        </p:grpSpPr>
        <p:sp>
          <p:nvSpPr>
            <p:cNvPr id="144" name="Text Box 56">
              <a:extLst>
                <a:ext uri="{FF2B5EF4-FFF2-40B4-BE49-F238E27FC236}">
                  <a16:creationId xmlns:a16="http://schemas.microsoft.com/office/drawing/2014/main" id="{DF476762-8768-C109-0EC5-4784E26CA54A}"/>
                </a:ext>
              </a:extLst>
            </p:cNvPr>
            <p:cNvSpPr txBox="1">
              <a:spLocks noChangeAspect="1" noChangeArrowheads="1"/>
            </p:cNvSpPr>
            <p:nvPr/>
          </p:nvSpPr>
          <p:spPr bwMode="auto">
            <a:xfrm>
              <a:off x="4396" y="1345"/>
              <a:ext cx="264" cy="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r>
                <a:rPr lang="en-US" altLang="zh-CN" i="1">
                  <a:solidFill>
                    <a:srgbClr val="FF0000"/>
                  </a:solidFill>
                  <a:ea typeface="宋体" panose="02010600030101010101" pitchFamily="2" charset="-122"/>
                </a:rPr>
                <a:t>q</a:t>
              </a:r>
            </a:p>
          </p:txBody>
        </p:sp>
        <p:grpSp>
          <p:nvGrpSpPr>
            <p:cNvPr id="145" name="Group 57">
              <a:extLst>
                <a:ext uri="{FF2B5EF4-FFF2-40B4-BE49-F238E27FC236}">
                  <a16:creationId xmlns:a16="http://schemas.microsoft.com/office/drawing/2014/main" id="{A1A54B2D-FF25-D7E8-D61F-ACDC6F7FA056}"/>
                </a:ext>
              </a:extLst>
            </p:cNvPr>
            <p:cNvGrpSpPr>
              <a:grpSpLocks/>
            </p:cNvGrpSpPr>
            <p:nvPr/>
          </p:nvGrpSpPr>
          <p:grpSpPr bwMode="auto">
            <a:xfrm>
              <a:off x="3796" y="1622"/>
              <a:ext cx="1510" cy="181"/>
              <a:chOff x="3679" y="3253"/>
              <a:chExt cx="1510" cy="181"/>
            </a:xfrm>
          </p:grpSpPr>
          <p:grpSp>
            <p:nvGrpSpPr>
              <p:cNvPr id="146" name="Group 58">
                <a:extLst>
                  <a:ext uri="{FF2B5EF4-FFF2-40B4-BE49-F238E27FC236}">
                    <a16:creationId xmlns:a16="http://schemas.microsoft.com/office/drawing/2014/main" id="{85BF5FA6-E8E9-13DC-8F17-DF12C08314DE}"/>
                  </a:ext>
                </a:extLst>
              </p:cNvPr>
              <p:cNvGrpSpPr>
                <a:grpSpLocks/>
              </p:cNvGrpSpPr>
              <p:nvPr/>
            </p:nvGrpSpPr>
            <p:grpSpPr bwMode="auto">
              <a:xfrm>
                <a:off x="3679" y="3253"/>
                <a:ext cx="756" cy="180"/>
                <a:chOff x="4225" y="252"/>
                <a:chExt cx="756" cy="180"/>
              </a:xfrm>
            </p:grpSpPr>
            <p:sp>
              <p:nvSpPr>
                <p:cNvPr id="155" name="Line 59">
                  <a:extLst>
                    <a:ext uri="{FF2B5EF4-FFF2-40B4-BE49-F238E27FC236}">
                      <a16:creationId xmlns:a16="http://schemas.microsoft.com/office/drawing/2014/main" id="{6AC896E2-958F-ACE9-E074-1D98160F8840}"/>
                    </a:ext>
                  </a:extLst>
                </p:cNvPr>
                <p:cNvSpPr>
                  <a:spLocks noChangeAspect="1" noChangeShapeType="1"/>
                </p:cNvSpPr>
                <p:nvPr/>
              </p:nvSpPr>
              <p:spPr bwMode="auto">
                <a:xfrm>
                  <a:off x="4979" y="252"/>
                  <a:ext cx="0" cy="180"/>
                </a:xfrm>
                <a:prstGeom prst="line">
                  <a:avLst/>
                </a:prstGeom>
                <a:noFill/>
                <a:ln w="25400">
                  <a:solidFill>
                    <a:srgbClr val="FF0000"/>
                  </a:solidFill>
                  <a:round/>
                  <a:headEnd/>
                  <a:tailEnd type="stealth"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56" name="Line 60">
                  <a:extLst>
                    <a:ext uri="{FF2B5EF4-FFF2-40B4-BE49-F238E27FC236}">
                      <a16:creationId xmlns:a16="http://schemas.microsoft.com/office/drawing/2014/main" id="{E747C97D-590E-4BDE-D795-C646889C2B6D}"/>
                    </a:ext>
                  </a:extLst>
                </p:cNvPr>
                <p:cNvSpPr>
                  <a:spLocks noChangeAspect="1" noChangeShapeType="1"/>
                </p:cNvSpPr>
                <p:nvPr/>
              </p:nvSpPr>
              <p:spPr bwMode="auto">
                <a:xfrm>
                  <a:off x="4837" y="252"/>
                  <a:ext cx="0" cy="180"/>
                </a:xfrm>
                <a:prstGeom prst="line">
                  <a:avLst/>
                </a:prstGeom>
                <a:noFill/>
                <a:ln w="25400">
                  <a:solidFill>
                    <a:srgbClr val="FF0000"/>
                  </a:solidFill>
                  <a:round/>
                  <a:headEnd/>
                  <a:tailEnd type="stealth"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57" name="Line 61">
                  <a:extLst>
                    <a:ext uri="{FF2B5EF4-FFF2-40B4-BE49-F238E27FC236}">
                      <a16:creationId xmlns:a16="http://schemas.microsoft.com/office/drawing/2014/main" id="{F7C30800-CD22-3A75-747E-900437AAF230}"/>
                    </a:ext>
                  </a:extLst>
                </p:cNvPr>
                <p:cNvSpPr>
                  <a:spLocks noChangeAspect="1" noChangeShapeType="1"/>
                </p:cNvSpPr>
                <p:nvPr/>
              </p:nvSpPr>
              <p:spPr bwMode="auto">
                <a:xfrm>
                  <a:off x="4681" y="252"/>
                  <a:ext cx="0" cy="180"/>
                </a:xfrm>
                <a:prstGeom prst="line">
                  <a:avLst/>
                </a:prstGeom>
                <a:noFill/>
                <a:ln w="25400">
                  <a:solidFill>
                    <a:srgbClr val="FF0000"/>
                  </a:solidFill>
                  <a:round/>
                  <a:headEnd/>
                  <a:tailEnd type="stealth"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58" name="Line 62">
                  <a:extLst>
                    <a:ext uri="{FF2B5EF4-FFF2-40B4-BE49-F238E27FC236}">
                      <a16:creationId xmlns:a16="http://schemas.microsoft.com/office/drawing/2014/main" id="{2E931A1B-4966-44D4-8EF8-4564096113BC}"/>
                    </a:ext>
                  </a:extLst>
                </p:cNvPr>
                <p:cNvSpPr>
                  <a:spLocks noChangeAspect="1" noChangeShapeType="1"/>
                </p:cNvSpPr>
                <p:nvPr/>
              </p:nvSpPr>
              <p:spPr bwMode="auto">
                <a:xfrm>
                  <a:off x="4537" y="252"/>
                  <a:ext cx="0" cy="180"/>
                </a:xfrm>
                <a:prstGeom prst="line">
                  <a:avLst/>
                </a:prstGeom>
                <a:noFill/>
                <a:ln w="25400">
                  <a:solidFill>
                    <a:srgbClr val="FF0000"/>
                  </a:solidFill>
                  <a:round/>
                  <a:headEnd/>
                  <a:tailEnd type="stealth"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59" name="Line 63">
                  <a:extLst>
                    <a:ext uri="{FF2B5EF4-FFF2-40B4-BE49-F238E27FC236}">
                      <a16:creationId xmlns:a16="http://schemas.microsoft.com/office/drawing/2014/main" id="{17656898-A162-B6A6-5449-ABA3D953195A}"/>
                    </a:ext>
                  </a:extLst>
                </p:cNvPr>
                <p:cNvSpPr>
                  <a:spLocks noChangeAspect="1" noChangeShapeType="1"/>
                </p:cNvSpPr>
                <p:nvPr/>
              </p:nvSpPr>
              <p:spPr bwMode="auto">
                <a:xfrm>
                  <a:off x="4381" y="252"/>
                  <a:ext cx="0" cy="180"/>
                </a:xfrm>
                <a:prstGeom prst="line">
                  <a:avLst/>
                </a:prstGeom>
                <a:noFill/>
                <a:ln w="25400">
                  <a:solidFill>
                    <a:srgbClr val="FF0000"/>
                  </a:solidFill>
                  <a:round/>
                  <a:headEnd/>
                  <a:tailEnd type="stealth"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60" name="Line 64">
                  <a:extLst>
                    <a:ext uri="{FF2B5EF4-FFF2-40B4-BE49-F238E27FC236}">
                      <a16:creationId xmlns:a16="http://schemas.microsoft.com/office/drawing/2014/main" id="{FBEADD12-A469-C22F-8B0A-713D5BC426FA}"/>
                    </a:ext>
                  </a:extLst>
                </p:cNvPr>
                <p:cNvSpPr>
                  <a:spLocks noChangeAspect="1" noChangeShapeType="1"/>
                </p:cNvSpPr>
                <p:nvPr/>
              </p:nvSpPr>
              <p:spPr bwMode="auto">
                <a:xfrm>
                  <a:off x="4225" y="252"/>
                  <a:ext cx="0" cy="180"/>
                </a:xfrm>
                <a:prstGeom prst="line">
                  <a:avLst/>
                </a:prstGeom>
                <a:noFill/>
                <a:ln w="25400">
                  <a:solidFill>
                    <a:srgbClr val="FF0000"/>
                  </a:solidFill>
                  <a:round/>
                  <a:headEnd/>
                  <a:tailEnd type="stealth"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61" name="Line 65">
                  <a:extLst>
                    <a:ext uri="{FF2B5EF4-FFF2-40B4-BE49-F238E27FC236}">
                      <a16:creationId xmlns:a16="http://schemas.microsoft.com/office/drawing/2014/main" id="{EBD7480A-5FAD-610B-4555-E99FA4AF651F}"/>
                    </a:ext>
                  </a:extLst>
                </p:cNvPr>
                <p:cNvSpPr>
                  <a:spLocks noChangeAspect="1" noChangeShapeType="1"/>
                </p:cNvSpPr>
                <p:nvPr/>
              </p:nvSpPr>
              <p:spPr bwMode="auto">
                <a:xfrm>
                  <a:off x="4225" y="254"/>
                  <a:ext cx="756" cy="0"/>
                </a:xfrm>
                <a:prstGeom prst="line">
                  <a:avLst/>
                </a:prstGeom>
                <a:noFill/>
                <a:ln w="25400">
                  <a:solidFill>
                    <a:srgbClr val="FF0000"/>
                  </a:solidFill>
                  <a:round/>
                  <a:headE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grpSp>
            <p:nvGrpSpPr>
              <p:cNvPr id="147" name="Group 66">
                <a:extLst>
                  <a:ext uri="{FF2B5EF4-FFF2-40B4-BE49-F238E27FC236}">
                    <a16:creationId xmlns:a16="http://schemas.microsoft.com/office/drawing/2014/main" id="{70B343EA-6066-D604-A516-14AC973B0D1D}"/>
                  </a:ext>
                </a:extLst>
              </p:cNvPr>
              <p:cNvGrpSpPr>
                <a:grpSpLocks/>
              </p:cNvGrpSpPr>
              <p:nvPr/>
            </p:nvGrpSpPr>
            <p:grpSpPr bwMode="auto">
              <a:xfrm>
                <a:off x="4433" y="3254"/>
                <a:ext cx="756" cy="180"/>
                <a:chOff x="4225" y="252"/>
                <a:chExt cx="756" cy="180"/>
              </a:xfrm>
            </p:grpSpPr>
            <p:sp>
              <p:nvSpPr>
                <p:cNvPr id="148" name="Line 67">
                  <a:extLst>
                    <a:ext uri="{FF2B5EF4-FFF2-40B4-BE49-F238E27FC236}">
                      <a16:creationId xmlns:a16="http://schemas.microsoft.com/office/drawing/2014/main" id="{E6A8BB7D-01C7-6DBA-B1D3-9D491BE6C058}"/>
                    </a:ext>
                  </a:extLst>
                </p:cNvPr>
                <p:cNvSpPr>
                  <a:spLocks noChangeAspect="1" noChangeShapeType="1"/>
                </p:cNvSpPr>
                <p:nvPr/>
              </p:nvSpPr>
              <p:spPr bwMode="auto">
                <a:xfrm>
                  <a:off x="4979" y="252"/>
                  <a:ext cx="0" cy="180"/>
                </a:xfrm>
                <a:prstGeom prst="line">
                  <a:avLst/>
                </a:prstGeom>
                <a:noFill/>
                <a:ln w="25400">
                  <a:solidFill>
                    <a:srgbClr val="FF0000"/>
                  </a:solidFill>
                  <a:round/>
                  <a:headEnd/>
                  <a:tailEnd type="stealth"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49" name="Line 68">
                  <a:extLst>
                    <a:ext uri="{FF2B5EF4-FFF2-40B4-BE49-F238E27FC236}">
                      <a16:creationId xmlns:a16="http://schemas.microsoft.com/office/drawing/2014/main" id="{3DCABC69-C4ED-548E-EE9A-F7DDFFD9625D}"/>
                    </a:ext>
                  </a:extLst>
                </p:cNvPr>
                <p:cNvSpPr>
                  <a:spLocks noChangeAspect="1" noChangeShapeType="1"/>
                </p:cNvSpPr>
                <p:nvPr/>
              </p:nvSpPr>
              <p:spPr bwMode="auto">
                <a:xfrm>
                  <a:off x="4837" y="252"/>
                  <a:ext cx="0" cy="180"/>
                </a:xfrm>
                <a:prstGeom prst="line">
                  <a:avLst/>
                </a:prstGeom>
                <a:noFill/>
                <a:ln w="25400">
                  <a:solidFill>
                    <a:srgbClr val="FF0000"/>
                  </a:solidFill>
                  <a:round/>
                  <a:headEnd/>
                  <a:tailEnd type="stealth"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50" name="Line 69">
                  <a:extLst>
                    <a:ext uri="{FF2B5EF4-FFF2-40B4-BE49-F238E27FC236}">
                      <a16:creationId xmlns:a16="http://schemas.microsoft.com/office/drawing/2014/main" id="{9D03C7E0-B873-71BE-33A4-6F0D96E0247E}"/>
                    </a:ext>
                  </a:extLst>
                </p:cNvPr>
                <p:cNvSpPr>
                  <a:spLocks noChangeAspect="1" noChangeShapeType="1"/>
                </p:cNvSpPr>
                <p:nvPr/>
              </p:nvSpPr>
              <p:spPr bwMode="auto">
                <a:xfrm>
                  <a:off x="4681" y="252"/>
                  <a:ext cx="0" cy="180"/>
                </a:xfrm>
                <a:prstGeom prst="line">
                  <a:avLst/>
                </a:prstGeom>
                <a:noFill/>
                <a:ln w="25400">
                  <a:solidFill>
                    <a:srgbClr val="FF0000"/>
                  </a:solidFill>
                  <a:round/>
                  <a:headEnd/>
                  <a:tailEnd type="stealth"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51" name="Line 70">
                  <a:extLst>
                    <a:ext uri="{FF2B5EF4-FFF2-40B4-BE49-F238E27FC236}">
                      <a16:creationId xmlns:a16="http://schemas.microsoft.com/office/drawing/2014/main" id="{6B378E85-4175-42E9-F65D-5DCEAA02C19C}"/>
                    </a:ext>
                  </a:extLst>
                </p:cNvPr>
                <p:cNvSpPr>
                  <a:spLocks noChangeAspect="1" noChangeShapeType="1"/>
                </p:cNvSpPr>
                <p:nvPr/>
              </p:nvSpPr>
              <p:spPr bwMode="auto">
                <a:xfrm>
                  <a:off x="4537" y="252"/>
                  <a:ext cx="0" cy="180"/>
                </a:xfrm>
                <a:prstGeom prst="line">
                  <a:avLst/>
                </a:prstGeom>
                <a:noFill/>
                <a:ln w="25400">
                  <a:solidFill>
                    <a:srgbClr val="FF0000"/>
                  </a:solidFill>
                  <a:round/>
                  <a:headEnd/>
                  <a:tailEnd type="stealth"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52" name="Line 71">
                  <a:extLst>
                    <a:ext uri="{FF2B5EF4-FFF2-40B4-BE49-F238E27FC236}">
                      <a16:creationId xmlns:a16="http://schemas.microsoft.com/office/drawing/2014/main" id="{EA6FE644-FF3E-D63D-2EE3-FE778AA4CDD4}"/>
                    </a:ext>
                  </a:extLst>
                </p:cNvPr>
                <p:cNvSpPr>
                  <a:spLocks noChangeAspect="1" noChangeShapeType="1"/>
                </p:cNvSpPr>
                <p:nvPr/>
              </p:nvSpPr>
              <p:spPr bwMode="auto">
                <a:xfrm>
                  <a:off x="4381" y="252"/>
                  <a:ext cx="0" cy="180"/>
                </a:xfrm>
                <a:prstGeom prst="line">
                  <a:avLst/>
                </a:prstGeom>
                <a:noFill/>
                <a:ln w="25400">
                  <a:solidFill>
                    <a:srgbClr val="FF0000"/>
                  </a:solidFill>
                  <a:round/>
                  <a:headEnd/>
                  <a:tailEnd type="stealth"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53" name="Line 72">
                  <a:extLst>
                    <a:ext uri="{FF2B5EF4-FFF2-40B4-BE49-F238E27FC236}">
                      <a16:creationId xmlns:a16="http://schemas.microsoft.com/office/drawing/2014/main" id="{47C80CD8-D917-0080-1C53-98BB06329005}"/>
                    </a:ext>
                  </a:extLst>
                </p:cNvPr>
                <p:cNvSpPr>
                  <a:spLocks noChangeAspect="1" noChangeShapeType="1"/>
                </p:cNvSpPr>
                <p:nvPr/>
              </p:nvSpPr>
              <p:spPr bwMode="auto">
                <a:xfrm>
                  <a:off x="4225" y="252"/>
                  <a:ext cx="0" cy="180"/>
                </a:xfrm>
                <a:prstGeom prst="line">
                  <a:avLst/>
                </a:prstGeom>
                <a:noFill/>
                <a:ln w="25400">
                  <a:solidFill>
                    <a:srgbClr val="FF0000"/>
                  </a:solidFill>
                  <a:round/>
                  <a:headEnd/>
                  <a:tailEnd type="stealth"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54" name="Line 73">
                  <a:extLst>
                    <a:ext uri="{FF2B5EF4-FFF2-40B4-BE49-F238E27FC236}">
                      <a16:creationId xmlns:a16="http://schemas.microsoft.com/office/drawing/2014/main" id="{C4DCE6AD-F20F-1492-311B-35B40F2C60C7}"/>
                    </a:ext>
                  </a:extLst>
                </p:cNvPr>
                <p:cNvSpPr>
                  <a:spLocks noChangeAspect="1" noChangeShapeType="1"/>
                </p:cNvSpPr>
                <p:nvPr/>
              </p:nvSpPr>
              <p:spPr bwMode="auto">
                <a:xfrm>
                  <a:off x="4225" y="254"/>
                  <a:ext cx="756" cy="0"/>
                </a:xfrm>
                <a:prstGeom prst="line">
                  <a:avLst/>
                </a:prstGeom>
                <a:noFill/>
                <a:ln w="25400">
                  <a:solidFill>
                    <a:srgbClr val="FF0000"/>
                  </a:solidFill>
                  <a:round/>
                  <a:headE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grpSp>
      </p:grpSp>
      <p:grpSp>
        <p:nvGrpSpPr>
          <p:cNvPr id="162" name="Group 74">
            <a:extLst>
              <a:ext uri="{FF2B5EF4-FFF2-40B4-BE49-F238E27FC236}">
                <a16:creationId xmlns:a16="http://schemas.microsoft.com/office/drawing/2014/main" id="{FF7C69D7-4CD3-2528-B7B1-8EDA31A1723B}"/>
              </a:ext>
            </a:extLst>
          </p:cNvPr>
          <p:cNvGrpSpPr>
            <a:grpSpLocks/>
          </p:cNvGrpSpPr>
          <p:nvPr/>
        </p:nvGrpSpPr>
        <p:grpSpPr bwMode="auto">
          <a:xfrm>
            <a:off x="8245586" y="4046432"/>
            <a:ext cx="2911475" cy="1660525"/>
            <a:chOff x="3705" y="1290"/>
            <a:chExt cx="1834" cy="1046"/>
          </a:xfrm>
        </p:grpSpPr>
        <p:sp>
          <p:nvSpPr>
            <p:cNvPr id="163" name="Text Box 75">
              <a:extLst>
                <a:ext uri="{FF2B5EF4-FFF2-40B4-BE49-F238E27FC236}">
                  <a16:creationId xmlns:a16="http://schemas.microsoft.com/office/drawing/2014/main" id="{508CFAB3-1080-22DB-4AB1-DC4B6514D700}"/>
                </a:ext>
              </a:extLst>
            </p:cNvPr>
            <p:cNvSpPr txBox="1">
              <a:spLocks noChangeAspect="1" noChangeArrowheads="1"/>
            </p:cNvSpPr>
            <p:nvPr/>
          </p:nvSpPr>
          <p:spPr bwMode="auto">
            <a:xfrm>
              <a:off x="5269" y="2060"/>
              <a:ext cx="270" cy="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r>
                <a:rPr lang="en-US" altLang="zh-CN" b="1" i="1">
                  <a:solidFill>
                    <a:srgbClr val="FF0000"/>
                  </a:solidFill>
                  <a:ea typeface="宋体" panose="02010600030101010101" pitchFamily="2" charset="-122"/>
                </a:rPr>
                <a:t>F</a:t>
              </a:r>
              <a:endParaRPr lang="en-US" altLang="zh-CN" baseline="-25000">
                <a:solidFill>
                  <a:srgbClr val="FF0000"/>
                </a:solidFill>
                <a:ea typeface="宋体" panose="02010600030101010101" pitchFamily="2" charset="-122"/>
              </a:endParaRPr>
            </a:p>
          </p:txBody>
        </p:sp>
        <p:sp>
          <p:nvSpPr>
            <p:cNvPr id="164" name="Text Box 76">
              <a:extLst>
                <a:ext uri="{FF2B5EF4-FFF2-40B4-BE49-F238E27FC236}">
                  <a16:creationId xmlns:a16="http://schemas.microsoft.com/office/drawing/2014/main" id="{68D27927-5A74-0266-CBC0-C0938EF29A12}"/>
                </a:ext>
              </a:extLst>
            </p:cNvPr>
            <p:cNvSpPr txBox="1">
              <a:spLocks noChangeAspect="1" noChangeArrowheads="1"/>
            </p:cNvSpPr>
            <p:nvPr/>
          </p:nvSpPr>
          <p:spPr bwMode="auto">
            <a:xfrm>
              <a:off x="5075" y="1290"/>
              <a:ext cx="383" cy="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r>
                <a:rPr lang="en-US" altLang="zh-CN" i="1">
                  <a:solidFill>
                    <a:srgbClr val="FF0000"/>
                  </a:solidFill>
                  <a:ea typeface="宋体" panose="02010600030101010101" pitchFamily="2" charset="-122"/>
                </a:rPr>
                <a:t>M</a:t>
              </a:r>
              <a:endParaRPr lang="en-US" altLang="zh-CN" baseline="-25000">
                <a:solidFill>
                  <a:srgbClr val="FF0000"/>
                </a:solidFill>
                <a:ea typeface="宋体" panose="02010600030101010101" pitchFamily="2" charset="-122"/>
              </a:endParaRPr>
            </a:p>
          </p:txBody>
        </p:sp>
        <p:sp>
          <p:nvSpPr>
            <p:cNvPr id="165" name="Text Box 77">
              <a:extLst>
                <a:ext uri="{FF2B5EF4-FFF2-40B4-BE49-F238E27FC236}">
                  <a16:creationId xmlns:a16="http://schemas.microsoft.com/office/drawing/2014/main" id="{4DBB925F-A7A6-5C2F-A28C-442D01FD0648}"/>
                </a:ext>
              </a:extLst>
            </p:cNvPr>
            <p:cNvSpPr txBox="1">
              <a:spLocks noChangeAspect="1" noChangeArrowheads="1"/>
            </p:cNvSpPr>
            <p:nvPr/>
          </p:nvSpPr>
          <p:spPr bwMode="auto">
            <a:xfrm>
              <a:off x="3780" y="1813"/>
              <a:ext cx="324" cy="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r>
                <a:rPr lang="en-US" altLang="zh-CN" i="1">
                  <a:solidFill>
                    <a:schemeClr val="tx1"/>
                  </a:solidFill>
                  <a:ea typeface="宋体" panose="02010600030101010101" pitchFamily="2" charset="-122"/>
                </a:rPr>
                <a:t>A</a:t>
              </a:r>
            </a:p>
          </p:txBody>
        </p:sp>
        <p:sp>
          <p:nvSpPr>
            <p:cNvPr id="166" name="Text Box 78">
              <a:extLst>
                <a:ext uri="{FF2B5EF4-FFF2-40B4-BE49-F238E27FC236}">
                  <a16:creationId xmlns:a16="http://schemas.microsoft.com/office/drawing/2014/main" id="{BCE2F688-F5DF-83CD-A958-902B9B92CBFD}"/>
                </a:ext>
              </a:extLst>
            </p:cNvPr>
            <p:cNvSpPr txBox="1">
              <a:spLocks noChangeAspect="1" noChangeArrowheads="1"/>
            </p:cNvSpPr>
            <p:nvPr/>
          </p:nvSpPr>
          <p:spPr bwMode="auto">
            <a:xfrm>
              <a:off x="5266" y="1700"/>
              <a:ext cx="216" cy="30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just"/>
              <a:r>
                <a:rPr lang="en-US" altLang="zh-CN" i="1">
                  <a:solidFill>
                    <a:schemeClr val="tx1"/>
                  </a:solidFill>
                  <a:ea typeface="宋体" panose="02010600030101010101" pitchFamily="2" charset="-122"/>
                </a:rPr>
                <a:t>B</a:t>
              </a:r>
            </a:p>
          </p:txBody>
        </p:sp>
        <p:sp>
          <p:nvSpPr>
            <p:cNvPr id="167" name="Line 79">
              <a:extLst>
                <a:ext uri="{FF2B5EF4-FFF2-40B4-BE49-F238E27FC236}">
                  <a16:creationId xmlns:a16="http://schemas.microsoft.com/office/drawing/2014/main" id="{F904098E-D12F-492A-3A00-366D875EE93F}"/>
                </a:ext>
              </a:extLst>
            </p:cNvPr>
            <p:cNvSpPr>
              <a:spLocks noChangeAspect="1" noChangeShapeType="1"/>
            </p:cNvSpPr>
            <p:nvPr/>
          </p:nvSpPr>
          <p:spPr bwMode="auto">
            <a:xfrm>
              <a:off x="3815" y="1843"/>
              <a:ext cx="1500" cy="0"/>
            </a:xfrm>
            <a:prstGeom prst="line">
              <a:avLst/>
            </a:prstGeom>
            <a:noFill/>
            <a:ln w="762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8" name="Rectangle 80">
              <a:extLst>
                <a:ext uri="{FF2B5EF4-FFF2-40B4-BE49-F238E27FC236}">
                  <a16:creationId xmlns:a16="http://schemas.microsoft.com/office/drawing/2014/main" id="{89299965-008C-2521-E6E2-0E65263CCA74}"/>
                </a:ext>
              </a:extLst>
            </p:cNvPr>
            <p:cNvSpPr>
              <a:spLocks noChangeArrowheads="1"/>
            </p:cNvSpPr>
            <p:nvPr/>
          </p:nvSpPr>
          <p:spPr bwMode="auto">
            <a:xfrm>
              <a:off x="3705" y="1798"/>
              <a:ext cx="1604" cy="75"/>
            </a:xfrm>
            <a:prstGeom prst="rect">
              <a:avLst/>
            </a:prstGeom>
            <a:gradFill rotWithShape="1">
              <a:gsLst>
                <a:gs pos="0">
                  <a:srgbClr val="5F5F5F"/>
                </a:gs>
                <a:gs pos="50000">
                  <a:srgbClr val="5F5F5F">
                    <a:gamma/>
                    <a:tint val="9412"/>
                    <a:invGamma/>
                  </a:srgbClr>
                </a:gs>
                <a:gs pos="100000">
                  <a:srgbClr val="5F5F5F"/>
                </a:gs>
              </a:gsLst>
              <a:lin ang="5400000" scaled="1"/>
            </a:gra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69" name="Group 81">
              <a:extLst>
                <a:ext uri="{FF2B5EF4-FFF2-40B4-BE49-F238E27FC236}">
                  <a16:creationId xmlns:a16="http://schemas.microsoft.com/office/drawing/2014/main" id="{13C1B070-CB89-0234-42F8-8F2B29B27A06}"/>
                </a:ext>
              </a:extLst>
            </p:cNvPr>
            <p:cNvGrpSpPr>
              <a:grpSpLocks/>
            </p:cNvGrpSpPr>
            <p:nvPr/>
          </p:nvGrpSpPr>
          <p:grpSpPr bwMode="auto">
            <a:xfrm>
              <a:off x="5100" y="1545"/>
              <a:ext cx="423" cy="445"/>
              <a:chOff x="5372" y="897"/>
              <a:chExt cx="423" cy="358"/>
            </a:xfrm>
          </p:grpSpPr>
          <p:sp>
            <p:nvSpPr>
              <p:cNvPr id="171" name="Line 82">
                <a:extLst>
                  <a:ext uri="{FF2B5EF4-FFF2-40B4-BE49-F238E27FC236}">
                    <a16:creationId xmlns:a16="http://schemas.microsoft.com/office/drawing/2014/main" id="{FC3C66BC-37A9-CC15-2ADD-3DDB3DEB7572}"/>
                  </a:ext>
                </a:extLst>
              </p:cNvPr>
              <p:cNvSpPr>
                <a:spLocks noChangeShapeType="1"/>
              </p:cNvSpPr>
              <p:nvPr/>
            </p:nvSpPr>
            <p:spPr bwMode="auto">
              <a:xfrm>
                <a:off x="5581" y="897"/>
                <a:ext cx="0" cy="358"/>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2" name="Line 83">
                <a:extLst>
                  <a:ext uri="{FF2B5EF4-FFF2-40B4-BE49-F238E27FC236}">
                    <a16:creationId xmlns:a16="http://schemas.microsoft.com/office/drawing/2014/main" id="{90C677A5-F106-94D1-2DCD-947C69F89833}"/>
                  </a:ext>
                </a:extLst>
              </p:cNvPr>
              <p:cNvSpPr>
                <a:spLocks noChangeShapeType="1"/>
              </p:cNvSpPr>
              <p:nvPr/>
            </p:nvSpPr>
            <p:spPr bwMode="auto">
              <a:xfrm flipH="1">
                <a:off x="5372" y="900"/>
                <a:ext cx="218" cy="0"/>
              </a:xfrm>
              <a:prstGeom prst="line">
                <a:avLst/>
              </a:prstGeom>
              <a:noFill/>
              <a:ln w="28575">
                <a:solidFill>
                  <a:srgbClr val="FF0000"/>
                </a:solidFill>
                <a:round/>
                <a:headEnd/>
                <a:tailEnd type="stealth"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73" name="Line 84">
                <a:extLst>
                  <a:ext uri="{FF2B5EF4-FFF2-40B4-BE49-F238E27FC236}">
                    <a16:creationId xmlns:a16="http://schemas.microsoft.com/office/drawing/2014/main" id="{74553411-1FC6-DC9B-3046-59F3C745F921}"/>
                  </a:ext>
                </a:extLst>
              </p:cNvPr>
              <p:cNvSpPr>
                <a:spLocks noChangeShapeType="1"/>
              </p:cNvSpPr>
              <p:nvPr/>
            </p:nvSpPr>
            <p:spPr bwMode="auto">
              <a:xfrm>
                <a:off x="5577" y="1247"/>
                <a:ext cx="218" cy="0"/>
              </a:xfrm>
              <a:prstGeom prst="line">
                <a:avLst/>
              </a:prstGeom>
              <a:noFill/>
              <a:ln w="28575">
                <a:solidFill>
                  <a:srgbClr val="FF0000"/>
                </a:solidFill>
                <a:round/>
                <a:headEnd/>
                <a:tailEnd type="stealth"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sp>
          <p:nvSpPr>
            <p:cNvPr id="170" name="Line 85">
              <a:extLst>
                <a:ext uri="{FF2B5EF4-FFF2-40B4-BE49-F238E27FC236}">
                  <a16:creationId xmlns:a16="http://schemas.microsoft.com/office/drawing/2014/main" id="{175DF51E-E24B-5137-D8FC-B8E55146C0D5}"/>
                </a:ext>
              </a:extLst>
            </p:cNvPr>
            <p:cNvSpPr>
              <a:spLocks noChangeAspect="1" noChangeShapeType="1"/>
            </p:cNvSpPr>
            <p:nvPr/>
          </p:nvSpPr>
          <p:spPr bwMode="auto">
            <a:xfrm flipV="1">
              <a:off x="5309" y="1853"/>
              <a:ext cx="0" cy="420"/>
            </a:xfrm>
            <a:prstGeom prst="line">
              <a:avLst/>
            </a:prstGeom>
            <a:noFill/>
            <a:ln w="38100">
              <a:solidFill>
                <a:srgbClr val="FF00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sp>
        <p:nvSpPr>
          <p:cNvPr id="174" name="Line 87">
            <a:extLst>
              <a:ext uri="{FF2B5EF4-FFF2-40B4-BE49-F238E27FC236}">
                <a16:creationId xmlns:a16="http://schemas.microsoft.com/office/drawing/2014/main" id="{C94F362C-E265-3070-2170-AD26EDAA156F}"/>
              </a:ext>
            </a:extLst>
          </p:cNvPr>
          <p:cNvSpPr>
            <a:spLocks noChangeAspect="1" noChangeShapeType="1"/>
          </p:cNvSpPr>
          <p:nvPr/>
        </p:nvSpPr>
        <p:spPr bwMode="auto">
          <a:xfrm>
            <a:off x="7702661" y="4911620"/>
            <a:ext cx="666750" cy="0"/>
          </a:xfrm>
          <a:prstGeom prst="line">
            <a:avLst/>
          </a:prstGeom>
          <a:noFill/>
          <a:ln w="38100">
            <a:solidFill>
              <a:srgbClr val="FF00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75" name="Line 88">
            <a:extLst>
              <a:ext uri="{FF2B5EF4-FFF2-40B4-BE49-F238E27FC236}">
                <a16:creationId xmlns:a16="http://schemas.microsoft.com/office/drawing/2014/main" id="{EEB505E9-571B-7C81-97A1-6933A580C819}"/>
              </a:ext>
            </a:extLst>
          </p:cNvPr>
          <p:cNvSpPr>
            <a:spLocks noChangeAspect="1" noChangeShapeType="1"/>
          </p:cNvSpPr>
          <p:nvPr/>
        </p:nvSpPr>
        <p:spPr bwMode="auto">
          <a:xfrm>
            <a:off x="9590198" y="4181370"/>
            <a:ext cx="0" cy="666750"/>
          </a:xfrm>
          <a:prstGeom prst="line">
            <a:avLst/>
          </a:prstGeom>
          <a:noFill/>
          <a:ln w="38100">
            <a:solidFill>
              <a:srgbClr val="FF00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76" name="Text Box 89">
            <a:extLst>
              <a:ext uri="{FF2B5EF4-FFF2-40B4-BE49-F238E27FC236}">
                <a16:creationId xmlns:a16="http://schemas.microsoft.com/office/drawing/2014/main" id="{6CAC6562-2191-0BE3-7569-43F6E27EC3E4}"/>
              </a:ext>
            </a:extLst>
          </p:cNvPr>
          <p:cNvSpPr txBox="1">
            <a:spLocks noChangeAspect="1" noChangeArrowheads="1"/>
          </p:cNvSpPr>
          <p:nvPr/>
        </p:nvSpPr>
        <p:spPr bwMode="auto">
          <a:xfrm>
            <a:off x="9588611" y="3959120"/>
            <a:ext cx="674687" cy="541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r>
              <a:rPr lang="en-US" altLang="zh-CN" b="1" i="1">
                <a:solidFill>
                  <a:srgbClr val="FF0000"/>
                </a:solidFill>
                <a:ea typeface="宋体" panose="02010600030101010101" pitchFamily="2" charset="-122"/>
              </a:rPr>
              <a:t>F</a:t>
            </a:r>
            <a:r>
              <a:rPr lang="en-US" altLang="zh-CN" baseline="-25000">
                <a:solidFill>
                  <a:srgbClr val="FF0000"/>
                </a:solidFill>
                <a:ea typeface="宋体" panose="02010600030101010101" pitchFamily="2" charset="-122"/>
              </a:rPr>
              <a:t>Q</a:t>
            </a:r>
            <a:endParaRPr lang="en-US" altLang="zh-CN" baseline="-25000">
              <a:solidFill>
                <a:srgbClr val="FF6600"/>
              </a:solidFill>
              <a:ea typeface="宋体" panose="02010600030101010101" pitchFamily="2" charset="-122"/>
            </a:endParaRPr>
          </a:p>
        </p:txBody>
      </p:sp>
      <p:sp>
        <p:nvSpPr>
          <p:cNvPr id="177" name="Arc 93">
            <a:extLst>
              <a:ext uri="{FF2B5EF4-FFF2-40B4-BE49-F238E27FC236}">
                <a16:creationId xmlns:a16="http://schemas.microsoft.com/office/drawing/2014/main" id="{B00DD6A5-539F-ABBF-1E9C-64A23A959F0E}"/>
              </a:ext>
            </a:extLst>
          </p:cNvPr>
          <p:cNvSpPr>
            <a:spLocks noChangeAspect="1"/>
          </p:cNvSpPr>
          <p:nvPr/>
        </p:nvSpPr>
        <p:spPr bwMode="auto">
          <a:xfrm rot="2768298" flipH="1" flipV="1">
            <a:off x="2545975" y="4439105"/>
            <a:ext cx="382588" cy="396875"/>
          </a:xfrm>
          <a:custGeom>
            <a:avLst/>
            <a:gdLst>
              <a:gd name="G0" fmla="+- 1053 0 0"/>
              <a:gd name="G1" fmla="+- 21600 0 0"/>
              <a:gd name="G2" fmla="+- 21600 0 0"/>
              <a:gd name="T0" fmla="*/ 0 w 22653"/>
              <a:gd name="T1" fmla="*/ 26 h 21600"/>
              <a:gd name="T2" fmla="*/ 22653 w 22653"/>
              <a:gd name="T3" fmla="*/ 21600 h 21600"/>
              <a:gd name="T4" fmla="*/ 1053 w 22653"/>
              <a:gd name="T5" fmla="*/ 21600 h 21600"/>
            </a:gdLst>
            <a:ahLst/>
            <a:cxnLst>
              <a:cxn ang="0">
                <a:pos x="T0" y="T1"/>
              </a:cxn>
              <a:cxn ang="0">
                <a:pos x="T2" y="T3"/>
              </a:cxn>
              <a:cxn ang="0">
                <a:pos x="T4" y="T5"/>
              </a:cxn>
            </a:cxnLst>
            <a:rect l="0" t="0" r="r" b="b"/>
            <a:pathLst>
              <a:path w="22653" h="21600" fill="none" extrusionOk="0">
                <a:moveTo>
                  <a:pt x="-1" y="25"/>
                </a:moveTo>
                <a:cubicBezTo>
                  <a:pt x="350" y="8"/>
                  <a:pt x="701" y="0"/>
                  <a:pt x="1053" y="0"/>
                </a:cubicBezTo>
                <a:cubicBezTo>
                  <a:pt x="12982" y="0"/>
                  <a:pt x="22653" y="9670"/>
                  <a:pt x="22653" y="21600"/>
                </a:cubicBezTo>
              </a:path>
              <a:path w="22653" h="21600" stroke="0" extrusionOk="0">
                <a:moveTo>
                  <a:pt x="-1" y="25"/>
                </a:moveTo>
                <a:cubicBezTo>
                  <a:pt x="350" y="8"/>
                  <a:pt x="701" y="0"/>
                  <a:pt x="1053" y="0"/>
                </a:cubicBezTo>
                <a:cubicBezTo>
                  <a:pt x="12982" y="0"/>
                  <a:pt x="22653" y="9670"/>
                  <a:pt x="22653" y="21600"/>
                </a:cubicBezTo>
                <a:lnTo>
                  <a:pt x="1053" y="21600"/>
                </a:lnTo>
                <a:close/>
              </a:path>
            </a:pathLst>
          </a:custGeom>
          <a:noFill/>
          <a:ln w="19050">
            <a:solidFill>
              <a:schemeClr val="tx1"/>
            </a:solidFill>
            <a:round/>
            <a:headEnd/>
            <a:tailEnd type="stealth" w="med"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solidFill>
                <a:schemeClr val="tx1"/>
              </a:solidFill>
            </a:endParaRPr>
          </a:p>
        </p:txBody>
      </p:sp>
    </p:spTree>
    <p:extLst>
      <p:ext uri="{BB962C8B-B14F-4D97-AF65-F5344CB8AC3E}">
        <p14:creationId xmlns:p14="http://schemas.microsoft.com/office/powerpoint/2010/main" val="2913309461"/>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8" fill="hold" nodeType="withEffect">
                                  <p:stCondLst>
                                    <p:cond delay="2000"/>
                                  </p:stCondLst>
                                  <p:childTnLst>
                                    <p:set>
                                      <p:cBhvr>
                                        <p:cTn id="6" dur="1" fill="hold">
                                          <p:stCondLst>
                                            <p:cond delay="0"/>
                                          </p:stCondLst>
                                        </p:cTn>
                                        <p:tgtEl>
                                          <p:spTgt spid="12"/>
                                        </p:tgtEl>
                                        <p:attrNameLst>
                                          <p:attrName>style.visibility</p:attrName>
                                        </p:attrNameLst>
                                      </p:cBhvr>
                                      <p:to>
                                        <p:strVal val="visible"/>
                                      </p:to>
                                    </p:set>
                                    <p:anim calcmode="lin" valueType="num">
                                      <p:cBhvr>
                                        <p:cTn id="7" dur="3000" fill="hold"/>
                                        <p:tgtEl>
                                          <p:spTgt spid="12"/>
                                        </p:tgtEl>
                                        <p:attrNameLst>
                                          <p:attrName>ppt_x</p:attrName>
                                        </p:attrNameLst>
                                      </p:cBhvr>
                                      <p:tavLst>
                                        <p:tav tm="0">
                                          <p:val>
                                            <p:strVal val="#ppt_x-#ppt_w/2"/>
                                          </p:val>
                                        </p:tav>
                                        <p:tav tm="100000">
                                          <p:val>
                                            <p:strVal val="#ppt_x"/>
                                          </p:val>
                                        </p:tav>
                                      </p:tavLst>
                                    </p:anim>
                                    <p:anim calcmode="lin" valueType="num">
                                      <p:cBhvr>
                                        <p:cTn id="8" dur="3000" fill="hold"/>
                                        <p:tgtEl>
                                          <p:spTgt spid="12"/>
                                        </p:tgtEl>
                                        <p:attrNameLst>
                                          <p:attrName>ppt_y</p:attrName>
                                        </p:attrNameLst>
                                      </p:cBhvr>
                                      <p:tavLst>
                                        <p:tav tm="0">
                                          <p:val>
                                            <p:strVal val="#ppt_y"/>
                                          </p:val>
                                        </p:tav>
                                        <p:tav tm="100000">
                                          <p:val>
                                            <p:strVal val="#ppt_y"/>
                                          </p:val>
                                        </p:tav>
                                      </p:tavLst>
                                    </p:anim>
                                    <p:anim calcmode="lin" valueType="num">
                                      <p:cBhvr>
                                        <p:cTn id="9" dur="3000" fill="hold"/>
                                        <p:tgtEl>
                                          <p:spTgt spid="12"/>
                                        </p:tgtEl>
                                        <p:attrNameLst>
                                          <p:attrName>ppt_w</p:attrName>
                                        </p:attrNameLst>
                                      </p:cBhvr>
                                      <p:tavLst>
                                        <p:tav tm="0">
                                          <p:val>
                                            <p:fltVal val="0"/>
                                          </p:val>
                                        </p:tav>
                                        <p:tav tm="100000">
                                          <p:val>
                                            <p:strVal val="#ppt_w"/>
                                          </p:val>
                                        </p:tav>
                                      </p:tavLst>
                                    </p:anim>
                                    <p:anim calcmode="lin" valueType="num">
                                      <p:cBhvr>
                                        <p:cTn id="10" dur="3000" fill="hold"/>
                                        <p:tgtEl>
                                          <p:spTgt spid="12"/>
                                        </p:tgtEl>
                                        <p:attrNameLst>
                                          <p:attrName>ppt_h</p:attrName>
                                        </p:attrNameLst>
                                      </p:cBhvr>
                                      <p:tavLst>
                                        <p:tav tm="0">
                                          <p:val>
                                            <p:strVal val="#ppt_h"/>
                                          </p:val>
                                        </p:tav>
                                        <p:tav tm="100000">
                                          <p:val>
                                            <p:strVal val="#ppt_h"/>
                                          </p:val>
                                        </p:tav>
                                      </p:tavLst>
                                    </p:anim>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43"/>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62"/>
                                        </p:tgtEl>
                                        <p:attrNameLst>
                                          <p:attrName>style.visibility</p:attrName>
                                        </p:attrNameLst>
                                      </p:cBhvr>
                                      <p:to>
                                        <p:strVal val="visible"/>
                                      </p:to>
                                    </p:set>
                                  </p:childTnLst>
                                </p:cTn>
                              </p:par>
                              <p:par>
                                <p:cTn id="21" presetID="0" presetClass="path" presetSubtype="0" accel="50000" decel="50000" fill="hold" nodeType="withEffect">
                                  <p:stCondLst>
                                    <p:cond delay="0"/>
                                  </p:stCondLst>
                                  <p:childTnLst>
                                    <p:animMotion origin="layout" path="M 1.66667E-6 2.96296E-6 L -0.00326 -0.29931 " pathEditMode="relative" rAng="0" ptsTypes="AA">
                                      <p:cBhvr>
                                        <p:cTn id="22" dur="5000" spd="-100000" fill="hold"/>
                                        <p:tgtEl>
                                          <p:spTgt spid="143"/>
                                        </p:tgtEl>
                                        <p:attrNameLst>
                                          <p:attrName>ppt_x</p:attrName>
                                          <p:attrName>ppt_y</p:attrName>
                                        </p:attrNameLst>
                                      </p:cBhvr>
                                      <p:rCtr x="-169" y="-14977"/>
                                    </p:animMotion>
                                  </p:childTnLst>
                                </p:cTn>
                              </p:par>
                              <p:par>
                                <p:cTn id="23" presetID="0" presetClass="path" presetSubtype="0" accel="50000" decel="50000" fill="hold" nodeType="withEffect">
                                  <p:stCondLst>
                                    <p:cond delay="0"/>
                                  </p:stCondLst>
                                  <p:childTnLst>
                                    <p:animMotion origin="layout" path="M -3.125E-6 -1.11111E-6 L -0.00325 -0.2993 " pathEditMode="relative" rAng="0" ptsTypes="AA">
                                      <p:cBhvr>
                                        <p:cTn id="24" dur="5000" spd="-100000" fill="hold"/>
                                        <p:tgtEl>
                                          <p:spTgt spid="162"/>
                                        </p:tgtEl>
                                        <p:attrNameLst>
                                          <p:attrName>ppt_x</p:attrName>
                                          <p:attrName>ppt_y</p:attrName>
                                        </p:attrNameLst>
                                      </p:cBhvr>
                                      <p:rCtr x="-169" y="-14977"/>
                                    </p:animMotion>
                                  </p:childTnLst>
                                </p:cTn>
                              </p:par>
                            </p:childTnLst>
                          </p:cTn>
                        </p:par>
                      </p:childTnLst>
                    </p:cTn>
                  </p:par>
                  <p:par>
                    <p:cTn id="25" fill="hold">
                      <p:stCondLst>
                        <p:cond delay="indefinite"/>
                      </p:stCondLst>
                      <p:childTnLst>
                        <p:par>
                          <p:cTn id="26" fill="hold">
                            <p:stCondLst>
                              <p:cond delay="0"/>
                            </p:stCondLst>
                            <p:childTnLst>
                              <p:par>
                                <p:cTn id="27" presetID="12" presetClass="entr" presetSubtype="8" fill="hold" nodeType="clickEffect">
                                  <p:stCondLst>
                                    <p:cond delay="0"/>
                                  </p:stCondLst>
                                  <p:childTnLst>
                                    <p:set>
                                      <p:cBhvr>
                                        <p:cTn id="28" dur="1" fill="hold">
                                          <p:stCondLst>
                                            <p:cond delay="0"/>
                                          </p:stCondLst>
                                        </p:cTn>
                                        <p:tgtEl>
                                          <p:spTgt spid="174"/>
                                        </p:tgtEl>
                                        <p:attrNameLst>
                                          <p:attrName>style.visibility</p:attrName>
                                        </p:attrNameLst>
                                      </p:cBhvr>
                                      <p:to>
                                        <p:strVal val="visible"/>
                                      </p:to>
                                    </p:set>
                                    <p:animEffect transition="in" filter="slide(fromLeft)">
                                      <p:cBhvr>
                                        <p:cTn id="29" dur="3000"/>
                                        <p:tgtEl>
                                          <p:spTgt spid="174"/>
                                        </p:tgtEl>
                                      </p:cBhvr>
                                    </p:animEffect>
                                  </p:childTnLst>
                                  <p:subTnLst>
                                    <p:audio>
                                      <p:cMediaNode>
                                        <p:cTn display="0" masterRel="sameClick">
                                          <p:stCondLst>
                                            <p:cond evt="begin" delay="0">
                                              <p:tn val="27"/>
                                            </p:cond>
                                          </p:stCondLst>
                                          <p:endCondLst>
                                            <p:cond evt="onStopAudio" delay="0">
                                              <p:tgtEl>
                                                <p:sldTgt/>
                                              </p:tgtEl>
                                            </p:cond>
                                          </p:endCondLst>
                                        </p:cTn>
                                        <p:tgtEl>
                                          <p:sndTgt r:embed="rId3" name="CHIMES.WAV"/>
                                        </p:tgtEl>
                                      </p:cMediaNode>
                                    </p:audio>
                                  </p:subTnLst>
                                </p:cTn>
                              </p:par>
                            </p:childTnLst>
                          </p:cTn>
                        </p:par>
                        <p:par>
                          <p:cTn id="30" fill="hold">
                            <p:stCondLst>
                              <p:cond delay="3000"/>
                            </p:stCondLst>
                            <p:childTnLst>
                              <p:par>
                                <p:cTn id="31" presetID="20" presetClass="entr" presetSubtype="0" fill="hold" grpId="0" nodeType="afterEffect">
                                  <p:stCondLst>
                                    <p:cond delay="300"/>
                                  </p:stCondLst>
                                  <p:childTnLst>
                                    <p:set>
                                      <p:cBhvr>
                                        <p:cTn id="32" dur="1" fill="hold">
                                          <p:stCondLst>
                                            <p:cond delay="0"/>
                                          </p:stCondLst>
                                        </p:cTn>
                                        <p:tgtEl>
                                          <p:spTgt spid="9"/>
                                        </p:tgtEl>
                                        <p:attrNameLst>
                                          <p:attrName>style.visibility</p:attrName>
                                        </p:attrNameLst>
                                      </p:cBhvr>
                                      <p:to>
                                        <p:strVal val="visible"/>
                                      </p:to>
                                    </p:set>
                                    <p:animEffect transition="in" filter="wedge">
                                      <p:cBhvr>
                                        <p:cTn id="33" dur="3000"/>
                                        <p:tgtEl>
                                          <p:spTgt spid="9"/>
                                        </p:tgtEl>
                                      </p:cBhvr>
                                    </p:animEffect>
                                  </p:childTnLst>
                                  <p:subTnLst>
                                    <p:audio>
                                      <p:cMediaNode>
                                        <p:cTn display="0" masterRel="sameClick">
                                          <p:stCondLst>
                                            <p:cond evt="begin" delay="0">
                                              <p:tn val="31"/>
                                            </p:cond>
                                          </p:stCondLst>
                                          <p:endCondLst>
                                            <p:cond evt="onStopAudio" delay="0">
                                              <p:tgtEl>
                                                <p:sldTgt/>
                                              </p:tgtEl>
                                            </p:cond>
                                          </p:endCondLst>
                                        </p:cTn>
                                        <p:tgtEl>
                                          <p:sndTgt r:embed="rId3" name="CHIMES.WAV"/>
                                        </p:tgtEl>
                                      </p:cMediaNode>
                                    </p:audio>
                                  </p:subTnLst>
                                </p:cTn>
                              </p:par>
                            </p:childTnLst>
                          </p:cTn>
                        </p:par>
                        <p:par>
                          <p:cTn id="34" fill="hold">
                            <p:stCondLst>
                              <p:cond delay="6300"/>
                            </p:stCondLst>
                            <p:childTnLst>
                              <p:par>
                                <p:cTn id="35" presetID="12" presetClass="entr" presetSubtype="4" fill="hold" nodeType="afterEffect">
                                  <p:stCondLst>
                                    <p:cond delay="300"/>
                                  </p:stCondLst>
                                  <p:childTnLst>
                                    <p:set>
                                      <p:cBhvr>
                                        <p:cTn id="36" dur="1" fill="hold">
                                          <p:stCondLst>
                                            <p:cond delay="0"/>
                                          </p:stCondLst>
                                        </p:cTn>
                                        <p:tgtEl>
                                          <p:spTgt spid="6"/>
                                        </p:tgtEl>
                                        <p:attrNameLst>
                                          <p:attrName>style.visibility</p:attrName>
                                        </p:attrNameLst>
                                      </p:cBhvr>
                                      <p:to>
                                        <p:strVal val="visible"/>
                                      </p:to>
                                    </p:set>
                                    <p:animEffect transition="in" filter="slide(fromBottom)">
                                      <p:cBhvr>
                                        <p:cTn id="37" dur="3000"/>
                                        <p:tgtEl>
                                          <p:spTgt spid="6"/>
                                        </p:tgtEl>
                                      </p:cBhvr>
                                    </p:animEffect>
                                  </p:childTnLst>
                                  <p:subTnLst>
                                    <p:audio>
                                      <p:cMediaNode>
                                        <p:cTn display="0" masterRel="sameClick">
                                          <p:stCondLst>
                                            <p:cond evt="begin" delay="0">
                                              <p:tn val="35"/>
                                            </p:cond>
                                          </p:stCondLst>
                                          <p:endCondLst>
                                            <p:cond evt="onStopAudio" delay="0">
                                              <p:tgtEl>
                                                <p:sldTgt/>
                                              </p:tgtEl>
                                            </p:cond>
                                          </p:endCondLst>
                                        </p:cTn>
                                        <p:tgtEl>
                                          <p:sndTgt r:embed="rId3" name="CHIMES.WAV"/>
                                        </p:tgtEl>
                                      </p:cMediaNode>
                                    </p:audio>
                                  </p:subTnLst>
                                </p:cTn>
                              </p:par>
                            </p:childTnLst>
                          </p:cTn>
                        </p:par>
                        <p:par>
                          <p:cTn id="38" fill="hold">
                            <p:stCondLst>
                              <p:cond delay="9600"/>
                            </p:stCondLst>
                            <p:childTnLst>
                              <p:par>
                                <p:cTn id="39" presetID="20" presetClass="entr" presetSubtype="0" fill="hold" grpId="0" nodeType="afterEffect">
                                  <p:stCondLst>
                                    <p:cond delay="300"/>
                                  </p:stCondLst>
                                  <p:childTnLst>
                                    <p:set>
                                      <p:cBhvr>
                                        <p:cTn id="40" dur="1" fill="hold">
                                          <p:stCondLst>
                                            <p:cond delay="0"/>
                                          </p:stCondLst>
                                        </p:cTn>
                                        <p:tgtEl>
                                          <p:spTgt spid="10"/>
                                        </p:tgtEl>
                                        <p:attrNameLst>
                                          <p:attrName>style.visibility</p:attrName>
                                        </p:attrNameLst>
                                      </p:cBhvr>
                                      <p:to>
                                        <p:strVal val="visible"/>
                                      </p:to>
                                    </p:set>
                                    <p:animEffect transition="in" filter="wedge">
                                      <p:cBhvr>
                                        <p:cTn id="41" dur="3000"/>
                                        <p:tgtEl>
                                          <p:spTgt spid="10"/>
                                        </p:tgtEl>
                                      </p:cBhvr>
                                    </p:animEffect>
                                  </p:childTnLst>
                                  <p:subTnLst>
                                    <p:audio>
                                      <p:cMediaNode>
                                        <p:cTn display="0" masterRel="sameClick">
                                          <p:stCondLst>
                                            <p:cond evt="begin" delay="0">
                                              <p:tn val="39"/>
                                            </p:cond>
                                          </p:stCondLst>
                                          <p:endCondLst>
                                            <p:cond evt="onStopAudio" delay="0">
                                              <p:tgtEl>
                                                <p:sldTgt/>
                                              </p:tgtEl>
                                            </p:cond>
                                          </p:endCondLst>
                                        </p:cTn>
                                        <p:tgtEl>
                                          <p:sndTgt r:embed="rId3" name="CHIMES.WAV"/>
                                        </p:tgtEl>
                                      </p:cMediaNode>
                                    </p:audio>
                                  </p:subTnLst>
                                </p:cTn>
                              </p:par>
                            </p:childTnLst>
                          </p:cTn>
                        </p:par>
                        <p:par>
                          <p:cTn id="42" fill="hold">
                            <p:stCondLst>
                              <p:cond delay="12900"/>
                            </p:stCondLst>
                            <p:childTnLst>
                              <p:par>
                                <p:cTn id="43" presetID="22" presetClass="entr" presetSubtype="4" fill="hold" nodeType="afterEffect">
                                  <p:stCondLst>
                                    <p:cond delay="300"/>
                                  </p:stCondLst>
                                  <p:childTnLst>
                                    <p:set>
                                      <p:cBhvr>
                                        <p:cTn id="44" dur="1" fill="hold">
                                          <p:stCondLst>
                                            <p:cond delay="0"/>
                                          </p:stCondLst>
                                        </p:cTn>
                                        <p:tgtEl>
                                          <p:spTgt spid="8"/>
                                        </p:tgtEl>
                                        <p:attrNameLst>
                                          <p:attrName>style.visibility</p:attrName>
                                        </p:attrNameLst>
                                      </p:cBhvr>
                                      <p:to>
                                        <p:strVal val="visible"/>
                                      </p:to>
                                    </p:set>
                                    <p:animEffect transition="in" filter="wipe(down)">
                                      <p:cBhvr>
                                        <p:cTn id="45" dur="5000"/>
                                        <p:tgtEl>
                                          <p:spTgt spid="8"/>
                                        </p:tgtEl>
                                      </p:cBhvr>
                                    </p:animEffect>
                                  </p:childTnLst>
                                  <p:subTnLst>
                                    <p:audio>
                                      <p:cMediaNode>
                                        <p:cTn display="0" masterRel="sameClick">
                                          <p:stCondLst>
                                            <p:cond evt="begin" delay="0">
                                              <p:tn val="43"/>
                                            </p:cond>
                                          </p:stCondLst>
                                          <p:endCondLst>
                                            <p:cond evt="onStopAudio" delay="0">
                                              <p:tgtEl>
                                                <p:sldTgt/>
                                              </p:tgtEl>
                                            </p:cond>
                                          </p:endCondLst>
                                        </p:cTn>
                                        <p:tgtEl>
                                          <p:sndTgt r:embed="rId3" name="CHIMES.WAV"/>
                                        </p:tgtEl>
                                      </p:cMediaNode>
                                    </p:audio>
                                  </p:subTnLst>
                                </p:cTn>
                              </p:par>
                            </p:childTnLst>
                          </p:cTn>
                        </p:par>
                        <p:par>
                          <p:cTn id="46" fill="hold">
                            <p:stCondLst>
                              <p:cond delay="18200"/>
                            </p:stCondLst>
                            <p:childTnLst>
                              <p:par>
                                <p:cTn id="47" presetID="20" presetClass="entr" presetSubtype="0" fill="hold" grpId="0" nodeType="afterEffect">
                                  <p:stCondLst>
                                    <p:cond delay="300"/>
                                  </p:stCondLst>
                                  <p:childTnLst>
                                    <p:set>
                                      <p:cBhvr>
                                        <p:cTn id="48" dur="1" fill="hold">
                                          <p:stCondLst>
                                            <p:cond delay="0"/>
                                          </p:stCondLst>
                                        </p:cTn>
                                        <p:tgtEl>
                                          <p:spTgt spid="11"/>
                                        </p:tgtEl>
                                        <p:attrNameLst>
                                          <p:attrName>style.visibility</p:attrName>
                                        </p:attrNameLst>
                                      </p:cBhvr>
                                      <p:to>
                                        <p:strVal val="visible"/>
                                      </p:to>
                                    </p:set>
                                    <p:animEffect transition="in" filter="wedge">
                                      <p:cBhvr>
                                        <p:cTn id="49" dur="3000"/>
                                        <p:tgtEl>
                                          <p:spTgt spid="11"/>
                                        </p:tgtEl>
                                      </p:cBhvr>
                                    </p:animEffect>
                                  </p:childTnLst>
                                  <p:subTnLst>
                                    <p:audio>
                                      <p:cMediaNode>
                                        <p:cTn display="0" masterRel="sameClick">
                                          <p:stCondLst>
                                            <p:cond evt="begin" delay="0">
                                              <p:tn val="47"/>
                                            </p:cond>
                                          </p:stCondLst>
                                          <p:endCondLst>
                                            <p:cond evt="onStopAudio" delay="0">
                                              <p:tgtEl>
                                                <p:sldTgt/>
                                              </p:tgtEl>
                                            </p:cond>
                                          </p:endCondLst>
                                        </p:cTn>
                                        <p:tgtEl>
                                          <p:sndTgt r:embed="rId3" name="CHIMES.WAV"/>
                                        </p:tgtEl>
                                      </p:cMediaNode>
                                    </p:audio>
                                  </p:subTnLst>
                                </p:cTn>
                              </p:par>
                            </p:childTnLst>
                          </p:cTn>
                        </p:par>
                      </p:childTnLst>
                    </p:cTn>
                  </p:par>
                  <p:par>
                    <p:cTn id="50" fill="hold">
                      <p:stCondLst>
                        <p:cond delay="indefinite"/>
                      </p:stCondLst>
                      <p:childTnLst>
                        <p:par>
                          <p:cTn id="51" fill="hold">
                            <p:stCondLst>
                              <p:cond delay="0"/>
                            </p:stCondLst>
                            <p:childTnLst>
                              <p:par>
                                <p:cTn id="52" presetID="17" presetClass="entr" presetSubtype="8" fill="hold" nodeType="clickEffect">
                                  <p:stCondLst>
                                    <p:cond delay="0"/>
                                  </p:stCondLst>
                                  <p:childTnLst>
                                    <p:set>
                                      <p:cBhvr>
                                        <p:cTn id="53" dur="1" fill="hold">
                                          <p:stCondLst>
                                            <p:cond delay="0"/>
                                          </p:stCondLst>
                                        </p:cTn>
                                        <p:tgtEl>
                                          <p:spTgt spid="2"/>
                                        </p:tgtEl>
                                        <p:attrNameLst>
                                          <p:attrName>style.visibility</p:attrName>
                                        </p:attrNameLst>
                                      </p:cBhvr>
                                      <p:to>
                                        <p:strVal val="visible"/>
                                      </p:to>
                                    </p:set>
                                    <p:anim calcmode="lin" valueType="num">
                                      <p:cBhvr>
                                        <p:cTn id="54" dur="500" fill="hold"/>
                                        <p:tgtEl>
                                          <p:spTgt spid="2"/>
                                        </p:tgtEl>
                                        <p:attrNameLst>
                                          <p:attrName>ppt_x</p:attrName>
                                        </p:attrNameLst>
                                      </p:cBhvr>
                                      <p:tavLst>
                                        <p:tav tm="0">
                                          <p:val>
                                            <p:strVal val="#ppt_x-#ppt_w/2"/>
                                          </p:val>
                                        </p:tav>
                                        <p:tav tm="100000">
                                          <p:val>
                                            <p:strVal val="#ppt_x"/>
                                          </p:val>
                                        </p:tav>
                                      </p:tavLst>
                                    </p:anim>
                                    <p:anim calcmode="lin" valueType="num">
                                      <p:cBhvr>
                                        <p:cTn id="55" dur="500" fill="hold"/>
                                        <p:tgtEl>
                                          <p:spTgt spid="2"/>
                                        </p:tgtEl>
                                        <p:attrNameLst>
                                          <p:attrName>ppt_y</p:attrName>
                                        </p:attrNameLst>
                                      </p:cBhvr>
                                      <p:tavLst>
                                        <p:tav tm="0">
                                          <p:val>
                                            <p:strVal val="#ppt_y"/>
                                          </p:val>
                                        </p:tav>
                                        <p:tav tm="100000">
                                          <p:val>
                                            <p:strVal val="#ppt_y"/>
                                          </p:val>
                                        </p:tav>
                                      </p:tavLst>
                                    </p:anim>
                                    <p:anim calcmode="lin" valueType="num">
                                      <p:cBhvr>
                                        <p:cTn id="56" dur="500" fill="hold"/>
                                        <p:tgtEl>
                                          <p:spTgt spid="2"/>
                                        </p:tgtEl>
                                        <p:attrNameLst>
                                          <p:attrName>ppt_w</p:attrName>
                                        </p:attrNameLst>
                                      </p:cBhvr>
                                      <p:tavLst>
                                        <p:tav tm="0">
                                          <p:val>
                                            <p:fltVal val="0"/>
                                          </p:val>
                                        </p:tav>
                                        <p:tav tm="100000">
                                          <p:val>
                                            <p:strVal val="#ppt_w"/>
                                          </p:val>
                                        </p:tav>
                                      </p:tavLst>
                                    </p:anim>
                                    <p:anim calcmode="lin" valueType="num">
                                      <p:cBhvr>
                                        <p:cTn id="57" dur="500" fill="hold"/>
                                        <p:tgtEl>
                                          <p:spTgt spid="2"/>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52"/>
                                            </p:cond>
                                          </p:stCondLst>
                                          <p:endCondLst>
                                            <p:cond evt="onStopAudio" delay="0">
                                              <p:tgtEl>
                                                <p:sldTgt/>
                                              </p:tgtEl>
                                            </p:cond>
                                          </p:endCondLst>
                                        </p:cTn>
                                        <p:tgtEl>
                                          <p:sndTgt r:embed="rId3" name="CHIMES.WAV"/>
                                        </p:tgtEl>
                                      </p:cMediaNode>
                                    </p:audio>
                                  </p:subTnLst>
                                </p:cTn>
                              </p:par>
                            </p:childTnLst>
                          </p:cTn>
                        </p:par>
                        <p:par>
                          <p:cTn id="58" fill="hold">
                            <p:stCondLst>
                              <p:cond delay="500"/>
                            </p:stCondLst>
                            <p:childTnLst>
                              <p:par>
                                <p:cTn id="59" presetID="17" presetClass="entr" presetSubtype="10" fill="hold" grpId="0" nodeType="afterEffect">
                                  <p:stCondLst>
                                    <p:cond delay="300"/>
                                  </p:stCondLst>
                                  <p:childTnLst>
                                    <p:set>
                                      <p:cBhvr>
                                        <p:cTn id="60" dur="1" fill="hold">
                                          <p:stCondLst>
                                            <p:cond delay="0"/>
                                          </p:stCondLst>
                                        </p:cTn>
                                        <p:tgtEl>
                                          <p:spTgt spid="4"/>
                                        </p:tgtEl>
                                        <p:attrNameLst>
                                          <p:attrName>style.visibility</p:attrName>
                                        </p:attrNameLst>
                                      </p:cBhvr>
                                      <p:to>
                                        <p:strVal val="visible"/>
                                      </p:to>
                                    </p:set>
                                    <p:anim calcmode="lin" valueType="num">
                                      <p:cBhvr>
                                        <p:cTn id="61" dur="500" fill="hold"/>
                                        <p:tgtEl>
                                          <p:spTgt spid="4"/>
                                        </p:tgtEl>
                                        <p:attrNameLst>
                                          <p:attrName>ppt_w</p:attrName>
                                        </p:attrNameLst>
                                      </p:cBhvr>
                                      <p:tavLst>
                                        <p:tav tm="0">
                                          <p:val>
                                            <p:fltVal val="0"/>
                                          </p:val>
                                        </p:tav>
                                        <p:tav tm="100000">
                                          <p:val>
                                            <p:strVal val="#ppt_w"/>
                                          </p:val>
                                        </p:tav>
                                      </p:tavLst>
                                    </p:anim>
                                    <p:anim calcmode="lin" valueType="num">
                                      <p:cBhvr>
                                        <p:cTn id="62" dur="500" fill="hold"/>
                                        <p:tgtEl>
                                          <p:spTgt spid="4"/>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59"/>
                                            </p:cond>
                                          </p:stCondLst>
                                          <p:endCondLst>
                                            <p:cond evt="onStopAudio" delay="0">
                                              <p:tgtEl>
                                                <p:sldTgt/>
                                              </p:tgtEl>
                                            </p:cond>
                                          </p:endCondLst>
                                        </p:cTn>
                                        <p:tgtEl>
                                          <p:sndTgt r:embed="rId3" name="CHIMES.WAV"/>
                                        </p:tgtEl>
                                      </p:cMediaNode>
                                    </p:audio>
                                  </p:subTnLst>
                                </p:cTn>
                              </p:par>
                            </p:childTnLst>
                          </p:cTn>
                        </p:par>
                        <p:par>
                          <p:cTn id="63" fill="hold">
                            <p:stCondLst>
                              <p:cond delay="1300"/>
                            </p:stCondLst>
                            <p:childTnLst>
                              <p:par>
                                <p:cTn id="64" presetID="17" presetClass="entr" presetSubtype="4" fill="hold" nodeType="afterEffect">
                                  <p:stCondLst>
                                    <p:cond delay="300"/>
                                  </p:stCondLst>
                                  <p:childTnLst>
                                    <p:set>
                                      <p:cBhvr>
                                        <p:cTn id="65" dur="1" fill="hold">
                                          <p:stCondLst>
                                            <p:cond delay="0"/>
                                          </p:stCondLst>
                                        </p:cTn>
                                        <p:tgtEl>
                                          <p:spTgt spid="3"/>
                                        </p:tgtEl>
                                        <p:attrNameLst>
                                          <p:attrName>style.visibility</p:attrName>
                                        </p:attrNameLst>
                                      </p:cBhvr>
                                      <p:to>
                                        <p:strVal val="visible"/>
                                      </p:to>
                                    </p:set>
                                    <p:anim calcmode="lin" valueType="num">
                                      <p:cBhvr>
                                        <p:cTn id="66" dur="500" fill="hold"/>
                                        <p:tgtEl>
                                          <p:spTgt spid="3"/>
                                        </p:tgtEl>
                                        <p:attrNameLst>
                                          <p:attrName>ppt_x</p:attrName>
                                        </p:attrNameLst>
                                      </p:cBhvr>
                                      <p:tavLst>
                                        <p:tav tm="0">
                                          <p:val>
                                            <p:strVal val="#ppt_x"/>
                                          </p:val>
                                        </p:tav>
                                        <p:tav tm="100000">
                                          <p:val>
                                            <p:strVal val="#ppt_x"/>
                                          </p:val>
                                        </p:tav>
                                      </p:tavLst>
                                    </p:anim>
                                    <p:anim calcmode="lin" valueType="num">
                                      <p:cBhvr>
                                        <p:cTn id="67" dur="500" fill="hold"/>
                                        <p:tgtEl>
                                          <p:spTgt spid="3"/>
                                        </p:tgtEl>
                                        <p:attrNameLst>
                                          <p:attrName>ppt_y</p:attrName>
                                        </p:attrNameLst>
                                      </p:cBhvr>
                                      <p:tavLst>
                                        <p:tav tm="0">
                                          <p:val>
                                            <p:strVal val="#ppt_y+#ppt_h/2"/>
                                          </p:val>
                                        </p:tav>
                                        <p:tav tm="100000">
                                          <p:val>
                                            <p:strVal val="#ppt_y"/>
                                          </p:val>
                                        </p:tav>
                                      </p:tavLst>
                                    </p:anim>
                                    <p:anim calcmode="lin" valueType="num">
                                      <p:cBhvr>
                                        <p:cTn id="68" dur="500" fill="hold"/>
                                        <p:tgtEl>
                                          <p:spTgt spid="3"/>
                                        </p:tgtEl>
                                        <p:attrNameLst>
                                          <p:attrName>ppt_w</p:attrName>
                                        </p:attrNameLst>
                                      </p:cBhvr>
                                      <p:tavLst>
                                        <p:tav tm="0">
                                          <p:val>
                                            <p:strVal val="#ppt_w"/>
                                          </p:val>
                                        </p:tav>
                                        <p:tav tm="100000">
                                          <p:val>
                                            <p:strVal val="#ppt_w"/>
                                          </p:val>
                                        </p:tav>
                                      </p:tavLst>
                                    </p:anim>
                                    <p:anim calcmode="lin" valueType="num">
                                      <p:cBhvr>
                                        <p:cTn id="69" dur="500" fill="hold"/>
                                        <p:tgtEl>
                                          <p:spTgt spid="3"/>
                                        </p:tgtEl>
                                        <p:attrNameLst>
                                          <p:attrName>ppt_h</p:attrName>
                                        </p:attrNameLst>
                                      </p:cBhvr>
                                      <p:tavLst>
                                        <p:tav tm="0">
                                          <p:val>
                                            <p:fltVal val="0"/>
                                          </p:val>
                                        </p:tav>
                                        <p:tav tm="100000">
                                          <p:val>
                                            <p:strVal val="#ppt_h"/>
                                          </p:val>
                                        </p:tav>
                                      </p:tavLst>
                                    </p:anim>
                                  </p:childTnLst>
                                  <p:subTnLst>
                                    <p:audio>
                                      <p:cMediaNode>
                                        <p:cTn display="0" masterRel="sameClick">
                                          <p:stCondLst>
                                            <p:cond evt="begin" delay="0">
                                              <p:tn val="64"/>
                                            </p:cond>
                                          </p:stCondLst>
                                          <p:endCondLst>
                                            <p:cond evt="onStopAudio" delay="0">
                                              <p:tgtEl>
                                                <p:sldTgt/>
                                              </p:tgtEl>
                                            </p:cond>
                                          </p:endCondLst>
                                        </p:cTn>
                                        <p:tgtEl>
                                          <p:sndTgt r:embed="rId3" name="CHIMES.WAV"/>
                                        </p:tgtEl>
                                      </p:cMediaNode>
                                    </p:audio>
                                  </p:subTnLst>
                                </p:cTn>
                              </p:par>
                            </p:childTnLst>
                          </p:cTn>
                        </p:par>
                        <p:par>
                          <p:cTn id="70" fill="hold">
                            <p:stCondLst>
                              <p:cond delay="2100"/>
                            </p:stCondLst>
                            <p:childTnLst>
                              <p:par>
                                <p:cTn id="71" presetID="17" presetClass="entr" presetSubtype="10" fill="hold" grpId="0" nodeType="afterEffect">
                                  <p:stCondLst>
                                    <p:cond delay="300"/>
                                  </p:stCondLst>
                                  <p:childTnLst>
                                    <p:set>
                                      <p:cBhvr>
                                        <p:cTn id="72" dur="1" fill="hold">
                                          <p:stCondLst>
                                            <p:cond delay="0"/>
                                          </p:stCondLst>
                                        </p:cTn>
                                        <p:tgtEl>
                                          <p:spTgt spid="5"/>
                                        </p:tgtEl>
                                        <p:attrNameLst>
                                          <p:attrName>style.visibility</p:attrName>
                                        </p:attrNameLst>
                                      </p:cBhvr>
                                      <p:to>
                                        <p:strVal val="visible"/>
                                      </p:to>
                                    </p:set>
                                    <p:anim calcmode="lin" valueType="num">
                                      <p:cBhvr>
                                        <p:cTn id="73" dur="500" fill="hold"/>
                                        <p:tgtEl>
                                          <p:spTgt spid="5"/>
                                        </p:tgtEl>
                                        <p:attrNameLst>
                                          <p:attrName>ppt_w</p:attrName>
                                        </p:attrNameLst>
                                      </p:cBhvr>
                                      <p:tavLst>
                                        <p:tav tm="0">
                                          <p:val>
                                            <p:fltVal val="0"/>
                                          </p:val>
                                        </p:tav>
                                        <p:tav tm="100000">
                                          <p:val>
                                            <p:strVal val="#ppt_w"/>
                                          </p:val>
                                        </p:tav>
                                      </p:tavLst>
                                    </p:anim>
                                    <p:anim calcmode="lin" valueType="num">
                                      <p:cBhvr>
                                        <p:cTn id="74" dur="500" fill="hold"/>
                                        <p:tgtEl>
                                          <p:spTgt spid="5"/>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71"/>
                                            </p:cond>
                                          </p:stCondLst>
                                          <p:endCondLst>
                                            <p:cond evt="onStopAudio" delay="0">
                                              <p:tgtEl>
                                                <p:sldTgt/>
                                              </p:tgtEl>
                                            </p:cond>
                                          </p:endCondLst>
                                        </p:cTn>
                                        <p:tgtEl>
                                          <p:sndTgt r:embed="rId3" name="CHIMES.WAV"/>
                                        </p:tgtEl>
                                      </p:cMediaNode>
                                    </p:audio>
                                  </p:subTnLst>
                                </p:cTn>
                              </p:par>
                            </p:childTnLst>
                          </p:cTn>
                        </p:par>
                        <p:par>
                          <p:cTn id="75" fill="hold">
                            <p:stCondLst>
                              <p:cond delay="2900"/>
                            </p:stCondLst>
                            <p:childTnLst>
                              <p:par>
                                <p:cTn id="76" presetID="12" presetClass="entr" presetSubtype="1" fill="hold" nodeType="afterEffect">
                                  <p:stCondLst>
                                    <p:cond delay="0"/>
                                  </p:stCondLst>
                                  <p:childTnLst>
                                    <p:set>
                                      <p:cBhvr>
                                        <p:cTn id="77" dur="1" fill="hold">
                                          <p:stCondLst>
                                            <p:cond delay="0"/>
                                          </p:stCondLst>
                                        </p:cTn>
                                        <p:tgtEl>
                                          <p:spTgt spid="175"/>
                                        </p:tgtEl>
                                        <p:attrNameLst>
                                          <p:attrName>style.visibility</p:attrName>
                                        </p:attrNameLst>
                                      </p:cBhvr>
                                      <p:to>
                                        <p:strVal val="visible"/>
                                      </p:to>
                                    </p:set>
                                    <p:animEffect transition="in" filter="slide(fromTop)">
                                      <p:cBhvr>
                                        <p:cTn id="78" dur="3000"/>
                                        <p:tgtEl>
                                          <p:spTgt spid="175"/>
                                        </p:tgtEl>
                                      </p:cBhvr>
                                    </p:animEffect>
                                  </p:childTnLst>
                                  <p:subTnLst>
                                    <p:audio>
                                      <p:cMediaNode>
                                        <p:cTn display="0" masterRel="sameClick">
                                          <p:stCondLst>
                                            <p:cond evt="begin" delay="0">
                                              <p:tn val="76"/>
                                            </p:cond>
                                          </p:stCondLst>
                                          <p:endCondLst>
                                            <p:cond evt="onStopAudio" delay="0">
                                              <p:tgtEl>
                                                <p:sldTgt/>
                                              </p:tgtEl>
                                            </p:cond>
                                          </p:endCondLst>
                                        </p:cTn>
                                        <p:tgtEl>
                                          <p:sndTgt r:embed="rId3" name="CHIMES.WAV"/>
                                        </p:tgtEl>
                                      </p:cMediaNode>
                                    </p:audio>
                                  </p:subTnLst>
                                </p:cTn>
                              </p:par>
                            </p:childTnLst>
                          </p:cTn>
                        </p:par>
                        <p:par>
                          <p:cTn id="79" fill="hold">
                            <p:stCondLst>
                              <p:cond delay="5900"/>
                            </p:stCondLst>
                            <p:childTnLst>
                              <p:par>
                                <p:cTn id="80" presetID="20" presetClass="entr" presetSubtype="0" fill="hold" grpId="0" nodeType="afterEffect">
                                  <p:stCondLst>
                                    <p:cond delay="0"/>
                                  </p:stCondLst>
                                  <p:childTnLst>
                                    <p:set>
                                      <p:cBhvr>
                                        <p:cTn id="81" dur="1" fill="hold">
                                          <p:stCondLst>
                                            <p:cond delay="0"/>
                                          </p:stCondLst>
                                        </p:cTn>
                                        <p:tgtEl>
                                          <p:spTgt spid="176"/>
                                        </p:tgtEl>
                                        <p:attrNameLst>
                                          <p:attrName>style.visibility</p:attrName>
                                        </p:attrNameLst>
                                      </p:cBhvr>
                                      <p:to>
                                        <p:strVal val="visible"/>
                                      </p:to>
                                    </p:set>
                                    <p:animEffect transition="in" filter="wedge">
                                      <p:cBhvr>
                                        <p:cTn id="82" dur="3000"/>
                                        <p:tgtEl>
                                          <p:spTgt spid="176"/>
                                        </p:tgtEl>
                                      </p:cBhvr>
                                    </p:animEffect>
                                  </p:childTnLst>
                                  <p:subTnLst>
                                    <p:audio>
                                      <p:cMediaNode>
                                        <p:cTn display="0" masterRel="sameClick">
                                          <p:stCondLst>
                                            <p:cond evt="begin" delay="0">
                                              <p:tn val="80"/>
                                            </p:cond>
                                          </p:stCondLst>
                                          <p:endCondLst>
                                            <p:cond evt="onStopAudio" delay="0">
                                              <p:tgtEl>
                                                <p:sldTgt/>
                                              </p:tgtEl>
                                            </p:cond>
                                          </p:endCondLst>
                                        </p:cTn>
                                        <p:tgtEl>
                                          <p:sndTgt r:embed="rId3" name="CHIMES.WAV"/>
                                        </p:tgtEl>
                                      </p:cMediaNode>
                                    </p:audio>
                                  </p:subTnLst>
                                </p:cTn>
                              </p:par>
                              <p:par>
                                <p:cTn id="83" presetID="9" presetClass="emph" presetSubtype="0" nodeType="withEffect">
                                  <p:stCondLst>
                                    <p:cond delay="0"/>
                                  </p:stCondLst>
                                  <p:childTnLst>
                                    <p:set>
                                      <p:cBhvr rctx="PPT">
                                        <p:cTn id="84" dur="indefinite"/>
                                        <p:tgtEl>
                                          <p:spTgt spid="143"/>
                                        </p:tgtEl>
                                        <p:attrNameLst>
                                          <p:attrName>style.opacity</p:attrName>
                                        </p:attrNameLst>
                                      </p:cBhvr>
                                      <p:to>
                                        <p:strVal val="0.25"/>
                                      </p:to>
                                    </p:set>
                                    <p:animEffect filter="image" prLst="opacity: 0.25">
                                      <p:cBhvr rctx="IE">
                                        <p:cTn id="85" dur="indefinite"/>
                                        <p:tgtEl>
                                          <p:spTgt spid="143"/>
                                        </p:tgtEl>
                                      </p:cBhvr>
                                    </p:animEffect>
                                  </p:childTnLst>
                                </p:cTn>
                              </p:par>
                            </p:childTnLst>
                          </p:cTn>
                        </p:par>
                      </p:childTnLst>
                    </p:cTn>
                  </p:par>
                  <p:par>
                    <p:cTn id="86" fill="hold">
                      <p:stCondLst>
                        <p:cond delay="indefinite"/>
                      </p:stCondLst>
                      <p:childTnLst>
                        <p:par>
                          <p:cTn id="87" fill="hold">
                            <p:stCondLst>
                              <p:cond delay="0"/>
                            </p:stCondLst>
                            <p:childTnLst>
                              <p:par>
                                <p:cTn id="88" presetID="1" presetClass="entr" presetSubtype="0" fill="hold" grpId="0" nodeType="clickEffect">
                                  <p:stCondLst>
                                    <p:cond delay="0"/>
                                  </p:stCondLst>
                                  <p:childTnLst>
                                    <p:set>
                                      <p:cBhvr>
                                        <p:cTn id="89" dur="1" fill="hold">
                                          <p:stCondLst>
                                            <p:cond delay="0"/>
                                          </p:stCondLst>
                                        </p:cTn>
                                        <p:tgtEl>
                                          <p:spTgt spid="126"/>
                                        </p:tgtEl>
                                        <p:attrNameLst>
                                          <p:attrName>style.visibility</p:attrName>
                                        </p:attrNameLst>
                                      </p:cBhvr>
                                      <p:to>
                                        <p:strVal val="visible"/>
                                      </p:to>
                                    </p:set>
                                  </p:childTnLst>
                                </p:cTn>
                              </p:par>
                            </p:childTnLst>
                          </p:cTn>
                        </p:par>
                      </p:childTnLst>
                    </p:cTn>
                  </p:par>
                  <p:par>
                    <p:cTn id="90" fill="hold">
                      <p:stCondLst>
                        <p:cond delay="indefinite"/>
                      </p:stCondLst>
                      <p:childTnLst>
                        <p:par>
                          <p:cTn id="91" fill="hold">
                            <p:stCondLst>
                              <p:cond delay="0"/>
                            </p:stCondLst>
                            <p:childTnLst>
                              <p:par>
                                <p:cTn id="92" presetID="22" presetClass="entr" presetSubtype="8" fill="hold" grpId="0" nodeType="clickEffect">
                                  <p:stCondLst>
                                    <p:cond delay="0"/>
                                  </p:stCondLst>
                                  <p:iterate type="lt">
                                    <p:tmPct val="100000"/>
                                  </p:iterate>
                                  <p:childTnLst>
                                    <p:set>
                                      <p:cBhvr>
                                        <p:cTn id="93" dur="1" fill="hold">
                                          <p:stCondLst>
                                            <p:cond delay="0"/>
                                          </p:stCondLst>
                                        </p:cTn>
                                        <p:tgtEl>
                                          <p:spTgt spid="127">
                                            <p:txEl>
                                              <p:pRg st="0" end="0"/>
                                            </p:txEl>
                                          </p:spTgt>
                                        </p:tgtEl>
                                        <p:attrNameLst>
                                          <p:attrName>style.visibility</p:attrName>
                                        </p:attrNameLst>
                                      </p:cBhvr>
                                      <p:to>
                                        <p:strVal val="visible"/>
                                      </p:to>
                                    </p:set>
                                    <p:animEffect transition="in" filter="wipe(left)">
                                      <p:cBhvr>
                                        <p:cTn id="94" dur="75"/>
                                        <p:tgtEl>
                                          <p:spTgt spid="127">
                                            <p:txEl>
                                              <p:pRg st="0" end="0"/>
                                            </p:txEl>
                                          </p:spTgt>
                                        </p:tgtEl>
                                      </p:cBhvr>
                                    </p:animEffect>
                                  </p:childTnLst>
                                  <p:subTnLst>
                                    <p:audio>
                                      <p:cMediaNode>
                                        <p:cTn display="0" masterRel="sameClick">
                                          <p:stCondLst>
                                            <p:cond evt="begin" delay="0">
                                              <p:tn val="92"/>
                                            </p:cond>
                                          </p:stCondLst>
                                          <p:endCondLst>
                                            <p:cond evt="onStopAudio" delay="0">
                                              <p:tgtEl>
                                                <p:sldTgt/>
                                              </p:tgtEl>
                                            </p:cond>
                                          </p:endCondLst>
                                        </p:cTn>
                                        <p:tgtEl>
                                          <p:sndTgt r:embed="rId4" name="TYPE.WAV"/>
                                        </p:tgtEl>
                                      </p:cMediaNode>
                                    </p:audio>
                                  </p:subTnLst>
                                </p:cTn>
                              </p:par>
                            </p:childTnLst>
                          </p:cTn>
                        </p:par>
                      </p:childTnLst>
                    </p:cTn>
                  </p:par>
                  <p:par>
                    <p:cTn id="95" fill="hold">
                      <p:stCondLst>
                        <p:cond delay="indefinite"/>
                      </p:stCondLst>
                      <p:childTnLst>
                        <p:par>
                          <p:cTn id="96" fill="hold">
                            <p:stCondLst>
                              <p:cond delay="0"/>
                            </p:stCondLst>
                            <p:childTnLst>
                              <p:par>
                                <p:cTn id="97" presetID="22" presetClass="entr" presetSubtype="8" fill="hold" grpId="0" nodeType="clickEffect">
                                  <p:stCondLst>
                                    <p:cond delay="0"/>
                                  </p:stCondLst>
                                  <p:iterate type="lt">
                                    <p:tmPct val="100000"/>
                                  </p:iterate>
                                  <p:childTnLst>
                                    <p:set>
                                      <p:cBhvr>
                                        <p:cTn id="98" dur="1" fill="hold">
                                          <p:stCondLst>
                                            <p:cond delay="0"/>
                                          </p:stCondLst>
                                        </p:cTn>
                                        <p:tgtEl>
                                          <p:spTgt spid="128">
                                            <p:txEl>
                                              <p:pRg st="0" end="0"/>
                                            </p:txEl>
                                          </p:spTgt>
                                        </p:tgtEl>
                                        <p:attrNameLst>
                                          <p:attrName>style.visibility</p:attrName>
                                        </p:attrNameLst>
                                      </p:cBhvr>
                                      <p:to>
                                        <p:strVal val="visible"/>
                                      </p:to>
                                    </p:set>
                                    <p:animEffect transition="in" filter="wipe(left)">
                                      <p:cBhvr>
                                        <p:cTn id="99" dur="75"/>
                                        <p:tgtEl>
                                          <p:spTgt spid="128">
                                            <p:txEl>
                                              <p:pRg st="0" end="0"/>
                                            </p:txEl>
                                          </p:spTgt>
                                        </p:tgtEl>
                                      </p:cBhvr>
                                    </p:animEffect>
                                  </p:childTnLst>
                                  <p:subTnLst>
                                    <p:audio>
                                      <p:cMediaNode>
                                        <p:cTn display="0" masterRel="sameClick">
                                          <p:stCondLst>
                                            <p:cond evt="begin" delay="0">
                                              <p:tn val="97"/>
                                            </p:cond>
                                          </p:stCondLst>
                                          <p:endCondLst>
                                            <p:cond evt="onStopAudio" delay="0">
                                              <p:tgtEl>
                                                <p:sldTgt/>
                                              </p:tgtEl>
                                            </p:cond>
                                          </p:endCondLst>
                                        </p:cTn>
                                        <p:tgtEl>
                                          <p:sndTgt r:embed="rId4" name="TYPE.WAV"/>
                                        </p:tgtEl>
                                      </p:cMediaNode>
                                    </p:audio>
                                  </p:subTnLst>
                                </p:cTn>
                              </p:par>
                            </p:childTnLst>
                          </p:cTn>
                        </p:par>
                      </p:childTnLst>
                    </p:cTn>
                  </p:par>
                  <p:par>
                    <p:cTn id="100" fill="hold">
                      <p:stCondLst>
                        <p:cond delay="indefinite"/>
                      </p:stCondLst>
                      <p:childTnLst>
                        <p:par>
                          <p:cTn id="101" fill="hold">
                            <p:stCondLst>
                              <p:cond delay="0"/>
                            </p:stCondLst>
                            <p:childTnLst>
                              <p:par>
                                <p:cTn id="102" presetID="22" presetClass="entr" presetSubtype="8" fill="hold" grpId="0" nodeType="clickEffect">
                                  <p:stCondLst>
                                    <p:cond delay="0"/>
                                  </p:stCondLst>
                                  <p:iterate type="lt">
                                    <p:tmPct val="100000"/>
                                  </p:iterate>
                                  <p:childTnLst>
                                    <p:set>
                                      <p:cBhvr>
                                        <p:cTn id="103" dur="1" fill="hold">
                                          <p:stCondLst>
                                            <p:cond delay="0"/>
                                          </p:stCondLst>
                                        </p:cTn>
                                        <p:tgtEl>
                                          <p:spTgt spid="129">
                                            <p:txEl>
                                              <p:pRg st="0" end="0"/>
                                            </p:txEl>
                                          </p:spTgt>
                                        </p:tgtEl>
                                        <p:attrNameLst>
                                          <p:attrName>style.visibility</p:attrName>
                                        </p:attrNameLst>
                                      </p:cBhvr>
                                      <p:to>
                                        <p:strVal val="visible"/>
                                      </p:to>
                                    </p:set>
                                    <p:animEffect transition="in" filter="wipe(left)">
                                      <p:cBhvr>
                                        <p:cTn id="104" dur="75"/>
                                        <p:tgtEl>
                                          <p:spTgt spid="129">
                                            <p:txEl>
                                              <p:pRg st="0" end="0"/>
                                            </p:txEl>
                                          </p:spTgt>
                                        </p:tgtEl>
                                      </p:cBhvr>
                                    </p:animEffect>
                                  </p:childTnLst>
                                  <p:subTnLst>
                                    <p:audio>
                                      <p:cMediaNode>
                                        <p:cTn display="0" masterRel="sameClick">
                                          <p:stCondLst>
                                            <p:cond evt="begin" delay="0">
                                              <p:tn val="102"/>
                                            </p:cond>
                                          </p:stCondLst>
                                          <p:endCondLst>
                                            <p:cond evt="onStopAudio" delay="0">
                                              <p:tgtEl>
                                                <p:sldTgt/>
                                              </p:tgtEl>
                                            </p:cond>
                                          </p:endCondLst>
                                        </p:cTn>
                                        <p:tgtEl>
                                          <p:sndTgt r:embed="rId4" name="TYPE.WAV"/>
                                        </p:tgtEl>
                                      </p:cMediaNode>
                                    </p:audio>
                                  </p:subTnLst>
                                </p:cTn>
                              </p:par>
                            </p:childTnLst>
                          </p:cTn>
                        </p:par>
                      </p:childTnLst>
                    </p:cTn>
                  </p:par>
                  <p:par>
                    <p:cTn id="105" fill="hold">
                      <p:stCondLst>
                        <p:cond delay="indefinite"/>
                      </p:stCondLst>
                      <p:childTnLst>
                        <p:par>
                          <p:cTn id="106" fill="hold">
                            <p:stCondLst>
                              <p:cond delay="0"/>
                            </p:stCondLst>
                            <p:childTnLst>
                              <p:par>
                                <p:cTn id="107" presetID="22" presetClass="entr" presetSubtype="8" fill="hold" grpId="0" nodeType="clickEffect">
                                  <p:stCondLst>
                                    <p:cond delay="0"/>
                                  </p:stCondLst>
                                  <p:iterate type="lt">
                                    <p:tmPct val="100000"/>
                                  </p:iterate>
                                  <p:childTnLst>
                                    <p:set>
                                      <p:cBhvr>
                                        <p:cTn id="108" dur="1" fill="hold">
                                          <p:stCondLst>
                                            <p:cond delay="0"/>
                                          </p:stCondLst>
                                        </p:cTn>
                                        <p:tgtEl>
                                          <p:spTgt spid="129">
                                            <p:txEl>
                                              <p:pRg st="1" end="1"/>
                                            </p:txEl>
                                          </p:spTgt>
                                        </p:tgtEl>
                                        <p:attrNameLst>
                                          <p:attrName>style.visibility</p:attrName>
                                        </p:attrNameLst>
                                      </p:cBhvr>
                                      <p:to>
                                        <p:strVal val="visible"/>
                                      </p:to>
                                    </p:set>
                                    <p:animEffect transition="in" filter="wipe(left)">
                                      <p:cBhvr>
                                        <p:cTn id="109" dur="75"/>
                                        <p:tgtEl>
                                          <p:spTgt spid="129">
                                            <p:txEl>
                                              <p:pRg st="1" end="1"/>
                                            </p:txEl>
                                          </p:spTgt>
                                        </p:tgtEl>
                                      </p:cBhvr>
                                    </p:animEffect>
                                  </p:childTnLst>
                                  <p:subTnLst>
                                    <p:audio>
                                      <p:cMediaNode>
                                        <p:cTn display="0" masterRel="sameClick">
                                          <p:stCondLst>
                                            <p:cond evt="begin" delay="0">
                                              <p:tn val="107"/>
                                            </p:cond>
                                          </p:stCondLst>
                                          <p:endCondLst>
                                            <p:cond evt="onStopAudio" delay="0">
                                              <p:tgtEl>
                                                <p:sldTgt/>
                                              </p:tgtEl>
                                            </p:cond>
                                          </p:endCondLst>
                                        </p:cTn>
                                        <p:tgtEl>
                                          <p:sndTgt r:embed="rId4" name="TYPE.WAV"/>
                                        </p:tgtEl>
                                      </p:cMediaNode>
                                    </p:audio>
                                  </p:subTnLst>
                                </p:cTn>
                              </p:par>
                            </p:childTnLst>
                          </p:cTn>
                        </p:par>
                        <p:par>
                          <p:cTn id="110" fill="hold">
                            <p:stCondLst>
                              <p:cond delay="600"/>
                            </p:stCondLst>
                            <p:childTnLst>
                              <p:par>
                                <p:cTn id="111" presetID="22" presetClass="entr" presetSubtype="4" fill="hold" nodeType="afterEffect">
                                  <p:stCondLst>
                                    <p:cond delay="0"/>
                                  </p:stCondLst>
                                  <p:childTnLst>
                                    <p:set>
                                      <p:cBhvr>
                                        <p:cTn id="112" dur="1" fill="hold">
                                          <p:stCondLst>
                                            <p:cond delay="0"/>
                                          </p:stCondLst>
                                        </p:cTn>
                                        <p:tgtEl>
                                          <p:spTgt spid="177"/>
                                        </p:tgtEl>
                                        <p:attrNameLst>
                                          <p:attrName>style.visibility</p:attrName>
                                        </p:attrNameLst>
                                      </p:cBhvr>
                                      <p:to>
                                        <p:strVal val="visible"/>
                                      </p:to>
                                    </p:set>
                                    <p:animEffect transition="in" filter="wipe(down)">
                                      <p:cBhvr>
                                        <p:cTn id="113" dur="2000"/>
                                        <p:tgtEl>
                                          <p:spTgt spid="177"/>
                                        </p:tgtEl>
                                      </p:cBhvr>
                                    </p:animEffect>
                                  </p:childTnLst>
                                  <p:subTnLst>
                                    <p:audio>
                                      <p:cMediaNode>
                                        <p:cTn display="0" masterRel="sameClick">
                                          <p:stCondLst>
                                            <p:cond evt="begin" delay="0">
                                              <p:tn val="111"/>
                                            </p:cond>
                                          </p:stCondLst>
                                          <p:endCondLst>
                                            <p:cond evt="onStopAudio" delay="0">
                                              <p:tgtEl>
                                                <p:sldTgt/>
                                              </p:tgtEl>
                                            </p:cond>
                                          </p:endCondLst>
                                        </p:cTn>
                                        <p:tgtEl>
                                          <p:sndTgt r:embed="rId3"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5" grpId="0"/>
      <p:bldP spid="126" grpId="0"/>
      <p:bldP spid="127" grpId="0" build="p" autoUpdateAnimBg="0"/>
      <p:bldP spid="128" grpId="0" build="p" autoUpdateAnimBg="0"/>
      <p:bldP spid="129" grpId="0" build="p" autoUpdateAnimBg="0"/>
      <p:bldP spid="4" grpId="0" autoUpdateAnimBg="0"/>
      <p:bldP spid="5" grpId="0" autoUpdateAnimBg="0"/>
      <p:bldP spid="9" grpId="0" autoUpdateAnimBg="0"/>
      <p:bldP spid="10" grpId="0" autoUpdateAnimBg="0"/>
      <p:bldP spid="11" grpId="0" autoUpdateAnimBg="0"/>
      <p:bldP spid="176" grpId="0" autoUpdateAnimBg="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164442" y="91693"/>
            <a:ext cx="5546711" cy="615553"/>
          </a:xfrm>
          <a:prstGeom prst="rect">
            <a:avLst/>
          </a:prstGeom>
        </p:spPr>
        <p:txBody>
          <a:bodyPr wrap="none">
            <a:spAutoFit/>
          </a:bodyPr>
          <a:lstStyle/>
          <a:p>
            <a:pPr>
              <a:defRPr/>
            </a:pPr>
            <a:r>
              <a:rPr kumimoji="1" lang="zh-CN" altLang="en-US" sz="3400" i="0" dirty="0">
                <a:solidFill>
                  <a:srgbClr val="FFFFFF"/>
                </a:solidFill>
                <a:latin typeface="微软雅黑" panose="020B0503020204020204" pitchFamily="34" charset="-122"/>
                <a:ea typeface="微软雅黑" panose="020B0503020204020204" pitchFamily="34" charset="-122"/>
              </a:rPr>
              <a:t>第二章</a:t>
            </a:r>
            <a:r>
              <a:rPr kumimoji="1" lang="en-US" altLang="zh-CN" sz="3400" i="0" dirty="0">
                <a:solidFill>
                  <a:srgbClr val="FFFFFF"/>
                </a:solidFill>
                <a:latin typeface="微软雅黑" panose="020B0503020204020204" pitchFamily="34" charset="-122"/>
                <a:ea typeface="微软雅黑" panose="020B0503020204020204" pitchFamily="34" charset="-122"/>
              </a:rPr>
              <a:t> </a:t>
            </a:r>
            <a:r>
              <a:rPr kumimoji="1" lang="zh-CN" altLang="en-US" sz="3400" i="0" dirty="0">
                <a:solidFill>
                  <a:srgbClr val="FFFFFF"/>
                </a:solidFill>
                <a:latin typeface="微软雅黑" panose="020B0503020204020204" pitchFamily="34" charset="-122"/>
                <a:ea typeface="微软雅黑" panose="020B0503020204020204" pitchFamily="34" charset="-122"/>
              </a:rPr>
              <a:t>平面问题的受力分析</a:t>
            </a:r>
          </a:p>
        </p:txBody>
      </p:sp>
      <p:sp>
        <p:nvSpPr>
          <p:cNvPr id="6" name="Text Box 9"/>
          <p:cNvSpPr txBox="1">
            <a:spLocks noChangeArrowheads="1"/>
          </p:cNvSpPr>
          <p:nvPr/>
        </p:nvSpPr>
        <p:spPr bwMode="auto">
          <a:xfrm>
            <a:off x="4142848" y="831418"/>
            <a:ext cx="4680520" cy="599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just">
              <a:spcBef>
                <a:spcPct val="20000"/>
              </a:spcBef>
              <a:buClr>
                <a:schemeClr val="accent1"/>
              </a:buClr>
              <a:buSzPct val="75000"/>
              <a:buFont typeface="Monotype Sorts" pitchFamily="2" charset="2"/>
              <a:buChar char="•"/>
              <a:defRPr kumimoji="1" sz="2400">
                <a:solidFill>
                  <a:schemeClr val="tx1"/>
                </a:solidFill>
                <a:latin typeface="Impact" panose="020B0806030902050204" pitchFamily="34" charset="0"/>
                <a:ea typeface="宋体" panose="02010600030101010101" pitchFamily="2" charset="-122"/>
              </a:defRPr>
            </a:lvl1pPr>
            <a:lvl2pPr marL="742950" indent="-285750">
              <a:spcBef>
                <a:spcPct val="20000"/>
              </a:spcBef>
              <a:buClr>
                <a:schemeClr val="accent2"/>
              </a:buClr>
              <a:buChar char="•"/>
              <a:defRPr kumimoji="1" sz="2000">
                <a:solidFill>
                  <a:schemeClr val="tx1"/>
                </a:solidFill>
                <a:latin typeface="Impact" panose="020B0806030902050204" pitchFamily="34" charset="0"/>
                <a:ea typeface="宋体" panose="02010600030101010101" pitchFamily="2" charset="-122"/>
              </a:defRPr>
            </a:lvl2pPr>
            <a:lvl3pPr marL="1143000" indent="-228600">
              <a:spcBef>
                <a:spcPct val="20000"/>
              </a:spcBef>
              <a:buChar char="–"/>
              <a:defRPr kumimoji="1" sz="2400">
                <a:solidFill>
                  <a:schemeClr val="tx1"/>
                </a:solidFill>
                <a:latin typeface="Impact" panose="020B0806030902050204" pitchFamily="34" charset="0"/>
                <a:ea typeface="宋体" panose="02010600030101010101" pitchFamily="2" charset="-122"/>
              </a:defRPr>
            </a:lvl3pPr>
            <a:lvl4pPr marL="1600200" indent="-228600">
              <a:spcBef>
                <a:spcPct val="20000"/>
              </a:spcBef>
              <a:buChar char="–"/>
              <a:defRPr kumimoji="1" sz="2000">
                <a:solidFill>
                  <a:schemeClr val="tx1"/>
                </a:solidFill>
                <a:latin typeface="Impact" panose="020B0806030902050204" pitchFamily="34" charset="0"/>
                <a:ea typeface="宋体" panose="02010600030101010101" pitchFamily="2" charset="-122"/>
              </a:defRPr>
            </a:lvl4pPr>
            <a:lvl5pPr marL="2057400" indent="-228600">
              <a:spcBef>
                <a:spcPct val="20000"/>
              </a:spcBef>
              <a:buChar char="»"/>
              <a:defRPr kumimoji="1" sz="2000">
                <a:solidFill>
                  <a:schemeClr val="tx1"/>
                </a:solidFill>
                <a:latin typeface="Impact" panose="020B0806030902050204" pitchFamily="34"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9pPr>
          </a:lstStyle>
          <a:p>
            <a:pPr>
              <a:lnSpc>
                <a:spcPct val="120000"/>
              </a:lnSpc>
              <a:spcBef>
                <a:spcPct val="0"/>
              </a:spcBef>
              <a:buClrTx/>
              <a:buSzTx/>
              <a:buFontTx/>
              <a:buNone/>
            </a:pPr>
            <a:r>
              <a:rPr kumimoji="0" lang="zh-CN" altLang="en-US" sz="3000" i="0" dirty="0">
                <a:solidFill>
                  <a:srgbClr val="4F81BD"/>
                </a:solidFill>
                <a:latin typeface="微软雅黑" panose="020B0503020204020204" pitchFamily="34" charset="-122"/>
                <a:ea typeface="微软雅黑" panose="020B0503020204020204" pitchFamily="34" charset="-122"/>
              </a:rPr>
              <a:t>平面任意力系的特殊形式</a:t>
            </a:r>
            <a:endParaRPr lang="zh-CN" altLang="en-US" sz="3000" i="0" dirty="0">
              <a:solidFill>
                <a:srgbClr val="4F81BD"/>
              </a:solidFill>
              <a:latin typeface="微软雅黑" panose="020B0503020204020204" pitchFamily="34" charset="-122"/>
              <a:ea typeface="微软雅黑" panose="020B0503020204020204" pitchFamily="34" charset="-122"/>
            </a:endParaRPr>
          </a:p>
        </p:txBody>
      </p:sp>
      <p:sp>
        <p:nvSpPr>
          <p:cNvPr id="9" name="Text Box 9"/>
          <p:cNvSpPr txBox="1">
            <a:spLocks noChangeArrowheads="1"/>
          </p:cNvSpPr>
          <p:nvPr/>
        </p:nvSpPr>
        <p:spPr bwMode="auto">
          <a:xfrm>
            <a:off x="767408" y="1255348"/>
            <a:ext cx="10081120" cy="21165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just">
              <a:spcBef>
                <a:spcPct val="20000"/>
              </a:spcBef>
              <a:buClr>
                <a:schemeClr val="accent1"/>
              </a:buClr>
              <a:buSzPct val="75000"/>
              <a:buFont typeface="Monotype Sorts" pitchFamily="2" charset="2"/>
              <a:buChar char="•"/>
              <a:defRPr kumimoji="1" sz="2400">
                <a:solidFill>
                  <a:schemeClr val="tx1"/>
                </a:solidFill>
                <a:latin typeface="Impact" panose="020B0806030902050204" pitchFamily="34" charset="0"/>
                <a:ea typeface="宋体" panose="02010600030101010101" pitchFamily="2" charset="-122"/>
              </a:defRPr>
            </a:lvl1pPr>
            <a:lvl2pPr marL="742950" indent="-285750">
              <a:spcBef>
                <a:spcPct val="20000"/>
              </a:spcBef>
              <a:buClr>
                <a:schemeClr val="accent2"/>
              </a:buClr>
              <a:buChar char="•"/>
              <a:defRPr kumimoji="1" sz="2000">
                <a:solidFill>
                  <a:schemeClr val="tx1"/>
                </a:solidFill>
                <a:latin typeface="Impact" panose="020B0806030902050204" pitchFamily="34" charset="0"/>
                <a:ea typeface="宋体" panose="02010600030101010101" pitchFamily="2" charset="-122"/>
              </a:defRPr>
            </a:lvl2pPr>
            <a:lvl3pPr marL="1143000" indent="-228600">
              <a:spcBef>
                <a:spcPct val="20000"/>
              </a:spcBef>
              <a:buChar char="–"/>
              <a:defRPr kumimoji="1" sz="2400">
                <a:solidFill>
                  <a:schemeClr val="tx1"/>
                </a:solidFill>
                <a:latin typeface="Impact" panose="020B0806030902050204" pitchFamily="34" charset="0"/>
                <a:ea typeface="宋体" panose="02010600030101010101" pitchFamily="2" charset="-122"/>
              </a:defRPr>
            </a:lvl3pPr>
            <a:lvl4pPr marL="1600200" indent="-228600">
              <a:spcBef>
                <a:spcPct val="20000"/>
              </a:spcBef>
              <a:buChar char="–"/>
              <a:defRPr kumimoji="1" sz="2000">
                <a:solidFill>
                  <a:schemeClr val="tx1"/>
                </a:solidFill>
                <a:latin typeface="Impact" panose="020B0806030902050204" pitchFamily="34" charset="0"/>
                <a:ea typeface="宋体" panose="02010600030101010101" pitchFamily="2" charset="-122"/>
              </a:defRPr>
            </a:lvl4pPr>
            <a:lvl5pPr marL="2057400" indent="-228600">
              <a:spcBef>
                <a:spcPct val="20000"/>
              </a:spcBef>
              <a:buChar char="»"/>
              <a:defRPr kumimoji="1" sz="2000">
                <a:solidFill>
                  <a:schemeClr val="tx1"/>
                </a:solidFill>
                <a:latin typeface="Impact" panose="020B0806030902050204" pitchFamily="34"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9pPr>
          </a:lstStyle>
          <a:p>
            <a:pPr>
              <a:lnSpc>
                <a:spcPct val="120000"/>
              </a:lnSpc>
              <a:spcBef>
                <a:spcPct val="0"/>
              </a:spcBef>
              <a:buClrTx/>
              <a:buSzTx/>
              <a:buNone/>
            </a:pPr>
            <a:r>
              <a:rPr kumimoji="0" lang="zh-CN" altLang="en-US" sz="2800" i="0" dirty="0">
                <a:solidFill>
                  <a:srgbClr val="FF0000"/>
                </a:solidFill>
                <a:latin typeface="微软雅黑" panose="020B0503020204020204" pitchFamily="34" charset="-122"/>
                <a:ea typeface="微软雅黑" panose="020B0503020204020204" pitchFamily="34" charset="-122"/>
              </a:rPr>
              <a:t>平面平行力系</a:t>
            </a:r>
            <a:endParaRPr kumimoji="0" lang="en-US" altLang="zh-CN" sz="2800" i="0" dirty="0">
              <a:solidFill>
                <a:srgbClr val="FF0000"/>
              </a:solidFill>
              <a:latin typeface="微软雅黑" panose="020B0503020204020204" pitchFamily="34" charset="-122"/>
              <a:ea typeface="微软雅黑" panose="020B0503020204020204" pitchFamily="34" charset="-122"/>
            </a:endParaRPr>
          </a:p>
          <a:p>
            <a:pPr>
              <a:lnSpc>
                <a:spcPct val="120000"/>
              </a:lnSpc>
              <a:spcBef>
                <a:spcPct val="0"/>
              </a:spcBef>
              <a:buClrTx/>
              <a:buSzTx/>
              <a:buNone/>
            </a:pPr>
            <a:r>
              <a:rPr lang="zh-CN" altLang="en-US" sz="2800" i="0" dirty="0">
                <a:latin typeface="+mn-lt"/>
                <a:ea typeface="微软雅黑" panose="020B0503020204020204" pitchFamily="34" charset="-122"/>
              </a:rPr>
              <a:t>若平面力系中各力作用线全部平行，则称为平面平行力系，取 </a:t>
            </a:r>
            <a:r>
              <a:rPr lang="en-US" altLang="zh-CN" sz="2800" dirty="0">
                <a:latin typeface="+mn-lt"/>
                <a:ea typeface="微软雅黑" panose="020B0503020204020204" pitchFamily="34" charset="-122"/>
              </a:rPr>
              <a:t>y</a:t>
            </a:r>
            <a:r>
              <a:rPr lang="zh-CN" altLang="en-US" sz="2800" i="0" dirty="0">
                <a:latin typeface="+mn-lt"/>
                <a:ea typeface="微软雅黑" panose="020B0503020204020204" pitchFamily="34" charset="-122"/>
              </a:rPr>
              <a:t>轴平行于各力作用线。显见</a:t>
            </a:r>
            <a:r>
              <a:rPr lang="en-US" altLang="zh-CN" sz="2800" i="0" dirty="0">
                <a:latin typeface="+mn-lt"/>
                <a:ea typeface="微软雅黑" panose="020B0503020204020204" pitchFamily="34" charset="-122"/>
              </a:rPr>
              <a:t>Σ</a:t>
            </a:r>
            <a:r>
              <a:rPr lang="en-US" altLang="zh-CN" sz="2800" b="0" dirty="0">
                <a:latin typeface="+mn-lt"/>
                <a:ea typeface="微软雅黑" panose="020B0503020204020204" pitchFamily="34" charset="-122"/>
              </a:rPr>
              <a:t>F</a:t>
            </a:r>
            <a:r>
              <a:rPr lang="en-US" altLang="zh-CN" sz="2800" b="0" baseline="-25000" dirty="0">
                <a:latin typeface="+mn-lt"/>
                <a:ea typeface="微软雅黑" panose="020B0503020204020204" pitchFamily="34" charset="-122"/>
              </a:rPr>
              <a:t>x</a:t>
            </a:r>
            <a:r>
              <a:rPr lang="zh-CN" altLang="en-US" sz="2800" b="0" i="0" dirty="0">
                <a:latin typeface="+mn-lt"/>
                <a:ea typeface="微软雅黑" panose="020B0503020204020204" pitchFamily="34" charset="-122"/>
              </a:rPr>
              <a:t>＝</a:t>
            </a:r>
            <a:r>
              <a:rPr lang="en-US" altLang="zh-CN" sz="2800" b="0" i="0" dirty="0">
                <a:latin typeface="+mn-lt"/>
                <a:ea typeface="微软雅黑" panose="020B0503020204020204" pitchFamily="34" charset="-122"/>
              </a:rPr>
              <a:t>0</a:t>
            </a:r>
            <a:r>
              <a:rPr lang="zh-CN" altLang="en-US" sz="2800" i="0" dirty="0">
                <a:latin typeface="+mn-lt"/>
                <a:ea typeface="微软雅黑" panose="020B0503020204020204" pitchFamily="34" charset="-122"/>
              </a:rPr>
              <a:t>恒能满足，则其独立平衡方程为 </a:t>
            </a:r>
          </a:p>
        </p:txBody>
      </p:sp>
      <p:sp>
        <p:nvSpPr>
          <p:cNvPr id="158" name="Rectangle 61"/>
          <p:cNvSpPr>
            <a:spLocks noChangeArrowheads="1"/>
          </p:cNvSpPr>
          <p:nvPr/>
        </p:nvSpPr>
        <p:spPr bwMode="auto">
          <a:xfrm>
            <a:off x="7726543" y="3212976"/>
            <a:ext cx="4057950" cy="2896499"/>
          </a:xfrm>
          <a:prstGeom prst="rect">
            <a:avLst/>
          </a:prstGeom>
          <a:solidFill>
            <a:srgbClr val="B9CDE5"/>
          </a:solidFill>
          <a:ln>
            <a:noFill/>
          </a:ln>
          <a:effectLst/>
        </p:spPr>
        <p:txBody>
          <a:bodyPr wrap="none" anchor="ctr"/>
          <a:lstStyle/>
          <a:p>
            <a:endParaRPr lang="zh-CN" altLang="en-US"/>
          </a:p>
        </p:txBody>
      </p:sp>
      <p:sp>
        <p:nvSpPr>
          <p:cNvPr id="2" name="Oval 12">
            <a:extLst>
              <a:ext uri="{FF2B5EF4-FFF2-40B4-BE49-F238E27FC236}">
                <a16:creationId xmlns:a16="http://schemas.microsoft.com/office/drawing/2014/main" id="{D1419E0E-CEC8-8853-F86B-AD6D8906C4B5}"/>
              </a:ext>
            </a:extLst>
          </p:cNvPr>
          <p:cNvSpPr>
            <a:spLocks noChangeAspect="1" noChangeArrowheads="1"/>
          </p:cNvSpPr>
          <p:nvPr/>
        </p:nvSpPr>
        <p:spPr bwMode="auto">
          <a:xfrm rot="20825711">
            <a:off x="8348240" y="4248476"/>
            <a:ext cx="2397125" cy="1300163"/>
          </a:xfrm>
          <a:prstGeom prst="ellipse">
            <a:avLst/>
          </a:prstGeom>
          <a:gradFill rotWithShape="0">
            <a:gsLst>
              <a:gs pos="0">
                <a:srgbClr val="808080"/>
              </a:gs>
              <a:gs pos="100000">
                <a:schemeClr val="tx2"/>
              </a:gs>
            </a:gsLst>
            <a:lin ang="2700000" scaled="1"/>
          </a:gradFill>
          <a:ln w="28575" algn="ctr">
            <a:solidFill>
              <a:srgbClr val="000000"/>
            </a:solidFill>
            <a:round/>
            <a:headEnd/>
            <a:tailEnd/>
          </a:ln>
          <a:effectLst>
            <a:outerShdw dist="71842" dir="2700000" algn="ctr" rotWithShape="0">
              <a:srgbClr val="292929"/>
            </a:outerShdw>
          </a:effectLst>
        </p:spPr>
        <p:txBody>
          <a:bodyPr/>
          <a:lstStyle/>
          <a:p>
            <a:endParaRPr lang="zh-CN" altLang="en-US"/>
          </a:p>
        </p:txBody>
      </p:sp>
      <p:sp>
        <p:nvSpPr>
          <p:cNvPr id="3" name="Text Box 13">
            <a:extLst>
              <a:ext uri="{FF2B5EF4-FFF2-40B4-BE49-F238E27FC236}">
                <a16:creationId xmlns:a16="http://schemas.microsoft.com/office/drawing/2014/main" id="{569716EC-1EED-533C-B894-0E57BF21F9AF}"/>
              </a:ext>
            </a:extLst>
          </p:cNvPr>
          <p:cNvSpPr txBox="1">
            <a:spLocks noChangeAspect="1" noChangeArrowheads="1"/>
          </p:cNvSpPr>
          <p:nvPr/>
        </p:nvSpPr>
        <p:spPr bwMode="auto">
          <a:xfrm>
            <a:off x="8218065" y="3935739"/>
            <a:ext cx="725488" cy="617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b="1" i="1" dirty="0">
                <a:solidFill>
                  <a:schemeClr val="bg1"/>
                </a:solidFill>
                <a:ea typeface="宋体" panose="02010600030101010101" pitchFamily="2" charset="-122"/>
              </a:rPr>
              <a:t>F</a:t>
            </a:r>
            <a:r>
              <a:rPr lang="en-US" altLang="zh-CN" i="0" baseline="-25000" dirty="0">
                <a:solidFill>
                  <a:schemeClr val="bg1"/>
                </a:solidFill>
                <a:ea typeface="宋体" panose="02010600030101010101" pitchFamily="2" charset="-122"/>
              </a:rPr>
              <a:t>1</a:t>
            </a:r>
          </a:p>
        </p:txBody>
      </p:sp>
      <p:sp>
        <p:nvSpPr>
          <p:cNvPr id="4" name="Text Box 14">
            <a:extLst>
              <a:ext uri="{FF2B5EF4-FFF2-40B4-BE49-F238E27FC236}">
                <a16:creationId xmlns:a16="http://schemas.microsoft.com/office/drawing/2014/main" id="{A5D9223B-D4D0-B83A-E7BD-4F5D3C74C046}"/>
              </a:ext>
            </a:extLst>
          </p:cNvPr>
          <p:cNvSpPr txBox="1">
            <a:spLocks noChangeAspect="1" noChangeArrowheads="1"/>
          </p:cNvSpPr>
          <p:nvPr/>
        </p:nvSpPr>
        <p:spPr bwMode="auto">
          <a:xfrm>
            <a:off x="8602240" y="4916814"/>
            <a:ext cx="458788" cy="452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r>
              <a:rPr lang="en-US" altLang="zh-CN" i="1">
                <a:solidFill>
                  <a:srgbClr val="FFFFFF"/>
                </a:solidFill>
                <a:ea typeface="宋体" panose="02010600030101010101" pitchFamily="2" charset="-122"/>
              </a:rPr>
              <a:t>O</a:t>
            </a:r>
            <a:endParaRPr lang="en-US" altLang="zh-CN" b="1" i="1">
              <a:solidFill>
                <a:srgbClr val="FFFFFF"/>
              </a:solidFill>
              <a:ea typeface="宋体" panose="02010600030101010101" pitchFamily="2" charset="-122"/>
            </a:endParaRPr>
          </a:p>
        </p:txBody>
      </p:sp>
      <p:sp>
        <p:nvSpPr>
          <p:cNvPr id="5" name="Text Box 15">
            <a:extLst>
              <a:ext uri="{FF2B5EF4-FFF2-40B4-BE49-F238E27FC236}">
                <a16:creationId xmlns:a16="http://schemas.microsoft.com/office/drawing/2014/main" id="{22C9149B-394D-6A50-3638-C7D135C66024}"/>
              </a:ext>
            </a:extLst>
          </p:cNvPr>
          <p:cNvSpPr txBox="1">
            <a:spLocks noChangeAspect="1" noChangeArrowheads="1"/>
          </p:cNvSpPr>
          <p:nvPr/>
        </p:nvSpPr>
        <p:spPr bwMode="auto">
          <a:xfrm>
            <a:off x="9392774" y="5097789"/>
            <a:ext cx="725488" cy="617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b="1" i="1" dirty="0">
                <a:solidFill>
                  <a:schemeClr val="bg1"/>
                </a:solidFill>
                <a:ea typeface="宋体" panose="02010600030101010101" pitchFamily="2" charset="-122"/>
              </a:rPr>
              <a:t>F</a:t>
            </a:r>
            <a:r>
              <a:rPr lang="en-US" altLang="zh-CN" i="0" baseline="-25000" dirty="0">
                <a:solidFill>
                  <a:schemeClr val="bg1"/>
                </a:solidFill>
                <a:ea typeface="宋体" panose="02010600030101010101" pitchFamily="2" charset="-122"/>
              </a:rPr>
              <a:t>2</a:t>
            </a:r>
          </a:p>
        </p:txBody>
      </p:sp>
      <p:sp>
        <p:nvSpPr>
          <p:cNvPr id="8" name="Text Box 16">
            <a:extLst>
              <a:ext uri="{FF2B5EF4-FFF2-40B4-BE49-F238E27FC236}">
                <a16:creationId xmlns:a16="http://schemas.microsoft.com/office/drawing/2014/main" id="{CDBFFE70-D44A-CE2A-D4C2-2DBB66F80191}"/>
              </a:ext>
            </a:extLst>
          </p:cNvPr>
          <p:cNvSpPr txBox="1">
            <a:spLocks noChangeAspect="1" noChangeArrowheads="1"/>
          </p:cNvSpPr>
          <p:nvPr/>
        </p:nvSpPr>
        <p:spPr bwMode="auto">
          <a:xfrm>
            <a:off x="9281690" y="3734343"/>
            <a:ext cx="663575" cy="565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b="1" i="1" dirty="0">
                <a:solidFill>
                  <a:schemeClr val="bg1"/>
                </a:solidFill>
                <a:ea typeface="宋体" panose="02010600030101010101" pitchFamily="2" charset="-122"/>
              </a:rPr>
              <a:t>F</a:t>
            </a:r>
            <a:r>
              <a:rPr lang="en-US" altLang="zh-CN" i="0" baseline="-25000" dirty="0">
                <a:solidFill>
                  <a:schemeClr val="bg1"/>
                </a:solidFill>
                <a:ea typeface="宋体" panose="02010600030101010101" pitchFamily="2" charset="-122"/>
              </a:rPr>
              <a:t>3</a:t>
            </a:r>
          </a:p>
        </p:txBody>
      </p:sp>
      <p:sp>
        <p:nvSpPr>
          <p:cNvPr id="10" name="Text Box 17">
            <a:extLst>
              <a:ext uri="{FF2B5EF4-FFF2-40B4-BE49-F238E27FC236}">
                <a16:creationId xmlns:a16="http://schemas.microsoft.com/office/drawing/2014/main" id="{EAB0D5AA-8550-CE23-C9AF-24EA7109C61E}"/>
              </a:ext>
            </a:extLst>
          </p:cNvPr>
          <p:cNvSpPr txBox="1">
            <a:spLocks noChangeAspect="1" noChangeArrowheads="1"/>
          </p:cNvSpPr>
          <p:nvPr/>
        </p:nvSpPr>
        <p:spPr bwMode="auto">
          <a:xfrm>
            <a:off x="10273878" y="3875414"/>
            <a:ext cx="638175" cy="542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b="1" i="1" dirty="0" err="1">
                <a:solidFill>
                  <a:schemeClr val="bg1"/>
                </a:solidFill>
                <a:ea typeface="宋体" panose="02010600030101010101" pitchFamily="2" charset="-122"/>
              </a:rPr>
              <a:t>F</a:t>
            </a:r>
            <a:r>
              <a:rPr lang="en-US" altLang="zh-CN" i="1" baseline="-25000" dirty="0" err="1">
                <a:solidFill>
                  <a:schemeClr val="bg1"/>
                </a:solidFill>
                <a:ea typeface="宋体" panose="02010600030101010101" pitchFamily="2" charset="-122"/>
              </a:rPr>
              <a:t>n</a:t>
            </a:r>
            <a:endParaRPr lang="en-US" altLang="zh-CN" i="1" baseline="-25000" dirty="0">
              <a:solidFill>
                <a:schemeClr val="bg1"/>
              </a:solidFill>
              <a:ea typeface="宋体" panose="02010600030101010101" pitchFamily="2" charset="-122"/>
            </a:endParaRPr>
          </a:p>
        </p:txBody>
      </p:sp>
      <p:sp>
        <p:nvSpPr>
          <p:cNvPr id="11" name="Text Box 18">
            <a:extLst>
              <a:ext uri="{FF2B5EF4-FFF2-40B4-BE49-F238E27FC236}">
                <a16:creationId xmlns:a16="http://schemas.microsoft.com/office/drawing/2014/main" id="{29CDDF25-660E-A338-5BB9-659D7CCBEF84}"/>
              </a:ext>
            </a:extLst>
          </p:cNvPr>
          <p:cNvSpPr txBox="1">
            <a:spLocks noChangeAspect="1" noChangeArrowheads="1"/>
          </p:cNvSpPr>
          <p:nvPr/>
        </p:nvSpPr>
        <p:spPr bwMode="auto">
          <a:xfrm>
            <a:off x="11378778" y="5053339"/>
            <a:ext cx="330200" cy="379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r>
              <a:rPr lang="en-US" altLang="zh-CN" i="1">
                <a:solidFill>
                  <a:srgbClr val="66FF99"/>
                </a:solidFill>
                <a:ea typeface="宋体" panose="02010600030101010101" pitchFamily="2" charset="-122"/>
              </a:rPr>
              <a:t>x</a:t>
            </a:r>
          </a:p>
        </p:txBody>
      </p:sp>
      <p:sp>
        <p:nvSpPr>
          <p:cNvPr id="12" name="Line 19">
            <a:extLst>
              <a:ext uri="{FF2B5EF4-FFF2-40B4-BE49-F238E27FC236}">
                <a16:creationId xmlns:a16="http://schemas.microsoft.com/office/drawing/2014/main" id="{F5B969D6-098A-CEA3-B8BF-09AC8962B5C7}"/>
              </a:ext>
            </a:extLst>
          </p:cNvPr>
          <p:cNvSpPr>
            <a:spLocks noChangeAspect="1" noChangeShapeType="1"/>
          </p:cNvSpPr>
          <p:nvPr/>
        </p:nvSpPr>
        <p:spPr bwMode="auto">
          <a:xfrm>
            <a:off x="9048328" y="5153351"/>
            <a:ext cx="2614612" cy="0"/>
          </a:xfrm>
          <a:prstGeom prst="line">
            <a:avLst/>
          </a:prstGeom>
          <a:noFill/>
          <a:ln w="9525">
            <a:solidFill>
              <a:srgbClr val="66FF99"/>
            </a:solidFill>
            <a:round/>
            <a:headEnd/>
            <a:tailEnd type="stealth"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3" name="Line 20">
            <a:extLst>
              <a:ext uri="{FF2B5EF4-FFF2-40B4-BE49-F238E27FC236}">
                <a16:creationId xmlns:a16="http://schemas.microsoft.com/office/drawing/2014/main" id="{2293F3E0-454B-3E13-CE19-39B704AC17D1}"/>
              </a:ext>
            </a:extLst>
          </p:cNvPr>
          <p:cNvSpPr>
            <a:spLocks noChangeAspect="1" noChangeShapeType="1"/>
          </p:cNvSpPr>
          <p:nvPr/>
        </p:nvSpPr>
        <p:spPr bwMode="auto">
          <a:xfrm flipV="1">
            <a:off x="9035628" y="3530926"/>
            <a:ext cx="0" cy="1571625"/>
          </a:xfrm>
          <a:prstGeom prst="line">
            <a:avLst/>
          </a:prstGeom>
          <a:noFill/>
          <a:ln w="9525">
            <a:solidFill>
              <a:srgbClr val="66FF99"/>
            </a:solidFill>
            <a:round/>
            <a:headEnd/>
            <a:tailEnd type="stealth"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4" name="Text Box 21">
            <a:extLst>
              <a:ext uri="{FF2B5EF4-FFF2-40B4-BE49-F238E27FC236}">
                <a16:creationId xmlns:a16="http://schemas.microsoft.com/office/drawing/2014/main" id="{C118FA48-A35E-1ADE-FAFD-7D2DBA543F33}"/>
              </a:ext>
            </a:extLst>
          </p:cNvPr>
          <p:cNvSpPr txBox="1">
            <a:spLocks noChangeAspect="1" noChangeArrowheads="1"/>
          </p:cNvSpPr>
          <p:nvPr/>
        </p:nvSpPr>
        <p:spPr bwMode="auto">
          <a:xfrm>
            <a:off x="9099128" y="3413451"/>
            <a:ext cx="381000" cy="425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r>
              <a:rPr lang="en-US" altLang="zh-CN" i="1">
                <a:solidFill>
                  <a:srgbClr val="66FF99"/>
                </a:solidFill>
                <a:ea typeface="宋体" panose="02010600030101010101" pitchFamily="2" charset="-122"/>
              </a:rPr>
              <a:t>y</a:t>
            </a:r>
          </a:p>
        </p:txBody>
      </p:sp>
      <p:sp>
        <p:nvSpPr>
          <p:cNvPr id="15" name="Line 22">
            <a:extLst>
              <a:ext uri="{FF2B5EF4-FFF2-40B4-BE49-F238E27FC236}">
                <a16:creationId xmlns:a16="http://schemas.microsoft.com/office/drawing/2014/main" id="{FE02761B-F0FE-064B-CB57-5DE4B1C54691}"/>
              </a:ext>
            </a:extLst>
          </p:cNvPr>
          <p:cNvSpPr>
            <a:spLocks noChangeShapeType="1"/>
          </p:cNvSpPr>
          <p:nvPr/>
        </p:nvSpPr>
        <p:spPr bwMode="auto">
          <a:xfrm flipV="1">
            <a:off x="10319915" y="4084964"/>
            <a:ext cx="0" cy="858837"/>
          </a:xfrm>
          <a:prstGeom prst="line">
            <a:avLst/>
          </a:prstGeom>
          <a:noFill/>
          <a:ln w="28575">
            <a:solidFill>
              <a:schemeClr val="bg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6" name="Line 23">
            <a:extLst>
              <a:ext uri="{FF2B5EF4-FFF2-40B4-BE49-F238E27FC236}">
                <a16:creationId xmlns:a16="http://schemas.microsoft.com/office/drawing/2014/main" id="{68A1A636-9E07-304D-8852-C61EE87D22BD}"/>
              </a:ext>
            </a:extLst>
          </p:cNvPr>
          <p:cNvSpPr>
            <a:spLocks noChangeShapeType="1"/>
          </p:cNvSpPr>
          <p:nvPr/>
        </p:nvSpPr>
        <p:spPr bwMode="auto">
          <a:xfrm flipV="1">
            <a:off x="9427740" y="4661226"/>
            <a:ext cx="0" cy="858838"/>
          </a:xfrm>
          <a:prstGeom prst="line">
            <a:avLst/>
          </a:prstGeom>
          <a:noFill/>
          <a:ln w="28575">
            <a:solidFill>
              <a:schemeClr val="bg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7" name="Line 24">
            <a:extLst>
              <a:ext uri="{FF2B5EF4-FFF2-40B4-BE49-F238E27FC236}">
                <a16:creationId xmlns:a16="http://schemas.microsoft.com/office/drawing/2014/main" id="{3A917BA5-D3C5-E6AC-0FDE-525CC75764B8}"/>
              </a:ext>
            </a:extLst>
          </p:cNvPr>
          <p:cNvSpPr>
            <a:spLocks noChangeShapeType="1"/>
          </p:cNvSpPr>
          <p:nvPr/>
        </p:nvSpPr>
        <p:spPr bwMode="auto">
          <a:xfrm>
            <a:off x="8757815" y="4088139"/>
            <a:ext cx="0" cy="858837"/>
          </a:xfrm>
          <a:prstGeom prst="line">
            <a:avLst/>
          </a:prstGeom>
          <a:noFill/>
          <a:ln w="28575">
            <a:solidFill>
              <a:schemeClr val="bg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8" name="Line 25">
            <a:extLst>
              <a:ext uri="{FF2B5EF4-FFF2-40B4-BE49-F238E27FC236}">
                <a16:creationId xmlns:a16="http://schemas.microsoft.com/office/drawing/2014/main" id="{640D0126-B893-1FCC-0D28-0C561CCCE8FF}"/>
              </a:ext>
            </a:extLst>
          </p:cNvPr>
          <p:cNvSpPr>
            <a:spLocks noChangeShapeType="1"/>
          </p:cNvSpPr>
          <p:nvPr/>
        </p:nvSpPr>
        <p:spPr bwMode="auto">
          <a:xfrm>
            <a:off x="9803978" y="4094489"/>
            <a:ext cx="0" cy="858837"/>
          </a:xfrm>
          <a:prstGeom prst="line">
            <a:avLst/>
          </a:prstGeom>
          <a:noFill/>
          <a:ln w="28575">
            <a:solidFill>
              <a:schemeClr val="bg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9" name="Oval 26">
            <a:extLst>
              <a:ext uri="{FF2B5EF4-FFF2-40B4-BE49-F238E27FC236}">
                <a16:creationId xmlns:a16="http://schemas.microsoft.com/office/drawing/2014/main" id="{04BE812C-883C-475C-417C-4ADAF7FF0EFD}"/>
              </a:ext>
            </a:extLst>
          </p:cNvPr>
          <p:cNvSpPr>
            <a:spLocks noChangeAspect="1" noChangeArrowheads="1"/>
          </p:cNvSpPr>
          <p:nvPr/>
        </p:nvSpPr>
        <p:spPr bwMode="auto">
          <a:xfrm>
            <a:off x="9019753" y="5107314"/>
            <a:ext cx="82550" cy="80962"/>
          </a:xfrm>
          <a:prstGeom prst="ellipse">
            <a:avLst/>
          </a:prstGeom>
          <a:solidFill>
            <a:srgbClr val="FF0000"/>
          </a:solidFill>
          <a:ln w="9525">
            <a:solidFill>
              <a:srgbClr val="99FF99"/>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0" name="Text Box 3">
            <a:extLst>
              <a:ext uri="{FF2B5EF4-FFF2-40B4-BE49-F238E27FC236}">
                <a16:creationId xmlns:a16="http://schemas.microsoft.com/office/drawing/2014/main" id="{713BD843-5A22-5BB6-E094-5E64089B4DD3}"/>
              </a:ext>
            </a:extLst>
          </p:cNvPr>
          <p:cNvSpPr txBox="1">
            <a:spLocks noChangeArrowheads="1"/>
          </p:cNvSpPr>
          <p:nvPr/>
        </p:nvSpPr>
        <p:spPr bwMode="auto">
          <a:xfrm>
            <a:off x="1941573" y="3003020"/>
            <a:ext cx="5372100" cy="13031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50000"/>
              </a:lnSpc>
            </a:pPr>
            <a:r>
              <a:rPr lang="en-US" altLang="zh-CN" sz="2800" dirty="0">
                <a:solidFill>
                  <a:schemeClr val="tx1"/>
                </a:solidFill>
                <a:ea typeface="宋体" panose="02010600030101010101" pitchFamily="2" charset="-122"/>
              </a:rPr>
              <a:t>∑</a:t>
            </a:r>
            <a:r>
              <a:rPr lang="en-US" altLang="zh-CN" sz="2800" b="0" i="1" dirty="0" err="1">
                <a:solidFill>
                  <a:schemeClr val="tx1"/>
                </a:solidFill>
                <a:ea typeface="宋体" panose="02010600030101010101" pitchFamily="2" charset="-122"/>
              </a:rPr>
              <a:t>F</a:t>
            </a:r>
            <a:r>
              <a:rPr lang="en-US" altLang="zh-CN" sz="2800" b="0" i="1" baseline="-25000" dirty="0" err="1">
                <a:solidFill>
                  <a:schemeClr val="tx1"/>
                </a:solidFill>
                <a:ea typeface="宋体" panose="02010600030101010101" pitchFamily="2" charset="-122"/>
              </a:rPr>
              <a:t>y</a:t>
            </a:r>
            <a:r>
              <a:rPr lang="zh-CN" altLang="en-US" sz="2800" b="0" i="0" dirty="0">
                <a:solidFill>
                  <a:schemeClr val="tx1"/>
                </a:solidFill>
                <a:ea typeface="宋体" panose="02010600030101010101" pitchFamily="2" charset="-122"/>
              </a:rPr>
              <a:t>＝</a:t>
            </a:r>
            <a:r>
              <a:rPr lang="en-US" altLang="zh-CN" sz="2800" b="0" i="0" dirty="0">
                <a:solidFill>
                  <a:schemeClr val="tx1"/>
                </a:solidFill>
                <a:ea typeface="宋体" panose="02010600030101010101" pitchFamily="2" charset="-122"/>
              </a:rPr>
              <a:t>0</a:t>
            </a:r>
          </a:p>
          <a:p>
            <a:pPr algn="l">
              <a:lnSpc>
                <a:spcPct val="150000"/>
              </a:lnSpc>
            </a:pPr>
            <a:r>
              <a:rPr lang="en-US" altLang="zh-CN" sz="2800" dirty="0">
                <a:solidFill>
                  <a:schemeClr val="tx1"/>
                </a:solidFill>
                <a:ea typeface="宋体" panose="02010600030101010101" pitchFamily="2" charset="-122"/>
              </a:rPr>
              <a:t>∑</a:t>
            </a:r>
            <a:r>
              <a:rPr lang="en-US" altLang="zh-CN" sz="2800" b="0" i="1" dirty="0">
                <a:solidFill>
                  <a:schemeClr val="tx1"/>
                </a:solidFill>
                <a:ea typeface="宋体" panose="02010600030101010101" pitchFamily="2" charset="-122"/>
              </a:rPr>
              <a:t>M</a:t>
            </a:r>
            <a:r>
              <a:rPr lang="en-US" altLang="zh-CN" sz="2800" b="0" i="1" baseline="-25000" dirty="0">
                <a:solidFill>
                  <a:schemeClr val="tx1"/>
                </a:solidFill>
                <a:ea typeface="宋体" panose="02010600030101010101" pitchFamily="2" charset="-122"/>
              </a:rPr>
              <a:t>O</a:t>
            </a:r>
            <a:r>
              <a:rPr lang="en-US" altLang="zh-CN" sz="2800" b="0" i="0" dirty="0">
                <a:solidFill>
                  <a:schemeClr val="tx1"/>
                </a:solidFill>
                <a:ea typeface="宋体" panose="02010600030101010101" pitchFamily="2" charset="-122"/>
              </a:rPr>
              <a:t>(</a:t>
            </a:r>
            <a:r>
              <a:rPr lang="en-US" altLang="zh-CN" sz="2800" b="1" i="1" dirty="0">
                <a:solidFill>
                  <a:schemeClr val="tx1"/>
                </a:solidFill>
                <a:ea typeface="宋体" panose="02010600030101010101" pitchFamily="2" charset="-122"/>
              </a:rPr>
              <a:t>F</a:t>
            </a:r>
            <a:r>
              <a:rPr lang="en-US" altLang="zh-CN" sz="2800" b="0" i="0" dirty="0">
                <a:solidFill>
                  <a:schemeClr val="tx1"/>
                </a:solidFill>
                <a:ea typeface="宋体" panose="02010600030101010101" pitchFamily="2" charset="-122"/>
              </a:rPr>
              <a:t>)</a:t>
            </a:r>
            <a:r>
              <a:rPr lang="zh-CN" altLang="en-US" sz="2800" b="0" i="0" dirty="0">
                <a:solidFill>
                  <a:schemeClr val="tx1"/>
                </a:solidFill>
                <a:ea typeface="宋体" panose="02010600030101010101" pitchFamily="2" charset="-122"/>
              </a:rPr>
              <a:t>＝</a:t>
            </a:r>
            <a:r>
              <a:rPr lang="en-US" altLang="zh-CN" sz="2800" b="0" i="0" dirty="0">
                <a:solidFill>
                  <a:schemeClr val="tx1"/>
                </a:solidFill>
                <a:ea typeface="宋体" panose="02010600030101010101" pitchFamily="2" charset="-122"/>
              </a:rPr>
              <a:t>0</a:t>
            </a:r>
            <a:r>
              <a:rPr lang="en-US" altLang="zh-CN" sz="2800" dirty="0">
                <a:solidFill>
                  <a:schemeClr val="tx1"/>
                </a:solidFill>
                <a:ea typeface="宋体" panose="02010600030101010101" pitchFamily="2" charset="-122"/>
              </a:rPr>
              <a:t> </a:t>
            </a:r>
          </a:p>
        </p:txBody>
      </p:sp>
      <p:sp>
        <p:nvSpPr>
          <p:cNvPr id="21" name="AutoShape 5">
            <a:extLst>
              <a:ext uri="{FF2B5EF4-FFF2-40B4-BE49-F238E27FC236}">
                <a16:creationId xmlns:a16="http://schemas.microsoft.com/office/drawing/2014/main" id="{CC5A1C7F-7948-D31B-5C9D-4B23544599B5}"/>
              </a:ext>
            </a:extLst>
          </p:cNvPr>
          <p:cNvSpPr>
            <a:spLocks/>
          </p:cNvSpPr>
          <p:nvPr/>
        </p:nvSpPr>
        <p:spPr bwMode="auto">
          <a:xfrm>
            <a:off x="1730436" y="3395132"/>
            <a:ext cx="265112" cy="819150"/>
          </a:xfrm>
          <a:prstGeom prst="leftBrace">
            <a:avLst>
              <a:gd name="adj1" fmla="val 25749"/>
              <a:gd name="adj2" fmla="val 50000"/>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 name="Text Box 9">
            <a:extLst>
              <a:ext uri="{FF2B5EF4-FFF2-40B4-BE49-F238E27FC236}">
                <a16:creationId xmlns:a16="http://schemas.microsoft.com/office/drawing/2014/main" id="{84E6CBF5-F323-4673-CFB0-0DC82CA23E4F}"/>
              </a:ext>
            </a:extLst>
          </p:cNvPr>
          <p:cNvSpPr txBox="1">
            <a:spLocks noChangeArrowheads="1"/>
          </p:cNvSpPr>
          <p:nvPr/>
        </p:nvSpPr>
        <p:spPr bwMode="auto">
          <a:xfrm>
            <a:off x="767408" y="4286270"/>
            <a:ext cx="10081120" cy="5656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just">
              <a:spcBef>
                <a:spcPct val="20000"/>
              </a:spcBef>
              <a:buClr>
                <a:schemeClr val="accent1"/>
              </a:buClr>
              <a:buSzPct val="75000"/>
              <a:buFont typeface="Monotype Sorts" pitchFamily="2" charset="2"/>
              <a:buChar char="•"/>
              <a:defRPr kumimoji="1" sz="2400">
                <a:solidFill>
                  <a:schemeClr val="tx1"/>
                </a:solidFill>
                <a:latin typeface="Impact" panose="020B0806030902050204" pitchFamily="34" charset="0"/>
                <a:ea typeface="宋体" panose="02010600030101010101" pitchFamily="2" charset="-122"/>
              </a:defRPr>
            </a:lvl1pPr>
            <a:lvl2pPr marL="742950" indent="-285750">
              <a:spcBef>
                <a:spcPct val="20000"/>
              </a:spcBef>
              <a:buClr>
                <a:schemeClr val="accent2"/>
              </a:buClr>
              <a:buChar char="•"/>
              <a:defRPr kumimoji="1" sz="2000">
                <a:solidFill>
                  <a:schemeClr val="tx1"/>
                </a:solidFill>
                <a:latin typeface="Impact" panose="020B0806030902050204" pitchFamily="34" charset="0"/>
                <a:ea typeface="宋体" panose="02010600030101010101" pitchFamily="2" charset="-122"/>
              </a:defRPr>
            </a:lvl2pPr>
            <a:lvl3pPr marL="1143000" indent="-228600">
              <a:spcBef>
                <a:spcPct val="20000"/>
              </a:spcBef>
              <a:buChar char="–"/>
              <a:defRPr kumimoji="1" sz="2400">
                <a:solidFill>
                  <a:schemeClr val="tx1"/>
                </a:solidFill>
                <a:latin typeface="Impact" panose="020B0806030902050204" pitchFamily="34" charset="0"/>
                <a:ea typeface="宋体" panose="02010600030101010101" pitchFamily="2" charset="-122"/>
              </a:defRPr>
            </a:lvl3pPr>
            <a:lvl4pPr marL="1600200" indent="-228600">
              <a:spcBef>
                <a:spcPct val="20000"/>
              </a:spcBef>
              <a:buChar char="–"/>
              <a:defRPr kumimoji="1" sz="2000">
                <a:solidFill>
                  <a:schemeClr val="tx1"/>
                </a:solidFill>
                <a:latin typeface="Impact" panose="020B0806030902050204" pitchFamily="34" charset="0"/>
                <a:ea typeface="宋体" panose="02010600030101010101" pitchFamily="2" charset="-122"/>
              </a:defRPr>
            </a:lvl4pPr>
            <a:lvl5pPr marL="2057400" indent="-228600">
              <a:spcBef>
                <a:spcPct val="20000"/>
              </a:spcBef>
              <a:buChar char="»"/>
              <a:defRPr kumimoji="1" sz="2000">
                <a:solidFill>
                  <a:schemeClr val="tx1"/>
                </a:solidFill>
                <a:latin typeface="Impact" panose="020B0806030902050204" pitchFamily="34"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9pPr>
          </a:lstStyle>
          <a:p>
            <a:pPr>
              <a:lnSpc>
                <a:spcPct val="120000"/>
              </a:lnSpc>
              <a:spcBef>
                <a:spcPct val="0"/>
              </a:spcBef>
              <a:buClrTx/>
              <a:buSzTx/>
              <a:buNone/>
            </a:pPr>
            <a:r>
              <a:rPr lang="zh-CN" altLang="en-US" sz="2800" i="0" dirty="0">
                <a:latin typeface="+mn-lt"/>
                <a:ea typeface="微软雅黑" panose="020B0503020204020204" pitchFamily="34" charset="-122"/>
              </a:rPr>
              <a:t>也可用二矩式，即</a:t>
            </a:r>
          </a:p>
        </p:txBody>
      </p:sp>
      <p:sp>
        <p:nvSpPr>
          <p:cNvPr id="24" name="Text Box 6">
            <a:extLst>
              <a:ext uri="{FF2B5EF4-FFF2-40B4-BE49-F238E27FC236}">
                <a16:creationId xmlns:a16="http://schemas.microsoft.com/office/drawing/2014/main" id="{371FE46C-1CA0-4E27-0E6C-362E0014A3EE}"/>
              </a:ext>
            </a:extLst>
          </p:cNvPr>
          <p:cNvSpPr txBox="1">
            <a:spLocks noChangeArrowheads="1"/>
          </p:cNvSpPr>
          <p:nvPr/>
        </p:nvSpPr>
        <p:spPr bwMode="auto">
          <a:xfrm>
            <a:off x="1861928" y="4695146"/>
            <a:ext cx="5676900" cy="13031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50000"/>
              </a:lnSpc>
            </a:pPr>
            <a:r>
              <a:rPr lang="en-US" altLang="zh-CN" sz="2800" b="0" dirty="0">
                <a:solidFill>
                  <a:schemeClr val="tx1"/>
                </a:solidFill>
                <a:ea typeface="宋体" panose="02010600030101010101" pitchFamily="2" charset="-122"/>
              </a:rPr>
              <a:t>∑</a:t>
            </a:r>
            <a:r>
              <a:rPr lang="en-US" altLang="zh-CN" sz="2800" b="0" i="1" dirty="0">
                <a:solidFill>
                  <a:schemeClr val="tx1"/>
                </a:solidFill>
                <a:ea typeface="宋体" panose="02010600030101010101" pitchFamily="2" charset="-122"/>
              </a:rPr>
              <a:t>M</a:t>
            </a:r>
            <a:r>
              <a:rPr lang="en-US" altLang="zh-CN" sz="2800" b="0" i="1" baseline="-25000" dirty="0">
                <a:solidFill>
                  <a:schemeClr val="tx1"/>
                </a:solidFill>
                <a:ea typeface="宋体" panose="02010600030101010101" pitchFamily="2" charset="-122"/>
              </a:rPr>
              <a:t>A</a:t>
            </a:r>
            <a:r>
              <a:rPr lang="en-US" altLang="zh-CN" sz="2800" b="0" i="0" dirty="0">
                <a:solidFill>
                  <a:schemeClr val="tx1"/>
                </a:solidFill>
                <a:ea typeface="宋体" panose="02010600030101010101" pitchFamily="2" charset="-122"/>
              </a:rPr>
              <a:t>(</a:t>
            </a:r>
            <a:r>
              <a:rPr lang="en-US" altLang="zh-CN" sz="2800" i="1" dirty="0">
                <a:solidFill>
                  <a:schemeClr val="tx1"/>
                </a:solidFill>
                <a:ea typeface="宋体" panose="02010600030101010101" pitchFamily="2" charset="-122"/>
              </a:rPr>
              <a:t>F</a:t>
            </a:r>
            <a:r>
              <a:rPr lang="en-US" altLang="zh-CN" sz="2800" b="0" i="0" dirty="0">
                <a:solidFill>
                  <a:schemeClr val="tx1"/>
                </a:solidFill>
              </a:rPr>
              <a:t>)</a:t>
            </a:r>
            <a:r>
              <a:rPr lang="zh-CN" altLang="en-US" sz="2800" b="0" i="0" dirty="0">
                <a:solidFill>
                  <a:schemeClr val="tx1"/>
                </a:solidFill>
              </a:rPr>
              <a:t>＝</a:t>
            </a:r>
            <a:r>
              <a:rPr lang="en-US" altLang="zh-CN" sz="2800" b="0" i="0" dirty="0">
                <a:solidFill>
                  <a:schemeClr val="tx1"/>
                </a:solidFill>
              </a:rPr>
              <a:t>0</a:t>
            </a:r>
          </a:p>
          <a:p>
            <a:pPr algn="l">
              <a:lnSpc>
                <a:spcPct val="150000"/>
              </a:lnSpc>
            </a:pPr>
            <a:r>
              <a:rPr lang="en-US" altLang="zh-CN" sz="2800" b="0" dirty="0">
                <a:solidFill>
                  <a:schemeClr val="tx1"/>
                </a:solidFill>
                <a:ea typeface="宋体" panose="02010600030101010101" pitchFamily="2" charset="-122"/>
              </a:rPr>
              <a:t>∑</a:t>
            </a:r>
            <a:r>
              <a:rPr lang="en-US" altLang="zh-CN" sz="2800" b="0" i="1" dirty="0">
                <a:solidFill>
                  <a:schemeClr val="tx1"/>
                </a:solidFill>
                <a:ea typeface="宋体" panose="02010600030101010101" pitchFamily="2" charset="-122"/>
              </a:rPr>
              <a:t>M</a:t>
            </a:r>
            <a:r>
              <a:rPr lang="en-US" altLang="zh-CN" sz="2800" b="0" i="1" baseline="-25000" dirty="0">
                <a:solidFill>
                  <a:schemeClr val="tx1"/>
                </a:solidFill>
                <a:ea typeface="宋体" panose="02010600030101010101" pitchFamily="2" charset="-122"/>
              </a:rPr>
              <a:t>B</a:t>
            </a:r>
            <a:r>
              <a:rPr lang="en-US" altLang="zh-CN" sz="2800" b="0" i="0" dirty="0">
                <a:solidFill>
                  <a:schemeClr val="tx1"/>
                </a:solidFill>
              </a:rPr>
              <a:t>(</a:t>
            </a:r>
            <a:r>
              <a:rPr lang="en-US" altLang="zh-CN" sz="2800" i="1" dirty="0">
                <a:solidFill>
                  <a:schemeClr val="tx1"/>
                </a:solidFill>
                <a:ea typeface="宋体" panose="02010600030101010101" pitchFamily="2" charset="-122"/>
              </a:rPr>
              <a:t>F</a:t>
            </a:r>
            <a:r>
              <a:rPr lang="en-US" altLang="zh-CN" sz="2800" b="0" i="0" dirty="0">
                <a:solidFill>
                  <a:schemeClr val="tx1"/>
                </a:solidFill>
              </a:rPr>
              <a:t>)</a:t>
            </a:r>
            <a:r>
              <a:rPr lang="zh-CN" altLang="en-US" sz="2800" b="0" i="0" dirty="0">
                <a:solidFill>
                  <a:schemeClr val="tx1"/>
                </a:solidFill>
              </a:rPr>
              <a:t>＝</a:t>
            </a:r>
            <a:r>
              <a:rPr lang="en-US" altLang="zh-CN" sz="2800" b="0" i="0" dirty="0">
                <a:solidFill>
                  <a:schemeClr val="tx1"/>
                </a:solidFill>
              </a:rPr>
              <a:t>0</a:t>
            </a:r>
          </a:p>
        </p:txBody>
      </p:sp>
      <p:sp>
        <p:nvSpPr>
          <p:cNvPr id="25" name="AutoShape 7">
            <a:extLst>
              <a:ext uri="{FF2B5EF4-FFF2-40B4-BE49-F238E27FC236}">
                <a16:creationId xmlns:a16="http://schemas.microsoft.com/office/drawing/2014/main" id="{BEBE244F-43E5-CDA4-84E3-F0EC943ADDAC}"/>
              </a:ext>
            </a:extLst>
          </p:cNvPr>
          <p:cNvSpPr>
            <a:spLocks/>
          </p:cNvSpPr>
          <p:nvPr/>
        </p:nvSpPr>
        <p:spPr bwMode="auto">
          <a:xfrm>
            <a:off x="1704766" y="5079321"/>
            <a:ext cx="265112" cy="819150"/>
          </a:xfrm>
          <a:prstGeom prst="leftBrace">
            <a:avLst>
              <a:gd name="adj1" fmla="val 25749"/>
              <a:gd name="adj2" fmla="val 50000"/>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 name="Text Box 8">
            <a:extLst>
              <a:ext uri="{FF2B5EF4-FFF2-40B4-BE49-F238E27FC236}">
                <a16:creationId xmlns:a16="http://schemas.microsoft.com/office/drawing/2014/main" id="{3A4FC8B0-6F86-4E92-7DEC-F9A4108C3DBA}"/>
              </a:ext>
            </a:extLst>
          </p:cNvPr>
          <p:cNvSpPr txBox="1">
            <a:spLocks noChangeArrowheads="1"/>
          </p:cNvSpPr>
          <p:nvPr/>
        </p:nvSpPr>
        <p:spPr bwMode="auto">
          <a:xfrm>
            <a:off x="4063998" y="4955697"/>
            <a:ext cx="3400981" cy="9541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spcBef>
                <a:spcPct val="50000"/>
              </a:spcBef>
            </a:pPr>
            <a:r>
              <a:rPr kumimoji="1" lang="zh-CN" altLang="en-US" sz="2800" i="0" dirty="0">
                <a:latin typeface="+mn-lt"/>
                <a:ea typeface="微软雅黑" panose="020B0503020204020204" pitchFamily="34" charset="-122"/>
              </a:rPr>
              <a:t>其中</a:t>
            </a:r>
            <a:r>
              <a:rPr lang="en-US" altLang="zh-CN" sz="2800" i="1" dirty="0"/>
              <a:t>A</a:t>
            </a:r>
            <a:r>
              <a:rPr lang="zh-CN" altLang="en-US" sz="2800" dirty="0"/>
              <a:t>、</a:t>
            </a:r>
            <a:r>
              <a:rPr lang="en-US" altLang="zh-CN" sz="2800" i="1" dirty="0"/>
              <a:t>B </a:t>
            </a:r>
            <a:r>
              <a:rPr kumimoji="1" lang="zh-CN" altLang="en-US" sz="2800" i="0" dirty="0">
                <a:latin typeface="+mn-lt"/>
                <a:ea typeface="微软雅黑" panose="020B0503020204020204" pitchFamily="34" charset="-122"/>
              </a:rPr>
              <a:t>两点的连线不能与各力平行。</a:t>
            </a:r>
          </a:p>
        </p:txBody>
      </p:sp>
    </p:spTree>
    <p:extLst>
      <p:ext uri="{BB962C8B-B14F-4D97-AF65-F5344CB8AC3E}">
        <p14:creationId xmlns:p14="http://schemas.microsoft.com/office/powerpoint/2010/main" val="3756889482"/>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6"/>
                                        </p:tgtEl>
                                        <p:attrNameLst>
                                          <p:attrName>style.visibility</p:attrName>
                                        </p:attrNameLst>
                                      </p:cBhvr>
                                      <p:to>
                                        <p:strVal val="visible"/>
                                      </p:to>
                                    </p:set>
                                  </p:childTnLst>
                                </p:cTn>
                              </p:par>
                              <p:par>
                                <p:cTn id="7" presetID="12" presetClass="entr" presetSubtype="8" fill="hold" grpId="0" nodeType="withEffect">
                                  <p:stCondLst>
                                    <p:cond delay="0"/>
                                  </p:stCondLst>
                                  <p:childTnLst>
                                    <p:set>
                                      <p:cBhvr>
                                        <p:cTn id="8" dur="1" fill="hold">
                                          <p:stCondLst>
                                            <p:cond delay="0"/>
                                          </p:stCondLst>
                                        </p:cTn>
                                        <p:tgtEl>
                                          <p:spTgt spid="158"/>
                                        </p:tgtEl>
                                        <p:attrNameLst>
                                          <p:attrName>style.visibility</p:attrName>
                                        </p:attrNameLst>
                                      </p:cBhvr>
                                      <p:to>
                                        <p:strVal val="visible"/>
                                      </p:to>
                                    </p:set>
                                    <p:animEffect transition="in" filter="slide(fromLeft)">
                                      <p:cBhvr>
                                        <p:cTn id="9" dur="5000"/>
                                        <p:tgtEl>
                                          <p:spTgt spid="158"/>
                                        </p:tgtEl>
                                      </p:cBhvr>
                                    </p:animEffect>
                                  </p:childTnLst>
                                </p:cTn>
                              </p:par>
                              <p:par>
                                <p:cTn id="10" presetID="10" presetClass="entr" presetSubtype="0" fill="hold" nodeType="with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2000"/>
                                        <p:tgtEl>
                                          <p:spTgt spid="2"/>
                                        </p:tgtEl>
                                      </p:cBhvr>
                                    </p:animEffect>
                                  </p:childTnLst>
                                </p:cTn>
                              </p:par>
                              <p:par>
                                <p:cTn id="13" presetID="12" presetClass="entr" presetSubtype="4" fill="hold" nodeType="withEffect">
                                  <p:stCondLst>
                                    <p:cond delay="2000"/>
                                  </p:stCondLst>
                                  <p:childTnLst>
                                    <p:set>
                                      <p:cBhvr>
                                        <p:cTn id="14" dur="1" fill="hold">
                                          <p:stCondLst>
                                            <p:cond delay="0"/>
                                          </p:stCondLst>
                                        </p:cTn>
                                        <p:tgtEl>
                                          <p:spTgt spid="15"/>
                                        </p:tgtEl>
                                        <p:attrNameLst>
                                          <p:attrName>style.visibility</p:attrName>
                                        </p:attrNameLst>
                                      </p:cBhvr>
                                      <p:to>
                                        <p:strVal val="visible"/>
                                      </p:to>
                                    </p:set>
                                    <p:animEffect transition="in" filter="slide(fromBottom)">
                                      <p:cBhvr>
                                        <p:cTn id="15" dur="3000"/>
                                        <p:tgtEl>
                                          <p:spTgt spid="15"/>
                                        </p:tgtEl>
                                      </p:cBhvr>
                                    </p:animEffect>
                                  </p:childTnLst>
                                </p:cTn>
                              </p:par>
                              <p:par>
                                <p:cTn id="16" presetID="12" presetClass="entr" presetSubtype="4" fill="hold" nodeType="withEffect">
                                  <p:stCondLst>
                                    <p:cond delay="2000"/>
                                  </p:stCondLst>
                                  <p:childTnLst>
                                    <p:set>
                                      <p:cBhvr>
                                        <p:cTn id="17" dur="1" fill="hold">
                                          <p:stCondLst>
                                            <p:cond delay="0"/>
                                          </p:stCondLst>
                                        </p:cTn>
                                        <p:tgtEl>
                                          <p:spTgt spid="16"/>
                                        </p:tgtEl>
                                        <p:attrNameLst>
                                          <p:attrName>style.visibility</p:attrName>
                                        </p:attrNameLst>
                                      </p:cBhvr>
                                      <p:to>
                                        <p:strVal val="visible"/>
                                      </p:to>
                                    </p:set>
                                    <p:animEffect transition="in" filter="slide(fromBottom)">
                                      <p:cBhvr>
                                        <p:cTn id="18" dur="3000"/>
                                        <p:tgtEl>
                                          <p:spTgt spid="16"/>
                                        </p:tgtEl>
                                      </p:cBhvr>
                                    </p:animEffect>
                                  </p:childTnLst>
                                </p:cTn>
                              </p:par>
                              <p:par>
                                <p:cTn id="19" presetID="12" presetClass="entr" presetSubtype="1" fill="hold" nodeType="withEffect">
                                  <p:stCondLst>
                                    <p:cond delay="2000"/>
                                  </p:stCondLst>
                                  <p:childTnLst>
                                    <p:set>
                                      <p:cBhvr>
                                        <p:cTn id="20" dur="1" fill="hold">
                                          <p:stCondLst>
                                            <p:cond delay="0"/>
                                          </p:stCondLst>
                                        </p:cTn>
                                        <p:tgtEl>
                                          <p:spTgt spid="17"/>
                                        </p:tgtEl>
                                        <p:attrNameLst>
                                          <p:attrName>style.visibility</p:attrName>
                                        </p:attrNameLst>
                                      </p:cBhvr>
                                      <p:to>
                                        <p:strVal val="visible"/>
                                      </p:to>
                                    </p:set>
                                    <p:animEffect transition="in" filter="slide(fromTop)">
                                      <p:cBhvr>
                                        <p:cTn id="21" dur="3000"/>
                                        <p:tgtEl>
                                          <p:spTgt spid="17"/>
                                        </p:tgtEl>
                                      </p:cBhvr>
                                    </p:animEffect>
                                  </p:childTnLst>
                                </p:cTn>
                              </p:par>
                              <p:par>
                                <p:cTn id="22" presetID="12" presetClass="entr" presetSubtype="1" fill="hold" nodeType="withEffect">
                                  <p:stCondLst>
                                    <p:cond delay="2000"/>
                                  </p:stCondLst>
                                  <p:childTnLst>
                                    <p:set>
                                      <p:cBhvr>
                                        <p:cTn id="23" dur="1" fill="hold">
                                          <p:stCondLst>
                                            <p:cond delay="0"/>
                                          </p:stCondLst>
                                        </p:cTn>
                                        <p:tgtEl>
                                          <p:spTgt spid="18"/>
                                        </p:tgtEl>
                                        <p:attrNameLst>
                                          <p:attrName>style.visibility</p:attrName>
                                        </p:attrNameLst>
                                      </p:cBhvr>
                                      <p:to>
                                        <p:strVal val="visible"/>
                                      </p:to>
                                    </p:set>
                                    <p:animEffect transition="in" filter="slide(fromTop)">
                                      <p:cBhvr>
                                        <p:cTn id="24" dur="3000"/>
                                        <p:tgtEl>
                                          <p:spTgt spid="18"/>
                                        </p:tgtEl>
                                      </p:cBhvr>
                                    </p:animEffect>
                                  </p:childTnLst>
                                </p:cTn>
                              </p:par>
                              <p:par>
                                <p:cTn id="25" presetID="20" presetClass="entr" presetSubtype="0" fill="hold" grpId="0" nodeType="withEffect">
                                  <p:stCondLst>
                                    <p:cond delay="2000"/>
                                  </p:stCondLst>
                                  <p:childTnLst>
                                    <p:set>
                                      <p:cBhvr>
                                        <p:cTn id="26" dur="1" fill="hold">
                                          <p:stCondLst>
                                            <p:cond delay="0"/>
                                          </p:stCondLst>
                                        </p:cTn>
                                        <p:tgtEl>
                                          <p:spTgt spid="5"/>
                                        </p:tgtEl>
                                        <p:attrNameLst>
                                          <p:attrName>style.visibility</p:attrName>
                                        </p:attrNameLst>
                                      </p:cBhvr>
                                      <p:to>
                                        <p:strVal val="visible"/>
                                      </p:to>
                                    </p:set>
                                    <p:animEffect transition="in" filter="wedge">
                                      <p:cBhvr>
                                        <p:cTn id="27" dur="2000"/>
                                        <p:tgtEl>
                                          <p:spTgt spid="5"/>
                                        </p:tgtEl>
                                      </p:cBhvr>
                                    </p:animEffect>
                                  </p:childTnLst>
                                </p:cTn>
                              </p:par>
                              <p:par>
                                <p:cTn id="28" presetID="20" presetClass="entr" presetSubtype="0" fill="hold" grpId="0" nodeType="withEffect">
                                  <p:stCondLst>
                                    <p:cond delay="2000"/>
                                  </p:stCondLst>
                                  <p:childTnLst>
                                    <p:set>
                                      <p:cBhvr>
                                        <p:cTn id="29" dur="1" fill="hold">
                                          <p:stCondLst>
                                            <p:cond delay="0"/>
                                          </p:stCondLst>
                                        </p:cTn>
                                        <p:tgtEl>
                                          <p:spTgt spid="3"/>
                                        </p:tgtEl>
                                        <p:attrNameLst>
                                          <p:attrName>style.visibility</p:attrName>
                                        </p:attrNameLst>
                                      </p:cBhvr>
                                      <p:to>
                                        <p:strVal val="visible"/>
                                      </p:to>
                                    </p:set>
                                    <p:animEffect transition="in" filter="wedge">
                                      <p:cBhvr>
                                        <p:cTn id="30" dur="2000"/>
                                        <p:tgtEl>
                                          <p:spTgt spid="3"/>
                                        </p:tgtEl>
                                      </p:cBhvr>
                                    </p:animEffect>
                                  </p:childTnLst>
                                </p:cTn>
                              </p:par>
                              <p:par>
                                <p:cTn id="31" presetID="20" presetClass="entr" presetSubtype="0" fill="hold" grpId="0" nodeType="withEffect">
                                  <p:stCondLst>
                                    <p:cond delay="2000"/>
                                  </p:stCondLst>
                                  <p:childTnLst>
                                    <p:set>
                                      <p:cBhvr>
                                        <p:cTn id="32" dur="1" fill="hold">
                                          <p:stCondLst>
                                            <p:cond delay="0"/>
                                          </p:stCondLst>
                                        </p:cTn>
                                        <p:tgtEl>
                                          <p:spTgt spid="10"/>
                                        </p:tgtEl>
                                        <p:attrNameLst>
                                          <p:attrName>style.visibility</p:attrName>
                                        </p:attrNameLst>
                                      </p:cBhvr>
                                      <p:to>
                                        <p:strVal val="visible"/>
                                      </p:to>
                                    </p:set>
                                    <p:animEffect transition="in" filter="wedge">
                                      <p:cBhvr>
                                        <p:cTn id="33" dur="2000"/>
                                        <p:tgtEl>
                                          <p:spTgt spid="10"/>
                                        </p:tgtEl>
                                      </p:cBhvr>
                                    </p:animEffect>
                                  </p:childTnLst>
                                </p:cTn>
                              </p:par>
                              <p:par>
                                <p:cTn id="34" presetID="20" presetClass="entr" presetSubtype="0" fill="hold" grpId="0" nodeType="withEffect">
                                  <p:stCondLst>
                                    <p:cond delay="2000"/>
                                  </p:stCondLst>
                                  <p:childTnLst>
                                    <p:set>
                                      <p:cBhvr>
                                        <p:cTn id="35" dur="1" fill="hold">
                                          <p:stCondLst>
                                            <p:cond delay="0"/>
                                          </p:stCondLst>
                                        </p:cTn>
                                        <p:tgtEl>
                                          <p:spTgt spid="8">
                                            <p:txEl>
                                              <p:pRg st="0" end="0"/>
                                            </p:txEl>
                                          </p:spTgt>
                                        </p:tgtEl>
                                        <p:attrNameLst>
                                          <p:attrName>style.visibility</p:attrName>
                                        </p:attrNameLst>
                                      </p:cBhvr>
                                      <p:to>
                                        <p:strVal val="visible"/>
                                      </p:to>
                                    </p:set>
                                    <p:animEffect transition="in" filter="wedge">
                                      <p:cBhvr>
                                        <p:cTn id="36" dur="2000"/>
                                        <p:tgtEl>
                                          <p:spTgt spid="8">
                                            <p:txEl>
                                              <p:pRg st="0" end="0"/>
                                            </p:txEl>
                                          </p:spTgt>
                                        </p:tgtEl>
                                      </p:cBhvr>
                                    </p:animEffect>
                                  </p:childTnLst>
                                </p:cTn>
                              </p:par>
                              <p:par>
                                <p:cTn id="37" presetID="20" presetClass="entr" presetSubtype="0" fill="hold" grpId="0" nodeType="withEffect">
                                  <p:stCondLst>
                                    <p:cond delay="5000"/>
                                  </p:stCondLst>
                                  <p:childTnLst>
                                    <p:set>
                                      <p:cBhvr>
                                        <p:cTn id="38" dur="1" fill="hold">
                                          <p:stCondLst>
                                            <p:cond delay="0"/>
                                          </p:stCondLst>
                                        </p:cTn>
                                        <p:tgtEl>
                                          <p:spTgt spid="4"/>
                                        </p:tgtEl>
                                        <p:attrNameLst>
                                          <p:attrName>style.visibility</p:attrName>
                                        </p:attrNameLst>
                                      </p:cBhvr>
                                      <p:to>
                                        <p:strVal val="visible"/>
                                      </p:to>
                                    </p:set>
                                    <p:animEffect transition="in" filter="wedge">
                                      <p:cBhvr>
                                        <p:cTn id="39" dur="2000"/>
                                        <p:tgtEl>
                                          <p:spTgt spid="4"/>
                                        </p:tgtEl>
                                      </p:cBhvr>
                                    </p:animEffect>
                                  </p:childTnLst>
                                </p:cTn>
                              </p:par>
                              <p:par>
                                <p:cTn id="40" presetID="10" presetClass="entr" presetSubtype="0" fill="hold" nodeType="withEffect">
                                  <p:stCondLst>
                                    <p:cond delay="5000"/>
                                  </p:stCondLst>
                                  <p:childTnLst>
                                    <p:set>
                                      <p:cBhvr>
                                        <p:cTn id="41" dur="1" fill="hold">
                                          <p:stCondLst>
                                            <p:cond delay="0"/>
                                          </p:stCondLst>
                                        </p:cTn>
                                        <p:tgtEl>
                                          <p:spTgt spid="19"/>
                                        </p:tgtEl>
                                        <p:attrNameLst>
                                          <p:attrName>style.visibility</p:attrName>
                                        </p:attrNameLst>
                                      </p:cBhvr>
                                      <p:to>
                                        <p:strVal val="visible"/>
                                      </p:to>
                                    </p:set>
                                    <p:animEffect transition="in" filter="fade">
                                      <p:cBhvr>
                                        <p:cTn id="42" dur="3000"/>
                                        <p:tgtEl>
                                          <p:spTgt spid="19"/>
                                        </p:tgtEl>
                                      </p:cBhvr>
                                    </p:animEffect>
                                  </p:childTnLst>
                                </p:cTn>
                              </p:par>
                              <p:par>
                                <p:cTn id="43" presetID="17" presetClass="entr" presetSubtype="8" fill="hold" nodeType="withEffect">
                                  <p:stCondLst>
                                    <p:cond delay="5000"/>
                                  </p:stCondLst>
                                  <p:childTnLst>
                                    <p:set>
                                      <p:cBhvr>
                                        <p:cTn id="44" dur="1" fill="hold">
                                          <p:stCondLst>
                                            <p:cond delay="0"/>
                                          </p:stCondLst>
                                        </p:cTn>
                                        <p:tgtEl>
                                          <p:spTgt spid="12"/>
                                        </p:tgtEl>
                                        <p:attrNameLst>
                                          <p:attrName>style.visibility</p:attrName>
                                        </p:attrNameLst>
                                      </p:cBhvr>
                                      <p:to>
                                        <p:strVal val="visible"/>
                                      </p:to>
                                    </p:set>
                                    <p:anim calcmode="lin" valueType="num">
                                      <p:cBhvr>
                                        <p:cTn id="45" dur="2000" fill="hold"/>
                                        <p:tgtEl>
                                          <p:spTgt spid="12"/>
                                        </p:tgtEl>
                                        <p:attrNameLst>
                                          <p:attrName>ppt_x</p:attrName>
                                        </p:attrNameLst>
                                      </p:cBhvr>
                                      <p:tavLst>
                                        <p:tav tm="0">
                                          <p:val>
                                            <p:strVal val="#ppt_x-#ppt_w/2"/>
                                          </p:val>
                                        </p:tav>
                                        <p:tav tm="100000">
                                          <p:val>
                                            <p:strVal val="#ppt_x"/>
                                          </p:val>
                                        </p:tav>
                                      </p:tavLst>
                                    </p:anim>
                                    <p:anim calcmode="lin" valueType="num">
                                      <p:cBhvr>
                                        <p:cTn id="46" dur="2000" fill="hold"/>
                                        <p:tgtEl>
                                          <p:spTgt spid="12"/>
                                        </p:tgtEl>
                                        <p:attrNameLst>
                                          <p:attrName>ppt_y</p:attrName>
                                        </p:attrNameLst>
                                      </p:cBhvr>
                                      <p:tavLst>
                                        <p:tav tm="0">
                                          <p:val>
                                            <p:strVal val="#ppt_y"/>
                                          </p:val>
                                        </p:tav>
                                        <p:tav tm="100000">
                                          <p:val>
                                            <p:strVal val="#ppt_y"/>
                                          </p:val>
                                        </p:tav>
                                      </p:tavLst>
                                    </p:anim>
                                    <p:anim calcmode="lin" valueType="num">
                                      <p:cBhvr>
                                        <p:cTn id="47" dur="2000" fill="hold"/>
                                        <p:tgtEl>
                                          <p:spTgt spid="12"/>
                                        </p:tgtEl>
                                        <p:attrNameLst>
                                          <p:attrName>ppt_w</p:attrName>
                                        </p:attrNameLst>
                                      </p:cBhvr>
                                      <p:tavLst>
                                        <p:tav tm="0">
                                          <p:val>
                                            <p:fltVal val="0"/>
                                          </p:val>
                                        </p:tav>
                                        <p:tav tm="100000">
                                          <p:val>
                                            <p:strVal val="#ppt_w"/>
                                          </p:val>
                                        </p:tav>
                                      </p:tavLst>
                                    </p:anim>
                                    <p:anim calcmode="lin" valueType="num">
                                      <p:cBhvr>
                                        <p:cTn id="48" dur="2000" fill="hold"/>
                                        <p:tgtEl>
                                          <p:spTgt spid="12"/>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43"/>
                                            </p:cond>
                                          </p:stCondLst>
                                          <p:endCondLst>
                                            <p:cond evt="onStopAudio" delay="0">
                                              <p:tgtEl>
                                                <p:sldTgt/>
                                              </p:tgtEl>
                                            </p:cond>
                                          </p:endCondLst>
                                        </p:cTn>
                                        <p:tgtEl>
                                          <p:sndTgt r:embed="rId2" name="CHIMES.WAV"/>
                                        </p:tgtEl>
                                      </p:cMediaNode>
                                    </p:audio>
                                  </p:subTnLst>
                                </p:cTn>
                              </p:par>
                              <p:par>
                                <p:cTn id="49" presetID="20" presetClass="entr" presetSubtype="0" fill="hold" grpId="0" nodeType="withEffect">
                                  <p:stCondLst>
                                    <p:cond delay="5000"/>
                                  </p:stCondLst>
                                  <p:childTnLst>
                                    <p:set>
                                      <p:cBhvr>
                                        <p:cTn id="50" dur="1" fill="hold">
                                          <p:stCondLst>
                                            <p:cond delay="0"/>
                                          </p:stCondLst>
                                        </p:cTn>
                                        <p:tgtEl>
                                          <p:spTgt spid="11"/>
                                        </p:tgtEl>
                                        <p:attrNameLst>
                                          <p:attrName>style.visibility</p:attrName>
                                        </p:attrNameLst>
                                      </p:cBhvr>
                                      <p:to>
                                        <p:strVal val="visible"/>
                                      </p:to>
                                    </p:set>
                                    <p:animEffect transition="in" filter="wedge">
                                      <p:cBhvr>
                                        <p:cTn id="51" dur="2000"/>
                                        <p:tgtEl>
                                          <p:spTgt spid="11"/>
                                        </p:tgtEl>
                                      </p:cBhvr>
                                    </p:animEffect>
                                  </p:childTnLst>
                                  <p:subTnLst>
                                    <p:audio>
                                      <p:cMediaNode>
                                        <p:cTn display="0" masterRel="sameClick">
                                          <p:stCondLst>
                                            <p:cond evt="begin" delay="0">
                                              <p:tn val="49"/>
                                            </p:cond>
                                          </p:stCondLst>
                                          <p:endCondLst>
                                            <p:cond evt="onStopAudio" delay="0">
                                              <p:tgtEl>
                                                <p:sldTgt/>
                                              </p:tgtEl>
                                            </p:cond>
                                          </p:endCondLst>
                                        </p:cTn>
                                        <p:tgtEl>
                                          <p:sndTgt r:embed="rId2" name="CHIMES.WAV"/>
                                        </p:tgtEl>
                                      </p:cMediaNode>
                                    </p:audio>
                                  </p:subTnLst>
                                </p:cTn>
                              </p:par>
                              <p:par>
                                <p:cTn id="52" presetID="17" presetClass="entr" presetSubtype="4" fill="hold" nodeType="withEffect">
                                  <p:stCondLst>
                                    <p:cond delay="5000"/>
                                  </p:stCondLst>
                                  <p:childTnLst>
                                    <p:set>
                                      <p:cBhvr>
                                        <p:cTn id="53" dur="1" fill="hold">
                                          <p:stCondLst>
                                            <p:cond delay="0"/>
                                          </p:stCondLst>
                                        </p:cTn>
                                        <p:tgtEl>
                                          <p:spTgt spid="13"/>
                                        </p:tgtEl>
                                        <p:attrNameLst>
                                          <p:attrName>style.visibility</p:attrName>
                                        </p:attrNameLst>
                                      </p:cBhvr>
                                      <p:to>
                                        <p:strVal val="visible"/>
                                      </p:to>
                                    </p:set>
                                    <p:anim calcmode="lin" valueType="num">
                                      <p:cBhvr>
                                        <p:cTn id="54" dur="2000" fill="hold"/>
                                        <p:tgtEl>
                                          <p:spTgt spid="13"/>
                                        </p:tgtEl>
                                        <p:attrNameLst>
                                          <p:attrName>ppt_x</p:attrName>
                                        </p:attrNameLst>
                                      </p:cBhvr>
                                      <p:tavLst>
                                        <p:tav tm="0">
                                          <p:val>
                                            <p:strVal val="#ppt_x"/>
                                          </p:val>
                                        </p:tav>
                                        <p:tav tm="100000">
                                          <p:val>
                                            <p:strVal val="#ppt_x"/>
                                          </p:val>
                                        </p:tav>
                                      </p:tavLst>
                                    </p:anim>
                                    <p:anim calcmode="lin" valueType="num">
                                      <p:cBhvr>
                                        <p:cTn id="55" dur="2000" fill="hold"/>
                                        <p:tgtEl>
                                          <p:spTgt spid="13"/>
                                        </p:tgtEl>
                                        <p:attrNameLst>
                                          <p:attrName>ppt_y</p:attrName>
                                        </p:attrNameLst>
                                      </p:cBhvr>
                                      <p:tavLst>
                                        <p:tav tm="0">
                                          <p:val>
                                            <p:strVal val="#ppt_y+#ppt_h/2"/>
                                          </p:val>
                                        </p:tav>
                                        <p:tav tm="100000">
                                          <p:val>
                                            <p:strVal val="#ppt_y"/>
                                          </p:val>
                                        </p:tav>
                                      </p:tavLst>
                                    </p:anim>
                                    <p:anim calcmode="lin" valueType="num">
                                      <p:cBhvr>
                                        <p:cTn id="56" dur="2000" fill="hold"/>
                                        <p:tgtEl>
                                          <p:spTgt spid="13"/>
                                        </p:tgtEl>
                                        <p:attrNameLst>
                                          <p:attrName>ppt_w</p:attrName>
                                        </p:attrNameLst>
                                      </p:cBhvr>
                                      <p:tavLst>
                                        <p:tav tm="0">
                                          <p:val>
                                            <p:strVal val="#ppt_w"/>
                                          </p:val>
                                        </p:tav>
                                        <p:tav tm="100000">
                                          <p:val>
                                            <p:strVal val="#ppt_w"/>
                                          </p:val>
                                        </p:tav>
                                      </p:tavLst>
                                    </p:anim>
                                    <p:anim calcmode="lin" valueType="num">
                                      <p:cBhvr>
                                        <p:cTn id="57" dur="2000" fill="hold"/>
                                        <p:tgtEl>
                                          <p:spTgt spid="13"/>
                                        </p:tgtEl>
                                        <p:attrNameLst>
                                          <p:attrName>ppt_h</p:attrName>
                                        </p:attrNameLst>
                                      </p:cBhvr>
                                      <p:tavLst>
                                        <p:tav tm="0">
                                          <p:val>
                                            <p:fltVal val="0"/>
                                          </p:val>
                                        </p:tav>
                                        <p:tav tm="100000">
                                          <p:val>
                                            <p:strVal val="#ppt_h"/>
                                          </p:val>
                                        </p:tav>
                                      </p:tavLst>
                                    </p:anim>
                                  </p:childTnLst>
                                  <p:subTnLst>
                                    <p:audio>
                                      <p:cMediaNode>
                                        <p:cTn display="0" masterRel="sameClick">
                                          <p:stCondLst>
                                            <p:cond evt="begin" delay="0">
                                              <p:tn val="52"/>
                                            </p:cond>
                                          </p:stCondLst>
                                          <p:endCondLst>
                                            <p:cond evt="onStopAudio" delay="0">
                                              <p:tgtEl>
                                                <p:sldTgt/>
                                              </p:tgtEl>
                                            </p:cond>
                                          </p:endCondLst>
                                        </p:cTn>
                                        <p:tgtEl>
                                          <p:sndTgt r:embed="rId2" name="CHIMES.WAV"/>
                                        </p:tgtEl>
                                      </p:cMediaNode>
                                    </p:audio>
                                  </p:subTnLst>
                                </p:cTn>
                              </p:par>
                              <p:par>
                                <p:cTn id="58" presetID="17" presetClass="entr" presetSubtype="10" fill="hold" grpId="0" nodeType="withEffect">
                                  <p:stCondLst>
                                    <p:cond delay="5000"/>
                                  </p:stCondLst>
                                  <p:childTnLst>
                                    <p:set>
                                      <p:cBhvr>
                                        <p:cTn id="59" dur="1" fill="hold">
                                          <p:stCondLst>
                                            <p:cond delay="0"/>
                                          </p:stCondLst>
                                        </p:cTn>
                                        <p:tgtEl>
                                          <p:spTgt spid="14"/>
                                        </p:tgtEl>
                                        <p:attrNameLst>
                                          <p:attrName>style.visibility</p:attrName>
                                        </p:attrNameLst>
                                      </p:cBhvr>
                                      <p:to>
                                        <p:strVal val="visible"/>
                                      </p:to>
                                    </p:set>
                                    <p:anim calcmode="lin" valueType="num">
                                      <p:cBhvr>
                                        <p:cTn id="60" dur="2000" fill="hold"/>
                                        <p:tgtEl>
                                          <p:spTgt spid="14"/>
                                        </p:tgtEl>
                                        <p:attrNameLst>
                                          <p:attrName>ppt_w</p:attrName>
                                        </p:attrNameLst>
                                      </p:cBhvr>
                                      <p:tavLst>
                                        <p:tav tm="0">
                                          <p:val>
                                            <p:fltVal val="0"/>
                                          </p:val>
                                        </p:tav>
                                        <p:tav tm="100000">
                                          <p:val>
                                            <p:strVal val="#ppt_w"/>
                                          </p:val>
                                        </p:tav>
                                      </p:tavLst>
                                    </p:anim>
                                    <p:anim calcmode="lin" valueType="num">
                                      <p:cBhvr>
                                        <p:cTn id="61" dur="2000" fill="hold"/>
                                        <p:tgtEl>
                                          <p:spTgt spid="14"/>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58"/>
                                            </p:cond>
                                          </p:stCondLst>
                                          <p:endCondLst>
                                            <p:cond evt="onStopAudio" delay="0">
                                              <p:tgtEl>
                                                <p:sldTgt/>
                                              </p:tgtEl>
                                            </p:cond>
                                          </p:endCondLst>
                                        </p:cTn>
                                        <p:tgtEl>
                                          <p:sndTgt r:embed="rId2" name="CHIMES.WAV"/>
                                        </p:tgtEl>
                                      </p:cMediaNode>
                                    </p:audio>
                                  </p:subTnLst>
                                </p:cTn>
                              </p:par>
                            </p:childTnLst>
                          </p:cTn>
                        </p:par>
                      </p:childTnLst>
                    </p:cTn>
                  </p:par>
                  <p:par>
                    <p:cTn id="62" fill="hold">
                      <p:stCondLst>
                        <p:cond delay="indefinite"/>
                      </p:stCondLst>
                      <p:childTnLst>
                        <p:par>
                          <p:cTn id="63" fill="hold">
                            <p:stCondLst>
                              <p:cond delay="0"/>
                            </p:stCondLst>
                            <p:childTnLst>
                              <p:par>
                                <p:cTn id="64" presetID="1" presetClass="entr" presetSubtype="0" fill="hold" grpId="0" nodeType="clickEffect">
                                  <p:stCondLst>
                                    <p:cond delay="0"/>
                                  </p:stCondLst>
                                  <p:childTnLst>
                                    <p:set>
                                      <p:cBhvr>
                                        <p:cTn id="65" dur="1" fill="hold">
                                          <p:stCondLst>
                                            <p:cond delay="499"/>
                                          </p:stCondLst>
                                        </p:cTn>
                                        <p:tgtEl>
                                          <p:spTgt spid="9"/>
                                        </p:tgtEl>
                                        <p:attrNameLst>
                                          <p:attrName>style.visibility</p:attrName>
                                        </p:attrNameLst>
                                      </p:cBhvr>
                                      <p:to>
                                        <p:strVal val="visible"/>
                                      </p:to>
                                    </p:set>
                                  </p:childTnLst>
                                </p:cTn>
                              </p:par>
                            </p:childTnLst>
                          </p:cTn>
                        </p:par>
                      </p:childTnLst>
                    </p:cTn>
                  </p:par>
                  <p:par>
                    <p:cTn id="66" fill="hold">
                      <p:stCondLst>
                        <p:cond delay="indefinite"/>
                      </p:stCondLst>
                      <p:childTnLst>
                        <p:par>
                          <p:cTn id="67" fill="hold">
                            <p:stCondLst>
                              <p:cond delay="0"/>
                            </p:stCondLst>
                            <p:childTnLst>
                              <p:par>
                                <p:cTn id="68" presetID="22" presetClass="entr" presetSubtype="8" fill="hold" grpId="0" nodeType="clickEffect">
                                  <p:stCondLst>
                                    <p:cond delay="0"/>
                                  </p:stCondLst>
                                  <p:iterate type="lt">
                                    <p:tmPct val="100000"/>
                                  </p:iterate>
                                  <p:childTnLst>
                                    <p:set>
                                      <p:cBhvr>
                                        <p:cTn id="69" dur="1" fill="hold">
                                          <p:stCondLst>
                                            <p:cond delay="0"/>
                                          </p:stCondLst>
                                        </p:cTn>
                                        <p:tgtEl>
                                          <p:spTgt spid="20"/>
                                        </p:tgtEl>
                                        <p:attrNameLst>
                                          <p:attrName>style.visibility</p:attrName>
                                        </p:attrNameLst>
                                      </p:cBhvr>
                                      <p:to>
                                        <p:strVal val="visible"/>
                                      </p:to>
                                    </p:set>
                                    <p:animEffect transition="in" filter="wipe(left)">
                                      <p:cBhvr>
                                        <p:cTn id="70" dur="75"/>
                                        <p:tgtEl>
                                          <p:spTgt spid="20"/>
                                        </p:tgtEl>
                                      </p:cBhvr>
                                    </p:animEffect>
                                  </p:childTnLst>
                                  <p:subTnLst>
                                    <p:audio>
                                      <p:cMediaNode>
                                        <p:cTn display="0" masterRel="sameClick">
                                          <p:stCondLst>
                                            <p:cond evt="begin" delay="0">
                                              <p:tn val="68"/>
                                            </p:cond>
                                          </p:stCondLst>
                                          <p:endCondLst>
                                            <p:cond evt="onStopAudio" delay="0">
                                              <p:tgtEl>
                                                <p:sldTgt/>
                                              </p:tgtEl>
                                            </p:cond>
                                          </p:endCondLst>
                                        </p:cTn>
                                        <p:tgtEl>
                                          <p:sndTgt r:embed="rId3" name="TYPE.WAV"/>
                                        </p:tgtEl>
                                      </p:cMediaNode>
                                    </p:audio>
                                  </p:subTnLst>
                                </p:cTn>
                              </p:par>
                            </p:childTnLst>
                          </p:cTn>
                        </p:par>
                        <p:par>
                          <p:cTn id="71" fill="hold">
                            <p:stCondLst>
                              <p:cond delay="975"/>
                            </p:stCondLst>
                            <p:childTnLst>
                              <p:par>
                                <p:cTn id="72" presetID="16" presetClass="entr" presetSubtype="42" fill="hold" nodeType="afterEffect">
                                  <p:stCondLst>
                                    <p:cond delay="600"/>
                                  </p:stCondLst>
                                  <p:childTnLst>
                                    <p:set>
                                      <p:cBhvr>
                                        <p:cTn id="73" dur="1" fill="hold">
                                          <p:stCondLst>
                                            <p:cond delay="0"/>
                                          </p:stCondLst>
                                        </p:cTn>
                                        <p:tgtEl>
                                          <p:spTgt spid="21"/>
                                        </p:tgtEl>
                                        <p:attrNameLst>
                                          <p:attrName>style.visibility</p:attrName>
                                        </p:attrNameLst>
                                      </p:cBhvr>
                                      <p:to>
                                        <p:strVal val="visible"/>
                                      </p:to>
                                    </p:set>
                                    <p:animEffect transition="in" filter="barn(outHorizontal)">
                                      <p:cBhvr>
                                        <p:cTn id="74" dur="3000"/>
                                        <p:tgtEl>
                                          <p:spTgt spid="21"/>
                                        </p:tgtEl>
                                      </p:cBhvr>
                                    </p:animEffect>
                                  </p:childTnLst>
                                  <p:subTnLst>
                                    <p:audio>
                                      <p:cMediaNode>
                                        <p:cTn display="0" masterRel="sameClick">
                                          <p:stCondLst>
                                            <p:cond evt="begin" delay="0">
                                              <p:tn val="72"/>
                                            </p:cond>
                                          </p:stCondLst>
                                          <p:endCondLst>
                                            <p:cond evt="onStopAudio" delay="0">
                                              <p:tgtEl>
                                                <p:sldTgt/>
                                              </p:tgtEl>
                                            </p:cond>
                                          </p:endCondLst>
                                        </p:cTn>
                                        <p:tgtEl>
                                          <p:sndTgt r:embed="rId4" name="CAMERA.WAV"/>
                                        </p:tgtEl>
                                      </p:cMediaNode>
                                    </p:audio>
                                  </p:sub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499"/>
                                          </p:stCondLst>
                                        </p:cTn>
                                        <p:tgtEl>
                                          <p:spTgt spid="23"/>
                                        </p:tgtEl>
                                        <p:attrNameLst>
                                          <p:attrName>style.visibility</p:attrName>
                                        </p:attrNameLst>
                                      </p:cBhvr>
                                      <p:to>
                                        <p:strVal val="visible"/>
                                      </p:to>
                                    </p:set>
                                  </p:childTnLst>
                                </p:cTn>
                              </p:par>
                            </p:childTnLst>
                          </p:cTn>
                        </p:par>
                        <p:par>
                          <p:cTn id="79" fill="hold">
                            <p:stCondLst>
                              <p:cond delay="500"/>
                            </p:stCondLst>
                            <p:childTnLst>
                              <p:par>
                                <p:cTn id="80" presetID="22" presetClass="entr" presetSubtype="8" fill="hold" grpId="0" nodeType="afterEffect">
                                  <p:stCondLst>
                                    <p:cond delay="600"/>
                                  </p:stCondLst>
                                  <p:iterate type="lt">
                                    <p:tmPct val="100000"/>
                                  </p:iterate>
                                  <p:childTnLst>
                                    <p:set>
                                      <p:cBhvr>
                                        <p:cTn id="81" dur="1" fill="hold">
                                          <p:stCondLst>
                                            <p:cond delay="0"/>
                                          </p:stCondLst>
                                        </p:cTn>
                                        <p:tgtEl>
                                          <p:spTgt spid="24"/>
                                        </p:tgtEl>
                                        <p:attrNameLst>
                                          <p:attrName>style.visibility</p:attrName>
                                        </p:attrNameLst>
                                      </p:cBhvr>
                                      <p:to>
                                        <p:strVal val="visible"/>
                                      </p:to>
                                    </p:set>
                                    <p:animEffect transition="in" filter="wipe(left)">
                                      <p:cBhvr>
                                        <p:cTn id="82" dur="75"/>
                                        <p:tgtEl>
                                          <p:spTgt spid="24"/>
                                        </p:tgtEl>
                                      </p:cBhvr>
                                    </p:animEffect>
                                  </p:childTnLst>
                                  <p:subTnLst>
                                    <p:audio>
                                      <p:cMediaNode>
                                        <p:cTn display="0" masterRel="sameClick">
                                          <p:stCondLst>
                                            <p:cond evt="begin" delay="0">
                                              <p:tn val="80"/>
                                            </p:cond>
                                          </p:stCondLst>
                                          <p:endCondLst>
                                            <p:cond evt="onStopAudio" delay="0">
                                              <p:tgtEl>
                                                <p:sldTgt/>
                                              </p:tgtEl>
                                            </p:cond>
                                          </p:endCondLst>
                                        </p:cTn>
                                        <p:tgtEl>
                                          <p:sndTgt r:embed="rId3" name="TYPE.WAV"/>
                                        </p:tgtEl>
                                      </p:cMediaNode>
                                    </p:audio>
                                  </p:subTnLst>
                                </p:cTn>
                              </p:par>
                            </p:childTnLst>
                          </p:cTn>
                        </p:par>
                        <p:par>
                          <p:cTn id="83" fill="hold">
                            <p:stCondLst>
                              <p:cond delay="2300"/>
                            </p:stCondLst>
                            <p:childTnLst>
                              <p:par>
                                <p:cTn id="84" presetID="16" presetClass="entr" presetSubtype="42" fill="hold" nodeType="afterEffect">
                                  <p:stCondLst>
                                    <p:cond delay="600"/>
                                  </p:stCondLst>
                                  <p:childTnLst>
                                    <p:set>
                                      <p:cBhvr>
                                        <p:cTn id="85" dur="1" fill="hold">
                                          <p:stCondLst>
                                            <p:cond delay="0"/>
                                          </p:stCondLst>
                                        </p:cTn>
                                        <p:tgtEl>
                                          <p:spTgt spid="25"/>
                                        </p:tgtEl>
                                        <p:attrNameLst>
                                          <p:attrName>style.visibility</p:attrName>
                                        </p:attrNameLst>
                                      </p:cBhvr>
                                      <p:to>
                                        <p:strVal val="visible"/>
                                      </p:to>
                                    </p:set>
                                    <p:animEffect transition="in" filter="barn(outHorizontal)">
                                      <p:cBhvr>
                                        <p:cTn id="86" dur="3000"/>
                                        <p:tgtEl>
                                          <p:spTgt spid="25"/>
                                        </p:tgtEl>
                                      </p:cBhvr>
                                    </p:animEffect>
                                  </p:childTnLst>
                                  <p:subTnLst>
                                    <p:audio>
                                      <p:cMediaNode>
                                        <p:cTn display="0" masterRel="sameClick">
                                          <p:stCondLst>
                                            <p:cond evt="begin" delay="0">
                                              <p:tn val="84"/>
                                            </p:cond>
                                          </p:stCondLst>
                                          <p:endCondLst>
                                            <p:cond evt="onStopAudio" delay="0">
                                              <p:tgtEl>
                                                <p:sldTgt/>
                                              </p:tgtEl>
                                            </p:cond>
                                          </p:endCondLst>
                                        </p:cTn>
                                        <p:tgtEl>
                                          <p:sndTgt r:embed="rId4" name="CAMERA.WAV"/>
                                        </p:tgtEl>
                                      </p:cMediaNode>
                                    </p:audio>
                                  </p:subTnLst>
                                </p:cTn>
                              </p:par>
                            </p:childTnLst>
                          </p:cTn>
                        </p:par>
                        <p:par>
                          <p:cTn id="87" fill="hold">
                            <p:stCondLst>
                              <p:cond delay="5900"/>
                            </p:stCondLst>
                            <p:childTnLst>
                              <p:par>
                                <p:cTn id="88" presetID="22" presetClass="entr" presetSubtype="8" fill="hold" grpId="0" nodeType="afterEffect">
                                  <p:stCondLst>
                                    <p:cond delay="600"/>
                                  </p:stCondLst>
                                  <p:iterate type="lt">
                                    <p:tmPct val="10000"/>
                                  </p:iterate>
                                  <p:childTnLst>
                                    <p:set>
                                      <p:cBhvr>
                                        <p:cTn id="89" dur="1" fill="hold">
                                          <p:stCondLst>
                                            <p:cond delay="0"/>
                                          </p:stCondLst>
                                        </p:cTn>
                                        <p:tgtEl>
                                          <p:spTgt spid="26"/>
                                        </p:tgtEl>
                                        <p:attrNameLst>
                                          <p:attrName>style.visibility</p:attrName>
                                        </p:attrNameLst>
                                      </p:cBhvr>
                                      <p:to>
                                        <p:strVal val="visible"/>
                                      </p:to>
                                    </p:set>
                                    <p:animEffect transition="in" filter="wipe(left)">
                                      <p:cBhvr>
                                        <p:cTn id="90" dur="500"/>
                                        <p:tgtEl>
                                          <p:spTgt spid="26"/>
                                        </p:tgtEl>
                                      </p:cBhvr>
                                    </p:animEffect>
                                  </p:childTnLst>
                                  <p:subTnLst>
                                    <p:audio>
                                      <p:cMediaNode>
                                        <p:cTn display="0" masterRel="sameClick">
                                          <p:stCondLst>
                                            <p:cond evt="begin" delay="0">
                                              <p:tn val="88"/>
                                            </p:cond>
                                          </p:stCondLst>
                                          <p:endCondLst>
                                            <p:cond evt="onStopAudio" delay="0">
                                              <p:tgtEl>
                                                <p:sldTgt/>
                                              </p:tgtEl>
                                            </p:cond>
                                          </p:endCondLst>
                                        </p:cTn>
                                        <p:tgtEl>
                                          <p:sndTgt r:embed="rId4"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utoUpdateAnimBg="0"/>
      <p:bldP spid="9" grpId="0" autoUpdateAnimBg="0"/>
      <p:bldP spid="158" grpId="0" animBg="1"/>
      <p:bldP spid="3" grpId="0"/>
      <p:bldP spid="4" grpId="0"/>
      <p:bldP spid="5" grpId="0"/>
      <p:bldP spid="8" grpId="0" build="allAtOnce"/>
      <p:bldP spid="10" grpId="0"/>
      <p:bldP spid="11" grpId="0" autoUpdateAnimBg="0"/>
      <p:bldP spid="14" grpId="0" autoUpdateAnimBg="0"/>
      <p:bldP spid="20" grpId="0" autoUpdateAnimBg="0"/>
      <p:bldP spid="23" grpId="0" autoUpdateAnimBg="0"/>
      <p:bldP spid="24" grpId="0" autoUpdateAnimBg="0"/>
      <p:bldP spid="26" grpId="0" autoUpdateAnimBg="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164442" y="91693"/>
            <a:ext cx="5546711" cy="615553"/>
          </a:xfrm>
          <a:prstGeom prst="rect">
            <a:avLst/>
          </a:prstGeom>
        </p:spPr>
        <p:txBody>
          <a:bodyPr wrap="none">
            <a:spAutoFit/>
          </a:bodyPr>
          <a:lstStyle/>
          <a:p>
            <a:pPr>
              <a:defRPr/>
            </a:pPr>
            <a:r>
              <a:rPr kumimoji="1" lang="zh-CN" altLang="en-US" sz="3400" i="0" dirty="0">
                <a:solidFill>
                  <a:srgbClr val="FFFFFF"/>
                </a:solidFill>
                <a:latin typeface="微软雅黑" panose="020B0503020204020204" pitchFamily="34" charset="-122"/>
                <a:ea typeface="微软雅黑" panose="020B0503020204020204" pitchFamily="34" charset="-122"/>
              </a:rPr>
              <a:t>第二章</a:t>
            </a:r>
            <a:r>
              <a:rPr kumimoji="1" lang="en-US" altLang="zh-CN" sz="3400" i="0" dirty="0">
                <a:solidFill>
                  <a:srgbClr val="FFFFFF"/>
                </a:solidFill>
                <a:latin typeface="微软雅黑" panose="020B0503020204020204" pitchFamily="34" charset="-122"/>
                <a:ea typeface="微软雅黑" panose="020B0503020204020204" pitchFamily="34" charset="-122"/>
              </a:rPr>
              <a:t> </a:t>
            </a:r>
            <a:r>
              <a:rPr kumimoji="1" lang="zh-CN" altLang="en-US" sz="3400" i="0" dirty="0">
                <a:solidFill>
                  <a:srgbClr val="FFFFFF"/>
                </a:solidFill>
                <a:latin typeface="微软雅黑" panose="020B0503020204020204" pitchFamily="34" charset="-122"/>
                <a:ea typeface="微软雅黑" panose="020B0503020204020204" pitchFamily="34" charset="-122"/>
              </a:rPr>
              <a:t>平面问题的受力分析</a:t>
            </a:r>
          </a:p>
        </p:txBody>
      </p:sp>
      <p:sp>
        <p:nvSpPr>
          <p:cNvPr id="14" name="Rectangle 5"/>
          <p:cNvSpPr>
            <a:spLocks noChangeArrowheads="1"/>
          </p:cNvSpPr>
          <p:nvPr/>
        </p:nvSpPr>
        <p:spPr bwMode="auto">
          <a:xfrm>
            <a:off x="279412" y="802970"/>
            <a:ext cx="10801200" cy="1379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just">
              <a:spcBef>
                <a:spcPct val="20000"/>
              </a:spcBef>
              <a:buClr>
                <a:schemeClr val="accent1"/>
              </a:buClr>
              <a:buSzPct val="75000"/>
              <a:buFont typeface="Monotype Sorts" pitchFamily="2" charset="2"/>
              <a:buChar char="•"/>
              <a:defRPr kumimoji="1" sz="2400">
                <a:solidFill>
                  <a:schemeClr val="tx1"/>
                </a:solidFill>
                <a:latin typeface="Impact" panose="020B0806030902050204" pitchFamily="34" charset="0"/>
                <a:ea typeface="宋体" panose="02010600030101010101" pitchFamily="2" charset="-122"/>
              </a:defRPr>
            </a:lvl1pPr>
            <a:lvl2pPr marL="742950" indent="-285750">
              <a:spcBef>
                <a:spcPct val="20000"/>
              </a:spcBef>
              <a:buClr>
                <a:schemeClr val="accent2"/>
              </a:buClr>
              <a:buChar char="•"/>
              <a:defRPr kumimoji="1" sz="2000">
                <a:solidFill>
                  <a:schemeClr val="tx1"/>
                </a:solidFill>
                <a:latin typeface="Impact" panose="020B0806030902050204" pitchFamily="34" charset="0"/>
                <a:ea typeface="宋体" panose="02010600030101010101" pitchFamily="2" charset="-122"/>
              </a:defRPr>
            </a:lvl2pPr>
            <a:lvl3pPr marL="1143000" indent="-228600">
              <a:spcBef>
                <a:spcPct val="20000"/>
              </a:spcBef>
              <a:buChar char="–"/>
              <a:defRPr kumimoji="1" sz="2400">
                <a:solidFill>
                  <a:schemeClr val="tx1"/>
                </a:solidFill>
                <a:latin typeface="Impact" panose="020B0806030902050204" pitchFamily="34" charset="0"/>
                <a:ea typeface="宋体" panose="02010600030101010101" pitchFamily="2" charset="-122"/>
              </a:defRPr>
            </a:lvl3pPr>
            <a:lvl4pPr marL="1600200" indent="-228600">
              <a:spcBef>
                <a:spcPct val="20000"/>
              </a:spcBef>
              <a:buChar char="–"/>
              <a:defRPr kumimoji="1" sz="2000">
                <a:solidFill>
                  <a:schemeClr val="tx1"/>
                </a:solidFill>
                <a:latin typeface="Impact" panose="020B0806030902050204" pitchFamily="34" charset="0"/>
                <a:ea typeface="宋体" panose="02010600030101010101" pitchFamily="2" charset="-122"/>
              </a:defRPr>
            </a:lvl4pPr>
            <a:lvl5pPr marL="2057400" indent="-228600">
              <a:spcBef>
                <a:spcPct val="20000"/>
              </a:spcBef>
              <a:buChar char="»"/>
              <a:defRPr kumimoji="1" sz="2000">
                <a:solidFill>
                  <a:schemeClr val="tx1"/>
                </a:solidFill>
                <a:latin typeface="Impact" panose="020B0806030902050204" pitchFamily="34"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9pPr>
          </a:lstStyle>
          <a:p>
            <a:pPr algn="l">
              <a:lnSpc>
                <a:spcPct val="120000"/>
              </a:lnSpc>
              <a:spcBef>
                <a:spcPct val="0"/>
              </a:spcBef>
              <a:buClrTx/>
              <a:buSzTx/>
              <a:buNone/>
            </a:pPr>
            <a:r>
              <a:rPr lang="zh-CN" altLang="en-US" b="1" i="0" dirty="0">
                <a:solidFill>
                  <a:srgbClr val="0033CC"/>
                </a:solidFill>
                <a:latin typeface="Times New Roman" panose="02020603050405020304" pitchFamily="18" charset="0"/>
                <a:ea typeface="黑体" panose="02010609060101010101" pitchFamily="49" charset="-122"/>
              </a:rPr>
              <a:t>例</a:t>
            </a:r>
            <a:r>
              <a:rPr lang="en-US" altLang="zh-CN" i="0" dirty="0">
                <a:latin typeface="Times New Roman" panose="02020603050405020304" pitchFamily="18" charset="0"/>
                <a:ea typeface="黑体" panose="02010609060101010101" pitchFamily="49" charset="-122"/>
              </a:rPr>
              <a:t>  </a:t>
            </a:r>
            <a:r>
              <a:rPr lang="zh-CN" altLang="en-US" i="0" dirty="0">
                <a:latin typeface="Times New Roman" panose="02020603050405020304" pitchFamily="18" charset="0"/>
                <a:ea typeface="黑体" panose="02010609060101010101" pitchFamily="49" charset="-122"/>
              </a:rPr>
              <a:t>一塔式起重机如图所示，机架自重为</a:t>
            </a:r>
            <a:r>
              <a:rPr lang="en-US" altLang="zh-CN" sz="2400" i="1" dirty="0">
                <a:latin typeface="+mj-lt"/>
              </a:rPr>
              <a:t>W </a:t>
            </a:r>
            <a:r>
              <a:rPr lang="zh-CN" altLang="en-US" i="0" dirty="0">
                <a:latin typeface="Times New Roman" panose="02020603050405020304" pitchFamily="18" charset="0"/>
                <a:ea typeface="黑体" panose="02010609060101010101" pitchFamily="49" charset="-122"/>
              </a:rPr>
              <a:t>，最大起重荷载为</a:t>
            </a:r>
            <a:r>
              <a:rPr lang="en-US" altLang="zh-CN" sz="2400" i="1" dirty="0">
                <a:latin typeface="+mj-lt"/>
              </a:rPr>
              <a:t>F</a:t>
            </a:r>
            <a:r>
              <a:rPr lang="en-US" altLang="zh-CN" sz="2400" b="0" i="0" baseline="-25000" dirty="0">
                <a:latin typeface="+mj-lt"/>
              </a:rPr>
              <a:t>P</a:t>
            </a:r>
            <a:r>
              <a:rPr lang="en-US" altLang="zh-CN" sz="2400" b="0" baseline="-25000" dirty="0">
                <a:latin typeface="+mj-lt"/>
              </a:rPr>
              <a:t> </a:t>
            </a:r>
            <a:r>
              <a:rPr lang="zh-CN" altLang="en-US" sz="2400" dirty="0">
                <a:latin typeface="+mj-lt"/>
              </a:rPr>
              <a:t>，</a:t>
            </a:r>
            <a:r>
              <a:rPr lang="zh-CN" altLang="en-US" i="0" dirty="0">
                <a:latin typeface="Times New Roman" panose="02020603050405020304" pitchFamily="18" charset="0"/>
                <a:ea typeface="黑体" panose="02010609060101010101" pitchFamily="49" charset="-122"/>
              </a:rPr>
              <a:t>平衡锤的重力为</a:t>
            </a:r>
            <a:r>
              <a:rPr lang="en-US" altLang="zh-CN" sz="2400" i="1" dirty="0">
                <a:latin typeface="+mj-lt"/>
              </a:rPr>
              <a:t>W</a:t>
            </a:r>
            <a:r>
              <a:rPr lang="en-US" altLang="zh-CN" sz="2400" b="0" i="0" baseline="-25000" dirty="0">
                <a:latin typeface="+mj-lt"/>
              </a:rPr>
              <a:t>Q</a:t>
            </a:r>
            <a:r>
              <a:rPr lang="zh-CN" altLang="en-US" i="0" dirty="0">
                <a:latin typeface="Times New Roman" panose="02020603050405020304" pitchFamily="18" charset="0"/>
                <a:ea typeface="黑体" panose="02010609060101010101" pitchFamily="49" charset="-122"/>
              </a:rPr>
              <a:t>，已知 </a:t>
            </a:r>
            <a:r>
              <a:rPr lang="en-US" altLang="zh-CN" sz="2400" i="1" dirty="0">
                <a:latin typeface="+mj-lt"/>
              </a:rPr>
              <a:t>W</a:t>
            </a:r>
            <a:r>
              <a:rPr lang="en-US" altLang="zh-CN" sz="2400" b="0" i="1" dirty="0">
                <a:latin typeface="+mj-lt"/>
              </a:rPr>
              <a:t> </a:t>
            </a:r>
            <a:r>
              <a:rPr lang="zh-CN" altLang="en-US" sz="2400" b="0" dirty="0">
                <a:latin typeface="+mj-lt"/>
              </a:rPr>
              <a:t>、 </a:t>
            </a:r>
            <a:r>
              <a:rPr lang="en-US" altLang="zh-CN" sz="2400" i="1" dirty="0">
                <a:latin typeface="+mj-lt"/>
              </a:rPr>
              <a:t>F</a:t>
            </a:r>
            <a:r>
              <a:rPr lang="en-US" altLang="zh-CN" sz="2400" b="0" baseline="-25000" dirty="0">
                <a:latin typeface="+mj-lt"/>
              </a:rPr>
              <a:t>P</a:t>
            </a:r>
            <a:r>
              <a:rPr lang="zh-CN" altLang="en-US" sz="2400" b="0" dirty="0">
                <a:latin typeface="+mj-lt"/>
              </a:rPr>
              <a:t>、</a:t>
            </a:r>
            <a:r>
              <a:rPr lang="en-US" altLang="zh-CN" sz="2400" b="0" i="1" dirty="0">
                <a:latin typeface="+mj-lt"/>
              </a:rPr>
              <a:t>a</a:t>
            </a:r>
            <a:r>
              <a:rPr lang="zh-CN" altLang="en-US" sz="2400" b="0" dirty="0">
                <a:latin typeface="+mj-lt"/>
              </a:rPr>
              <a:t>、</a:t>
            </a:r>
            <a:r>
              <a:rPr lang="en-US" altLang="zh-CN" sz="2400" b="0" i="1" dirty="0">
                <a:latin typeface="+mj-lt"/>
              </a:rPr>
              <a:t>b</a:t>
            </a:r>
            <a:r>
              <a:rPr lang="zh-CN" altLang="en-US" sz="2400" b="0" dirty="0">
                <a:latin typeface="+mj-lt"/>
              </a:rPr>
              <a:t>、</a:t>
            </a:r>
            <a:r>
              <a:rPr lang="en-US" altLang="zh-CN" sz="2400" b="0" i="1" dirty="0">
                <a:latin typeface="+mj-lt"/>
              </a:rPr>
              <a:t>e</a:t>
            </a:r>
            <a:r>
              <a:rPr lang="zh-CN" altLang="en-US" i="0" dirty="0">
                <a:latin typeface="Times New Roman" panose="02020603050405020304" pitchFamily="18" charset="0"/>
                <a:ea typeface="黑体" panose="02010609060101010101" pitchFamily="49" charset="-122"/>
              </a:rPr>
              <a:t>。要求起重机满载和空载时均不致翻倒。求</a:t>
            </a:r>
            <a:r>
              <a:rPr lang="en-US" altLang="zh-CN" sz="2400" i="1" dirty="0">
                <a:latin typeface="+mj-lt"/>
              </a:rPr>
              <a:t>W</a:t>
            </a:r>
            <a:r>
              <a:rPr lang="en-US" altLang="zh-CN" sz="2400" b="0" i="0" baseline="-25000" dirty="0">
                <a:latin typeface="+mj-lt"/>
              </a:rPr>
              <a:t>Q</a:t>
            </a:r>
            <a:r>
              <a:rPr lang="zh-CN" altLang="en-US" i="0" dirty="0">
                <a:latin typeface="Times New Roman" panose="02020603050405020304" pitchFamily="18" charset="0"/>
                <a:ea typeface="黑体" panose="02010609060101010101" pitchFamily="49" charset="-122"/>
              </a:rPr>
              <a:t>的范围 。  </a:t>
            </a:r>
          </a:p>
        </p:txBody>
      </p:sp>
      <p:sp>
        <p:nvSpPr>
          <p:cNvPr id="15" name="Rectangle 61"/>
          <p:cNvSpPr>
            <a:spLocks noChangeArrowheads="1"/>
          </p:cNvSpPr>
          <p:nvPr/>
        </p:nvSpPr>
        <p:spPr bwMode="auto">
          <a:xfrm>
            <a:off x="7752183" y="1794318"/>
            <a:ext cx="3861437" cy="4467255"/>
          </a:xfrm>
          <a:prstGeom prst="rect">
            <a:avLst/>
          </a:prstGeom>
          <a:solidFill>
            <a:srgbClr val="B9CDE5"/>
          </a:solidFill>
          <a:ln>
            <a:noFill/>
          </a:ln>
          <a:effectLst/>
        </p:spPr>
        <p:txBody>
          <a:bodyPr wrap="none" anchor="ctr"/>
          <a:lstStyle/>
          <a:p>
            <a:endParaRPr lang="zh-CN" altLang="en-US"/>
          </a:p>
        </p:txBody>
      </p:sp>
      <p:sp>
        <p:nvSpPr>
          <p:cNvPr id="125" name="Rectangle 5"/>
          <p:cNvSpPr>
            <a:spLocks noChangeArrowheads="1"/>
          </p:cNvSpPr>
          <p:nvPr/>
        </p:nvSpPr>
        <p:spPr bwMode="auto">
          <a:xfrm>
            <a:off x="279412" y="2174055"/>
            <a:ext cx="596060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just">
              <a:spcBef>
                <a:spcPct val="20000"/>
              </a:spcBef>
              <a:buClr>
                <a:schemeClr val="accent1"/>
              </a:buClr>
              <a:buSzPct val="75000"/>
              <a:buFont typeface="Monotype Sorts" pitchFamily="2" charset="2"/>
              <a:buChar char="•"/>
              <a:defRPr kumimoji="1" sz="2400">
                <a:solidFill>
                  <a:schemeClr val="tx1"/>
                </a:solidFill>
                <a:latin typeface="Impact" panose="020B0806030902050204" pitchFamily="34" charset="0"/>
                <a:ea typeface="宋体" panose="02010600030101010101" pitchFamily="2" charset="-122"/>
              </a:defRPr>
            </a:lvl1pPr>
            <a:lvl2pPr marL="742950" indent="-285750">
              <a:spcBef>
                <a:spcPct val="20000"/>
              </a:spcBef>
              <a:buClr>
                <a:schemeClr val="accent2"/>
              </a:buClr>
              <a:buChar char="•"/>
              <a:defRPr kumimoji="1" sz="2000">
                <a:solidFill>
                  <a:schemeClr val="tx1"/>
                </a:solidFill>
                <a:latin typeface="Impact" panose="020B0806030902050204" pitchFamily="34" charset="0"/>
                <a:ea typeface="宋体" panose="02010600030101010101" pitchFamily="2" charset="-122"/>
              </a:defRPr>
            </a:lvl2pPr>
            <a:lvl3pPr marL="1143000" indent="-228600">
              <a:spcBef>
                <a:spcPct val="20000"/>
              </a:spcBef>
              <a:buChar char="–"/>
              <a:defRPr kumimoji="1" sz="2400">
                <a:solidFill>
                  <a:schemeClr val="tx1"/>
                </a:solidFill>
                <a:latin typeface="Impact" panose="020B0806030902050204" pitchFamily="34" charset="0"/>
                <a:ea typeface="宋体" panose="02010600030101010101" pitchFamily="2" charset="-122"/>
              </a:defRPr>
            </a:lvl3pPr>
            <a:lvl4pPr marL="1600200" indent="-228600">
              <a:spcBef>
                <a:spcPct val="20000"/>
              </a:spcBef>
              <a:buChar char="–"/>
              <a:defRPr kumimoji="1" sz="2000">
                <a:solidFill>
                  <a:schemeClr val="tx1"/>
                </a:solidFill>
                <a:latin typeface="Impact" panose="020B0806030902050204" pitchFamily="34" charset="0"/>
                <a:ea typeface="宋体" panose="02010600030101010101" pitchFamily="2" charset="-122"/>
              </a:defRPr>
            </a:lvl4pPr>
            <a:lvl5pPr marL="2057400" indent="-228600">
              <a:spcBef>
                <a:spcPct val="20000"/>
              </a:spcBef>
              <a:buChar char="»"/>
              <a:defRPr kumimoji="1" sz="2000">
                <a:solidFill>
                  <a:schemeClr val="tx1"/>
                </a:solidFill>
                <a:latin typeface="Impact" panose="020B0806030902050204" pitchFamily="34"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9pPr>
          </a:lstStyle>
          <a:p>
            <a:pPr algn="l">
              <a:spcBef>
                <a:spcPct val="0"/>
              </a:spcBef>
              <a:buClrTx/>
              <a:buSzTx/>
              <a:buNone/>
            </a:pPr>
            <a:r>
              <a:rPr lang="zh-CN" altLang="en-US" i="0" dirty="0">
                <a:solidFill>
                  <a:srgbClr val="0033CC"/>
                </a:solidFill>
                <a:latin typeface="Times New Roman" panose="02020603050405020304" pitchFamily="18" charset="0"/>
                <a:ea typeface="黑体" panose="02010609060101010101" pitchFamily="49" charset="-122"/>
              </a:rPr>
              <a:t>解</a:t>
            </a:r>
            <a:r>
              <a:rPr lang="en-US" altLang="zh-CN" i="0" dirty="0">
                <a:latin typeface="Times New Roman" panose="02020603050405020304" pitchFamily="18" charset="0"/>
                <a:ea typeface="黑体" panose="02010609060101010101" pitchFamily="49" charset="-122"/>
              </a:rPr>
              <a:t> 1</a:t>
            </a:r>
            <a:r>
              <a:rPr lang="zh-CN" altLang="en-US" i="0" dirty="0">
                <a:latin typeface="Times New Roman" panose="02020603050405020304" pitchFamily="18" charset="0"/>
                <a:ea typeface="黑体" panose="02010609060101010101" pitchFamily="49" charset="-122"/>
              </a:rPr>
              <a:t>）以起重机为研究对象，画受力图；</a:t>
            </a:r>
            <a:endParaRPr lang="zh-CN" altLang="en-US" i="0" dirty="0">
              <a:latin typeface="+mn-lt"/>
              <a:ea typeface="黑体" panose="02010609060101010101" pitchFamily="49" charset="-122"/>
            </a:endParaRPr>
          </a:p>
        </p:txBody>
      </p:sp>
      <p:sp>
        <p:nvSpPr>
          <p:cNvPr id="126" name="Rectangle 5"/>
          <p:cNvSpPr>
            <a:spLocks noChangeArrowheads="1"/>
          </p:cNvSpPr>
          <p:nvPr/>
        </p:nvSpPr>
        <p:spPr bwMode="auto">
          <a:xfrm>
            <a:off x="279412" y="2635720"/>
            <a:ext cx="108012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just">
              <a:spcBef>
                <a:spcPct val="20000"/>
              </a:spcBef>
              <a:buClr>
                <a:schemeClr val="accent1"/>
              </a:buClr>
              <a:buSzPct val="75000"/>
              <a:buFont typeface="Monotype Sorts" pitchFamily="2" charset="2"/>
              <a:buChar char="•"/>
              <a:defRPr kumimoji="1" sz="2400">
                <a:solidFill>
                  <a:schemeClr val="tx1"/>
                </a:solidFill>
                <a:latin typeface="Impact" panose="020B0806030902050204" pitchFamily="34" charset="0"/>
                <a:ea typeface="宋体" panose="02010600030101010101" pitchFamily="2" charset="-122"/>
              </a:defRPr>
            </a:lvl1pPr>
            <a:lvl2pPr marL="742950" indent="-285750">
              <a:spcBef>
                <a:spcPct val="20000"/>
              </a:spcBef>
              <a:buClr>
                <a:schemeClr val="accent2"/>
              </a:buClr>
              <a:buChar char="•"/>
              <a:defRPr kumimoji="1" sz="2000">
                <a:solidFill>
                  <a:schemeClr val="tx1"/>
                </a:solidFill>
                <a:latin typeface="Impact" panose="020B0806030902050204" pitchFamily="34" charset="0"/>
                <a:ea typeface="宋体" panose="02010600030101010101" pitchFamily="2" charset="-122"/>
              </a:defRPr>
            </a:lvl2pPr>
            <a:lvl3pPr marL="1143000" indent="-228600">
              <a:spcBef>
                <a:spcPct val="20000"/>
              </a:spcBef>
              <a:buChar char="–"/>
              <a:defRPr kumimoji="1" sz="2400">
                <a:solidFill>
                  <a:schemeClr val="tx1"/>
                </a:solidFill>
                <a:latin typeface="Impact" panose="020B0806030902050204" pitchFamily="34" charset="0"/>
                <a:ea typeface="宋体" panose="02010600030101010101" pitchFamily="2" charset="-122"/>
              </a:defRPr>
            </a:lvl3pPr>
            <a:lvl4pPr marL="1600200" indent="-228600">
              <a:spcBef>
                <a:spcPct val="20000"/>
              </a:spcBef>
              <a:buChar char="–"/>
              <a:defRPr kumimoji="1" sz="2000">
                <a:solidFill>
                  <a:schemeClr val="tx1"/>
                </a:solidFill>
                <a:latin typeface="Impact" panose="020B0806030902050204" pitchFamily="34" charset="0"/>
                <a:ea typeface="宋体" panose="02010600030101010101" pitchFamily="2" charset="-122"/>
              </a:defRPr>
            </a:lvl4pPr>
            <a:lvl5pPr marL="2057400" indent="-228600">
              <a:spcBef>
                <a:spcPct val="20000"/>
              </a:spcBef>
              <a:buChar char="»"/>
              <a:defRPr kumimoji="1" sz="2000">
                <a:solidFill>
                  <a:schemeClr val="tx1"/>
                </a:solidFill>
                <a:latin typeface="Impact" panose="020B0806030902050204" pitchFamily="34"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9pPr>
          </a:lstStyle>
          <a:p>
            <a:pPr algn="l">
              <a:spcBef>
                <a:spcPct val="0"/>
              </a:spcBef>
              <a:buClrTx/>
              <a:buSzTx/>
              <a:buNone/>
            </a:pPr>
            <a:r>
              <a:rPr lang="en-US" altLang="zh-CN" dirty="0"/>
              <a:t>       </a:t>
            </a:r>
            <a:r>
              <a:rPr lang="en-US" altLang="zh-CN" i="0" dirty="0">
                <a:latin typeface="Times New Roman" panose="02020603050405020304" pitchFamily="18" charset="0"/>
                <a:ea typeface="黑体" panose="02010609060101010101" pitchFamily="49" charset="-122"/>
              </a:rPr>
              <a:t>2</a:t>
            </a:r>
            <a:r>
              <a:rPr lang="zh-CN" altLang="en-US" i="0" dirty="0">
                <a:latin typeface="Times New Roman" panose="02020603050405020304" pitchFamily="18" charset="0"/>
                <a:ea typeface="黑体" panose="02010609060101010101" pitchFamily="49" charset="-122"/>
              </a:rPr>
              <a:t>）列平衡方程求解。</a:t>
            </a:r>
            <a:endParaRPr lang="zh-CN" altLang="en-US" i="0" dirty="0">
              <a:latin typeface="+mn-lt"/>
              <a:ea typeface="黑体" panose="02010609060101010101" pitchFamily="49" charset="-122"/>
            </a:endParaRPr>
          </a:p>
        </p:txBody>
      </p:sp>
      <p:pic>
        <p:nvPicPr>
          <p:cNvPr id="132" name="图片 131">
            <a:extLst>
              <a:ext uri="{FF2B5EF4-FFF2-40B4-BE49-F238E27FC236}">
                <a16:creationId xmlns:a16="http://schemas.microsoft.com/office/drawing/2014/main" id="{8A1596E4-F741-3426-92FB-45AFF40300BB}"/>
              </a:ext>
            </a:extLst>
          </p:cNvPr>
          <p:cNvPicPr>
            <a:picLocks noChangeAspect="1"/>
          </p:cNvPicPr>
          <p:nvPr/>
        </p:nvPicPr>
        <p:blipFill>
          <a:blip r:embed="rId4"/>
          <a:stretch>
            <a:fillRect/>
          </a:stretch>
        </p:blipFill>
        <p:spPr>
          <a:xfrm>
            <a:off x="8184232" y="1875099"/>
            <a:ext cx="3312368" cy="4304095"/>
          </a:xfrm>
          <a:prstGeom prst="rect">
            <a:avLst/>
          </a:prstGeom>
        </p:spPr>
      </p:pic>
      <p:sp>
        <p:nvSpPr>
          <p:cNvPr id="133" name="Rectangle 5">
            <a:extLst>
              <a:ext uri="{FF2B5EF4-FFF2-40B4-BE49-F238E27FC236}">
                <a16:creationId xmlns:a16="http://schemas.microsoft.com/office/drawing/2014/main" id="{41C768A0-09CF-CD09-CEEB-EC051F63C04C}"/>
              </a:ext>
            </a:extLst>
          </p:cNvPr>
          <p:cNvSpPr>
            <a:spLocks noChangeArrowheads="1"/>
          </p:cNvSpPr>
          <p:nvPr/>
        </p:nvSpPr>
        <p:spPr bwMode="auto">
          <a:xfrm>
            <a:off x="677496" y="3097385"/>
            <a:ext cx="10801200" cy="12741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just">
              <a:spcBef>
                <a:spcPct val="20000"/>
              </a:spcBef>
              <a:buClr>
                <a:schemeClr val="accent1"/>
              </a:buClr>
              <a:buSzPct val="75000"/>
              <a:buFont typeface="Monotype Sorts" pitchFamily="2" charset="2"/>
              <a:buChar char="•"/>
              <a:defRPr kumimoji="1" sz="2400">
                <a:solidFill>
                  <a:schemeClr val="tx1"/>
                </a:solidFill>
                <a:latin typeface="Impact" panose="020B0806030902050204" pitchFamily="34" charset="0"/>
                <a:ea typeface="宋体" panose="02010600030101010101" pitchFamily="2" charset="-122"/>
              </a:defRPr>
            </a:lvl1pPr>
            <a:lvl2pPr marL="742950" indent="-285750">
              <a:spcBef>
                <a:spcPct val="20000"/>
              </a:spcBef>
              <a:buClr>
                <a:schemeClr val="accent2"/>
              </a:buClr>
              <a:buChar char="•"/>
              <a:defRPr kumimoji="1" sz="2000">
                <a:solidFill>
                  <a:schemeClr val="tx1"/>
                </a:solidFill>
                <a:latin typeface="Impact" panose="020B0806030902050204" pitchFamily="34" charset="0"/>
                <a:ea typeface="宋体" panose="02010600030101010101" pitchFamily="2" charset="-122"/>
              </a:defRPr>
            </a:lvl2pPr>
            <a:lvl3pPr marL="1143000" indent="-228600">
              <a:spcBef>
                <a:spcPct val="20000"/>
              </a:spcBef>
              <a:buChar char="–"/>
              <a:defRPr kumimoji="1" sz="2400">
                <a:solidFill>
                  <a:schemeClr val="tx1"/>
                </a:solidFill>
                <a:latin typeface="Impact" panose="020B0806030902050204" pitchFamily="34" charset="0"/>
                <a:ea typeface="宋体" panose="02010600030101010101" pitchFamily="2" charset="-122"/>
              </a:defRPr>
            </a:lvl3pPr>
            <a:lvl4pPr marL="1600200" indent="-228600">
              <a:spcBef>
                <a:spcPct val="20000"/>
              </a:spcBef>
              <a:buChar char="–"/>
              <a:defRPr kumimoji="1" sz="2000">
                <a:solidFill>
                  <a:schemeClr val="tx1"/>
                </a:solidFill>
                <a:latin typeface="Impact" panose="020B0806030902050204" pitchFamily="34" charset="0"/>
                <a:ea typeface="宋体" panose="02010600030101010101" pitchFamily="2" charset="-122"/>
              </a:defRPr>
            </a:lvl4pPr>
            <a:lvl5pPr marL="2057400" indent="-228600">
              <a:spcBef>
                <a:spcPct val="20000"/>
              </a:spcBef>
              <a:buChar char="»"/>
              <a:defRPr kumimoji="1" sz="2000">
                <a:solidFill>
                  <a:schemeClr val="tx1"/>
                </a:solidFill>
                <a:latin typeface="Impact" panose="020B0806030902050204" pitchFamily="34"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9pPr>
          </a:lstStyle>
          <a:p>
            <a:pPr algn="l">
              <a:buNone/>
            </a:pPr>
            <a:r>
              <a:rPr lang="zh-CN" altLang="en-US" i="0" dirty="0">
                <a:latin typeface="Times New Roman" panose="02020603050405020304" pitchFamily="18" charset="0"/>
                <a:ea typeface="黑体" panose="02010609060101010101" pitchFamily="49" charset="-122"/>
              </a:rPr>
              <a:t>满载时， </a:t>
            </a:r>
            <a:r>
              <a:rPr lang="en-US" altLang="zh-CN" b="1" i="1" dirty="0">
                <a:latin typeface="+mn-lt"/>
              </a:rPr>
              <a:t>F</a:t>
            </a:r>
            <a:r>
              <a:rPr lang="en-US" altLang="zh-CN" b="0" i="0" baseline="-25000" dirty="0">
                <a:latin typeface="+mn-lt"/>
              </a:rPr>
              <a:t>P</a:t>
            </a:r>
            <a:r>
              <a:rPr lang="zh-CN" altLang="en-US" i="0" dirty="0">
                <a:latin typeface="Times New Roman" panose="02020603050405020304" pitchFamily="18" charset="0"/>
                <a:ea typeface="黑体" panose="02010609060101010101" pitchFamily="49" charset="-122"/>
              </a:rPr>
              <a:t>最大，则</a:t>
            </a:r>
            <a:r>
              <a:rPr lang="en-US" altLang="zh-CN" b="1" i="1" dirty="0">
                <a:latin typeface="+mn-lt"/>
              </a:rPr>
              <a:t>W</a:t>
            </a:r>
            <a:r>
              <a:rPr lang="en-US" altLang="zh-CN" b="0" i="0" baseline="-25000" dirty="0">
                <a:latin typeface="+mn-lt"/>
              </a:rPr>
              <a:t>Q</a:t>
            </a:r>
            <a:r>
              <a:rPr lang="en-US" altLang="zh-CN" dirty="0">
                <a:latin typeface="+mn-lt"/>
              </a:rPr>
              <a:t> =</a:t>
            </a:r>
            <a:r>
              <a:rPr lang="en-US" altLang="zh-CN" b="1" i="1" dirty="0">
                <a:latin typeface="+mn-lt"/>
              </a:rPr>
              <a:t> </a:t>
            </a:r>
            <a:r>
              <a:rPr lang="en-US" altLang="zh-CN" b="1" i="1" dirty="0" err="1">
                <a:latin typeface="+mn-lt"/>
              </a:rPr>
              <a:t>W</a:t>
            </a:r>
            <a:r>
              <a:rPr lang="en-US" altLang="zh-CN" b="0" i="0" baseline="-25000" dirty="0" err="1">
                <a:latin typeface="+mn-lt"/>
              </a:rPr>
              <a:t>Qmin</a:t>
            </a:r>
            <a:r>
              <a:rPr lang="zh-CN" altLang="en-US" i="0" dirty="0">
                <a:latin typeface="Times New Roman" panose="02020603050405020304" pitchFamily="18" charset="0"/>
                <a:ea typeface="黑体" panose="02010609060101010101" pitchFamily="49" charset="-122"/>
              </a:rPr>
              <a:t>，在临界平衡</a:t>
            </a:r>
            <a:endParaRPr lang="en-US" altLang="zh-CN" i="0" dirty="0">
              <a:latin typeface="Times New Roman" panose="02020603050405020304" pitchFamily="18" charset="0"/>
              <a:ea typeface="黑体" panose="02010609060101010101" pitchFamily="49" charset="-122"/>
            </a:endParaRPr>
          </a:p>
          <a:p>
            <a:pPr algn="l">
              <a:buNone/>
            </a:pPr>
            <a:r>
              <a:rPr lang="zh-CN" altLang="en-US" i="0" dirty="0">
                <a:latin typeface="Times New Roman" panose="02020603050405020304" pitchFamily="18" charset="0"/>
                <a:ea typeface="黑体" panose="02010609060101010101" pitchFamily="49" charset="-122"/>
              </a:rPr>
              <a:t>状态</a:t>
            </a:r>
            <a:r>
              <a:rPr lang="en-US" altLang="zh-CN" i="1" dirty="0">
                <a:latin typeface="+mn-lt"/>
              </a:rPr>
              <a:t>A</a:t>
            </a:r>
            <a:r>
              <a:rPr lang="zh-CN" altLang="en-US" i="0" dirty="0">
                <a:latin typeface="Times New Roman" panose="02020603050405020304" pitchFamily="18" charset="0"/>
                <a:ea typeface="黑体" panose="02010609060101010101" pitchFamily="49" charset="-122"/>
              </a:rPr>
              <a:t>处悬空，即</a:t>
            </a:r>
            <a:r>
              <a:rPr lang="en-US" altLang="zh-CN" b="1" i="1" dirty="0">
                <a:latin typeface="+mn-lt"/>
              </a:rPr>
              <a:t>F</a:t>
            </a:r>
            <a:r>
              <a:rPr lang="en-US" altLang="zh-CN" i="1" baseline="-25000" dirty="0">
                <a:latin typeface="+mn-lt"/>
              </a:rPr>
              <a:t>A</a:t>
            </a:r>
            <a:r>
              <a:rPr lang="en-US" altLang="zh-CN" b="0" i="0" dirty="0">
                <a:latin typeface="+mn-lt"/>
              </a:rPr>
              <a:t>=0</a:t>
            </a:r>
            <a:r>
              <a:rPr lang="zh-CN" altLang="en-US" i="0" dirty="0">
                <a:latin typeface="Times New Roman" panose="02020603050405020304" pitchFamily="18" charset="0"/>
                <a:ea typeface="黑体" panose="02010609060101010101" pitchFamily="49" charset="-122"/>
              </a:rPr>
              <a:t>，机架绕</a:t>
            </a:r>
            <a:r>
              <a:rPr lang="en-US" altLang="zh-CN" i="1" dirty="0">
                <a:latin typeface="+mn-lt"/>
              </a:rPr>
              <a:t>B</a:t>
            </a:r>
            <a:r>
              <a:rPr lang="zh-CN" altLang="en-US" i="0" dirty="0">
                <a:latin typeface="Times New Roman" panose="02020603050405020304" pitchFamily="18" charset="0"/>
                <a:ea typeface="黑体" panose="02010609060101010101" pitchFamily="49" charset="-122"/>
              </a:rPr>
              <a:t>点向右翻倒，则：</a:t>
            </a:r>
          </a:p>
          <a:p>
            <a:pPr algn="l">
              <a:spcBef>
                <a:spcPct val="0"/>
              </a:spcBef>
              <a:buClrTx/>
              <a:buSzTx/>
              <a:buNone/>
            </a:pPr>
            <a:endParaRPr lang="zh-CN" altLang="en-US" i="0" dirty="0">
              <a:latin typeface="+mn-lt"/>
              <a:ea typeface="黑体" panose="02010609060101010101" pitchFamily="49" charset="-122"/>
            </a:endParaRPr>
          </a:p>
        </p:txBody>
      </p:sp>
      <p:sp>
        <p:nvSpPr>
          <p:cNvPr id="134" name="Text Box 7">
            <a:extLst>
              <a:ext uri="{FF2B5EF4-FFF2-40B4-BE49-F238E27FC236}">
                <a16:creationId xmlns:a16="http://schemas.microsoft.com/office/drawing/2014/main" id="{0515A855-BE2B-7563-A7B1-6F259B0E40DF}"/>
              </a:ext>
            </a:extLst>
          </p:cNvPr>
          <p:cNvSpPr txBox="1">
            <a:spLocks noChangeArrowheads="1"/>
          </p:cNvSpPr>
          <p:nvPr/>
        </p:nvSpPr>
        <p:spPr bwMode="auto">
          <a:xfrm>
            <a:off x="407368" y="3791480"/>
            <a:ext cx="4248150" cy="2308225"/>
          </a:xfrm>
          <a:prstGeom prst="rect">
            <a:avLst/>
          </a:prstGeom>
          <a:noFill/>
          <a:ln>
            <a:noFill/>
          </a:ln>
          <a:effectLst/>
          <a:extLst>
            <a:ext uri="{909E8E84-426E-40DD-AFC4-6F175D3DCCD1}">
              <a14:hiddenFill xmlns:a14="http://schemas.microsoft.com/office/drawing/2010/main">
                <a:gradFill rotWithShape="1">
                  <a:gsLst>
                    <a:gs pos="0">
                      <a:srgbClr val="FFEBFA"/>
                    </a:gs>
                    <a:gs pos="30000">
                      <a:srgbClr val="C4D6EB"/>
                    </a:gs>
                    <a:gs pos="60001">
                      <a:srgbClr val="85C2FF"/>
                    </a:gs>
                    <a:gs pos="100000">
                      <a:srgbClr val="5E9EFF"/>
                    </a:gs>
                  </a:gsLst>
                  <a:lin ang="5400000" scaled="1"/>
                </a:gra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l">
              <a:lnSpc>
                <a:spcPct val="180000"/>
              </a:lnSpc>
            </a:pPr>
            <a:r>
              <a:rPr lang="en-US" altLang="zh-CN" b="0" dirty="0">
                <a:solidFill>
                  <a:schemeClr val="tx1"/>
                </a:solidFill>
                <a:latin typeface="+mj-lt"/>
                <a:ea typeface="宋体" panose="02010600030101010101" pitchFamily="2" charset="-122"/>
              </a:rPr>
              <a:t>      </a:t>
            </a:r>
            <a:r>
              <a:rPr lang="en-US" altLang="zh-CN" sz="2800" b="0" dirty="0">
                <a:solidFill>
                  <a:schemeClr val="tx1"/>
                </a:solidFill>
                <a:latin typeface="+mj-lt"/>
                <a:ea typeface="宋体" panose="02010600030101010101" pitchFamily="2" charset="-122"/>
              </a:rPr>
              <a:t>∑M</a:t>
            </a:r>
            <a:r>
              <a:rPr lang="en-US" altLang="zh-CN" sz="2800" b="0" baseline="-25000" dirty="0">
                <a:solidFill>
                  <a:schemeClr val="tx1"/>
                </a:solidFill>
                <a:latin typeface="+mj-lt"/>
                <a:ea typeface="宋体" panose="02010600030101010101" pitchFamily="2" charset="-122"/>
              </a:rPr>
              <a:t>B</a:t>
            </a:r>
            <a:r>
              <a:rPr lang="en-US" altLang="zh-CN" sz="2800" b="0" i="0" dirty="0">
                <a:solidFill>
                  <a:schemeClr val="tx1"/>
                </a:solidFill>
                <a:latin typeface="+mj-lt"/>
                <a:ea typeface="宋体" panose="02010600030101010101" pitchFamily="2" charset="-122"/>
              </a:rPr>
              <a:t>(</a:t>
            </a:r>
            <a:r>
              <a:rPr lang="en-US" altLang="zh-CN" sz="2800" dirty="0">
                <a:solidFill>
                  <a:schemeClr val="tx1"/>
                </a:solidFill>
                <a:latin typeface="+mj-lt"/>
                <a:ea typeface="宋体" panose="02010600030101010101" pitchFamily="2" charset="-122"/>
              </a:rPr>
              <a:t>F</a:t>
            </a:r>
            <a:r>
              <a:rPr lang="en-US" altLang="zh-CN" sz="2800" b="0" i="0" dirty="0">
                <a:solidFill>
                  <a:schemeClr val="tx1"/>
                </a:solidFill>
                <a:latin typeface="+mj-lt"/>
                <a:ea typeface="宋体" panose="02010600030101010101" pitchFamily="2" charset="-122"/>
              </a:rPr>
              <a:t>)</a:t>
            </a:r>
            <a:r>
              <a:rPr lang="zh-CN" altLang="en-US" sz="2800" b="0" i="0" dirty="0">
                <a:solidFill>
                  <a:schemeClr val="tx1"/>
                </a:solidFill>
                <a:latin typeface="+mj-lt"/>
                <a:ea typeface="宋体" panose="02010600030101010101" pitchFamily="2" charset="-122"/>
              </a:rPr>
              <a:t>＝</a:t>
            </a:r>
            <a:r>
              <a:rPr lang="en-US" altLang="zh-CN" sz="2800" b="0" i="0" dirty="0">
                <a:solidFill>
                  <a:schemeClr val="tx1"/>
                </a:solidFill>
                <a:latin typeface="+mj-lt"/>
                <a:ea typeface="宋体" panose="02010600030101010101" pitchFamily="2" charset="-122"/>
              </a:rPr>
              <a:t>0 </a:t>
            </a:r>
            <a:r>
              <a:rPr lang="zh-CN" altLang="en-US" sz="2800" b="0" dirty="0">
                <a:solidFill>
                  <a:schemeClr val="tx1"/>
                </a:solidFill>
                <a:latin typeface="+mj-lt"/>
                <a:ea typeface="宋体" panose="02010600030101010101" pitchFamily="2" charset="-122"/>
              </a:rPr>
              <a:t>，</a:t>
            </a:r>
          </a:p>
          <a:p>
            <a:pPr algn="l">
              <a:lnSpc>
                <a:spcPct val="180000"/>
              </a:lnSpc>
            </a:pPr>
            <a:r>
              <a:rPr lang="zh-CN" altLang="en-US" sz="2800" b="0" dirty="0">
                <a:solidFill>
                  <a:schemeClr val="tx1"/>
                </a:solidFill>
                <a:latin typeface="+mj-lt"/>
                <a:ea typeface="宋体" panose="02010600030101010101" pitchFamily="2" charset="-122"/>
              </a:rPr>
              <a:t>    </a:t>
            </a:r>
            <a:r>
              <a:rPr lang="en-US" altLang="zh-CN" sz="2800" b="0" dirty="0" err="1">
                <a:solidFill>
                  <a:schemeClr val="tx1"/>
                </a:solidFill>
                <a:latin typeface="+mj-lt"/>
                <a:ea typeface="宋体" panose="02010600030101010101" pitchFamily="2" charset="-122"/>
              </a:rPr>
              <a:t>W</a:t>
            </a:r>
            <a:r>
              <a:rPr lang="en-US" altLang="zh-CN" sz="2800" b="0" i="0" baseline="-25000" dirty="0" err="1">
                <a:solidFill>
                  <a:schemeClr val="tx1"/>
                </a:solidFill>
                <a:latin typeface="+mj-lt"/>
                <a:ea typeface="宋体" panose="02010600030101010101" pitchFamily="2" charset="-122"/>
              </a:rPr>
              <a:t>Qmin</a:t>
            </a:r>
            <a:r>
              <a:rPr lang="en-US" altLang="zh-CN" sz="2800" b="0" i="0" dirty="0">
                <a:solidFill>
                  <a:schemeClr val="tx1"/>
                </a:solidFill>
                <a:latin typeface="+mj-lt"/>
                <a:ea typeface="宋体" panose="02010600030101010101" pitchFamily="2" charset="-122"/>
              </a:rPr>
              <a:t>(</a:t>
            </a:r>
            <a:r>
              <a:rPr lang="en-US" altLang="zh-CN" sz="2800" b="0" dirty="0" err="1">
                <a:solidFill>
                  <a:schemeClr val="tx1"/>
                </a:solidFill>
                <a:latin typeface="+mj-lt"/>
                <a:ea typeface="宋体" panose="02010600030101010101" pitchFamily="2" charset="-122"/>
              </a:rPr>
              <a:t>a+b</a:t>
            </a:r>
            <a:r>
              <a:rPr lang="en-US" altLang="zh-CN" sz="2800" b="0" i="0" dirty="0">
                <a:solidFill>
                  <a:schemeClr val="tx1"/>
                </a:solidFill>
                <a:latin typeface="+mj-lt"/>
                <a:ea typeface="宋体" panose="02010600030101010101" pitchFamily="2" charset="-122"/>
              </a:rPr>
              <a:t>)-</a:t>
            </a:r>
            <a:r>
              <a:rPr lang="en-US" altLang="zh-CN" sz="2800" b="0" dirty="0" err="1">
                <a:solidFill>
                  <a:schemeClr val="tx1"/>
                </a:solidFill>
                <a:latin typeface="+mj-lt"/>
                <a:ea typeface="宋体" panose="02010600030101010101" pitchFamily="2" charset="-122"/>
              </a:rPr>
              <a:t>F</a:t>
            </a:r>
            <a:r>
              <a:rPr lang="en-US" altLang="zh-CN" sz="2800" b="0" i="0" baseline="-25000" dirty="0" err="1">
                <a:solidFill>
                  <a:schemeClr val="tx1"/>
                </a:solidFill>
                <a:latin typeface="+mj-lt"/>
                <a:ea typeface="宋体" panose="02010600030101010101" pitchFamily="2" charset="-122"/>
              </a:rPr>
              <a:t>P</a:t>
            </a:r>
            <a:r>
              <a:rPr lang="en-US" altLang="zh-CN" sz="2800" b="0" dirty="0" err="1">
                <a:solidFill>
                  <a:schemeClr val="tx1"/>
                </a:solidFill>
                <a:latin typeface="+mj-lt"/>
                <a:ea typeface="宋体" panose="02010600030101010101" pitchFamily="2" charset="-122"/>
              </a:rPr>
              <a:t>l</a:t>
            </a:r>
            <a:r>
              <a:rPr lang="en-US" altLang="zh-CN" sz="2800" b="0" dirty="0">
                <a:solidFill>
                  <a:schemeClr val="tx1"/>
                </a:solidFill>
                <a:latin typeface="+mj-lt"/>
                <a:ea typeface="宋体" panose="02010600030101010101" pitchFamily="2" charset="-122"/>
              </a:rPr>
              <a:t>-We</a:t>
            </a:r>
            <a:r>
              <a:rPr lang="zh-CN" altLang="en-US" sz="2800" b="0" i="0" dirty="0">
                <a:solidFill>
                  <a:schemeClr val="tx1"/>
                </a:solidFill>
                <a:latin typeface="+mj-lt"/>
                <a:ea typeface="宋体" panose="02010600030101010101" pitchFamily="2" charset="-122"/>
              </a:rPr>
              <a:t>＝</a:t>
            </a:r>
            <a:r>
              <a:rPr lang="en-US" altLang="zh-CN" sz="2800" b="0" i="0" dirty="0">
                <a:solidFill>
                  <a:schemeClr val="tx1"/>
                </a:solidFill>
                <a:latin typeface="+mj-lt"/>
                <a:ea typeface="宋体" panose="02010600030101010101" pitchFamily="2" charset="-122"/>
              </a:rPr>
              <a:t>0</a:t>
            </a:r>
          </a:p>
          <a:p>
            <a:pPr algn="l">
              <a:lnSpc>
                <a:spcPct val="180000"/>
              </a:lnSpc>
            </a:pPr>
            <a:r>
              <a:rPr lang="en-US" altLang="zh-CN" sz="2800" b="0" dirty="0">
                <a:solidFill>
                  <a:schemeClr val="tx1"/>
                </a:solidFill>
                <a:latin typeface="+mj-lt"/>
                <a:ea typeface="宋体" panose="02010600030101010101" pitchFamily="2" charset="-122"/>
              </a:rPr>
              <a:t>     </a:t>
            </a:r>
            <a:r>
              <a:rPr lang="en-US" altLang="zh-CN" sz="2800" b="0" dirty="0" err="1">
                <a:solidFill>
                  <a:schemeClr val="tx1"/>
                </a:solidFill>
                <a:latin typeface="+mj-lt"/>
                <a:ea typeface="宋体" panose="02010600030101010101" pitchFamily="2" charset="-122"/>
              </a:rPr>
              <a:t>W</a:t>
            </a:r>
            <a:r>
              <a:rPr lang="en-US" altLang="zh-CN" sz="2800" b="0" i="0" baseline="-25000" dirty="0" err="1">
                <a:solidFill>
                  <a:schemeClr val="tx1"/>
                </a:solidFill>
                <a:latin typeface="+mj-lt"/>
                <a:ea typeface="宋体" panose="02010600030101010101" pitchFamily="2" charset="-122"/>
              </a:rPr>
              <a:t>Qmin</a:t>
            </a:r>
            <a:r>
              <a:rPr lang="zh-CN" altLang="en-US" sz="2800" b="0" i="0" dirty="0">
                <a:solidFill>
                  <a:schemeClr val="tx1"/>
                </a:solidFill>
                <a:latin typeface="+mj-lt"/>
                <a:ea typeface="宋体" panose="02010600030101010101" pitchFamily="2" charset="-122"/>
              </a:rPr>
              <a:t>＝ </a:t>
            </a:r>
          </a:p>
        </p:txBody>
      </p:sp>
      <p:graphicFrame>
        <p:nvGraphicFramePr>
          <p:cNvPr id="135" name="Object 8">
            <a:extLst>
              <a:ext uri="{FF2B5EF4-FFF2-40B4-BE49-F238E27FC236}">
                <a16:creationId xmlns:a16="http://schemas.microsoft.com/office/drawing/2014/main" id="{618DBAA3-F0BF-CFB4-DE28-0369A9A3C45E}"/>
              </a:ext>
            </a:extLst>
          </p:cNvPr>
          <p:cNvGraphicFramePr>
            <a:graphicFrameLocks noChangeAspect="1"/>
          </p:cNvGraphicFramePr>
          <p:nvPr>
            <p:extLst>
              <p:ext uri="{D42A27DB-BD31-4B8C-83A1-F6EECF244321}">
                <p14:modId xmlns:p14="http://schemas.microsoft.com/office/powerpoint/2010/main" val="2841186020"/>
              </p:ext>
            </p:extLst>
          </p:nvPr>
        </p:nvGraphicFramePr>
        <p:xfrm>
          <a:off x="2135560" y="5401853"/>
          <a:ext cx="1306513" cy="868363"/>
        </p:xfrm>
        <a:graphic>
          <a:graphicData uri="http://schemas.openxmlformats.org/presentationml/2006/ole">
            <mc:AlternateContent xmlns:mc="http://schemas.openxmlformats.org/markup-compatibility/2006">
              <mc:Choice xmlns:v="urn:schemas-microsoft-com:vml" Requires="v">
                <p:oleObj name="Equation" r:id="rId5" imgW="583920" imgH="393480" progId="Equation.DSMT4">
                  <p:embed/>
                </p:oleObj>
              </mc:Choice>
              <mc:Fallback>
                <p:oleObj name="Equation" r:id="rId5" imgW="583920" imgH="393480" progId="Equation.DSMT4">
                  <p:embed/>
                  <p:pic>
                    <p:nvPicPr>
                      <p:cNvPr id="807944" name="Object 8">
                        <a:extLst>
                          <a:ext uri="{FF2B5EF4-FFF2-40B4-BE49-F238E27FC236}">
                            <a16:creationId xmlns:a16="http://schemas.microsoft.com/office/drawing/2014/main" id="{D5F7FC54-B60E-25D6-C0AE-50B35A1F39AD}"/>
                          </a:ext>
                        </a:extLst>
                      </p:cNvPr>
                      <p:cNvPicPr>
                        <a:picLocks noChangeAspect="1" noChangeArrowheads="1"/>
                      </p:cNvPicPr>
                      <p:nvPr/>
                    </p:nvPicPr>
                    <p:blipFill>
                      <a:blip r:embed="rId6"/>
                      <a:srcRect/>
                      <a:stretch>
                        <a:fillRect/>
                      </a:stretch>
                    </p:blipFill>
                    <p:spPr bwMode="auto">
                      <a:xfrm>
                        <a:off x="2135560" y="5401853"/>
                        <a:ext cx="1306513" cy="8683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808320842"/>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134">
                                            <p:txEl>
                                              <p:pRg st="0" end="0"/>
                                            </p:txEl>
                                          </p:spTgt>
                                        </p:tgtEl>
                                        <p:attrNameLst>
                                          <p:attrName>style.visibility</p:attrName>
                                        </p:attrNameLst>
                                      </p:cBhvr>
                                      <p:to>
                                        <p:strVal val="visible"/>
                                      </p:to>
                                    </p:set>
                                    <p:animEffect transition="in" filter="wipe(left)">
                                      <p:cBhvr>
                                        <p:cTn id="15" dur="3000"/>
                                        <p:tgtEl>
                                          <p:spTgt spid="134">
                                            <p:txEl>
                                              <p:pRg st="0" end="0"/>
                                            </p:txEl>
                                          </p:spTgt>
                                        </p:tgtEl>
                                      </p:cBhvr>
                                    </p:animEffect>
                                  </p:childTnLst>
                                  <p:subTnLst>
                                    <p:audio>
                                      <p:cMediaNode>
                                        <p:cTn display="0" masterRel="sameClick">
                                          <p:stCondLst>
                                            <p:cond evt="begin" delay="0">
                                              <p:tn val="13"/>
                                            </p:cond>
                                          </p:stCondLst>
                                          <p:endCondLst>
                                            <p:cond evt="onStopAudio" delay="0">
                                              <p:tgtEl>
                                                <p:sldTgt/>
                                              </p:tgtEl>
                                            </p:cond>
                                          </p:endCondLst>
                                        </p:cTn>
                                        <p:tgtEl>
                                          <p:sndTgt r:embed="rId3" name="CASHREG.WAV"/>
                                        </p:tgtEl>
                                      </p:cMediaNode>
                                    </p:audio>
                                  </p:subTnLst>
                                </p:cTn>
                              </p:par>
                            </p:childTnLst>
                          </p:cTn>
                        </p:par>
                      </p:childTnLst>
                    </p:cTn>
                  </p:par>
                  <p:par>
                    <p:cTn id="16" fill="hold">
                      <p:stCondLst>
                        <p:cond delay="indefinite"/>
                      </p:stCondLst>
                      <p:childTnLst>
                        <p:par>
                          <p:cTn id="17" fill="hold">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134">
                                            <p:txEl>
                                              <p:pRg st="1" end="1"/>
                                            </p:txEl>
                                          </p:spTgt>
                                        </p:tgtEl>
                                        <p:attrNameLst>
                                          <p:attrName>style.visibility</p:attrName>
                                        </p:attrNameLst>
                                      </p:cBhvr>
                                      <p:to>
                                        <p:strVal val="visible"/>
                                      </p:to>
                                    </p:set>
                                    <p:animEffect transition="in" filter="wipe(left)">
                                      <p:cBhvr>
                                        <p:cTn id="20" dur="3000"/>
                                        <p:tgtEl>
                                          <p:spTgt spid="134">
                                            <p:txEl>
                                              <p:pRg st="1" end="1"/>
                                            </p:txEl>
                                          </p:spTgt>
                                        </p:tgtEl>
                                      </p:cBhvr>
                                    </p:animEffect>
                                  </p:childTnLst>
                                  <p:subTnLst>
                                    <p:audio>
                                      <p:cMediaNode>
                                        <p:cTn display="0" masterRel="sameClick">
                                          <p:stCondLst>
                                            <p:cond evt="begin" delay="0">
                                              <p:tn val="18"/>
                                            </p:cond>
                                          </p:stCondLst>
                                          <p:endCondLst>
                                            <p:cond evt="onStopAudio" delay="0">
                                              <p:tgtEl>
                                                <p:sldTgt/>
                                              </p:tgtEl>
                                            </p:cond>
                                          </p:endCondLst>
                                        </p:cTn>
                                        <p:tgtEl>
                                          <p:sndTgt r:embed="rId3" name="CASHREG.WAV"/>
                                        </p:tgtEl>
                                      </p:cMediaNode>
                                    </p:audio>
                                  </p:sub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134">
                                            <p:txEl>
                                              <p:pRg st="2" end="2"/>
                                            </p:txEl>
                                          </p:spTgt>
                                        </p:tgtEl>
                                        <p:attrNameLst>
                                          <p:attrName>style.visibility</p:attrName>
                                        </p:attrNameLst>
                                      </p:cBhvr>
                                      <p:to>
                                        <p:strVal val="visible"/>
                                      </p:to>
                                    </p:set>
                                    <p:animEffect transition="in" filter="wipe(left)">
                                      <p:cBhvr>
                                        <p:cTn id="25" dur="3000"/>
                                        <p:tgtEl>
                                          <p:spTgt spid="134">
                                            <p:txEl>
                                              <p:pRg st="2" end="2"/>
                                            </p:txEl>
                                          </p:spTgt>
                                        </p:tgtEl>
                                      </p:cBhvr>
                                    </p:animEffect>
                                  </p:childTnLst>
                                  <p:subTnLst>
                                    <p:audio>
                                      <p:cMediaNode>
                                        <p:cTn display="0" masterRel="sameClick">
                                          <p:stCondLst>
                                            <p:cond evt="begin" delay="0">
                                              <p:tn val="23"/>
                                            </p:cond>
                                          </p:stCondLst>
                                          <p:endCondLst>
                                            <p:cond evt="onStopAudio" delay="0">
                                              <p:tgtEl>
                                                <p:sldTgt/>
                                              </p:tgtEl>
                                            </p:cond>
                                          </p:endCondLst>
                                        </p:cTn>
                                        <p:tgtEl>
                                          <p:sndTgt r:embed="rId3" name="CASHREG.WAV"/>
                                        </p:tgtEl>
                                      </p:cMediaNode>
                                    </p:audio>
                                  </p:subTnLst>
                                </p:cTn>
                              </p:par>
                            </p:childTnLst>
                          </p:cTn>
                        </p:par>
                        <p:par>
                          <p:cTn id="26" fill="hold">
                            <p:stCondLst>
                              <p:cond delay="3000"/>
                            </p:stCondLst>
                            <p:childTnLst>
                              <p:par>
                                <p:cTn id="27" presetID="22" presetClass="entr" presetSubtype="8" fill="hold" nodeType="afterEffect">
                                  <p:stCondLst>
                                    <p:cond delay="0"/>
                                  </p:stCondLst>
                                  <p:childTnLst>
                                    <p:set>
                                      <p:cBhvr>
                                        <p:cTn id="28" dur="1" fill="hold">
                                          <p:stCondLst>
                                            <p:cond delay="0"/>
                                          </p:stCondLst>
                                        </p:cTn>
                                        <p:tgtEl>
                                          <p:spTgt spid="135"/>
                                        </p:tgtEl>
                                        <p:attrNameLst>
                                          <p:attrName>style.visibility</p:attrName>
                                        </p:attrNameLst>
                                      </p:cBhvr>
                                      <p:to>
                                        <p:strVal val="visible"/>
                                      </p:to>
                                    </p:set>
                                    <p:animEffect transition="in" filter="wipe(left)">
                                      <p:cBhvr>
                                        <p:cTn id="29" dur="5000"/>
                                        <p:tgtEl>
                                          <p:spTgt spid="1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5" grpId="0"/>
      <p:bldP spid="126" grpId="0"/>
      <p:bldP spid="134"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164442" y="91693"/>
            <a:ext cx="5546711" cy="615553"/>
          </a:xfrm>
          <a:prstGeom prst="rect">
            <a:avLst/>
          </a:prstGeom>
        </p:spPr>
        <p:txBody>
          <a:bodyPr wrap="none">
            <a:spAutoFit/>
          </a:bodyPr>
          <a:lstStyle/>
          <a:p>
            <a:pPr>
              <a:defRPr/>
            </a:pPr>
            <a:r>
              <a:rPr kumimoji="1" lang="zh-CN" altLang="en-US" sz="3400" i="0" dirty="0">
                <a:solidFill>
                  <a:srgbClr val="FFFFFF"/>
                </a:solidFill>
                <a:latin typeface="微软雅黑" panose="020B0503020204020204" pitchFamily="34" charset="-122"/>
                <a:ea typeface="微软雅黑" panose="020B0503020204020204" pitchFamily="34" charset="-122"/>
              </a:rPr>
              <a:t>第二章</a:t>
            </a:r>
            <a:r>
              <a:rPr kumimoji="1" lang="en-US" altLang="zh-CN" sz="3400" i="0" dirty="0">
                <a:solidFill>
                  <a:srgbClr val="FFFFFF"/>
                </a:solidFill>
                <a:latin typeface="微软雅黑" panose="020B0503020204020204" pitchFamily="34" charset="-122"/>
                <a:ea typeface="微软雅黑" panose="020B0503020204020204" pitchFamily="34" charset="-122"/>
              </a:rPr>
              <a:t> </a:t>
            </a:r>
            <a:r>
              <a:rPr kumimoji="1" lang="zh-CN" altLang="en-US" sz="3400" i="0" dirty="0">
                <a:solidFill>
                  <a:srgbClr val="FFFFFF"/>
                </a:solidFill>
                <a:latin typeface="微软雅黑" panose="020B0503020204020204" pitchFamily="34" charset="-122"/>
                <a:ea typeface="微软雅黑" panose="020B0503020204020204" pitchFamily="34" charset="-122"/>
              </a:rPr>
              <a:t>平面问题的受力分析</a:t>
            </a:r>
          </a:p>
        </p:txBody>
      </p:sp>
      <p:sp>
        <p:nvSpPr>
          <p:cNvPr id="15" name="Rectangle 61"/>
          <p:cNvSpPr>
            <a:spLocks noChangeArrowheads="1"/>
          </p:cNvSpPr>
          <p:nvPr/>
        </p:nvSpPr>
        <p:spPr bwMode="auto">
          <a:xfrm>
            <a:off x="7752183" y="1548019"/>
            <a:ext cx="3861437" cy="4467255"/>
          </a:xfrm>
          <a:prstGeom prst="rect">
            <a:avLst/>
          </a:prstGeom>
          <a:solidFill>
            <a:srgbClr val="B9CDE5"/>
          </a:solidFill>
          <a:ln>
            <a:noFill/>
          </a:ln>
          <a:effectLst/>
        </p:spPr>
        <p:txBody>
          <a:bodyPr wrap="none" anchor="ctr"/>
          <a:lstStyle/>
          <a:p>
            <a:endParaRPr lang="zh-CN" altLang="en-US"/>
          </a:p>
        </p:txBody>
      </p:sp>
      <p:pic>
        <p:nvPicPr>
          <p:cNvPr id="132" name="图片 131">
            <a:extLst>
              <a:ext uri="{FF2B5EF4-FFF2-40B4-BE49-F238E27FC236}">
                <a16:creationId xmlns:a16="http://schemas.microsoft.com/office/drawing/2014/main" id="{8A1596E4-F741-3426-92FB-45AFF40300BB}"/>
              </a:ext>
            </a:extLst>
          </p:cNvPr>
          <p:cNvPicPr>
            <a:picLocks noChangeAspect="1"/>
          </p:cNvPicPr>
          <p:nvPr/>
        </p:nvPicPr>
        <p:blipFill>
          <a:blip r:embed="rId4"/>
          <a:stretch>
            <a:fillRect/>
          </a:stretch>
        </p:blipFill>
        <p:spPr>
          <a:xfrm>
            <a:off x="8184232" y="1628800"/>
            <a:ext cx="3312368" cy="4304095"/>
          </a:xfrm>
          <a:prstGeom prst="rect">
            <a:avLst/>
          </a:prstGeom>
        </p:spPr>
      </p:pic>
      <p:sp>
        <p:nvSpPr>
          <p:cNvPr id="133" name="Rectangle 5">
            <a:extLst>
              <a:ext uri="{FF2B5EF4-FFF2-40B4-BE49-F238E27FC236}">
                <a16:creationId xmlns:a16="http://schemas.microsoft.com/office/drawing/2014/main" id="{41C768A0-09CF-CD09-CEEB-EC051F63C04C}"/>
              </a:ext>
            </a:extLst>
          </p:cNvPr>
          <p:cNvSpPr>
            <a:spLocks noChangeArrowheads="1"/>
          </p:cNvSpPr>
          <p:nvPr/>
        </p:nvSpPr>
        <p:spPr bwMode="auto">
          <a:xfrm>
            <a:off x="677496" y="1382501"/>
            <a:ext cx="10801200" cy="12741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just">
              <a:spcBef>
                <a:spcPct val="20000"/>
              </a:spcBef>
              <a:buClr>
                <a:schemeClr val="accent1"/>
              </a:buClr>
              <a:buSzPct val="75000"/>
              <a:buFont typeface="Monotype Sorts" pitchFamily="2" charset="2"/>
              <a:buChar char="•"/>
              <a:defRPr kumimoji="1" sz="2400">
                <a:solidFill>
                  <a:schemeClr val="tx1"/>
                </a:solidFill>
                <a:latin typeface="Impact" panose="020B0806030902050204" pitchFamily="34" charset="0"/>
                <a:ea typeface="宋体" panose="02010600030101010101" pitchFamily="2" charset="-122"/>
              </a:defRPr>
            </a:lvl1pPr>
            <a:lvl2pPr marL="742950" indent="-285750">
              <a:spcBef>
                <a:spcPct val="20000"/>
              </a:spcBef>
              <a:buClr>
                <a:schemeClr val="accent2"/>
              </a:buClr>
              <a:buChar char="•"/>
              <a:defRPr kumimoji="1" sz="2000">
                <a:solidFill>
                  <a:schemeClr val="tx1"/>
                </a:solidFill>
                <a:latin typeface="Impact" panose="020B0806030902050204" pitchFamily="34" charset="0"/>
                <a:ea typeface="宋体" panose="02010600030101010101" pitchFamily="2" charset="-122"/>
              </a:defRPr>
            </a:lvl2pPr>
            <a:lvl3pPr marL="1143000" indent="-228600">
              <a:spcBef>
                <a:spcPct val="20000"/>
              </a:spcBef>
              <a:buChar char="–"/>
              <a:defRPr kumimoji="1" sz="2400">
                <a:solidFill>
                  <a:schemeClr val="tx1"/>
                </a:solidFill>
                <a:latin typeface="Impact" panose="020B0806030902050204" pitchFamily="34" charset="0"/>
                <a:ea typeface="宋体" panose="02010600030101010101" pitchFamily="2" charset="-122"/>
              </a:defRPr>
            </a:lvl3pPr>
            <a:lvl4pPr marL="1600200" indent="-228600">
              <a:spcBef>
                <a:spcPct val="20000"/>
              </a:spcBef>
              <a:buChar char="–"/>
              <a:defRPr kumimoji="1" sz="2000">
                <a:solidFill>
                  <a:schemeClr val="tx1"/>
                </a:solidFill>
                <a:latin typeface="Impact" panose="020B0806030902050204" pitchFamily="34" charset="0"/>
                <a:ea typeface="宋体" panose="02010600030101010101" pitchFamily="2" charset="-122"/>
              </a:defRPr>
            </a:lvl4pPr>
            <a:lvl5pPr marL="2057400" indent="-228600">
              <a:spcBef>
                <a:spcPct val="20000"/>
              </a:spcBef>
              <a:buChar char="»"/>
              <a:defRPr kumimoji="1" sz="2000">
                <a:solidFill>
                  <a:schemeClr val="tx1"/>
                </a:solidFill>
                <a:latin typeface="Impact" panose="020B0806030902050204" pitchFamily="34"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9pPr>
          </a:lstStyle>
          <a:p>
            <a:pPr algn="l">
              <a:buNone/>
            </a:pPr>
            <a:r>
              <a:rPr lang="zh-CN" altLang="en-US" i="0" dirty="0">
                <a:latin typeface="Times New Roman" panose="02020603050405020304" pitchFamily="18" charset="0"/>
                <a:ea typeface="黑体" panose="02010609060101010101" pitchFamily="49" charset="-122"/>
              </a:rPr>
              <a:t>空载时， </a:t>
            </a:r>
            <a:r>
              <a:rPr lang="en-US" altLang="zh-CN" b="1" i="1" dirty="0">
                <a:latin typeface="+mn-lt"/>
              </a:rPr>
              <a:t>F</a:t>
            </a:r>
            <a:r>
              <a:rPr lang="en-US" altLang="zh-CN" b="0" i="0" baseline="-25000" dirty="0">
                <a:latin typeface="+mn-lt"/>
              </a:rPr>
              <a:t>P</a:t>
            </a:r>
            <a:r>
              <a:rPr lang="en-US" altLang="zh-CN" i="0" dirty="0">
                <a:latin typeface="Times New Roman" panose="02020603050405020304" pitchFamily="18" charset="0"/>
                <a:ea typeface="黑体" panose="02010609060101010101" pitchFamily="49" charset="-122"/>
              </a:rPr>
              <a:t>=0</a:t>
            </a:r>
            <a:r>
              <a:rPr lang="zh-CN" altLang="en-US" i="0" dirty="0">
                <a:latin typeface="Times New Roman" panose="02020603050405020304" pitchFamily="18" charset="0"/>
                <a:ea typeface="黑体" panose="02010609060101010101" pitchFamily="49" charset="-122"/>
              </a:rPr>
              <a:t>，则</a:t>
            </a:r>
            <a:r>
              <a:rPr lang="en-US" altLang="zh-CN" b="1" i="1" dirty="0">
                <a:latin typeface="+mn-lt"/>
              </a:rPr>
              <a:t>W</a:t>
            </a:r>
            <a:r>
              <a:rPr lang="en-US" altLang="zh-CN" b="0" i="0" baseline="-25000" dirty="0">
                <a:latin typeface="+mn-lt"/>
              </a:rPr>
              <a:t>Q</a:t>
            </a:r>
            <a:r>
              <a:rPr lang="en-US" altLang="zh-CN" dirty="0">
                <a:latin typeface="+mn-lt"/>
              </a:rPr>
              <a:t> =</a:t>
            </a:r>
            <a:r>
              <a:rPr lang="en-US" altLang="zh-CN" b="1" i="1" dirty="0">
                <a:latin typeface="+mn-lt"/>
              </a:rPr>
              <a:t> </a:t>
            </a:r>
            <a:r>
              <a:rPr lang="en-US" altLang="zh-CN" b="1" i="1" dirty="0" err="1">
                <a:latin typeface="+mn-lt"/>
              </a:rPr>
              <a:t>W</a:t>
            </a:r>
            <a:r>
              <a:rPr lang="en-US" altLang="zh-CN" b="0" i="0" baseline="-25000" dirty="0" err="1">
                <a:latin typeface="+mn-lt"/>
              </a:rPr>
              <a:t>Qmax</a:t>
            </a:r>
            <a:r>
              <a:rPr lang="zh-CN" altLang="en-US" i="0" dirty="0">
                <a:latin typeface="Times New Roman" panose="02020603050405020304" pitchFamily="18" charset="0"/>
                <a:ea typeface="黑体" panose="02010609060101010101" pitchFamily="49" charset="-122"/>
              </a:rPr>
              <a:t>，在临界平衡</a:t>
            </a:r>
            <a:endParaRPr lang="en-US" altLang="zh-CN" i="0" dirty="0">
              <a:latin typeface="Times New Roman" panose="02020603050405020304" pitchFamily="18" charset="0"/>
              <a:ea typeface="黑体" panose="02010609060101010101" pitchFamily="49" charset="-122"/>
            </a:endParaRPr>
          </a:p>
          <a:p>
            <a:pPr algn="l">
              <a:buNone/>
            </a:pPr>
            <a:r>
              <a:rPr lang="zh-CN" altLang="en-US" i="0" dirty="0">
                <a:latin typeface="Times New Roman" panose="02020603050405020304" pitchFamily="18" charset="0"/>
                <a:ea typeface="黑体" panose="02010609060101010101" pitchFamily="49" charset="-122"/>
              </a:rPr>
              <a:t>状态</a:t>
            </a:r>
            <a:r>
              <a:rPr lang="en-US" altLang="zh-CN" i="1" dirty="0">
                <a:latin typeface="+mn-lt"/>
              </a:rPr>
              <a:t>B</a:t>
            </a:r>
            <a:r>
              <a:rPr lang="zh-CN" altLang="en-US" i="0" dirty="0">
                <a:latin typeface="Times New Roman" panose="02020603050405020304" pitchFamily="18" charset="0"/>
                <a:ea typeface="黑体" panose="02010609060101010101" pitchFamily="49" charset="-122"/>
              </a:rPr>
              <a:t>处悬空，即</a:t>
            </a:r>
            <a:r>
              <a:rPr lang="en-US" altLang="zh-CN" b="1" i="1" dirty="0">
                <a:latin typeface="+mn-lt"/>
              </a:rPr>
              <a:t>F</a:t>
            </a:r>
            <a:r>
              <a:rPr lang="en-US" altLang="zh-CN" b="1" baseline="-25000" dirty="0">
                <a:latin typeface="+mn-lt"/>
              </a:rPr>
              <a:t>B</a:t>
            </a:r>
            <a:r>
              <a:rPr lang="en-US" altLang="zh-CN" b="0" i="0" dirty="0">
                <a:latin typeface="+mn-lt"/>
              </a:rPr>
              <a:t>=0</a:t>
            </a:r>
            <a:r>
              <a:rPr lang="zh-CN" altLang="en-US" i="0" dirty="0">
                <a:latin typeface="Times New Roman" panose="02020603050405020304" pitchFamily="18" charset="0"/>
                <a:ea typeface="黑体" panose="02010609060101010101" pitchFamily="49" charset="-122"/>
              </a:rPr>
              <a:t>，机架绕</a:t>
            </a:r>
            <a:r>
              <a:rPr lang="en-US" altLang="zh-CN" i="1" dirty="0">
                <a:latin typeface="+mn-lt"/>
              </a:rPr>
              <a:t>A</a:t>
            </a:r>
            <a:r>
              <a:rPr lang="zh-CN" altLang="en-US" i="0" dirty="0">
                <a:latin typeface="Times New Roman" panose="02020603050405020304" pitchFamily="18" charset="0"/>
                <a:ea typeface="黑体" panose="02010609060101010101" pitchFamily="49" charset="-122"/>
              </a:rPr>
              <a:t>点向左翻倒，则：</a:t>
            </a:r>
          </a:p>
          <a:p>
            <a:pPr algn="l">
              <a:spcBef>
                <a:spcPct val="0"/>
              </a:spcBef>
              <a:buClrTx/>
              <a:buSzTx/>
              <a:buNone/>
            </a:pPr>
            <a:endParaRPr lang="zh-CN" altLang="en-US" i="0" dirty="0">
              <a:latin typeface="+mn-lt"/>
              <a:ea typeface="黑体" panose="02010609060101010101" pitchFamily="49" charset="-122"/>
            </a:endParaRPr>
          </a:p>
        </p:txBody>
      </p:sp>
      <p:sp>
        <p:nvSpPr>
          <p:cNvPr id="134" name="Text Box 7">
            <a:extLst>
              <a:ext uri="{FF2B5EF4-FFF2-40B4-BE49-F238E27FC236}">
                <a16:creationId xmlns:a16="http://schemas.microsoft.com/office/drawing/2014/main" id="{0515A855-BE2B-7563-A7B1-6F259B0E40DF}"/>
              </a:ext>
            </a:extLst>
          </p:cNvPr>
          <p:cNvSpPr txBox="1">
            <a:spLocks noChangeArrowheads="1"/>
          </p:cNvSpPr>
          <p:nvPr/>
        </p:nvSpPr>
        <p:spPr bwMode="auto">
          <a:xfrm>
            <a:off x="407368" y="2017720"/>
            <a:ext cx="4248150" cy="2308225"/>
          </a:xfrm>
          <a:prstGeom prst="rect">
            <a:avLst/>
          </a:prstGeom>
          <a:noFill/>
          <a:ln>
            <a:noFill/>
          </a:ln>
          <a:effectLst/>
          <a:extLst>
            <a:ext uri="{909E8E84-426E-40DD-AFC4-6F175D3DCCD1}">
              <a14:hiddenFill xmlns:a14="http://schemas.microsoft.com/office/drawing/2010/main">
                <a:gradFill rotWithShape="1">
                  <a:gsLst>
                    <a:gs pos="0">
                      <a:srgbClr val="FFEBFA"/>
                    </a:gs>
                    <a:gs pos="30000">
                      <a:srgbClr val="C4D6EB"/>
                    </a:gs>
                    <a:gs pos="60001">
                      <a:srgbClr val="85C2FF"/>
                    </a:gs>
                    <a:gs pos="100000">
                      <a:srgbClr val="5E9EFF"/>
                    </a:gs>
                  </a:gsLst>
                  <a:lin ang="5400000" scaled="1"/>
                </a:gra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lgn="l">
              <a:lnSpc>
                <a:spcPct val="180000"/>
              </a:lnSpc>
            </a:pPr>
            <a:r>
              <a:rPr lang="en-US" altLang="zh-CN" b="0" dirty="0">
                <a:solidFill>
                  <a:schemeClr val="tx1"/>
                </a:solidFill>
                <a:latin typeface="+mj-lt"/>
                <a:ea typeface="宋体" panose="02010600030101010101" pitchFamily="2" charset="-122"/>
              </a:rPr>
              <a:t>      </a:t>
            </a:r>
            <a:r>
              <a:rPr lang="en-US" altLang="zh-CN" sz="2800" b="0" dirty="0">
                <a:solidFill>
                  <a:schemeClr val="tx1"/>
                </a:solidFill>
                <a:latin typeface="+mj-lt"/>
                <a:ea typeface="宋体" panose="02010600030101010101" pitchFamily="2" charset="-122"/>
              </a:rPr>
              <a:t>∑M</a:t>
            </a:r>
            <a:r>
              <a:rPr lang="en-US" altLang="zh-CN" sz="2800" b="0" baseline="-25000" dirty="0">
                <a:solidFill>
                  <a:schemeClr val="tx1"/>
                </a:solidFill>
                <a:latin typeface="+mj-lt"/>
                <a:ea typeface="宋体" panose="02010600030101010101" pitchFamily="2" charset="-122"/>
              </a:rPr>
              <a:t>A</a:t>
            </a:r>
            <a:r>
              <a:rPr lang="en-US" altLang="zh-CN" sz="2800" b="0" i="0" dirty="0">
                <a:solidFill>
                  <a:schemeClr val="tx1"/>
                </a:solidFill>
                <a:latin typeface="+mj-lt"/>
                <a:ea typeface="宋体" panose="02010600030101010101" pitchFamily="2" charset="-122"/>
              </a:rPr>
              <a:t>(</a:t>
            </a:r>
            <a:r>
              <a:rPr lang="en-US" altLang="zh-CN" sz="2800" dirty="0">
                <a:solidFill>
                  <a:schemeClr val="tx1"/>
                </a:solidFill>
                <a:latin typeface="+mj-lt"/>
                <a:ea typeface="宋体" panose="02010600030101010101" pitchFamily="2" charset="-122"/>
              </a:rPr>
              <a:t>F</a:t>
            </a:r>
            <a:r>
              <a:rPr lang="en-US" altLang="zh-CN" sz="2800" b="0" i="0" dirty="0">
                <a:solidFill>
                  <a:schemeClr val="tx1"/>
                </a:solidFill>
                <a:latin typeface="+mj-lt"/>
                <a:ea typeface="宋体" panose="02010600030101010101" pitchFamily="2" charset="-122"/>
              </a:rPr>
              <a:t>)</a:t>
            </a:r>
            <a:r>
              <a:rPr lang="zh-CN" altLang="en-US" sz="2800" b="0" i="0" dirty="0">
                <a:solidFill>
                  <a:schemeClr val="tx1"/>
                </a:solidFill>
                <a:latin typeface="+mj-lt"/>
                <a:ea typeface="宋体" panose="02010600030101010101" pitchFamily="2" charset="-122"/>
              </a:rPr>
              <a:t>＝</a:t>
            </a:r>
            <a:r>
              <a:rPr lang="en-US" altLang="zh-CN" sz="2800" b="0" i="0" dirty="0">
                <a:solidFill>
                  <a:schemeClr val="tx1"/>
                </a:solidFill>
                <a:latin typeface="+mj-lt"/>
                <a:ea typeface="宋体" panose="02010600030101010101" pitchFamily="2" charset="-122"/>
              </a:rPr>
              <a:t>0 </a:t>
            </a:r>
            <a:r>
              <a:rPr lang="zh-CN" altLang="en-US" sz="2800" b="0" dirty="0">
                <a:solidFill>
                  <a:schemeClr val="tx1"/>
                </a:solidFill>
                <a:latin typeface="+mj-lt"/>
                <a:ea typeface="宋体" panose="02010600030101010101" pitchFamily="2" charset="-122"/>
              </a:rPr>
              <a:t>，</a:t>
            </a:r>
          </a:p>
          <a:p>
            <a:pPr algn="l">
              <a:lnSpc>
                <a:spcPct val="180000"/>
              </a:lnSpc>
            </a:pPr>
            <a:r>
              <a:rPr lang="zh-CN" altLang="en-US" sz="2800" b="0" dirty="0">
                <a:solidFill>
                  <a:schemeClr val="tx1"/>
                </a:solidFill>
                <a:latin typeface="+mj-lt"/>
                <a:ea typeface="宋体" panose="02010600030101010101" pitchFamily="2" charset="-122"/>
              </a:rPr>
              <a:t>    </a:t>
            </a:r>
            <a:r>
              <a:rPr lang="en-US" altLang="zh-CN" sz="2800" b="0" dirty="0" err="1">
                <a:solidFill>
                  <a:schemeClr val="tx1"/>
                </a:solidFill>
                <a:latin typeface="+mj-lt"/>
                <a:ea typeface="宋体" panose="02010600030101010101" pitchFamily="2" charset="-122"/>
              </a:rPr>
              <a:t>W</a:t>
            </a:r>
            <a:r>
              <a:rPr lang="en-US" altLang="zh-CN" sz="2800" b="0" i="0" baseline="-25000" dirty="0" err="1">
                <a:solidFill>
                  <a:schemeClr val="tx1"/>
                </a:solidFill>
                <a:latin typeface="+mj-lt"/>
                <a:ea typeface="宋体" panose="02010600030101010101" pitchFamily="2" charset="-122"/>
              </a:rPr>
              <a:t>Qmax</a:t>
            </a:r>
            <a:r>
              <a:rPr lang="en-US" altLang="zh-CN" sz="2800" b="0" i="0" dirty="0">
                <a:solidFill>
                  <a:schemeClr val="tx1"/>
                </a:solidFill>
                <a:latin typeface="+mj-lt"/>
                <a:ea typeface="宋体" panose="02010600030101010101" pitchFamily="2" charset="-122"/>
              </a:rPr>
              <a:t>(</a:t>
            </a:r>
            <a:r>
              <a:rPr lang="en-US" altLang="zh-CN" sz="2800" b="0" dirty="0" err="1">
                <a:solidFill>
                  <a:schemeClr val="tx1"/>
                </a:solidFill>
                <a:latin typeface="+mj-lt"/>
                <a:ea typeface="宋体" panose="02010600030101010101" pitchFamily="2" charset="-122"/>
              </a:rPr>
              <a:t>a+b-W</a:t>
            </a:r>
            <a:r>
              <a:rPr lang="en-US" altLang="zh-CN" sz="2800" b="0" i="0" dirty="0">
                <a:solidFill>
                  <a:schemeClr val="tx1"/>
                </a:solidFill>
                <a:latin typeface="+mj-lt"/>
                <a:ea typeface="宋体" panose="02010600030101010101" pitchFamily="2" charset="-122"/>
              </a:rPr>
              <a:t>(</a:t>
            </a:r>
            <a:r>
              <a:rPr lang="en-US" altLang="zh-CN" sz="2800" b="0" dirty="0" err="1">
                <a:solidFill>
                  <a:schemeClr val="tx1"/>
                </a:solidFill>
                <a:latin typeface="+mj-lt"/>
                <a:ea typeface="宋体" panose="02010600030101010101" pitchFamily="2" charset="-122"/>
              </a:rPr>
              <a:t>e+b</a:t>
            </a:r>
            <a:r>
              <a:rPr lang="en-US" altLang="zh-CN" sz="2800" b="0" i="0" dirty="0">
                <a:solidFill>
                  <a:schemeClr val="tx1"/>
                </a:solidFill>
                <a:latin typeface="+mj-lt"/>
                <a:ea typeface="宋体" panose="02010600030101010101" pitchFamily="2" charset="-122"/>
              </a:rPr>
              <a:t>)</a:t>
            </a:r>
            <a:r>
              <a:rPr lang="zh-CN" altLang="en-US" sz="2800" b="0" i="0" dirty="0">
                <a:solidFill>
                  <a:schemeClr val="tx1"/>
                </a:solidFill>
                <a:latin typeface="+mj-lt"/>
                <a:ea typeface="宋体" panose="02010600030101010101" pitchFamily="2" charset="-122"/>
              </a:rPr>
              <a:t>＝</a:t>
            </a:r>
            <a:r>
              <a:rPr lang="en-US" altLang="zh-CN" sz="2800" b="0" i="0" dirty="0">
                <a:solidFill>
                  <a:schemeClr val="tx1"/>
                </a:solidFill>
                <a:latin typeface="+mj-lt"/>
                <a:ea typeface="宋体" panose="02010600030101010101" pitchFamily="2" charset="-122"/>
              </a:rPr>
              <a:t>0</a:t>
            </a:r>
          </a:p>
          <a:p>
            <a:pPr algn="l">
              <a:lnSpc>
                <a:spcPct val="180000"/>
              </a:lnSpc>
            </a:pPr>
            <a:r>
              <a:rPr lang="en-US" altLang="zh-CN" sz="2800" b="0" dirty="0">
                <a:solidFill>
                  <a:schemeClr val="tx1"/>
                </a:solidFill>
                <a:latin typeface="+mj-lt"/>
                <a:ea typeface="宋体" panose="02010600030101010101" pitchFamily="2" charset="-122"/>
              </a:rPr>
              <a:t>     </a:t>
            </a:r>
            <a:r>
              <a:rPr lang="en-US" altLang="zh-CN" sz="2800" b="0" dirty="0" err="1">
                <a:solidFill>
                  <a:schemeClr val="tx1"/>
                </a:solidFill>
                <a:latin typeface="+mj-lt"/>
                <a:ea typeface="宋体" panose="02010600030101010101" pitchFamily="2" charset="-122"/>
              </a:rPr>
              <a:t>W</a:t>
            </a:r>
            <a:r>
              <a:rPr lang="en-US" altLang="zh-CN" sz="2800" b="0" i="0" baseline="-25000" dirty="0" err="1">
                <a:solidFill>
                  <a:schemeClr val="tx1"/>
                </a:solidFill>
                <a:latin typeface="+mj-lt"/>
                <a:ea typeface="宋体" panose="02010600030101010101" pitchFamily="2" charset="-122"/>
              </a:rPr>
              <a:t>Qmax</a:t>
            </a:r>
            <a:r>
              <a:rPr lang="zh-CN" altLang="en-US" sz="2800" b="0" i="0" dirty="0">
                <a:solidFill>
                  <a:schemeClr val="tx1"/>
                </a:solidFill>
                <a:latin typeface="+mj-lt"/>
                <a:ea typeface="宋体" panose="02010600030101010101" pitchFamily="2" charset="-122"/>
              </a:rPr>
              <a:t>＝ </a:t>
            </a:r>
          </a:p>
        </p:txBody>
      </p:sp>
      <p:graphicFrame>
        <p:nvGraphicFramePr>
          <p:cNvPr id="135" name="Object 8">
            <a:extLst>
              <a:ext uri="{FF2B5EF4-FFF2-40B4-BE49-F238E27FC236}">
                <a16:creationId xmlns:a16="http://schemas.microsoft.com/office/drawing/2014/main" id="{618DBAA3-F0BF-CFB4-DE28-0369A9A3C45E}"/>
              </a:ext>
            </a:extLst>
          </p:cNvPr>
          <p:cNvGraphicFramePr>
            <a:graphicFrameLocks noChangeAspect="1"/>
          </p:cNvGraphicFramePr>
          <p:nvPr>
            <p:extLst>
              <p:ext uri="{D42A27DB-BD31-4B8C-83A1-F6EECF244321}">
                <p14:modId xmlns:p14="http://schemas.microsoft.com/office/powerpoint/2010/main" val="890434627"/>
              </p:ext>
            </p:extLst>
          </p:nvPr>
        </p:nvGraphicFramePr>
        <p:xfrm>
          <a:off x="2120900" y="3687379"/>
          <a:ext cx="1335088" cy="868362"/>
        </p:xfrm>
        <a:graphic>
          <a:graphicData uri="http://schemas.openxmlformats.org/presentationml/2006/ole">
            <mc:AlternateContent xmlns:mc="http://schemas.openxmlformats.org/markup-compatibility/2006">
              <mc:Choice xmlns:v="urn:schemas-microsoft-com:vml" Requires="v">
                <p:oleObj name="Equation" r:id="rId5" imgW="596880" imgH="393480" progId="Equation.DSMT4">
                  <p:embed/>
                </p:oleObj>
              </mc:Choice>
              <mc:Fallback>
                <p:oleObj name="Equation" r:id="rId5" imgW="596880" imgH="393480" progId="Equation.DSMT4">
                  <p:embed/>
                  <p:pic>
                    <p:nvPicPr>
                      <p:cNvPr id="135" name="Object 8">
                        <a:extLst>
                          <a:ext uri="{FF2B5EF4-FFF2-40B4-BE49-F238E27FC236}">
                            <a16:creationId xmlns:a16="http://schemas.microsoft.com/office/drawing/2014/main" id="{618DBAA3-F0BF-CFB4-DE28-0369A9A3C45E}"/>
                          </a:ext>
                        </a:extLst>
                      </p:cNvPr>
                      <p:cNvPicPr>
                        <a:picLocks noChangeAspect="1" noChangeArrowheads="1"/>
                      </p:cNvPicPr>
                      <p:nvPr/>
                    </p:nvPicPr>
                    <p:blipFill>
                      <a:blip r:embed="rId6"/>
                      <a:srcRect/>
                      <a:stretch>
                        <a:fillRect/>
                      </a:stretch>
                    </p:blipFill>
                    <p:spPr bwMode="auto">
                      <a:xfrm>
                        <a:off x="2120900" y="3687379"/>
                        <a:ext cx="1335088" cy="8683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 name="Object 51">
            <a:extLst>
              <a:ext uri="{FF2B5EF4-FFF2-40B4-BE49-F238E27FC236}">
                <a16:creationId xmlns:a16="http://schemas.microsoft.com/office/drawing/2014/main" id="{E890E3E3-C98A-B887-0A58-FE56D1D77E0F}"/>
              </a:ext>
            </a:extLst>
          </p:cNvPr>
          <p:cNvGraphicFramePr>
            <a:graphicFrameLocks noChangeAspect="1"/>
          </p:cNvGraphicFramePr>
          <p:nvPr>
            <p:extLst>
              <p:ext uri="{D42A27DB-BD31-4B8C-83A1-F6EECF244321}">
                <p14:modId xmlns:p14="http://schemas.microsoft.com/office/powerpoint/2010/main" val="2657541004"/>
              </p:ext>
            </p:extLst>
          </p:nvPr>
        </p:nvGraphicFramePr>
        <p:xfrm>
          <a:off x="820738" y="4541997"/>
          <a:ext cx="1562100" cy="868362"/>
        </p:xfrm>
        <a:graphic>
          <a:graphicData uri="http://schemas.openxmlformats.org/presentationml/2006/ole">
            <mc:AlternateContent xmlns:mc="http://schemas.openxmlformats.org/markup-compatibility/2006">
              <mc:Choice xmlns:v="urn:schemas-microsoft-com:vml" Requires="v">
                <p:oleObj name="Equation" r:id="rId7" imgW="698400" imgH="393480" progId="Equation.DSMT4">
                  <p:embed/>
                </p:oleObj>
              </mc:Choice>
              <mc:Fallback>
                <p:oleObj name="Equation" r:id="rId7" imgW="698400" imgH="393480" progId="Equation.DSMT4">
                  <p:embed/>
                  <p:pic>
                    <p:nvPicPr>
                      <p:cNvPr id="809011" name="Object 51">
                        <a:extLst>
                          <a:ext uri="{FF2B5EF4-FFF2-40B4-BE49-F238E27FC236}">
                            <a16:creationId xmlns:a16="http://schemas.microsoft.com/office/drawing/2014/main" id="{1462A708-7E25-80E0-63A8-B5B91A9545ED}"/>
                          </a:ext>
                        </a:extLst>
                      </p:cNvPr>
                      <p:cNvPicPr>
                        <a:picLocks noChangeAspect="1" noChangeArrowheads="1"/>
                      </p:cNvPicPr>
                      <p:nvPr/>
                    </p:nvPicPr>
                    <p:blipFill>
                      <a:blip r:embed="rId8"/>
                      <a:srcRect/>
                      <a:stretch>
                        <a:fillRect/>
                      </a:stretch>
                    </p:blipFill>
                    <p:spPr bwMode="auto">
                      <a:xfrm>
                        <a:off x="820738" y="4541997"/>
                        <a:ext cx="1562100" cy="868362"/>
                      </a:xfrm>
                      <a:prstGeom prst="rect">
                        <a:avLst/>
                      </a:prstGeom>
                      <a:noFill/>
                    </p:spPr>
                  </p:pic>
                </p:oleObj>
              </mc:Fallback>
            </mc:AlternateContent>
          </a:graphicData>
        </a:graphic>
      </p:graphicFrame>
      <p:graphicFrame>
        <p:nvGraphicFramePr>
          <p:cNvPr id="3" name="Object 52">
            <a:extLst>
              <a:ext uri="{FF2B5EF4-FFF2-40B4-BE49-F238E27FC236}">
                <a16:creationId xmlns:a16="http://schemas.microsoft.com/office/drawing/2014/main" id="{9D6E4B41-38FC-6F1E-DAE2-567C85E97649}"/>
              </a:ext>
            </a:extLst>
          </p:cNvPr>
          <p:cNvGraphicFramePr>
            <a:graphicFrameLocks noChangeAspect="1"/>
          </p:cNvGraphicFramePr>
          <p:nvPr>
            <p:extLst>
              <p:ext uri="{D42A27DB-BD31-4B8C-83A1-F6EECF244321}">
                <p14:modId xmlns:p14="http://schemas.microsoft.com/office/powerpoint/2010/main" val="2112232396"/>
              </p:ext>
            </p:extLst>
          </p:nvPr>
        </p:nvGraphicFramePr>
        <p:xfrm>
          <a:off x="2916238" y="4545172"/>
          <a:ext cx="1438275" cy="788987"/>
        </p:xfrm>
        <a:graphic>
          <a:graphicData uri="http://schemas.openxmlformats.org/presentationml/2006/ole">
            <mc:AlternateContent xmlns:mc="http://schemas.openxmlformats.org/markup-compatibility/2006">
              <mc:Choice xmlns:v="urn:schemas-microsoft-com:vml" Requires="v">
                <p:oleObj name="Equation" r:id="rId9" imgW="711000" imgH="393480" progId="Equation.DSMT4">
                  <p:embed/>
                </p:oleObj>
              </mc:Choice>
              <mc:Fallback>
                <p:oleObj name="Equation" r:id="rId9" imgW="711000" imgH="393480" progId="Equation.DSMT4">
                  <p:embed/>
                  <p:pic>
                    <p:nvPicPr>
                      <p:cNvPr id="809012" name="Object 52">
                        <a:extLst>
                          <a:ext uri="{FF2B5EF4-FFF2-40B4-BE49-F238E27FC236}">
                            <a16:creationId xmlns:a16="http://schemas.microsoft.com/office/drawing/2014/main" id="{4E47AB43-913C-88CB-8C13-1F44F1FE99B3}"/>
                          </a:ext>
                        </a:extLst>
                      </p:cNvPr>
                      <p:cNvPicPr>
                        <a:picLocks noChangeAspect="1" noChangeArrowheads="1"/>
                      </p:cNvPicPr>
                      <p:nvPr/>
                    </p:nvPicPr>
                    <p:blipFill>
                      <a:blip r:embed="rId10"/>
                      <a:srcRect/>
                      <a:stretch>
                        <a:fillRect/>
                      </a:stretch>
                    </p:blipFill>
                    <p:spPr bwMode="auto">
                      <a:xfrm>
                        <a:off x="2916238" y="4545172"/>
                        <a:ext cx="1438275" cy="788987"/>
                      </a:xfrm>
                      <a:prstGeom prst="rect">
                        <a:avLst/>
                      </a:prstGeom>
                      <a:noFill/>
                    </p:spPr>
                  </p:pic>
                </p:oleObj>
              </mc:Fallback>
            </mc:AlternateContent>
          </a:graphicData>
        </a:graphic>
      </p:graphicFrame>
      <p:sp>
        <p:nvSpPr>
          <p:cNvPr id="5" name="文本框 4">
            <a:extLst>
              <a:ext uri="{FF2B5EF4-FFF2-40B4-BE49-F238E27FC236}">
                <a16:creationId xmlns:a16="http://schemas.microsoft.com/office/drawing/2014/main" id="{D18F4AD3-0BFC-1FBE-6713-4A17FB42205F}"/>
              </a:ext>
            </a:extLst>
          </p:cNvPr>
          <p:cNvSpPr txBox="1"/>
          <p:nvPr/>
        </p:nvSpPr>
        <p:spPr>
          <a:xfrm>
            <a:off x="2344797" y="4664374"/>
            <a:ext cx="2310721" cy="523220"/>
          </a:xfrm>
          <a:prstGeom prst="rect">
            <a:avLst/>
          </a:prstGeom>
          <a:noFill/>
        </p:spPr>
        <p:txBody>
          <a:bodyPr wrap="square">
            <a:spAutoFit/>
          </a:bodyPr>
          <a:lstStyle/>
          <a:p>
            <a:r>
              <a:rPr lang="en-US" altLang="zh-CN" sz="2800" b="0" dirty="0">
                <a:solidFill>
                  <a:schemeClr val="tx1"/>
                </a:solidFill>
                <a:latin typeface="+mj-lt"/>
                <a:ea typeface="宋体" panose="02010600030101010101" pitchFamily="2" charset="-122"/>
              </a:rPr>
              <a:t>W</a:t>
            </a:r>
            <a:r>
              <a:rPr lang="en-US" altLang="zh-CN" sz="2800" b="0" i="0" baseline="-25000" dirty="0">
                <a:solidFill>
                  <a:schemeClr val="tx1"/>
                </a:solidFill>
                <a:latin typeface="+mj-lt"/>
                <a:ea typeface="宋体" panose="02010600030101010101" pitchFamily="2" charset="-122"/>
              </a:rPr>
              <a:t>Q</a:t>
            </a:r>
            <a:endParaRPr lang="zh-CN" altLang="en-US" sz="2800" dirty="0"/>
          </a:p>
        </p:txBody>
      </p:sp>
    </p:spTree>
    <p:extLst>
      <p:ext uri="{BB962C8B-B14F-4D97-AF65-F5344CB8AC3E}">
        <p14:creationId xmlns:p14="http://schemas.microsoft.com/office/powerpoint/2010/main" val="2504022214"/>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34">
                                            <p:txEl>
                                              <p:pRg st="0" end="0"/>
                                            </p:txEl>
                                          </p:spTgt>
                                        </p:tgtEl>
                                        <p:attrNameLst>
                                          <p:attrName>style.visibility</p:attrName>
                                        </p:attrNameLst>
                                      </p:cBhvr>
                                      <p:to>
                                        <p:strVal val="visible"/>
                                      </p:to>
                                    </p:set>
                                    <p:animEffect transition="in" filter="wipe(left)">
                                      <p:cBhvr>
                                        <p:cTn id="7" dur="3000"/>
                                        <p:tgtEl>
                                          <p:spTgt spid="134">
                                            <p:txEl>
                                              <p:pRg st="0" end="0"/>
                                            </p:txEl>
                                          </p:spTgt>
                                        </p:tgtEl>
                                      </p:cBhvr>
                                    </p:animEffect>
                                  </p:childTnLst>
                                  <p:subTnLst>
                                    <p:audio>
                                      <p:cMediaNode>
                                        <p:cTn display="0" masterRel="sameClick">
                                          <p:stCondLst>
                                            <p:cond evt="begin" delay="0">
                                              <p:tn val="5"/>
                                            </p:cond>
                                          </p:stCondLst>
                                          <p:endCondLst>
                                            <p:cond evt="onStopAudio" delay="0">
                                              <p:tgtEl>
                                                <p:sldTgt/>
                                              </p:tgtEl>
                                            </p:cond>
                                          </p:endCondLst>
                                        </p:cTn>
                                        <p:tgtEl>
                                          <p:sndTgt r:embed="rId3" name="CASHREG.WAV"/>
                                        </p:tgtEl>
                                      </p:cMediaNode>
                                    </p:audio>
                                  </p:sub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34">
                                            <p:txEl>
                                              <p:pRg st="1" end="1"/>
                                            </p:txEl>
                                          </p:spTgt>
                                        </p:tgtEl>
                                        <p:attrNameLst>
                                          <p:attrName>style.visibility</p:attrName>
                                        </p:attrNameLst>
                                      </p:cBhvr>
                                      <p:to>
                                        <p:strVal val="visible"/>
                                      </p:to>
                                    </p:set>
                                    <p:animEffect transition="in" filter="wipe(left)">
                                      <p:cBhvr>
                                        <p:cTn id="12" dur="3000"/>
                                        <p:tgtEl>
                                          <p:spTgt spid="134">
                                            <p:txEl>
                                              <p:pRg st="1" end="1"/>
                                            </p:txEl>
                                          </p:spTgt>
                                        </p:tgtEl>
                                      </p:cBhvr>
                                    </p:animEffect>
                                  </p:childTnLst>
                                  <p:subTnLst>
                                    <p:audio>
                                      <p:cMediaNode>
                                        <p:cTn display="0" masterRel="sameClick">
                                          <p:stCondLst>
                                            <p:cond evt="begin" delay="0">
                                              <p:tn val="10"/>
                                            </p:cond>
                                          </p:stCondLst>
                                          <p:endCondLst>
                                            <p:cond evt="onStopAudio" delay="0">
                                              <p:tgtEl>
                                                <p:sldTgt/>
                                              </p:tgtEl>
                                            </p:cond>
                                          </p:endCondLst>
                                        </p:cTn>
                                        <p:tgtEl>
                                          <p:sndTgt r:embed="rId3" name="CASHREG.WAV"/>
                                        </p:tgtEl>
                                      </p:cMediaNode>
                                    </p:audio>
                                  </p:sub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34">
                                            <p:txEl>
                                              <p:pRg st="2" end="2"/>
                                            </p:txEl>
                                          </p:spTgt>
                                        </p:tgtEl>
                                        <p:attrNameLst>
                                          <p:attrName>style.visibility</p:attrName>
                                        </p:attrNameLst>
                                      </p:cBhvr>
                                      <p:to>
                                        <p:strVal val="visible"/>
                                      </p:to>
                                    </p:set>
                                    <p:animEffect transition="in" filter="wipe(left)">
                                      <p:cBhvr>
                                        <p:cTn id="17" dur="3000"/>
                                        <p:tgtEl>
                                          <p:spTgt spid="134">
                                            <p:txEl>
                                              <p:pRg st="2" end="2"/>
                                            </p:txEl>
                                          </p:spTgt>
                                        </p:tgtEl>
                                      </p:cBhvr>
                                    </p:animEffect>
                                  </p:childTnLst>
                                  <p:subTnLst>
                                    <p:audio>
                                      <p:cMediaNode>
                                        <p:cTn display="0" masterRel="sameClick">
                                          <p:stCondLst>
                                            <p:cond evt="begin" delay="0">
                                              <p:tn val="15"/>
                                            </p:cond>
                                          </p:stCondLst>
                                          <p:endCondLst>
                                            <p:cond evt="onStopAudio" delay="0">
                                              <p:tgtEl>
                                                <p:sldTgt/>
                                              </p:tgtEl>
                                            </p:cond>
                                          </p:endCondLst>
                                        </p:cTn>
                                        <p:tgtEl>
                                          <p:sndTgt r:embed="rId3" name="CASHREG.WAV"/>
                                        </p:tgtEl>
                                      </p:cMediaNode>
                                    </p:audio>
                                  </p:subTnLst>
                                </p:cTn>
                              </p:par>
                            </p:childTnLst>
                          </p:cTn>
                        </p:par>
                        <p:par>
                          <p:cTn id="18" fill="hold">
                            <p:stCondLst>
                              <p:cond delay="3000"/>
                            </p:stCondLst>
                            <p:childTnLst>
                              <p:par>
                                <p:cTn id="19" presetID="22" presetClass="entr" presetSubtype="8" fill="hold" nodeType="afterEffect">
                                  <p:stCondLst>
                                    <p:cond delay="0"/>
                                  </p:stCondLst>
                                  <p:childTnLst>
                                    <p:set>
                                      <p:cBhvr>
                                        <p:cTn id="20" dur="1" fill="hold">
                                          <p:stCondLst>
                                            <p:cond delay="0"/>
                                          </p:stCondLst>
                                        </p:cTn>
                                        <p:tgtEl>
                                          <p:spTgt spid="135"/>
                                        </p:tgtEl>
                                        <p:attrNameLst>
                                          <p:attrName>style.visibility</p:attrName>
                                        </p:attrNameLst>
                                      </p:cBhvr>
                                      <p:to>
                                        <p:strVal val="visible"/>
                                      </p:to>
                                    </p:set>
                                    <p:animEffect transition="in" filter="wipe(left)">
                                      <p:cBhvr>
                                        <p:cTn id="21" dur="5000"/>
                                        <p:tgtEl>
                                          <p:spTgt spid="135"/>
                                        </p:tgtEl>
                                      </p:cBhvr>
                                    </p:animEffec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2"/>
                                        </p:tgtEl>
                                        <p:attrNameLst>
                                          <p:attrName>style.visibility</p:attrName>
                                        </p:attrNameLst>
                                      </p:cBhvr>
                                      <p:to>
                                        <p:strVal val="visible"/>
                                      </p:to>
                                    </p:set>
                                  </p:childTnLst>
                                </p:cTn>
                              </p:par>
                              <p:par>
                                <p:cTn id="26" presetID="1" presetClass="entr" presetSubtype="0" fill="hold" nodeType="withEffect">
                                  <p:stCondLst>
                                    <p:cond delay="0"/>
                                  </p:stCondLst>
                                  <p:childTnLst>
                                    <p:set>
                                      <p:cBhvr>
                                        <p:cTn id="27" dur="1" fill="hold">
                                          <p:stCondLst>
                                            <p:cond delay="0"/>
                                          </p:stCondLst>
                                        </p:cTn>
                                        <p:tgtEl>
                                          <p:spTgt spid="3"/>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4" grpId="0" build="p"/>
      <p:bldP spid="5"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164442" y="91693"/>
            <a:ext cx="5546711" cy="615553"/>
          </a:xfrm>
          <a:prstGeom prst="rect">
            <a:avLst/>
          </a:prstGeom>
        </p:spPr>
        <p:txBody>
          <a:bodyPr wrap="none">
            <a:spAutoFit/>
          </a:bodyPr>
          <a:lstStyle/>
          <a:p>
            <a:pPr>
              <a:defRPr/>
            </a:pPr>
            <a:r>
              <a:rPr kumimoji="1" lang="zh-CN" altLang="en-US" sz="3400" i="0" dirty="0">
                <a:solidFill>
                  <a:srgbClr val="FFFFFF"/>
                </a:solidFill>
                <a:latin typeface="微软雅黑" panose="020B0503020204020204" pitchFamily="34" charset="-122"/>
                <a:ea typeface="微软雅黑" panose="020B0503020204020204" pitchFamily="34" charset="-122"/>
              </a:rPr>
              <a:t>第二章</a:t>
            </a:r>
            <a:r>
              <a:rPr kumimoji="1" lang="en-US" altLang="zh-CN" sz="3400" i="0" dirty="0">
                <a:solidFill>
                  <a:srgbClr val="FFFFFF"/>
                </a:solidFill>
                <a:latin typeface="微软雅黑" panose="020B0503020204020204" pitchFamily="34" charset="-122"/>
                <a:ea typeface="微软雅黑" panose="020B0503020204020204" pitchFamily="34" charset="-122"/>
              </a:rPr>
              <a:t> </a:t>
            </a:r>
            <a:r>
              <a:rPr kumimoji="1" lang="zh-CN" altLang="en-US" sz="3400" i="0" dirty="0">
                <a:solidFill>
                  <a:srgbClr val="FFFFFF"/>
                </a:solidFill>
                <a:latin typeface="微软雅黑" panose="020B0503020204020204" pitchFamily="34" charset="-122"/>
                <a:ea typeface="微软雅黑" panose="020B0503020204020204" pitchFamily="34" charset="-122"/>
              </a:rPr>
              <a:t>平面问题的受力分析</a:t>
            </a:r>
          </a:p>
        </p:txBody>
      </p:sp>
      <p:sp>
        <p:nvSpPr>
          <p:cNvPr id="5" name="Rectangle 2"/>
          <p:cNvSpPr>
            <a:spLocks noChangeArrowheads="1"/>
          </p:cNvSpPr>
          <p:nvPr/>
        </p:nvSpPr>
        <p:spPr bwMode="auto">
          <a:xfrm>
            <a:off x="164442" y="928670"/>
            <a:ext cx="9747982" cy="5539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zh-CN" sz="3000" i="0" dirty="0">
                <a:solidFill>
                  <a:schemeClr val="accent6">
                    <a:lumMod val="75000"/>
                  </a:schemeClr>
                </a:solidFill>
                <a:latin typeface="+mn-lt"/>
                <a:ea typeface="微软雅黑" panose="020B0503020204020204" pitchFamily="34" charset="-122"/>
              </a:rPr>
              <a:t>§2-3  </a:t>
            </a:r>
            <a:r>
              <a:rPr lang="zh-CN" altLang="en-US" sz="3000" i="0" dirty="0">
                <a:solidFill>
                  <a:schemeClr val="accent6">
                    <a:lumMod val="75000"/>
                  </a:schemeClr>
                </a:solidFill>
                <a:latin typeface="+mn-lt"/>
                <a:ea typeface="微软雅黑" panose="020B0503020204020204" pitchFamily="34" charset="-122"/>
              </a:rPr>
              <a:t>静定与超静定问题及物体系统的平衡</a:t>
            </a:r>
          </a:p>
        </p:txBody>
      </p:sp>
      <p:sp>
        <p:nvSpPr>
          <p:cNvPr id="6" name="Text Box 9"/>
          <p:cNvSpPr txBox="1">
            <a:spLocks noChangeArrowheads="1"/>
          </p:cNvSpPr>
          <p:nvPr/>
        </p:nvSpPr>
        <p:spPr bwMode="auto">
          <a:xfrm>
            <a:off x="1055440" y="2151609"/>
            <a:ext cx="10081120" cy="16435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just">
              <a:spcBef>
                <a:spcPct val="20000"/>
              </a:spcBef>
              <a:buClr>
                <a:schemeClr val="accent1"/>
              </a:buClr>
              <a:buSzPct val="75000"/>
              <a:buFont typeface="Monotype Sorts" pitchFamily="2" charset="2"/>
              <a:buChar char="•"/>
              <a:defRPr kumimoji="1" sz="2400">
                <a:solidFill>
                  <a:schemeClr val="tx1"/>
                </a:solidFill>
                <a:latin typeface="Impact" panose="020B0806030902050204" pitchFamily="34" charset="0"/>
                <a:ea typeface="宋体" panose="02010600030101010101" pitchFamily="2" charset="-122"/>
              </a:defRPr>
            </a:lvl1pPr>
            <a:lvl2pPr marL="742950" indent="-285750">
              <a:spcBef>
                <a:spcPct val="20000"/>
              </a:spcBef>
              <a:buClr>
                <a:schemeClr val="accent2"/>
              </a:buClr>
              <a:buChar char="•"/>
              <a:defRPr kumimoji="1" sz="2000">
                <a:solidFill>
                  <a:schemeClr val="tx1"/>
                </a:solidFill>
                <a:latin typeface="Impact" panose="020B0806030902050204" pitchFamily="34" charset="0"/>
                <a:ea typeface="宋体" panose="02010600030101010101" pitchFamily="2" charset="-122"/>
              </a:defRPr>
            </a:lvl2pPr>
            <a:lvl3pPr marL="1143000" indent="-228600">
              <a:spcBef>
                <a:spcPct val="20000"/>
              </a:spcBef>
              <a:buChar char="–"/>
              <a:defRPr kumimoji="1" sz="2400">
                <a:solidFill>
                  <a:schemeClr val="tx1"/>
                </a:solidFill>
                <a:latin typeface="Impact" panose="020B0806030902050204" pitchFamily="34" charset="0"/>
                <a:ea typeface="宋体" panose="02010600030101010101" pitchFamily="2" charset="-122"/>
              </a:defRPr>
            </a:lvl3pPr>
            <a:lvl4pPr marL="1600200" indent="-228600">
              <a:spcBef>
                <a:spcPct val="20000"/>
              </a:spcBef>
              <a:buChar char="–"/>
              <a:defRPr kumimoji="1" sz="2000">
                <a:solidFill>
                  <a:schemeClr val="tx1"/>
                </a:solidFill>
                <a:latin typeface="Impact" panose="020B0806030902050204" pitchFamily="34" charset="0"/>
                <a:ea typeface="宋体" panose="02010600030101010101" pitchFamily="2" charset="-122"/>
              </a:defRPr>
            </a:lvl4pPr>
            <a:lvl5pPr marL="2057400" indent="-228600">
              <a:spcBef>
                <a:spcPct val="20000"/>
              </a:spcBef>
              <a:buChar char="»"/>
              <a:defRPr kumimoji="1" sz="2000">
                <a:solidFill>
                  <a:schemeClr val="tx1"/>
                </a:solidFill>
                <a:latin typeface="Impact" panose="020B0806030902050204" pitchFamily="34"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9pPr>
          </a:lstStyle>
          <a:p>
            <a:pPr>
              <a:lnSpc>
                <a:spcPct val="120000"/>
              </a:lnSpc>
              <a:spcBef>
                <a:spcPct val="0"/>
              </a:spcBef>
              <a:buClrTx/>
              <a:buSzTx/>
              <a:buNone/>
            </a:pPr>
            <a:r>
              <a:rPr lang="zh-CN" altLang="en-US" sz="2800" i="0" dirty="0">
                <a:latin typeface="微软雅黑" panose="020B0503020204020204" pitchFamily="34" charset="-122"/>
                <a:ea typeface="微软雅黑" panose="020B0503020204020204" pitchFamily="34" charset="-122"/>
              </a:rPr>
              <a:t>一个刚体平衡时，未知量个数等于独立方程的个数，全部未知量可通过静力平衡方程求得，这类问题称为</a:t>
            </a:r>
            <a:r>
              <a:rPr lang="zh-CN" altLang="en-US" sz="2800" i="0" dirty="0">
                <a:solidFill>
                  <a:srgbClr val="FF0000"/>
                </a:solidFill>
                <a:latin typeface="微软雅黑" panose="020B0503020204020204" pitchFamily="34" charset="-122"/>
                <a:ea typeface="微软雅黑" panose="020B0503020204020204" pitchFamily="34" charset="-122"/>
              </a:rPr>
              <a:t>静定问题</a:t>
            </a:r>
            <a:r>
              <a:rPr lang="zh-CN" altLang="en-US" sz="2800" i="0" dirty="0">
                <a:latin typeface="微软雅黑" panose="020B0503020204020204" pitchFamily="34" charset="-122"/>
                <a:ea typeface="微软雅黑" panose="020B0503020204020204" pitchFamily="34" charset="-122"/>
              </a:rPr>
              <a:t>。未知量个数超过了独立方程个， 称为</a:t>
            </a:r>
            <a:r>
              <a:rPr lang="zh-CN" altLang="en-US" sz="2800" i="0" dirty="0">
                <a:solidFill>
                  <a:srgbClr val="FF0000"/>
                </a:solidFill>
                <a:latin typeface="微软雅黑" panose="020B0503020204020204" pitchFamily="34" charset="-122"/>
                <a:ea typeface="微软雅黑" panose="020B0503020204020204" pitchFamily="34" charset="-122"/>
              </a:rPr>
              <a:t>超静定问题</a:t>
            </a:r>
            <a:r>
              <a:rPr lang="zh-CN" altLang="en-US" sz="2800" i="0" dirty="0">
                <a:latin typeface="微软雅黑" panose="020B0503020204020204" pitchFamily="34" charset="-122"/>
                <a:ea typeface="微软雅黑" panose="020B0503020204020204" pitchFamily="34" charset="-122"/>
              </a:rPr>
              <a:t>。</a:t>
            </a:r>
          </a:p>
        </p:txBody>
      </p:sp>
      <p:sp>
        <p:nvSpPr>
          <p:cNvPr id="18" name="矩形 17"/>
          <p:cNvSpPr/>
          <p:nvPr/>
        </p:nvSpPr>
        <p:spPr>
          <a:xfrm>
            <a:off x="3887703" y="1518244"/>
            <a:ext cx="4530407" cy="599331"/>
          </a:xfrm>
          <a:prstGeom prst="rect">
            <a:avLst/>
          </a:prstGeom>
        </p:spPr>
        <p:txBody>
          <a:bodyPr wrap="none">
            <a:spAutoFit/>
          </a:bodyPr>
          <a:lstStyle/>
          <a:p>
            <a:pPr>
              <a:lnSpc>
                <a:spcPct val="120000"/>
              </a:lnSpc>
            </a:pPr>
            <a:r>
              <a:rPr lang="zh-CN" altLang="en-US" sz="3000" i="0">
                <a:solidFill>
                  <a:srgbClr val="4F81BD"/>
                </a:solidFill>
                <a:latin typeface="微软雅黑" panose="020B0503020204020204" pitchFamily="34" charset="-122"/>
                <a:ea typeface="微软雅黑" panose="020B0503020204020204" pitchFamily="34" charset="-122"/>
              </a:rPr>
              <a:t>静定</a:t>
            </a:r>
            <a:r>
              <a:rPr lang="zh-CN" altLang="en-US" sz="3000" i="0" dirty="0">
                <a:solidFill>
                  <a:srgbClr val="4F81BD"/>
                </a:solidFill>
                <a:latin typeface="微软雅黑" panose="020B0503020204020204" pitchFamily="34" charset="-122"/>
                <a:ea typeface="微软雅黑" panose="020B0503020204020204" pitchFamily="34" charset="-122"/>
              </a:rPr>
              <a:t>与超静定问题的概念 </a:t>
            </a:r>
          </a:p>
        </p:txBody>
      </p:sp>
      <p:sp>
        <p:nvSpPr>
          <p:cNvPr id="21" name="AutoShape 10"/>
          <p:cNvSpPr>
            <a:spLocks/>
          </p:cNvSpPr>
          <p:nvPr/>
        </p:nvSpPr>
        <p:spPr bwMode="auto">
          <a:xfrm>
            <a:off x="1124773" y="4751899"/>
            <a:ext cx="417513" cy="917575"/>
          </a:xfrm>
          <a:prstGeom prst="leftBrace">
            <a:avLst>
              <a:gd name="adj1" fmla="val 18314"/>
              <a:gd name="adj2" fmla="val 50000"/>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tLang="zh-CN"/>
          </a:p>
          <a:p>
            <a:endParaRPr lang="en-US" altLang="zh-CN"/>
          </a:p>
        </p:txBody>
      </p:sp>
      <p:sp>
        <p:nvSpPr>
          <p:cNvPr id="22" name="Text Box 9"/>
          <p:cNvSpPr txBox="1">
            <a:spLocks noChangeArrowheads="1"/>
          </p:cNvSpPr>
          <p:nvPr/>
        </p:nvSpPr>
        <p:spPr bwMode="auto">
          <a:xfrm>
            <a:off x="6744072" y="3877160"/>
            <a:ext cx="2714344" cy="5656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just">
              <a:spcBef>
                <a:spcPct val="20000"/>
              </a:spcBef>
              <a:buClr>
                <a:schemeClr val="accent1"/>
              </a:buClr>
              <a:buSzPct val="75000"/>
              <a:buFont typeface="Monotype Sorts" pitchFamily="2" charset="2"/>
              <a:buChar char="•"/>
              <a:defRPr kumimoji="1" sz="2400">
                <a:solidFill>
                  <a:schemeClr val="tx1"/>
                </a:solidFill>
                <a:latin typeface="Impact" panose="020B0806030902050204" pitchFamily="34" charset="0"/>
                <a:ea typeface="宋体" panose="02010600030101010101" pitchFamily="2" charset="-122"/>
              </a:defRPr>
            </a:lvl1pPr>
            <a:lvl2pPr marL="742950" indent="-285750">
              <a:spcBef>
                <a:spcPct val="20000"/>
              </a:spcBef>
              <a:buClr>
                <a:schemeClr val="accent2"/>
              </a:buClr>
              <a:buChar char="•"/>
              <a:defRPr kumimoji="1" sz="2000">
                <a:solidFill>
                  <a:schemeClr val="tx1"/>
                </a:solidFill>
                <a:latin typeface="Impact" panose="020B0806030902050204" pitchFamily="34" charset="0"/>
                <a:ea typeface="宋体" panose="02010600030101010101" pitchFamily="2" charset="-122"/>
              </a:defRPr>
            </a:lvl2pPr>
            <a:lvl3pPr marL="1143000" indent="-228600">
              <a:spcBef>
                <a:spcPct val="20000"/>
              </a:spcBef>
              <a:buChar char="–"/>
              <a:defRPr kumimoji="1" sz="2400">
                <a:solidFill>
                  <a:schemeClr val="tx1"/>
                </a:solidFill>
                <a:latin typeface="Impact" panose="020B0806030902050204" pitchFamily="34" charset="0"/>
                <a:ea typeface="宋体" panose="02010600030101010101" pitchFamily="2" charset="-122"/>
              </a:defRPr>
            </a:lvl3pPr>
            <a:lvl4pPr marL="1600200" indent="-228600">
              <a:spcBef>
                <a:spcPct val="20000"/>
              </a:spcBef>
              <a:buChar char="–"/>
              <a:defRPr kumimoji="1" sz="2000">
                <a:solidFill>
                  <a:schemeClr val="tx1"/>
                </a:solidFill>
                <a:latin typeface="Impact" panose="020B0806030902050204" pitchFamily="34" charset="0"/>
                <a:ea typeface="宋体" panose="02010600030101010101" pitchFamily="2" charset="-122"/>
              </a:defRPr>
            </a:lvl4pPr>
            <a:lvl5pPr marL="2057400" indent="-228600">
              <a:spcBef>
                <a:spcPct val="20000"/>
              </a:spcBef>
              <a:buChar char="»"/>
              <a:defRPr kumimoji="1" sz="2000">
                <a:solidFill>
                  <a:schemeClr val="tx1"/>
                </a:solidFill>
                <a:latin typeface="Impact" panose="020B0806030902050204" pitchFamily="34"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9pPr>
          </a:lstStyle>
          <a:p>
            <a:pPr>
              <a:lnSpc>
                <a:spcPct val="120000"/>
              </a:lnSpc>
              <a:spcBef>
                <a:spcPct val="0"/>
              </a:spcBef>
              <a:buClrTx/>
              <a:buSzTx/>
              <a:buFontTx/>
              <a:buNone/>
            </a:pPr>
            <a:r>
              <a:rPr kumimoji="0" lang="zh-CN" altLang="en-US" sz="2800" i="0" dirty="0">
                <a:latin typeface="微软雅黑" panose="020B0503020204020204" pitchFamily="34" charset="-122"/>
                <a:ea typeface="微软雅黑" panose="020B0503020204020204" pitchFamily="34" charset="-122"/>
              </a:rPr>
              <a:t>平面任意力系</a:t>
            </a:r>
            <a:endParaRPr lang="zh-CN" altLang="en-US" sz="2800" i="0" dirty="0">
              <a:latin typeface="微软雅黑" panose="020B0503020204020204" pitchFamily="34" charset="-122"/>
              <a:ea typeface="微软雅黑" panose="020B0503020204020204" pitchFamily="34" charset="-122"/>
            </a:endParaRPr>
          </a:p>
        </p:txBody>
      </p:sp>
      <p:sp>
        <p:nvSpPr>
          <p:cNvPr id="23" name="Text Box 4"/>
          <p:cNvSpPr txBox="1">
            <a:spLocks noChangeArrowheads="1"/>
          </p:cNvSpPr>
          <p:nvPr/>
        </p:nvSpPr>
        <p:spPr bwMode="auto">
          <a:xfrm>
            <a:off x="6470741" y="4354375"/>
            <a:ext cx="2987675" cy="2016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lnSpc>
                <a:spcPct val="150000"/>
              </a:lnSpc>
            </a:pPr>
            <a:r>
              <a:rPr lang="en-US" altLang="zh-CN" sz="2800" b="1" dirty="0">
                <a:solidFill>
                  <a:schemeClr val="tx1"/>
                </a:solidFill>
                <a:ea typeface="宋体" panose="02010600030101010101" pitchFamily="2" charset="-122"/>
              </a:rPr>
              <a:t>     </a:t>
            </a:r>
            <a:r>
              <a:rPr lang="en-US" altLang="zh-CN" sz="2800" dirty="0">
                <a:solidFill>
                  <a:schemeClr val="tx1"/>
                </a:solidFill>
                <a:ea typeface="宋体" panose="02010600030101010101" pitchFamily="2" charset="-122"/>
              </a:rPr>
              <a:t> ∑</a:t>
            </a:r>
            <a:r>
              <a:rPr lang="en-US" altLang="zh-CN" sz="2800" b="0" i="1" dirty="0">
                <a:solidFill>
                  <a:schemeClr val="tx1"/>
                </a:solidFill>
                <a:ea typeface="宋体" panose="02010600030101010101" pitchFamily="2" charset="-122"/>
              </a:rPr>
              <a:t>F</a:t>
            </a:r>
            <a:r>
              <a:rPr lang="en-US" altLang="zh-CN" sz="2800" baseline="-25000" dirty="0">
                <a:solidFill>
                  <a:schemeClr val="tx1"/>
                </a:solidFill>
              </a:rPr>
              <a:t>i</a:t>
            </a:r>
            <a:r>
              <a:rPr lang="en-US" altLang="zh-CN" sz="2800" i="1" baseline="-25000" dirty="0">
                <a:solidFill>
                  <a:schemeClr val="tx1"/>
                </a:solidFill>
                <a:ea typeface="宋体" panose="02010600030101010101" pitchFamily="2" charset="-122"/>
              </a:rPr>
              <a:t>x</a:t>
            </a:r>
            <a:r>
              <a:rPr lang="zh-CN" altLang="en-US" sz="2800" b="0" i="0" dirty="0">
                <a:solidFill>
                  <a:schemeClr val="tx1"/>
                </a:solidFill>
                <a:ea typeface="宋体" panose="02010600030101010101" pitchFamily="2" charset="-122"/>
              </a:rPr>
              <a:t>＝</a:t>
            </a:r>
            <a:r>
              <a:rPr lang="en-US" altLang="zh-CN" sz="2800" b="0" i="0" dirty="0">
                <a:solidFill>
                  <a:schemeClr val="tx1"/>
                </a:solidFill>
                <a:ea typeface="宋体" panose="02010600030101010101" pitchFamily="2" charset="-122"/>
              </a:rPr>
              <a:t>0</a:t>
            </a:r>
          </a:p>
          <a:p>
            <a:pPr algn="just">
              <a:lnSpc>
                <a:spcPct val="150000"/>
              </a:lnSpc>
            </a:pPr>
            <a:r>
              <a:rPr lang="en-US" altLang="zh-CN" sz="2800" dirty="0">
                <a:solidFill>
                  <a:schemeClr val="tx1"/>
                </a:solidFill>
                <a:ea typeface="宋体" panose="02010600030101010101" pitchFamily="2" charset="-122"/>
              </a:rPr>
              <a:t>      ∑</a:t>
            </a:r>
            <a:r>
              <a:rPr lang="en-US" altLang="zh-CN" sz="2800" b="0" i="1" dirty="0" err="1">
                <a:solidFill>
                  <a:schemeClr val="tx1"/>
                </a:solidFill>
                <a:ea typeface="宋体" panose="02010600030101010101" pitchFamily="2" charset="-122"/>
              </a:rPr>
              <a:t>F</a:t>
            </a:r>
            <a:r>
              <a:rPr lang="en-US" altLang="zh-CN" sz="2800" baseline="-25000" dirty="0" err="1">
                <a:solidFill>
                  <a:schemeClr val="tx1"/>
                </a:solidFill>
              </a:rPr>
              <a:t>i</a:t>
            </a:r>
            <a:r>
              <a:rPr lang="en-US" altLang="zh-CN" sz="2800" i="1" baseline="-25000" dirty="0" err="1">
                <a:solidFill>
                  <a:schemeClr val="tx1"/>
                </a:solidFill>
                <a:ea typeface="宋体" panose="02010600030101010101" pitchFamily="2" charset="-122"/>
              </a:rPr>
              <a:t>y</a:t>
            </a:r>
            <a:r>
              <a:rPr lang="zh-CN" altLang="en-US" sz="2800" b="0" i="0" dirty="0">
                <a:solidFill>
                  <a:schemeClr val="tx1"/>
                </a:solidFill>
                <a:ea typeface="宋体" panose="02010600030101010101" pitchFamily="2" charset="-122"/>
              </a:rPr>
              <a:t>＝</a:t>
            </a:r>
            <a:r>
              <a:rPr lang="en-US" altLang="zh-CN" sz="2800" b="0" i="0" dirty="0">
                <a:solidFill>
                  <a:schemeClr val="tx1"/>
                </a:solidFill>
                <a:ea typeface="宋体" panose="02010600030101010101" pitchFamily="2" charset="-122"/>
              </a:rPr>
              <a:t>0</a:t>
            </a:r>
          </a:p>
          <a:p>
            <a:pPr algn="just">
              <a:lnSpc>
                <a:spcPct val="150000"/>
              </a:lnSpc>
            </a:pPr>
            <a:r>
              <a:rPr lang="en-US" altLang="zh-CN" sz="2800" dirty="0">
                <a:solidFill>
                  <a:schemeClr val="tx1"/>
                </a:solidFill>
                <a:ea typeface="宋体" panose="02010600030101010101" pitchFamily="2" charset="-122"/>
              </a:rPr>
              <a:t>      </a:t>
            </a:r>
            <a:r>
              <a:rPr lang="en-US" altLang="zh-CN" sz="2800" dirty="0">
                <a:solidFill>
                  <a:schemeClr val="tx1"/>
                </a:solidFill>
              </a:rPr>
              <a:t>∑</a:t>
            </a:r>
            <a:r>
              <a:rPr lang="en-US" altLang="zh-CN" sz="2800" b="0" i="1" dirty="0">
                <a:solidFill>
                  <a:schemeClr val="tx1"/>
                </a:solidFill>
                <a:ea typeface="宋体" panose="02010600030101010101" pitchFamily="2" charset="-122"/>
              </a:rPr>
              <a:t>M</a:t>
            </a:r>
            <a:r>
              <a:rPr lang="en-US" altLang="zh-CN" sz="2800" b="0" i="1" baseline="-25000" dirty="0">
                <a:solidFill>
                  <a:schemeClr val="tx1"/>
                </a:solidFill>
                <a:ea typeface="宋体" panose="02010600030101010101" pitchFamily="2" charset="-122"/>
              </a:rPr>
              <a:t>O</a:t>
            </a:r>
            <a:r>
              <a:rPr lang="en-US" altLang="zh-CN" sz="2800" dirty="0">
                <a:solidFill>
                  <a:schemeClr val="tx1"/>
                </a:solidFill>
              </a:rPr>
              <a:t> </a:t>
            </a:r>
            <a:r>
              <a:rPr lang="en-US" altLang="zh-CN" sz="2800" i="0" dirty="0">
                <a:solidFill>
                  <a:schemeClr val="tx1"/>
                </a:solidFill>
              </a:rPr>
              <a:t>(</a:t>
            </a:r>
            <a:r>
              <a:rPr lang="en-US" altLang="zh-CN" sz="2800" b="1" i="1" dirty="0">
                <a:solidFill>
                  <a:schemeClr val="tx1"/>
                </a:solidFill>
              </a:rPr>
              <a:t>F</a:t>
            </a:r>
            <a:r>
              <a:rPr lang="en-US" altLang="zh-CN" sz="2800" i="0" dirty="0">
                <a:solidFill>
                  <a:schemeClr val="tx1"/>
                </a:solidFill>
              </a:rPr>
              <a:t>)</a:t>
            </a:r>
            <a:r>
              <a:rPr lang="en-US" altLang="zh-CN" sz="2800" dirty="0">
                <a:solidFill>
                  <a:schemeClr val="tx1"/>
                </a:solidFill>
              </a:rPr>
              <a:t> </a:t>
            </a:r>
            <a:r>
              <a:rPr lang="zh-CN" altLang="en-US" sz="2800" b="0" i="0" dirty="0">
                <a:solidFill>
                  <a:schemeClr val="tx1"/>
                </a:solidFill>
                <a:ea typeface="宋体" panose="02010600030101010101" pitchFamily="2" charset="-122"/>
              </a:rPr>
              <a:t>＝</a:t>
            </a:r>
            <a:r>
              <a:rPr lang="en-US" altLang="zh-CN" sz="2800" b="0" i="0" dirty="0">
                <a:solidFill>
                  <a:schemeClr val="tx1"/>
                </a:solidFill>
                <a:ea typeface="宋体" panose="02010600030101010101" pitchFamily="2" charset="-122"/>
              </a:rPr>
              <a:t>0</a:t>
            </a:r>
          </a:p>
        </p:txBody>
      </p:sp>
      <p:sp>
        <p:nvSpPr>
          <p:cNvPr id="24" name="AutoShape 5"/>
          <p:cNvSpPr>
            <a:spLocks/>
          </p:cNvSpPr>
          <p:nvPr/>
        </p:nvSpPr>
        <p:spPr bwMode="auto">
          <a:xfrm>
            <a:off x="6536152" y="4668701"/>
            <a:ext cx="344487" cy="1430337"/>
          </a:xfrm>
          <a:prstGeom prst="leftBrace">
            <a:avLst>
              <a:gd name="adj1" fmla="val 34601"/>
              <a:gd name="adj2" fmla="val 50000"/>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 name="Text Box 9"/>
          <p:cNvSpPr txBox="1">
            <a:spLocks noChangeArrowheads="1"/>
          </p:cNvSpPr>
          <p:nvPr/>
        </p:nvSpPr>
        <p:spPr bwMode="auto">
          <a:xfrm>
            <a:off x="1124772" y="3877160"/>
            <a:ext cx="5058579" cy="5656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just">
              <a:spcBef>
                <a:spcPct val="20000"/>
              </a:spcBef>
              <a:buClr>
                <a:schemeClr val="accent1"/>
              </a:buClr>
              <a:buSzPct val="75000"/>
              <a:buFont typeface="Monotype Sorts" pitchFamily="2" charset="2"/>
              <a:buChar char="•"/>
              <a:defRPr kumimoji="1" sz="2400">
                <a:solidFill>
                  <a:schemeClr val="tx1"/>
                </a:solidFill>
                <a:latin typeface="Impact" panose="020B0806030902050204" pitchFamily="34" charset="0"/>
                <a:ea typeface="宋体" panose="02010600030101010101" pitchFamily="2" charset="-122"/>
              </a:defRPr>
            </a:lvl1pPr>
            <a:lvl2pPr marL="742950" indent="-285750">
              <a:spcBef>
                <a:spcPct val="20000"/>
              </a:spcBef>
              <a:buClr>
                <a:schemeClr val="accent2"/>
              </a:buClr>
              <a:buChar char="•"/>
              <a:defRPr kumimoji="1" sz="2000">
                <a:solidFill>
                  <a:schemeClr val="tx1"/>
                </a:solidFill>
                <a:latin typeface="Impact" panose="020B0806030902050204" pitchFamily="34" charset="0"/>
                <a:ea typeface="宋体" panose="02010600030101010101" pitchFamily="2" charset="-122"/>
              </a:defRPr>
            </a:lvl2pPr>
            <a:lvl3pPr marL="1143000" indent="-228600">
              <a:spcBef>
                <a:spcPct val="20000"/>
              </a:spcBef>
              <a:buChar char="–"/>
              <a:defRPr kumimoji="1" sz="2400">
                <a:solidFill>
                  <a:schemeClr val="tx1"/>
                </a:solidFill>
                <a:latin typeface="Impact" panose="020B0806030902050204" pitchFamily="34" charset="0"/>
                <a:ea typeface="宋体" panose="02010600030101010101" pitchFamily="2" charset="-122"/>
              </a:defRPr>
            </a:lvl3pPr>
            <a:lvl4pPr marL="1600200" indent="-228600">
              <a:spcBef>
                <a:spcPct val="20000"/>
              </a:spcBef>
              <a:buChar char="–"/>
              <a:defRPr kumimoji="1" sz="2000">
                <a:solidFill>
                  <a:schemeClr val="tx1"/>
                </a:solidFill>
                <a:latin typeface="Impact" panose="020B0806030902050204" pitchFamily="34" charset="0"/>
                <a:ea typeface="宋体" panose="02010600030101010101" pitchFamily="2" charset="-122"/>
              </a:defRPr>
            </a:lvl4pPr>
            <a:lvl5pPr marL="2057400" indent="-228600">
              <a:spcBef>
                <a:spcPct val="20000"/>
              </a:spcBef>
              <a:buChar char="»"/>
              <a:defRPr kumimoji="1" sz="2000">
                <a:solidFill>
                  <a:schemeClr val="tx1"/>
                </a:solidFill>
                <a:latin typeface="Impact" panose="020B0806030902050204" pitchFamily="34"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9pPr>
          </a:lstStyle>
          <a:p>
            <a:pPr>
              <a:lnSpc>
                <a:spcPct val="120000"/>
              </a:lnSpc>
              <a:spcBef>
                <a:spcPct val="0"/>
              </a:spcBef>
              <a:buClrTx/>
              <a:buSzTx/>
              <a:buNone/>
            </a:pPr>
            <a:r>
              <a:rPr kumimoji="0" lang="zh-CN" altLang="en-US" sz="2800" i="0" dirty="0">
                <a:latin typeface="微软雅黑" panose="020B0503020204020204" pitchFamily="34" charset="-122"/>
                <a:ea typeface="微软雅黑" panose="020B0503020204020204" pitchFamily="34" charset="-122"/>
              </a:rPr>
              <a:t>平面汇交力系</a:t>
            </a:r>
            <a:endParaRPr lang="zh-CN" altLang="en-US" sz="2800" i="0" dirty="0">
              <a:latin typeface="微软雅黑" panose="020B0503020204020204" pitchFamily="34" charset="-122"/>
              <a:ea typeface="微软雅黑" panose="020B0503020204020204" pitchFamily="34" charset="-122"/>
            </a:endParaRPr>
          </a:p>
        </p:txBody>
      </p:sp>
      <p:sp>
        <p:nvSpPr>
          <p:cNvPr id="26" name="Text Box 11"/>
          <p:cNvSpPr txBox="1">
            <a:spLocks noChangeArrowheads="1"/>
          </p:cNvSpPr>
          <p:nvPr/>
        </p:nvSpPr>
        <p:spPr bwMode="auto">
          <a:xfrm>
            <a:off x="8659028" y="4591546"/>
            <a:ext cx="3384376" cy="11580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lnSpc>
                <a:spcPct val="130000"/>
              </a:lnSpc>
            </a:pPr>
            <a:r>
              <a:rPr kumimoji="1" lang="zh-CN" altLang="en-US" sz="2800" i="0" dirty="0">
                <a:latin typeface="微软雅黑" panose="020B0503020204020204" pitchFamily="34" charset="-122"/>
                <a:ea typeface="微软雅黑" panose="020B0503020204020204" pitchFamily="34" charset="-122"/>
              </a:rPr>
              <a:t>三个独立的平衡方程，求解三个未知量。 </a:t>
            </a:r>
          </a:p>
        </p:txBody>
      </p:sp>
      <p:sp>
        <p:nvSpPr>
          <p:cNvPr id="14" name="Text Box 4"/>
          <p:cNvSpPr txBox="1">
            <a:spLocks noChangeArrowheads="1"/>
          </p:cNvSpPr>
          <p:nvPr/>
        </p:nvSpPr>
        <p:spPr bwMode="auto">
          <a:xfrm>
            <a:off x="1040051" y="4470923"/>
            <a:ext cx="2987675" cy="1384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lnSpc>
                <a:spcPct val="150000"/>
              </a:lnSpc>
            </a:pPr>
            <a:r>
              <a:rPr lang="en-US" altLang="zh-CN" sz="2800" b="1" dirty="0">
                <a:solidFill>
                  <a:schemeClr val="tx1"/>
                </a:solidFill>
                <a:ea typeface="宋体" panose="02010600030101010101" pitchFamily="2" charset="-122"/>
              </a:rPr>
              <a:t>     </a:t>
            </a:r>
            <a:r>
              <a:rPr lang="en-US" altLang="zh-CN" sz="2800" dirty="0">
                <a:solidFill>
                  <a:schemeClr val="tx1"/>
                </a:solidFill>
                <a:ea typeface="宋体" panose="02010600030101010101" pitchFamily="2" charset="-122"/>
              </a:rPr>
              <a:t> ∑</a:t>
            </a:r>
            <a:r>
              <a:rPr lang="en-US" altLang="zh-CN" sz="2800" b="0" i="1" dirty="0">
                <a:solidFill>
                  <a:schemeClr val="tx1"/>
                </a:solidFill>
                <a:ea typeface="宋体" panose="02010600030101010101" pitchFamily="2" charset="-122"/>
              </a:rPr>
              <a:t>F</a:t>
            </a:r>
            <a:r>
              <a:rPr lang="en-US" altLang="zh-CN" sz="2800" baseline="-25000" dirty="0">
                <a:solidFill>
                  <a:schemeClr val="tx1"/>
                </a:solidFill>
              </a:rPr>
              <a:t>i</a:t>
            </a:r>
            <a:r>
              <a:rPr lang="en-US" altLang="zh-CN" sz="2800" i="1" baseline="-25000" dirty="0">
                <a:solidFill>
                  <a:schemeClr val="tx1"/>
                </a:solidFill>
                <a:ea typeface="宋体" panose="02010600030101010101" pitchFamily="2" charset="-122"/>
              </a:rPr>
              <a:t>x</a:t>
            </a:r>
            <a:r>
              <a:rPr lang="zh-CN" altLang="en-US" sz="2800" b="0" i="0" dirty="0">
                <a:solidFill>
                  <a:schemeClr val="tx1"/>
                </a:solidFill>
                <a:ea typeface="宋体" panose="02010600030101010101" pitchFamily="2" charset="-122"/>
              </a:rPr>
              <a:t>＝</a:t>
            </a:r>
            <a:r>
              <a:rPr lang="en-US" altLang="zh-CN" sz="2800" b="0" i="0" dirty="0">
                <a:solidFill>
                  <a:schemeClr val="tx1"/>
                </a:solidFill>
                <a:ea typeface="宋体" panose="02010600030101010101" pitchFamily="2" charset="-122"/>
              </a:rPr>
              <a:t>0</a:t>
            </a:r>
          </a:p>
          <a:p>
            <a:pPr algn="just">
              <a:lnSpc>
                <a:spcPct val="150000"/>
              </a:lnSpc>
            </a:pPr>
            <a:r>
              <a:rPr lang="en-US" altLang="zh-CN" sz="2800" dirty="0">
                <a:solidFill>
                  <a:schemeClr val="tx1"/>
                </a:solidFill>
                <a:ea typeface="宋体" panose="02010600030101010101" pitchFamily="2" charset="-122"/>
              </a:rPr>
              <a:t>      ∑</a:t>
            </a:r>
            <a:r>
              <a:rPr lang="en-US" altLang="zh-CN" sz="2800" b="0" i="1" dirty="0" err="1">
                <a:solidFill>
                  <a:schemeClr val="tx1"/>
                </a:solidFill>
                <a:ea typeface="宋体" panose="02010600030101010101" pitchFamily="2" charset="-122"/>
              </a:rPr>
              <a:t>F</a:t>
            </a:r>
            <a:r>
              <a:rPr lang="en-US" altLang="zh-CN" sz="2800" baseline="-25000" dirty="0" err="1">
                <a:solidFill>
                  <a:schemeClr val="tx1"/>
                </a:solidFill>
              </a:rPr>
              <a:t>i</a:t>
            </a:r>
            <a:r>
              <a:rPr lang="en-US" altLang="zh-CN" sz="2800" i="1" baseline="-25000" dirty="0" err="1">
                <a:solidFill>
                  <a:schemeClr val="tx1"/>
                </a:solidFill>
                <a:ea typeface="宋体" panose="02010600030101010101" pitchFamily="2" charset="-122"/>
              </a:rPr>
              <a:t>y</a:t>
            </a:r>
            <a:r>
              <a:rPr lang="zh-CN" altLang="en-US" sz="2800" b="0" i="0" dirty="0">
                <a:solidFill>
                  <a:schemeClr val="tx1"/>
                </a:solidFill>
                <a:ea typeface="宋体" panose="02010600030101010101" pitchFamily="2" charset="-122"/>
              </a:rPr>
              <a:t>＝</a:t>
            </a:r>
            <a:r>
              <a:rPr lang="en-US" altLang="zh-CN" sz="2800" b="0" i="0" dirty="0">
                <a:solidFill>
                  <a:schemeClr val="tx1"/>
                </a:solidFill>
                <a:ea typeface="宋体" panose="02010600030101010101" pitchFamily="2" charset="-122"/>
              </a:rPr>
              <a:t>0</a:t>
            </a:r>
          </a:p>
        </p:txBody>
      </p:sp>
      <p:sp>
        <p:nvSpPr>
          <p:cNvPr id="15" name="Text Box 11"/>
          <p:cNvSpPr txBox="1">
            <a:spLocks noChangeArrowheads="1"/>
          </p:cNvSpPr>
          <p:nvPr/>
        </p:nvSpPr>
        <p:spPr bwMode="auto">
          <a:xfrm>
            <a:off x="3015703" y="4591546"/>
            <a:ext cx="3384376" cy="11580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lnSpc>
                <a:spcPct val="130000"/>
              </a:lnSpc>
            </a:pPr>
            <a:r>
              <a:rPr kumimoji="1" lang="zh-CN" altLang="en-US" sz="2800" i="0" dirty="0">
                <a:latin typeface="微软雅黑" panose="020B0503020204020204" pitchFamily="34" charset="-122"/>
                <a:ea typeface="微软雅黑" panose="020B0503020204020204" pitchFamily="34" charset="-122"/>
              </a:rPr>
              <a:t>两个独立的平衡方程，求解两个未知量。 </a:t>
            </a:r>
          </a:p>
        </p:txBody>
      </p:sp>
    </p:spTree>
    <p:extLst>
      <p:ext uri="{BB962C8B-B14F-4D97-AF65-F5344CB8AC3E}">
        <p14:creationId xmlns:p14="http://schemas.microsoft.com/office/powerpoint/2010/main" val="1329651265"/>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2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14">
                                            <p:txEl>
                                              <p:pRg st="0" end="0"/>
                                            </p:txEl>
                                          </p:spTgt>
                                        </p:tgtEl>
                                        <p:attrNameLst>
                                          <p:attrName>style.visibility</p:attrName>
                                        </p:attrNameLst>
                                      </p:cBhvr>
                                      <p:to>
                                        <p:strVal val="visible"/>
                                      </p:to>
                                    </p:set>
                                    <p:animEffect transition="in" filter="wipe(left)">
                                      <p:cBhvr>
                                        <p:cTn id="15" dur="500"/>
                                        <p:tgtEl>
                                          <p:spTgt spid="14">
                                            <p:txEl>
                                              <p:pRg st="0" end="0"/>
                                            </p:txEl>
                                          </p:spTgt>
                                        </p:tgtEl>
                                      </p:cBhvr>
                                    </p:animEffect>
                                  </p:childTnLst>
                                  <p:subTnLst>
                                    <p:audio>
                                      <p:cMediaNode>
                                        <p:cTn display="0" masterRel="sameClick">
                                          <p:stCondLst>
                                            <p:cond evt="begin" delay="0">
                                              <p:tn val="13"/>
                                            </p:cond>
                                          </p:stCondLst>
                                          <p:endCondLst>
                                            <p:cond evt="onStopAudio" delay="0">
                                              <p:tgtEl>
                                                <p:sldTgt/>
                                              </p:tgtEl>
                                            </p:cond>
                                          </p:endCondLst>
                                        </p:cTn>
                                        <p:tgtEl>
                                          <p:sndTgt r:embed="rId3" name="CAMERA.WAV"/>
                                        </p:tgtEl>
                                      </p:cMediaNode>
                                    </p:audio>
                                  </p:subTnLst>
                                </p:cTn>
                              </p:par>
                            </p:childTnLst>
                          </p:cTn>
                        </p:par>
                        <p:par>
                          <p:cTn id="16" fill="hold">
                            <p:stCondLst>
                              <p:cond delay="500"/>
                            </p:stCondLst>
                            <p:childTnLst>
                              <p:par>
                                <p:cTn id="17" presetID="23" presetClass="entr" presetSubtype="288" fill="hold" grpId="0" nodeType="afterEffect">
                                  <p:stCondLst>
                                    <p:cond delay="0"/>
                                  </p:stCondLst>
                                  <p:childTnLst>
                                    <p:set>
                                      <p:cBhvr>
                                        <p:cTn id="18" dur="1" fill="hold">
                                          <p:stCondLst>
                                            <p:cond delay="0"/>
                                          </p:stCondLst>
                                        </p:cTn>
                                        <p:tgtEl>
                                          <p:spTgt spid="21"/>
                                        </p:tgtEl>
                                        <p:attrNameLst>
                                          <p:attrName>style.visibility</p:attrName>
                                        </p:attrNameLst>
                                      </p:cBhvr>
                                      <p:to>
                                        <p:strVal val="visible"/>
                                      </p:to>
                                    </p:set>
                                    <p:anim calcmode="lin" valueType="num">
                                      <p:cBhvr>
                                        <p:cTn id="19" dur="500" fill="hold"/>
                                        <p:tgtEl>
                                          <p:spTgt spid="21"/>
                                        </p:tgtEl>
                                        <p:attrNameLst>
                                          <p:attrName>ppt_w</p:attrName>
                                        </p:attrNameLst>
                                      </p:cBhvr>
                                      <p:tavLst>
                                        <p:tav tm="0">
                                          <p:val>
                                            <p:strVal val="4/3*#ppt_w"/>
                                          </p:val>
                                        </p:tav>
                                        <p:tav tm="100000">
                                          <p:val>
                                            <p:strVal val="#ppt_w"/>
                                          </p:val>
                                        </p:tav>
                                      </p:tavLst>
                                    </p:anim>
                                    <p:anim calcmode="lin" valueType="num">
                                      <p:cBhvr>
                                        <p:cTn id="20" dur="500" fill="hold"/>
                                        <p:tgtEl>
                                          <p:spTgt spid="21"/>
                                        </p:tgtEl>
                                        <p:attrNameLst>
                                          <p:attrName>ppt_h</p:attrName>
                                        </p:attrNameLst>
                                      </p:cBhvr>
                                      <p:tavLst>
                                        <p:tav tm="0">
                                          <p:val>
                                            <p:strVal val="4/3*#ppt_h"/>
                                          </p:val>
                                        </p:tav>
                                        <p:tav tm="100000">
                                          <p:val>
                                            <p:strVal val="#ppt_h"/>
                                          </p:val>
                                        </p:tav>
                                      </p:tavLst>
                                    </p:anim>
                                  </p:childTnLst>
                                  <p:subTnLst>
                                    <p:audio>
                                      <p:cMediaNode>
                                        <p:cTn display="0" masterRel="sameClick">
                                          <p:stCondLst>
                                            <p:cond evt="begin" delay="0">
                                              <p:tn val="17"/>
                                            </p:cond>
                                          </p:stCondLst>
                                          <p:endCondLst>
                                            <p:cond evt="onStopAudio" delay="0">
                                              <p:tgtEl>
                                                <p:sldTgt/>
                                              </p:tgtEl>
                                            </p:cond>
                                          </p:endCondLst>
                                        </p:cTn>
                                        <p:tgtEl>
                                          <p:sndTgt r:embed="rId3" name="CAMERA.WAV"/>
                                        </p:tgtEl>
                                      </p:cMediaNode>
                                    </p:audio>
                                  </p:subTnLst>
                                </p:cTn>
                              </p:par>
                            </p:childTnLst>
                          </p:cTn>
                        </p:par>
                        <p:par>
                          <p:cTn id="21" fill="hold">
                            <p:stCondLst>
                              <p:cond delay="1000"/>
                            </p:stCondLst>
                            <p:childTnLst>
                              <p:par>
                                <p:cTn id="22" presetID="22" presetClass="entr" presetSubtype="8" fill="hold" grpId="0" nodeType="afterEffect">
                                  <p:stCondLst>
                                    <p:cond delay="0"/>
                                  </p:stCondLst>
                                  <p:childTnLst>
                                    <p:set>
                                      <p:cBhvr>
                                        <p:cTn id="23" dur="1" fill="hold">
                                          <p:stCondLst>
                                            <p:cond delay="0"/>
                                          </p:stCondLst>
                                        </p:cTn>
                                        <p:tgtEl>
                                          <p:spTgt spid="14">
                                            <p:txEl>
                                              <p:pRg st="1" end="1"/>
                                            </p:txEl>
                                          </p:spTgt>
                                        </p:tgtEl>
                                        <p:attrNameLst>
                                          <p:attrName>style.visibility</p:attrName>
                                        </p:attrNameLst>
                                      </p:cBhvr>
                                      <p:to>
                                        <p:strVal val="visible"/>
                                      </p:to>
                                    </p:set>
                                    <p:animEffect transition="in" filter="wipe(left)">
                                      <p:cBhvr>
                                        <p:cTn id="24" dur="500"/>
                                        <p:tgtEl>
                                          <p:spTgt spid="14">
                                            <p:txEl>
                                              <p:pRg st="1" end="1"/>
                                            </p:txEl>
                                          </p:spTgt>
                                        </p:tgtEl>
                                      </p:cBhvr>
                                    </p:animEffect>
                                  </p:childTnLst>
                                  <p:subTnLst>
                                    <p:audio>
                                      <p:cMediaNode>
                                        <p:cTn display="0" masterRel="sameClick">
                                          <p:stCondLst>
                                            <p:cond evt="begin" delay="0">
                                              <p:tn val="22"/>
                                            </p:cond>
                                          </p:stCondLst>
                                          <p:endCondLst>
                                            <p:cond evt="onStopAudio" delay="0">
                                              <p:tgtEl>
                                                <p:sldTgt/>
                                              </p:tgtEl>
                                            </p:cond>
                                          </p:endCondLst>
                                        </p:cTn>
                                        <p:tgtEl>
                                          <p:sndTgt r:embed="rId3" name="CAMERA.WAV"/>
                                        </p:tgtEl>
                                      </p:cMediaNode>
                                    </p:audio>
                                  </p:subTnLst>
                                </p:cTn>
                              </p:par>
                            </p:childTnLst>
                          </p:cTn>
                        </p:par>
                      </p:childTnLst>
                    </p:cTn>
                  </p:par>
                  <p:par>
                    <p:cTn id="25" fill="hold">
                      <p:stCondLst>
                        <p:cond delay="indefinite"/>
                      </p:stCondLst>
                      <p:childTnLst>
                        <p:par>
                          <p:cTn id="26" fill="hold">
                            <p:stCondLst>
                              <p:cond delay="0"/>
                            </p:stCondLst>
                            <p:childTnLst>
                              <p:par>
                                <p:cTn id="27" presetID="22" presetClass="entr" presetSubtype="8" fill="hold" grpId="0" nodeType="clickEffect">
                                  <p:stCondLst>
                                    <p:cond delay="0"/>
                                  </p:stCondLst>
                                  <p:iterate type="lt">
                                    <p:tmPct val="30000"/>
                                  </p:iterate>
                                  <p:childTnLst>
                                    <p:set>
                                      <p:cBhvr>
                                        <p:cTn id="28" dur="1" fill="hold">
                                          <p:stCondLst>
                                            <p:cond delay="0"/>
                                          </p:stCondLst>
                                        </p:cTn>
                                        <p:tgtEl>
                                          <p:spTgt spid="15"/>
                                        </p:tgtEl>
                                        <p:attrNameLst>
                                          <p:attrName>style.visibility</p:attrName>
                                        </p:attrNameLst>
                                      </p:cBhvr>
                                      <p:to>
                                        <p:strVal val="visible"/>
                                      </p:to>
                                    </p:set>
                                    <p:animEffect transition="in" filter="wipe(left)">
                                      <p:cBhvr>
                                        <p:cTn id="29" dur="500"/>
                                        <p:tgtEl>
                                          <p:spTgt spid="15"/>
                                        </p:tgtEl>
                                      </p:cBhvr>
                                    </p:animEffect>
                                  </p:childTnLst>
                                  <p:subTnLst>
                                    <p:audio>
                                      <p:cMediaNode>
                                        <p:cTn display="0" masterRel="sameClick">
                                          <p:stCondLst>
                                            <p:cond evt="begin" delay="0">
                                              <p:tn val="27"/>
                                            </p:cond>
                                          </p:stCondLst>
                                          <p:endCondLst>
                                            <p:cond evt="onStopAudio" delay="0">
                                              <p:tgtEl>
                                                <p:sldTgt/>
                                              </p:tgtEl>
                                            </p:cond>
                                          </p:endCondLst>
                                        </p:cTn>
                                        <p:tgtEl>
                                          <p:sndTgt r:embed="rId3" name="CAMERA.WAV"/>
                                        </p:tgtEl>
                                      </p:cMediaNode>
                                    </p:audio>
                                  </p:subTnLst>
                                </p:cTn>
                              </p:par>
                            </p:childTnLst>
                          </p:cTn>
                        </p:par>
                      </p:childTnLst>
                    </p:cTn>
                  </p:par>
                  <p:par>
                    <p:cTn id="30" fill="hold">
                      <p:stCondLst>
                        <p:cond delay="indefinite"/>
                      </p:stCondLst>
                      <p:childTnLst>
                        <p:par>
                          <p:cTn id="31" fill="hold">
                            <p:stCondLst>
                              <p:cond delay="0"/>
                            </p:stCondLst>
                            <p:childTnLst>
                              <p:par>
                                <p:cTn id="32" presetID="1" presetClass="entr" presetSubtype="0" fill="hold" grpId="0" nodeType="clickEffect">
                                  <p:stCondLst>
                                    <p:cond delay="0"/>
                                  </p:stCondLst>
                                  <p:childTnLst>
                                    <p:set>
                                      <p:cBhvr>
                                        <p:cTn id="33" dur="1" fill="hold">
                                          <p:stCondLst>
                                            <p:cond delay="499"/>
                                          </p:stCondLst>
                                        </p:cTn>
                                        <p:tgtEl>
                                          <p:spTgt spid="22"/>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23">
                                            <p:txEl>
                                              <p:pRg st="0" end="0"/>
                                            </p:txEl>
                                          </p:spTgt>
                                        </p:tgtEl>
                                        <p:attrNameLst>
                                          <p:attrName>style.visibility</p:attrName>
                                        </p:attrNameLst>
                                      </p:cBhvr>
                                      <p:to>
                                        <p:strVal val="visible"/>
                                      </p:to>
                                    </p:set>
                                    <p:animEffect transition="in" filter="wipe(left)">
                                      <p:cBhvr>
                                        <p:cTn id="38" dur="500"/>
                                        <p:tgtEl>
                                          <p:spTgt spid="23">
                                            <p:txEl>
                                              <p:pRg st="0" end="0"/>
                                            </p:txEl>
                                          </p:spTgt>
                                        </p:tgtEl>
                                      </p:cBhvr>
                                    </p:animEffect>
                                  </p:childTnLst>
                                  <p:subTnLst>
                                    <p:audio>
                                      <p:cMediaNode>
                                        <p:cTn display="0" masterRel="sameClick">
                                          <p:stCondLst>
                                            <p:cond evt="begin" delay="0">
                                              <p:tn val="36"/>
                                            </p:cond>
                                          </p:stCondLst>
                                          <p:endCondLst>
                                            <p:cond evt="onStopAudio" delay="0">
                                              <p:tgtEl>
                                                <p:sldTgt/>
                                              </p:tgtEl>
                                            </p:cond>
                                          </p:endCondLst>
                                        </p:cTn>
                                        <p:tgtEl>
                                          <p:sndTgt r:embed="rId3" name="CAMERA.WAV"/>
                                        </p:tgtEl>
                                      </p:cMediaNode>
                                    </p:audio>
                                  </p:subTnLst>
                                </p:cTn>
                              </p:par>
                            </p:childTnLst>
                          </p:cTn>
                        </p:par>
                        <p:par>
                          <p:cTn id="39" fill="hold">
                            <p:stCondLst>
                              <p:cond delay="500"/>
                            </p:stCondLst>
                            <p:childTnLst>
                              <p:par>
                                <p:cTn id="40" presetID="22" presetClass="entr" presetSubtype="8" fill="hold" grpId="0" nodeType="afterEffect">
                                  <p:stCondLst>
                                    <p:cond delay="0"/>
                                  </p:stCondLst>
                                  <p:childTnLst>
                                    <p:set>
                                      <p:cBhvr>
                                        <p:cTn id="41" dur="1" fill="hold">
                                          <p:stCondLst>
                                            <p:cond delay="0"/>
                                          </p:stCondLst>
                                        </p:cTn>
                                        <p:tgtEl>
                                          <p:spTgt spid="23">
                                            <p:txEl>
                                              <p:pRg st="1" end="1"/>
                                            </p:txEl>
                                          </p:spTgt>
                                        </p:tgtEl>
                                        <p:attrNameLst>
                                          <p:attrName>style.visibility</p:attrName>
                                        </p:attrNameLst>
                                      </p:cBhvr>
                                      <p:to>
                                        <p:strVal val="visible"/>
                                      </p:to>
                                    </p:set>
                                    <p:animEffect transition="in" filter="wipe(left)">
                                      <p:cBhvr>
                                        <p:cTn id="42" dur="500"/>
                                        <p:tgtEl>
                                          <p:spTgt spid="23">
                                            <p:txEl>
                                              <p:pRg st="1" end="1"/>
                                            </p:txEl>
                                          </p:spTgt>
                                        </p:tgtEl>
                                      </p:cBhvr>
                                    </p:animEffect>
                                  </p:childTnLst>
                                  <p:subTnLst>
                                    <p:audio>
                                      <p:cMediaNode>
                                        <p:cTn display="0" masterRel="sameClick">
                                          <p:stCondLst>
                                            <p:cond evt="begin" delay="0">
                                              <p:tn val="40"/>
                                            </p:cond>
                                          </p:stCondLst>
                                          <p:endCondLst>
                                            <p:cond evt="onStopAudio" delay="0">
                                              <p:tgtEl>
                                                <p:sldTgt/>
                                              </p:tgtEl>
                                            </p:cond>
                                          </p:endCondLst>
                                        </p:cTn>
                                        <p:tgtEl>
                                          <p:sndTgt r:embed="rId3" name="CAMERA.WAV"/>
                                        </p:tgtEl>
                                      </p:cMediaNode>
                                    </p:audio>
                                  </p:subTnLst>
                                </p:cTn>
                              </p:par>
                            </p:childTnLst>
                          </p:cTn>
                        </p:par>
                        <p:par>
                          <p:cTn id="43" fill="hold">
                            <p:stCondLst>
                              <p:cond delay="1000"/>
                            </p:stCondLst>
                            <p:childTnLst>
                              <p:par>
                                <p:cTn id="44" presetID="22" presetClass="entr" presetSubtype="8" fill="hold" grpId="0" nodeType="afterEffect">
                                  <p:stCondLst>
                                    <p:cond delay="0"/>
                                  </p:stCondLst>
                                  <p:childTnLst>
                                    <p:set>
                                      <p:cBhvr>
                                        <p:cTn id="45" dur="1" fill="hold">
                                          <p:stCondLst>
                                            <p:cond delay="0"/>
                                          </p:stCondLst>
                                        </p:cTn>
                                        <p:tgtEl>
                                          <p:spTgt spid="23">
                                            <p:txEl>
                                              <p:pRg st="2" end="2"/>
                                            </p:txEl>
                                          </p:spTgt>
                                        </p:tgtEl>
                                        <p:attrNameLst>
                                          <p:attrName>style.visibility</p:attrName>
                                        </p:attrNameLst>
                                      </p:cBhvr>
                                      <p:to>
                                        <p:strVal val="visible"/>
                                      </p:to>
                                    </p:set>
                                    <p:animEffect transition="in" filter="wipe(left)">
                                      <p:cBhvr>
                                        <p:cTn id="46" dur="500"/>
                                        <p:tgtEl>
                                          <p:spTgt spid="23">
                                            <p:txEl>
                                              <p:pRg st="2" end="2"/>
                                            </p:txEl>
                                          </p:spTgt>
                                        </p:tgtEl>
                                      </p:cBhvr>
                                    </p:animEffect>
                                  </p:childTnLst>
                                  <p:subTnLst>
                                    <p:audio>
                                      <p:cMediaNode>
                                        <p:cTn display="0" masterRel="sameClick">
                                          <p:stCondLst>
                                            <p:cond evt="begin" delay="0">
                                              <p:tn val="44"/>
                                            </p:cond>
                                          </p:stCondLst>
                                          <p:endCondLst>
                                            <p:cond evt="onStopAudio" delay="0">
                                              <p:tgtEl>
                                                <p:sldTgt/>
                                              </p:tgtEl>
                                            </p:cond>
                                          </p:endCondLst>
                                        </p:cTn>
                                        <p:tgtEl>
                                          <p:sndTgt r:embed="rId3" name="CAMERA.WAV"/>
                                        </p:tgtEl>
                                      </p:cMediaNode>
                                    </p:audio>
                                  </p:subTnLst>
                                </p:cTn>
                              </p:par>
                            </p:childTnLst>
                          </p:cTn>
                        </p:par>
                        <p:par>
                          <p:cTn id="47" fill="hold">
                            <p:stCondLst>
                              <p:cond delay="1500"/>
                            </p:stCondLst>
                            <p:childTnLst>
                              <p:par>
                                <p:cTn id="48" presetID="23" presetClass="entr" presetSubtype="288" fill="hold" grpId="0" nodeType="afterEffect">
                                  <p:stCondLst>
                                    <p:cond delay="200"/>
                                  </p:stCondLst>
                                  <p:childTnLst>
                                    <p:set>
                                      <p:cBhvr>
                                        <p:cTn id="49" dur="1" fill="hold">
                                          <p:stCondLst>
                                            <p:cond delay="0"/>
                                          </p:stCondLst>
                                        </p:cTn>
                                        <p:tgtEl>
                                          <p:spTgt spid="24"/>
                                        </p:tgtEl>
                                        <p:attrNameLst>
                                          <p:attrName>style.visibility</p:attrName>
                                        </p:attrNameLst>
                                      </p:cBhvr>
                                      <p:to>
                                        <p:strVal val="visible"/>
                                      </p:to>
                                    </p:set>
                                    <p:anim calcmode="lin" valueType="num">
                                      <p:cBhvr>
                                        <p:cTn id="50" dur="500" fill="hold"/>
                                        <p:tgtEl>
                                          <p:spTgt spid="24"/>
                                        </p:tgtEl>
                                        <p:attrNameLst>
                                          <p:attrName>ppt_w</p:attrName>
                                        </p:attrNameLst>
                                      </p:cBhvr>
                                      <p:tavLst>
                                        <p:tav tm="0">
                                          <p:val>
                                            <p:strVal val="4/3*#ppt_w"/>
                                          </p:val>
                                        </p:tav>
                                        <p:tav tm="100000">
                                          <p:val>
                                            <p:strVal val="#ppt_w"/>
                                          </p:val>
                                        </p:tav>
                                      </p:tavLst>
                                    </p:anim>
                                    <p:anim calcmode="lin" valueType="num">
                                      <p:cBhvr>
                                        <p:cTn id="51" dur="500" fill="hold"/>
                                        <p:tgtEl>
                                          <p:spTgt spid="24"/>
                                        </p:tgtEl>
                                        <p:attrNameLst>
                                          <p:attrName>ppt_h</p:attrName>
                                        </p:attrNameLst>
                                      </p:cBhvr>
                                      <p:tavLst>
                                        <p:tav tm="0">
                                          <p:val>
                                            <p:strVal val="4/3*#ppt_h"/>
                                          </p:val>
                                        </p:tav>
                                        <p:tav tm="100000">
                                          <p:val>
                                            <p:strVal val="#ppt_h"/>
                                          </p:val>
                                        </p:tav>
                                      </p:tavLst>
                                    </p:anim>
                                  </p:childTnLst>
                                  <p:subTnLst>
                                    <p:audio>
                                      <p:cMediaNode>
                                        <p:cTn display="0" masterRel="sameClick">
                                          <p:stCondLst>
                                            <p:cond evt="begin" delay="0">
                                              <p:tn val="48"/>
                                            </p:cond>
                                          </p:stCondLst>
                                          <p:endCondLst>
                                            <p:cond evt="onStopAudio" delay="0">
                                              <p:tgtEl>
                                                <p:sldTgt/>
                                              </p:tgtEl>
                                            </p:cond>
                                          </p:endCondLst>
                                        </p:cTn>
                                        <p:tgtEl>
                                          <p:sndTgt r:embed="rId3" name="CAMERA.WAV"/>
                                        </p:tgtEl>
                                      </p:cMediaNode>
                                    </p:audio>
                                  </p:subTnLst>
                                </p:cTn>
                              </p:par>
                            </p:childTnLst>
                          </p:cTn>
                        </p:par>
                      </p:childTnLst>
                    </p:cTn>
                  </p:par>
                  <p:par>
                    <p:cTn id="52" fill="hold">
                      <p:stCondLst>
                        <p:cond delay="indefinite"/>
                      </p:stCondLst>
                      <p:childTnLst>
                        <p:par>
                          <p:cTn id="53" fill="hold">
                            <p:stCondLst>
                              <p:cond delay="0"/>
                            </p:stCondLst>
                            <p:childTnLst>
                              <p:par>
                                <p:cTn id="54" presetID="22" presetClass="entr" presetSubtype="8" fill="hold" grpId="0" nodeType="clickEffect">
                                  <p:stCondLst>
                                    <p:cond delay="0"/>
                                  </p:stCondLst>
                                  <p:iterate type="lt">
                                    <p:tmPct val="30000"/>
                                  </p:iterate>
                                  <p:childTnLst>
                                    <p:set>
                                      <p:cBhvr>
                                        <p:cTn id="55" dur="1" fill="hold">
                                          <p:stCondLst>
                                            <p:cond delay="0"/>
                                          </p:stCondLst>
                                        </p:cTn>
                                        <p:tgtEl>
                                          <p:spTgt spid="26"/>
                                        </p:tgtEl>
                                        <p:attrNameLst>
                                          <p:attrName>style.visibility</p:attrName>
                                        </p:attrNameLst>
                                      </p:cBhvr>
                                      <p:to>
                                        <p:strVal val="visible"/>
                                      </p:to>
                                    </p:set>
                                    <p:animEffect transition="in" filter="wipe(left)">
                                      <p:cBhvr>
                                        <p:cTn id="56" dur="500"/>
                                        <p:tgtEl>
                                          <p:spTgt spid="26"/>
                                        </p:tgtEl>
                                      </p:cBhvr>
                                    </p:animEffect>
                                  </p:childTnLst>
                                  <p:subTnLst>
                                    <p:audio>
                                      <p:cMediaNode>
                                        <p:cTn display="0" masterRel="sameClick">
                                          <p:stCondLst>
                                            <p:cond evt="begin" delay="0">
                                              <p:tn val="54"/>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utoUpdateAnimBg="0"/>
      <p:bldP spid="21" grpId="0" animBg="1"/>
      <p:bldP spid="22" grpId="0" autoUpdateAnimBg="0"/>
      <p:bldP spid="23" grpId="0" build="p" autoUpdateAnimBg="0"/>
      <p:bldP spid="24" grpId="0" animBg="1"/>
      <p:bldP spid="25" grpId="0" autoUpdateAnimBg="0"/>
      <p:bldP spid="26" grpId="0" autoUpdateAnimBg="0"/>
      <p:bldP spid="14" grpId="0" uiExpand="1" build="p" autoUpdateAnimBg="0"/>
      <p:bldP spid="15" grpId="0" autoUpdateAnimBg="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164442" y="91693"/>
            <a:ext cx="5546711" cy="615553"/>
          </a:xfrm>
          <a:prstGeom prst="rect">
            <a:avLst/>
          </a:prstGeom>
        </p:spPr>
        <p:txBody>
          <a:bodyPr wrap="none">
            <a:spAutoFit/>
          </a:bodyPr>
          <a:lstStyle/>
          <a:p>
            <a:pPr>
              <a:defRPr/>
            </a:pPr>
            <a:r>
              <a:rPr kumimoji="1" lang="zh-CN" altLang="en-US" sz="3400" i="0" dirty="0">
                <a:solidFill>
                  <a:srgbClr val="FFFFFF"/>
                </a:solidFill>
                <a:latin typeface="微软雅黑" panose="020B0503020204020204" pitchFamily="34" charset="-122"/>
                <a:ea typeface="微软雅黑" panose="020B0503020204020204" pitchFamily="34" charset="-122"/>
              </a:rPr>
              <a:t>第二章</a:t>
            </a:r>
            <a:r>
              <a:rPr kumimoji="1" lang="en-US" altLang="zh-CN" sz="3400" i="0" dirty="0">
                <a:solidFill>
                  <a:srgbClr val="FFFFFF"/>
                </a:solidFill>
                <a:latin typeface="微软雅黑" panose="020B0503020204020204" pitchFamily="34" charset="-122"/>
                <a:ea typeface="微软雅黑" panose="020B0503020204020204" pitchFamily="34" charset="-122"/>
              </a:rPr>
              <a:t> </a:t>
            </a:r>
            <a:r>
              <a:rPr kumimoji="1" lang="zh-CN" altLang="en-US" sz="3400" i="0" dirty="0">
                <a:solidFill>
                  <a:srgbClr val="FFFFFF"/>
                </a:solidFill>
                <a:latin typeface="微软雅黑" panose="020B0503020204020204" pitchFamily="34" charset="-122"/>
                <a:ea typeface="微软雅黑" panose="020B0503020204020204" pitchFamily="34" charset="-122"/>
              </a:rPr>
              <a:t>平面问题的受力分析</a:t>
            </a:r>
          </a:p>
        </p:txBody>
      </p:sp>
      <p:sp>
        <p:nvSpPr>
          <p:cNvPr id="6" name="Text Box 9"/>
          <p:cNvSpPr txBox="1">
            <a:spLocks noChangeArrowheads="1"/>
          </p:cNvSpPr>
          <p:nvPr/>
        </p:nvSpPr>
        <p:spPr bwMode="auto">
          <a:xfrm>
            <a:off x="1055440" y="962078"/>
            <a:ext cx="10081120" cy="16435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just">
              <a:spcBef>
                <a:spcPct val="20000"/>
              </a:spcBef>
              <a:buClr>
                <a:schemeClr val="accent1"/>
              </a:buClr>
              <a:buSzPct val="75000"/>
              <a:buFont typeface="Monotype Sorts" pitchFamily="2" charset="2"/>
              <a:buChar char="•"/>
              <a:defRPr kumimoji="1" sz="2400">
                <a:solidFill>
                  <a:schemeClr val="tx1"/>
                </a:solidFill>
                <a:latin typeface="Impact" panose="020B0806030902050204" pitchFamily="34" charset="0"/>
                <a:ea typeface="宋体" panose="02010600030101010101" pitchFamily="2" charset="-122"/>
              </a:defRPr>
            </a:lvl1pPr>
            <a:lvl2pPr marL="742950" indent="-285750">
              <a:spcBef>
                <a:spcPct val="20000"/>
              </a:spcBef>
              <a:buClr>
                <a:schemeClr val="accent2"/>
              </a:buClr>
              <a:buChar char="•"/>
              <a:defRPr kumimoji="1" sz="2000">
                <a:solidFill>
                  <a:schemeClr val="tx1"/>
                </a:solidFill>
                <a:latin typeface="Impact" panose="020B0806030902050204" pitchFamily="34" charset="0"/>
                <a:ea typeface="宋体" panose="02010600030101010101" pitchFamily="2" charset="-122"/>
              </a:defRPr>
            </a:lvl2pPr>
            <a:lvl3pPr marL="1143000" indent="-228600">
              <a:spcBef>
                <a:spcPct val="20000"/>
              </a:spcBef>
              <a:buChar char="–"/>
              <a:defRPr kumimoji="1" sz="2400">
                <a:solidFill>
                  <a:schemeClr val="tx1"/>
                </a:solidFill>
                <a:latin typeface="Impact" panose="020B0806030902050204" pitchFamily="34" charset="0"/>
                <a:ea typeface="宋体" panose="02010600030101010101" pitchFamily="2" charset="-122"/>
              </a:defRPr>
            </a:lvl3pPr>
            <a:lvl4pPr marL="1600200" indent="-228600">
              <a:spcBef>
                <a:spcPct val="20000"/>
              </a:spcBef>
              <a:buChar char="–"/>
              <a:defRPr kumimoji="1" sz="2000">
                <a:solidFill>
                  <a:schemeClr val="tx1"/>
                </a:solidFill>
                <a:latin typeface="Impact" panose="020B0806030902050204" pitchFamily="34" charset="0"/>
                <a:ea typeface="宋体" panose="02010600030101010101" pitchFamily="2" charset="-122"/>
              </a:defRPr>
            </a:lvl4pPr>
            <a:lvl5pPr marL="2057400" indent="-228600">
              <a:spcBef>
                <a:spcPct val="20000"/>
              </a:spcBef>
              <a:buChar char="»"/>
              <a:defRPr kumimoji="1" sz="2000">
                <a:solidFill>
                  <a:schemeClr val="tx1"/>
                </a:solidFill>
                <a:latin typeface="Impact" panose="020B0806030902050204" pitchFamily="34"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9pPr>
          </a:lstStyle>
          <a:p>
            <a:pPr>
              <a:lnSpc>
                <a:spcPct val="120000"/>
              </a:lnSpc>
              <a:spcBef>
                <a:spcPct val="0"/>
              </a:spcBef>
              <a:buClrTx/>
              <a:buSzTx/>
              <a:buNone/>
            </a:pPr>
            <a:r>
              <a:rPr lang="zh-CN" altLang="en-US" sz="2800" i="0" dirty="0">
                <a:latin typeface="微软雅黑" panose="020B0503020204020204" pitchFamily="34" charset="-122"/>
                <a:ea typeface="微软雅黑" panose="020B0503020204020204" pitchFamily="34" charset="-122"/>
              </a:rPr>
              <a:t>这些问题中未知量个数超过了能列出独立方程的个数，都是静不定问题。对于超静定问题的求解，要考虑构件的变形条件，将在材料力学中讨论。</a:t>
            </a:r>
          </a:p>
        </p:txBody>
      </p:sp>
      <p:sp>
        <p:nvSpPr>
          <p:cNvPr id="16" name="Rectangle 61"/>
          <p:cNvSpPr>
            <a:spLocks noChangeArrowheads="1"/>
          </p:cNvSpPr>
          <p:nvPr/>
        </p:nvSpPr>
        <p:spPr bwMode="auto">
          <a:xfrm>
            <a:off x="1271464" y="2860437"/>
            <a:ext cx="9865096" cy="3232859"/>
          </a:xfrm>
          <a:prstGeom prst="rect">
            <a:avLst/>
          </a:prstGeom>
          <a:solidFill>
            <a:srgbClr val="B9CDE5"/>
          </a:solidFill>
          <a:ln>
            <a:noFill/>
          </a:ln>
          <a:effectLst/>
        </p:spPr>
        <p:txBody>
          <a:bodyPr wrap="none" anchor="ctr"/>
          <a:lstStyle/>
          <a:p>
            <a:endParaRPr lang="zh-CN" altLang="en-US"/>
          </a:p>
        </p:txBody>
      </p:sp>
      <p:grpSp>
        <p:nvGrpSpPr>
          <p:cNvPr id="17" name="Group 3"/>
          <p:cNvGrpSpPr>
            <a:grpSpLocks/>
          </p:cNvGrpSpPr>
          <p:nvPr/>
        </p:nvGrpSpPr>
        <p:grpSpPr bwMode="auto">
          <a:xfrm>
            <a:off x="4021881" y="3766567"/>
            <a:ext cx="2747963" cy="1277938"/>
            <a:chOff x="1624" y="2456"/>
            <a:chExt cx="1731" cy="805"/>
          </a:xfrm>
        </p:grpSpPr>
        <p:grpSp>
          <p:nvGrpSpPr>
            <p:cNvPr id="19" name="Group 4"/>
            <p:cNvGrpSpPr>
              <a:grpSpLocks/>
            </p:cNvGrpSpPr>
            <p:nvPr/>
          </p:nvGrpSpPr>
          <p:grpSpPr bwMode="auto">
            <a:xfrm>
              <a:off x="1624" y="2456"/>
              <a:ext cx="1731" cy="805"/>
              <a:chOff x="1808" y="2456"/>
              <a:chExt cx="1731" cy="805"/>
            </a:xfrm>
          </p:grpSpPr>
          <p:sp>
            <p:nvSpPr>
              <p:cNvPr id="28" name="Text Box 5"/>
              <p:cNvSpPr txBox="1">
                <a:spLocks noChangeAspect="1" noChangeArrowheads="1"/>
              </p:cNvSpPr>
              <p:nvPr/>
            </p:nvSpPr>
            <p:spPr bwMode="auto">
              <a:xfrm>
                <a:off x="3275" y="2826"/>
                <a:ext cx="264" cy="24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just"/>
                <a:r>
                  <a:rPr lang="en-US" altLang="zh-CN" i="1">
                    <a:solidFill>
                      <a:schemeClr val="tx1"/>
                    </a:solidFill>
                    <a:ea typeface="宋体" panose="02010600030101010101" pitchFamily="2" charset="-122"/>
                  </a:rPr>
                  <a:t>C</a:t>
                </a:r>
              </a:p>
            </p:txBody>
          </p:sp>
          <p:grpSp>
            <p:nvGrpSpPr>
              <p:cNvPr id="29" name="Group 6"/>
              <p:cNvGrpSpPr>
                <a:grpSpLocks/>
              </p:cNvGrpSpPr>
              <p:nvPr/>
            </p:nvGrpSpPr>
            <p:grpSpPr bwMode="auto">
              <a:xfrm rot="5400000">
                <a:off x="1919" y="2507"/>
                <a:ext cx="98" cy="178"/>
                <a:chOff x="5152" y="2677"/>
                <a:chExt cx="186" cy="300"/>
              </a:xfrm>
            </p:grpSpPr>
            <p:sp>
              <p:nvSpPr>
                <p:cNvPr id="51" name="Rectangle 7" descr="宽上对角线"/>
                <p:cNvSpPr>
                  <a:spLocks noChangeArrowheads="1"/>
                </p:cNvSpPr>
                <p:nvPr/>
              </p:nvSpPr>
              <p:spPr bwMode="auto">
                <a:xfrm>
                  <a:off x="5160" y="2677"/>
                  <a:ext cx="178" cy="300"/>
                </a:xfrm>
                <a:prstGeom prst="rect">
                  <a:avLst/>
                </a:prstGeom>
                <a:pattFill prst="wdUpDiag">
                  <a:fgClr>
                    <a:schemeClr val="tx1"/>
                  </a:fgClr>
                  <a:bgClr>
                    <a:srgbClr val="FFFF66"/>
                  </a:bgClr>
                </a:pattFill>
                <a:ln w="2857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52" name="Rectangle 8" descr="宽上对角线"/>
                <p:cNvSpPr>
                  <a:spLocks noChangeArrowheads="1"/>
                </p:cNvSpPr>
                <p:nvPr/>
              </p:nvSpPr>
              <p:spPr bwMode="auto">
                <a:xfrm>
                  <a:off x="5152" y="2687"/>
                  <a:ext cx="175" cy="273"/>
                </a:xfrm>
                <a:prstGeom prst="rect">
                  <a:avLst/>
                </a:prstGeom>
                <a:pattFill prst="wdUpDiag">
                  <a:fgClr>
                    <a:schemeClr val="tx1"/>
                  </a:fgClr>
                  <a:bgClr>
                    <a:srgbClr val="FFFF66"/>
                  </a:bgClr>
                </a:pattFill>
                <a:ln>
                  <a:noFill/>
                </a:ln>
                <a:effectLst/>
                <a:extLs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grpSp>
            <p:nvGrpSpPr>
              <p:cNvPr id="30" name="Group 9"/>
              <p:cNvGrpSpPr>
                <a:grpSpLocks/>
              </p:cNvGrpSpPr>
              <p:nvPr/>
            </p:nvGrpSpPr>
            <p:grpSpPr bwMode="auto">
              <a:xfrm rot="5400000">
                <a:off x="1924" y="2737"/>
                <a:ext cx="100" cy="187"/>
                <a:chOff x="5501" y="2673"/>
                <a:chExt cx="153" cy="300"/>
              </a:xfrm>
            </p:grpSpPr>
            <p:sp>
              <p:nvSpPr>
                <p:cNvPr id="49" name="Rectangle 10" descr="宽上对角线"/>
                <p:cNvSpPr>
                  <a:spLocks noChangeArrowheads="1"/>
                </p:cNvSpPr>
                <p:nvPr/>
              </p:nvSpPr>
              <p:spPr bwMode="auto">
                <a:xfrm flipH="1">
                  <a:off x="5501" y="2673"/>
                  <a:ext cx="144" cy="300"/>
                </a:xfrm>
                <a:prstGeom prst="rect">
                  <a:avLst/>
                </a:prstGeom>
                <a:pattFill prst="wdUpDiag">
                  <a:fgClr>
                    <a:schemeClr val="tx1"/>
                  </a:fgClr>
                  <a:bgClr>
                    <a:srgbClr val="FFFF66"/>
                  </a:bgClr>
                </a:pattFill>
                <a:ln w="2857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50" name="Rectangle 11" descr="宽上对角线"/>
                <p:cNvSpPr>
                  <a:spLocks noChangeArrowheads="1"/>
                </p:cNvSpPr>
                <p:nvPr/>
              </p:nvSpPr>
              <p:spPr bwMode="auto">
                <a:xfrm flipH="1">
                  <a:off x="5513" y="2683"/>
                  <a:ext cx="141" cy="273"/>
                </a:xfrm>
                <a:prstGeom prst="rect">
                  <a:avLst/>
                </a:prstGeom>
                <a:pattFill prst="wdUpDiag">
                  <a:fgClr>
                    <a:schemeClr val="tx1"/>
                  </a:fgClr>
                  <a:bgClr>
                    <a:srgbClr val="FFFF66"/>
                  </a:bgClr>
                </a:pattFill>
                <a:ln>
                  <a:noFill/>
                </a:ln>
                <a:effectLst/>
                <a:extLs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sp>
            <p:nvSpPr>
              <p:cNvPr id="31" name="Text Box 12"/>
              <p:cNvSpPr txBox="1">
                <a:spLocks noChangeAspect="1" noChangeArrowheads="1"/>
              </p:cNvSpPr>
              <p:nvPr/>
            </p:nvSpPr>
            <p:spPr bwMode="auto">
              <a:xfrm>
                <a:off x="2835" y="2831"/>
                <a:ext cx="336" cy="2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just"/>
                <a:r>
                  <a:rPr lang="en-US" altLang="zh-CN" i="1">
                    <a:solidFill>
                      <a:schemeClr val="tx1"/>
                    </a:solidFill>
                    <a:ea typeface="宋体" panose="02010600030101010101" pitchFamily="2" charset="-122"/>
                  </a:rPr>
                  <a:t>B</a:t>
                </a:r>
              </a:p>
            </p:txBody>
          </p:sp>
          <p:sp>
            <p:nvSpPr>
              <p:cNvPr id="32" name="Text Box 13"/>
              <p:cNvSpPr txBox="1">
                <a:spLocks noChangeAspect="1" noChangeArrowheads="1"/>
              </p:cNvSpPr>
              <p:nvPr/>
            </p:nvSpPr>
            <p:spPr bwMode="auto">
              <a:xfrm>
                <a:off x="1808" y="2832"/>
                <a:ext cx="324" cy="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r>
                  <a:rPr lang="en-US" altLang="zh-CN" i="1">
                    <a:solidFill>
                      <a:schemeClr val="tx1"/>
                    </a:solidFill>
                    <a:ea typeface="宋体" panose="02010600030101010101" pitchFamily="2" charset="-122"/>
                  </a:rPr>
                  <a:t>A</a:t>
                </a:r>
              </a:p>
            </p:txBody>
          </p:sp>
          <p:sp>
            <p:nvSpPr>
              <p:cNvPr id="33" name="Rectangle 14"/>
              <p:cNvSpPr>
                <a:spLocks noChangeArrowheads="1"/>
              </p:cNvSpPr>
              <p:nvPr/>
            </p:nvSpPr>
            <p:spPr bwMode="auto">
              <a:xfrm>
                <a:off x="1872" y="2677"/>
                <a:ext cx="1604" cy="75"/>
              </a:xfrm>
              <a:prstGeom prst="rect">
                <a:avLst/>
              </a:prstGeom>
              <a:gradFill rotWithShape="1">
                <a:gsLst>
                  <a:gs pos="0">
                    <a:srgbClr val="5F5F5F"/>
                  </a:gs>
                  <a:gs pos="50000">
                    <a:srgbClr val="5F5F5F">
                      <a:gamma/>
                      <a:tint val="9412"/>
                      <a:invGamma/>
                    </a:srgbClr>
                  </a:gs>
                  <a:gs pos="100000">
                    <a:srgbClr val="5F5F5F"/>
                  </a:gs>
                </a:gsLst>
                <a:lin ang="5400000" scaled="1"/>
              </a:gra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34" name="Group 15"/>
              <p:cNvGrpSpPr>
                <a:grpSpLocks/>
              </p:cNvGrpSpPr>
              <p:nvPr/>
            </p:nvGrpSpPr>
            <p:grpSpPr bwMode="auto">
              <a:xfrm rot="5400000">
                <a:off x="2907" y="2508"/>
                <a:ext cx="98" cy="178"/>
                <a:chOff x="5152" y="2677"/>
                <a:chExt cx="186" cy="300"/>
              </a:xfrm>
            </p:grpSpPr>
            <p:sp>
              <p:nvSpPr>
                <p:cNvPr id="47" name="Rectangle 16" descr="宽上对角线"/>
                <p:cNvSpPr>
                  <a:spLocks noChangeArrowheads="1"/>
                </p:cNvSpPr>
                <p:nvPr/>
              </p:nvSpPr>
              <p:spPr bwMode="auto">
                <a:xfrm>
                  <a:off x="5160" y="2677"/>
                  <a:ext cx="178" cy="300"/>
                </a:xfrm>
                <a:prstGeom prst="rect">
                  <a:avLst/>
                </a:prstGeom>
                <a:pattFill prst="wdUpDiag">
                  <a:fgClr>
                    <a:schemeClr val="tx1"/>
                  </a:fgClr>
                  <a:bgClr>
                    <a:srgbClr val="FFFF66"/>
                  </a:bgClr>
                </a:pattFill>
                <a:ln w="2857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8" name="Rectangle 17" descr="宽上对角线"/>
                <p:cNvSpPr>
                  <a:spLocks noChangeArrowheads="1"/>
                </p:cNvSpPr>
                <p:nvPr/>
              </p:nvSpPr>
              <p:spPr bwMode="auto">
                <a:xfrm>
                  <a:off x="5152" y="2687"/>
                  <a:ext cx="175" cy="273"/>
                </a:xfrm>
                <a:prstGeom prst="rect">
                  <a:avLst/>
                </a:prstGeom>
                <a:pattFill prst="wdUpDiag">
                  <a:fgClr>
                    <a:schemeClr val="tx1"/>
                  </a:fgClr>
                  <a:bgClr>
                    <a:srgbClr val="FFFF66"/>
                  </a:bgClr>
                </a:pattFill>
                <a:ln>
                  <a:noFill/>
                </a:ln>
                <a:effectLst/>
                <a:extLs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grpSp>
            <p:nvGrpSpPr>
              <p:cNvPr id="35" name="Group 18"/>
              <p:cNvGrpSpPr>
                <a:grpSpLocks/>
              </p:cNvGrpSpPr>
              <p:nvPr/>
            </p:nvGrpSpPr>
            <p:grpSpPr bwMode="auto">
              <a:xfrm rot="5400000">
                <a:off x="2912" y="2734"/>
                <a:ext cx="100" cy="187"/>
                <a:chOff x="5501" y="2673"/>
                <a:chExt cx="153" cy="300"/>
              </a:xfrm>
            </p:grpSpPr>
            <p:sp>
              <p:nvSpPr>
                <p:cNvPr id="45" name="Rectangle 19" descr="宽上对角线"/>
                <p:cNvSpPr>
                  <a:spLocks noChangeArrowheads="1"/>
                </p:cNvSpPr>
                <p:nvPr/>
              </p:nvSpPr>
              <p:spPr bwMode="auto">
                <a:xfrm flipH="1">
                  <a:off x="5501" y="2673"/>
                  <a:ext cx="144" cy="300"/>
                </a:xfrm>
                <a:prstGeom prst="rect">
                  <a:avLst/>
                </a:prstGeom>
                <a:pattFill prst="wdUpDiag">
                  <a:fgClr>
                    <a:schemeClr val="tx1"/>
                  </a:fgClr>
                  <a:bgClr>
                    <a:srgbClr val="FFFF66"/>
                  </a:bgClr>
                </a:pattFill>
                <a:ln w="2857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6" name="Rectangle 20" descr="宽上对角线"/>
                <p:cNvSpPr>
                  <a:spLocks noChangeArrowheads="1"/>
                </p:cNvSpPr>
                <p:nvPr/>
              </p:nvSpPr>
              <p:spPr bwMode="auto">
                <a:xfrm flipH="1">
                  <a:off x="5513" y="2683"/>
                  <a:ext cx="141" cy="273"/>
                </a:xfrm>
                <a:prstGeom prst="rect">
                  <a:avLst/>
                </a:prstGeom>
                <a:pattFill prst="wdUpDiag">
                  <a:fgClr>
                    <a:schemeClr val="tx1"/>
                  </a:fgClr>
                  <a:bgClr>
                    <a:srgbClr val="FFFF66"/>
                  </a:bgClr>
                </a:pattFill>
                <a:ln>
                  <a:noFill/>
                </a:ln>
                <a:effectLst/>
                <a:extLs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grpSp>
            <p:nvGrpSpPr>
              <p:cNvPr id="36" name="Group 21"/>
              <p:cNvGrpSpPr>
                <a:grpSpLocks/>
              </p:cNvGrpSpPr>
              <p:nvPr/>
            </p:nvGrpSpPr>
            <p:grpSpPr bwMode="auto">
              <a:xfrm rot="5400000">
                <a:off x="3335" y="2512"/>
                <a:ext cx="98" cy="178"/>
                <a:chOff x="5152" y="2677"/>
                <a:chExt cx="186" cy="300"/>
              </a:xfrm>
            </p:grpSpPr>
            <p:sp>
              <p:nvSpPr>
                <p:cNvPr id="43" name="Rectangle 22" descr="宽上对角线"/>
                <p:cNvSpPr>
                  <a:spLocks noChangeArrowheads="1"/>
                </p:cNvSpPr>
                <p:nvPr/>
              </p:nvSpPr>
              <p:spPr bwMode="auto">
                <a:xfrm>
                  <a:off x="5160" y="2677"/>
                  <a:ext cx="178" cy="300"/>
                </a:xfrm>
                <a:prstGeom prst="rect">
                  <a:avLst/>
                </a:prstGeom>
                <a:pattFill prst="wdUpDiag">
                  <a:fgClr>
                    <a:schemeClr val="tx1"/>
                  </a:fgClr>
                  <a:bgClr>
                    <a:srgbClr val="FFFF66"/>
                  </a:bgClr>
                </a:pattFill>
                <a:ln w="2857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4" name="Rectangle 23" descr="宽上对角线"/>
                <p:cNvSpPr>
                  <a:spLocks noChangeArrowheads="1"/>
                </p:cNvSpPr>
                <p:nvPr/>
              </p:nvSpPr>
              <p:spPr bwMode="auto">
                <a:xfrm>
                  <a:off x="5152" y="2687"/>
                  <a:ext cx="175" cy="273"/>
                </a:xfrm>
                <a:prstGeom prst="rect">
                  <a:avLst/>
                </a:prstGeom>
                <a:pattFill prst="wdUpDiag">
                  <a:fgClr>
                    <a:schemeClr val="tx1"/>
                  </a:fgClr>
                  <a:bgClr>
                    <a:srgbClr val="FFFF66"/>
                  </a:bgClr>
                </a:pattFill>
                <a:ln>
                  <a:noFill/>
                </a:ln>
                <a:effectLst/>
                <a:extLs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grpSp>
            <p:nvGrpSpPr>
              <p:cNvPr id="37" name="Group 24"/>
              <p:cNvGrpSpPr>
                <a:grpSpLocks/>
              </p:cNvGrpSpPr>
              <p:nvPr/>
            </p:nvGrpSpPr>
            <p:grpSpPr bwMode="auto">
              <a:xfrm rot="5400000">
                <a:off x="3336" y="2738"/>
                <a:ext cx="100" cy="187"/>
                <a:chOff x="5501" y="2673"/>
                <a:chExt cx="153" cy="300"/>
              </a:xfrm>
            </p:grpSpPr>
            <p:sp>
              <p:nvSpPr>
                <p:cNvPr id="41" name="Rectangle 25" descr="宽上对角线"/>
                <p:cNvSpPr>
                  <a:spLocks noChangeArrowheads="1"/>
                </p:cNvSpPr>
                <p:nvPr/>
              </p:nvSpPr>
              <p:spPr bwMode="auto">
                <a:xfrm flipH="1">
                  <a:off x="5501" y="2673"/>
                  <a:ext cx="144" cy="300"/>
                </a:xfrm>
                <a:prstGeom prst="rect">
                  <a:avLst/>
                </a:prstGeom>
                <a:pattFill prst="wdUpDiag">
                  <a:fgClr>
                    <a:schemeClr val="tx1"/>
                  </a:fgClr>
                  <a:bgClr>
                    <a:srgbClr val="FFFF66"/>
                  </a:bgClr>
                </a:pattFill>
                <a:ln w="2857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2" name="Rectangle 26" descr="宽上对角线"/>
                <p:cNvSpPr>
                  <a:spLocks noChangeArrowheads="1"/>
                </p:cNvSpPr>
                <p:nvPr/>
              </p:nvSpPr>
              <p:spPr bwMode="auto">
                <a:xfrm flipH="1">
                  <a:off x="5513" y="2683"/>
                  <a:ext cx="141" cy="273"/>
                </a:xfrm>
                <a:prstGeom prst="rect">
                  <a:avLst/>
                </a:prstGeom>
                <a:pattFill prst="wdUpDiag">
                  <a:fgClr>
                    <a:schemeClr val="tx1"/>
                  </a:fgClr>
                  <a:bgClr>
                    <a:srgbClr val="FFFF66"/>
                  </a:bgClr>
                </a:pattFill>
                <a:ln>
                  <a:noFill/>
                </a:ln>
                <a:effectLst/>
                <a:extLs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sp>
            <p:nvSpPr>
              <p:cNvPr id="38" name="AutoShape 27"/>
              <p:cNvSpPr>
                <a:spLocks noChangeArrowheads="1"/>
              </p:cNvSpPr>
              <p:nvPr/>
            </p:nvSpPr>
            <p:spPr bwMode="auto">
              <a:xfrm>
                <a:off x="2492" y="2456"/>
                <a:ext cx="172" cy="492"/>
              </a:xfrm>
              <a:prstGeom prst="roundRect">
                <a:avLst>
                  <a:gd name="adj" fmla="val 0"/>
                </a:avLst>
              </a:prstGeom>
              <a:gradFill rotWithShape="1">
                <a:gsLst>
                  <a:gs pos="0">
                    <a:srgbClr val="5F5F5F"/>
                  </a:gs>
                  <a:gs pos="50000">
                    <a:srgbClr val="5F5F5F">
                      <a:gamma/>
                      <a:tint val="9412"/>
                      <a:invGamma/>
                    </a:srgbClr>
                  </a:gs>
                  <a:gs pos="100000">
                    <a:srgbClr val="5F5F5F"/>
                  </a:gs>
                </a:gsLst>
                <a:lin ang="0" scaled="1"/>
              </a:gradFill>
              <a:ln w="2857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 name="Text Box 28"/>
              <p:cNvSpPr txBox="1">
                <a:spLocks noChangeAspect="1" noChangeArrowheads="1"/>
              </p:cNvSpPr>
              <p:nvPr/>
            </p:nvSpPr>
            <p:spPr bwMode="auto">
              <a:xfrm>
                <a:off x="2583" y="2935"/>
                <a:ext cx="356"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p>
                <a:pPr algn="just"/>
                <a:r>
                  <a:rPr lang="en-US" altLang="zh-CN" b="1" i="1">
                    <a:solidFill>
                      <a:srgbClr val="FF0000"/>
                    </a:solidFill>
                    <a:ea typeface="宋体" panose="02010600030101010101" pitchFamily="2" charset="-122"/>
                  </a:rPr>
                  <a:t>G</a:t>
                </a:r>
                <a:endParaRPr lang="en-US" altLang="zh-CN" baseline="-25000">
                  <a:solidFill>
                    <a:srgbClr val="FF5050"/>
                  </a:solidFill>
                  <a:ea typeface="宋体" panose="02010600030101010101" pitchFamily="2" charset="-122"/>
                </a:endParaRPr>
              </a:p>
            </p:txBody>
          </p:sp>
          <p:sp>
            <p:nvSpPr>
              <p:cNvPr id="40" name="Line 29"/>
              <p:cNvSpPr>
                <a:spLocks noChangeAspect="1" noChangeShapeType="1"/>
              </p:cNvSpPr>
              <p:nvPr/>
            </p:nvSpPr>
            <p:spPr bwMode="auto">
              <a:xfrm>
                <a:off x="2578" y="2704"/>
                <a:ext cx="0" cy="435"/>
              </a:xfrm>
              <a:prstGeom prst="line">
                <a:avLst/>
              </a:prstGeom>
              <a:noFill/>
              <a:ln w="38100">
                <a:solidFill>
                  <a:srgbClr val="FF00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sp>
          <p:nvSpPr>
            <p:cNvPr id="20" name="Text Box 30"/>
            <p:cNvSpPr txBox="1">
              <a:spLocks noChangeAspect="1" noChangeArrowheads="1"/>
            </p:cNvSpPr>
            <p:nvPr/>
          </p:nvSpPr>
          <p:spPr bwMode="auto">
            <a:xfrm>
              <a:off x="2399" y="2935"/>
              <a:ext cx="356"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p>
              <a:pPr algn="just"/>
              <a:r>
                <a:rPr lang="en-US" altLang="zh-CN" b="1" i="1">
                  <a:solidFill>
                    <a:srgbClr val="FF0000"/>
                  </a:solidFill>
                  <a:ea typeface="宋体" panose="02010600030101010101" pitchFamily="2" charset="-122"/>
                </a:rPr>
                <a:t>G</a:t>
              </a:r>
              <a:endParaRPr lang="en-US" altLang="zh-CN" baseline="-25000">
                <a:solidFill>
                  <a:srgbClr val="FF5050"/>
                </a:solidFill>
                <a:ea typeface="宋体" panose="02010600030101010101" pitchFamily="2" charset="-122"/>
              </a:endParaRPr>
            </a:p>
          </p:txBody>
        </p:sp>
        <p:sp>
          <p:nvSpPr>
            <p:cNvPr id="27" name="Line 31"/>
            <p:cNvSpPr>
              <a:spLocks noChangeAspect="1" noChangeShapeType="1"/>
            </p:cNvSpPr>
            <p:nvPr/>
          </p:nvSpPr>
          <p:spPr bwMode="auto">
            <a:xfrm>
              <a:off x="2394" y="2704"/>
              <a:ext cx="0" cy="435"/>
            </a:xfrm>
            <a:prstGeom prst="line">
              <a:avLst/>
            </a:prstGeom>
            <a:noFill/>
            <a:ln w="38100">
              <a:solidFill>
                <a:srgbClr val="FF00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grpSp>
        <p:nvGrpSpPr>
          <p:cNvPr id="53" name="Group 33"/>
          <p:cNvGrpSpPr>
            <a:grpSpLocks/>
          </p:cNvGrpSpPr>
          <p:nvPr/>
        </p:nvGrpSpPr>
        <p:grpSpPr bwMode="auto">
          <a:xfrm>
            <a:off x="1939081" y="3069655"/>
            <a:ext cx="1831975" cy="2012950"/>
            <a:chOff x="530" y="2733"/>
            <a:chExt cx="1154" cy="1268"/>
          </a:xfrm>
        </p:grpSpPr>
        <p:sp>
          <p:nvSpPr>
            <p:cNvPr id="54" name="Arc 34"/>
            <p:cNvSpPr>
              <a:spLocks/>
            </p:cNvSpPr>
            <p:nvPr/>
          </p:nvSpPr>
          <p:spPr bwMode="auto">
            <a:xfrm rot="5400000" flipH="1">
              <a:off x="1059" y="2984"/>
              <a:ext cx="92" cy="129"/>
            </a:xfrm>
            <a:custGeom>
              <a:avLst/>
              <a:gdLst>
                <a:gd name="G0" fmla="+- 21600 0 0"/>
                <a:gd name="G1" fmla="+- 21600 0 0"/>
                <a:gd name="G2" fmla="+- 21600 0 0"/>
                <a:gd name="T0" fmla="*/ 21135 w 43096"/>
                <a:gd name="T1" fmla="*/ 43195 h 43195"/>
                <a:gd name="T2" fmla="*/ 43096 w 43096"/>
                <a:gd name="T3" fmla="*/ 19484 h 43195"/>
                <a:gd name="T4" fmla="*/ 21600 w 43096"/>
                <a:gd name="T5" fmla="*/ 21600 h 43195"/>
              </a:gdLst>
              <a:ahLst/>
              <a:cxnLst>
                <a:cxn ang="0">
                  <a:pos x="T0" y="T1"/>
                </a:cxn>
                <a:cxn ang="0">
                  <a:pos x="T2" y="T3"/>
                </a:cxn>
                <a:cxn ang="0">
                  <a:pos x="T4" y="T5"/>
                </a:cxn>
              </a:cxnLst>
              <a:rect l="0" t="0" r="r" b="b"/>
              <a:pathLst>
                <a:path w="43096" h="43195" fill="none" extrusionOk="0">
                  <a:moveTo>
                    <a:pt x="21135" y="43194"/>
                  </a:moveTo>
                  <a:cubicBezTo>
                    <a:pt x="9389" y="42942"/>
                    <a:pt x="0" y="33348"/>
                    <a:pt x="0" y="21600"/>
                  </a:cubicBezTo>
                  <a:cubicBezTo>
                    <a:pt x="0" y="9670"/>
                    <a:pt x="9670" y="0"/>
                    <a:pt x="21600" y="0"/>
                  </a:cubicBezTo>
                  <a:cubicBezTo>
                    <a:pt x="32709" y="-1"/>
                    <a:pt x="42007" y="8427"/>
                    <a:pt x="43096" y="19483"/>
                  </a:cubicBezTo>
                </a:path>
                <a:path w="43096" h="43195" stroke="0" extrusionOk="0">
                  <a:moveTo>
                    <a:pt x="21135" y="43194"/>
                  </a:moveTo>
                  <a:cubicBezTo>
                    <a:pt x="9389" y="42942"/>
                    <a:pt x="0" y="33348"/>
                    <a:pt x="0" y="21600"/>
                  </a:cubicBezTo>
                  <a:cubicBezTo>
                    <a:pt x="0" y="9670"/>
                    <a:pt x="9670" y="0"/>
                    <a:pt x="21600" y="0"/>
                  </a:cubicBezTo>
                  <a:cubicBezTo>
                    <a:pt x="32709" y="-1"/>
                    <a:pt x="42007" y="8427"/>
                    <a:pt x="43096" y="19483"/>
                  </a:cubicBezTo>
                  <a:lnTo>
                    <a:pt x="21600" y="21600"/>
                  </a:lnTo>
                  <a:close/>
                </a:path>
              </a:pathLst>
            </a:custGeom>
            <a:noFill/>
            <a:ln w="28575">
              <a:solidFill>
                <a:schemeClr val="tx1"/>
              </a:solidFill>
              <a:round/>
              <a:headEnd/>
              <a:tailEnd/>
            </a:ln>
            <a:effectLst>
              <a:outerShdw dist="35921" dir="2700000" algn="ctr" rotWithShape="0">
                <a:srgbClr val="808080"/>
              </a:outerShdw>
            </a:effectLst>
            <a:extLst>
              <a:ext uri="{909E8E84-426E-40DD-AFC4-6F175D3DCCD1}">
                <a14:hiddenFill xmlns:a14="http://schemas.microsoft.com/office/drawing/2010/main">
                  <a:solidFill>
                    <a:schemeClr val="accent1"/>
                  </a:solidFill>
                </a14:hiddenFill>
              </a:ext>
            </a:extLst>
          </p:spPr>
          <p:txBody>
            <a:bodyPr wrap="none" anchor="ctr"/>
            <a:lstStyle/>
            <a:p>
              <a:endParaRPr lang="zh-CN" altLang="en-US"/>
            </a:p>
          </p:txBody>
        </p:sp>
        <p:sp>
          <p:nvSpPr>
            <p:cNvPr id="55" name="Line 35"/>
            <p:cNvSpPr>
              <a:spLocks noChangeShapeType="1"/>
            </p:cNvSpPr>
            <p:nvPr/>
          </p:nvSpPr>
          <p:spPr bwMode="auto">
            <a:xfrm flipH="1" flipV="1">
              <a:off x="1113" y="2733"/>
              <a:ext cx="9" cy="267"/>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56" name="Rectangle 36"/>
            <p:cNvSpPr>
              <a:spLocks noChangeArrowheads="1"/>
            </p:cNvSpPr>
            <p:nvPr/>
          </p:nvSpPr>
          <p:spPr bwMode="auto">
            <a:xfrm>
              <a:off x="541" y="3375"/>
              <a:ext cx="1143" cy="147"/>
            </a:xfrm>
            <a:prstGeom prst="rect">
              <a:avLst/>
            </a:prstGeom>
            <a:gradFill rotWithShape="1">
              <a:gsLst>
                <a:gs pos="0">
                  <a:srgbClr val="EAEAEA">
                    <a:gamma/>
                    <a:shade val="76471"/>
                    <a:invGamma/>
                  </a:srgbClr>
                </a:gs>
                <a:gs pos="50000">
                  <a:srgbClr val="EAEAEA"/>
                </a:gs>
                <a:gs pos="100000">
                  <a:srgbClr val="EAEAEA">
                    <a:gamma/>
                    <a:shade val="76471"/>
                    <a:invGamma/>
                  </a:srgbClr>
                </a:gs>
              </a:gsLst>
              <a:lin ang="0" scaled="1"/>
            </a:gradFill>
            <a:ln w="28575">
              <a:solidFill>
                <a:schemeClr val="tx1"/>
              </a:solidFill>
              <a:miter lim="800000"/>
              <a:headEnd/>
              <a:tailEnd/>
            </a:ln>
            <a:effectLst>
              <a:outerShdw dist="35921" dir="2700000" algn="ctr" rotWithShape="0">
                <a:srgbClr val="808080"/>
              </a:outerShdw>
            </a:effectLst>
          </p:spPr>
          <p:txBody>
            <a:bodyPr wrap="none" anchor="ctr"/>
            <a:lstStyle/>
            <a:p>
              <a:endParaRPr lang="zh-CN" altLang="en-US"/>
            </a:p>
          </p:txBody>
        </p:sp>
        <p:sp>
          <p:nvSpPr>
            <p:cNvPr id="57" name="Line 37"/>
            <p:cNvSpPr>
              <a:spLocks noChangeShapeType="1"/>
            </p:cNvSpPr>
            <p:nvPr/>
          </p:nvSpPr>
          <p:spPr bwMode="auto">
            <a:xfrm flipH="1">
              <a:off x="530" y="3091"/>
              <a:ext cx="578" cy="2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58" name="Line 38"/>
            <p:cNvSpPr>
              <a:spLocks noChangeShapeType="1"/>
            </p:cNvSpPr>
            <p:nvPr/>
          </p:nvSpPr>
          <p:spPr bwMode="auto">
            <a:xfrm>
              <a:off x="1106" y="3077"/>
              <a:ext cx="578" cy="2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59" name="Text Box 39"/>
            <p:cNvSpPr txBox="1">
              <a:spLocks noChangeAspect="1" noChangeArrowheads="1"/>
            </p:cNvSpPr>
            <p:nvPr/>
          </p:nvSpPr>
          <p:spPr bwMode="auto">
            <a:xfrm>
              <a:off x="1113" y="3675"/>
              <a:ext cx="356"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p>
              <a:pPr algn="just"/>
              <a:r>
                <a:rPr lang="en-US" altLang="zh-CN" b="1" i="1">
                  <a:solidFill>
                    <a:srgbClr val="FF0000"/>
                  </a:solidFill>
                  <a:ea typeface="宋体" panose="02010600030101010101" pitchFamily="2" charset="-122"/>
                </a:rPr>
                <a:t>G</a:t>
              </a:r>
              <a:endParaRPr lang="en-US" altLang="zh-CN" baseline="-25000">
                <a:solidFill>
                  <a:srgbClr val="FF5050"/>
                </a:solidFill>
                <a:ea typeface="宋体" panose="02010600030101010101" pitchFamily="2" charset="-122"/>
              </a:endParaRPr>
            </a:p>
          </p:txBody>
        </p:sp>
        <p:sp>
          <p:nvSpPr>
            <p:cNvPr id="60" name="Line 40"/>
            <p:cNvSpPr>
              <a:spLocks noChangeAspect="1" noChangeShapeType="1"/>
            </p:cNvSpPr>
            <p:nvPr/>
          </p:nvSpPr>
          <p:spPr bwMode="auto">
            <a:xfrm>
              <a:off x="1108" y="3444"/>
              <a:ext cx="0" cy="435"/>
            </a:xfrm>
            <a:prstGeom prst="line">
              <a:avLst/>
            </a:prstGeom>
            <a:noFill/>
            <a:ln w="38100">
              <a:solidFill>
                <a:srgbClr val="FF00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1" name="Line 41"/>
            <p:cNvSpPr>
              <a:spLocks noChangeShapeType="1"/>
            </p:cNvSpPr>
            <p:nvPr/>
          </p:nvSpPr>
          <p:spPr bwMode="auto">
            <a:xfrm>
              <a:off x="1109" y="3090"/>
              <a:ext cx="0" cy="279"/>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sp>
        <p:nvSpPr>
          <p:cNvPr id="62" name="Line 42"/>
          <p:cNvSpPr>
            <a:spLocks noChangeShapeType="1"/>
          </p:cNvSpPr>
          <p:nvPr/>
        </p:nvSpPr>
        <p:spPr bwMode="auto">
          <a:xfrm flipH="1">
            <a:off x="1920031" y="3787205"/>
            <a:ext cx="641350" cy="328612"/>
          </a:xfrm>
          <a:prstGeom prst="line">
            <a:avLst/>
          </a:prstGeom>
          <a:noFill/>
          <a:ln w="38100">
            <a:solidFill>
              <a:srgbClr val="FF0000"/>
            </a:solidFill>
            <a:round/>
            <a:headEnd type="stealth" w="med" len="lg"/>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3" name="Line 43"/>
          <p:cNvSpPr>
            <a:spLocks noChangeShapeType="1"/>
          </p:cNvSpPr>
          <p:nvPr/>
        </p:nvSpPr>
        <p:spPr bwMode="auto">
          <a:xfrm>
            <a:off x="3153519" y="3771330"/>
            <a:ext cx="654050" cy="334962"/>
          </a:xfrm>
          <a:prstGeom prst="line">
            <a:avLst/>
          </a:prstGeom>
          <a:noFill/>
          <a:ln w="38100">
            <a:solidFill>
              <a:srgbClr val="FF0000"/>
            </a:solidFill>
            <a:round/>
            <a:headEnd type="stealth" w="med" len="lg"/>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4" name="Line 44"/>
          <p:cNvSpPr>
            <a:spLocks noChangeShapeType="1"/>
          </p:cNvSpPr>
          <p:nvPr/>
        </p:nvSpPr>
        <p:spPr bwMode="auto">
          <a:xfrm>
            <a:off x="2853481" y="3671317"/>
            <a:ext cx="0" cy="442913"/>
          </a:xfrm>
          <a:prstGeom prst="line">
            <a:avLst/>
          </a:prstGeom>
          <a:noFill/>
          <a:ln w="38100">
            <a:solidFill>
              <a:srgbClr val="FF0000"/>
            </a:solidFill>
            <a:round/>
            <a:headEnd type="stealth" w="med" len="lg"/>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5" name="Text Box 45"/>
          <p:cNvSpPr txBox="1">
            <a:spLocks noChangeAspect="1" noChangeArrowheads="1"/>
          </p:cNvSpPr>
          <p:nvPr/>
        </p:nvSpPr>
        <p:spPr bwMode="auto">
          <a:xfrm>
            <a:off x="1694606" y="3450655"/>
            <a:ext cx="763588" cy="5016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r>
              <a:rPr lang="en-US" altLang="zh-CN" b="1" i="1">
                <a:solidFill>
                  <a:srgbClr val="FF0000"/>
                </a:solidFill>
                <a:ea typeface="宋体" panose="02010600030101010101" pitchFamily="2" charset="-122"/>
              </a:rPr>
              <a:t>F</a:t>
            </a:r>
            <a:r>
              <a:rPr lang="en-US" altLang="zh-CN" baseline="-25000">
                <a:solidFill>
                  <a:srgbClr val="FF0000"/>
                </a:solidFill>
                <a:ea typeface="宋体" panose="02010600030101010101" pitchFamily="2" charset="-122"/>
              </a:rPr>
              <a:t>T1</a:t>
            </a:r>
          </a:p>
        </p:txBody>
      </p:sp>
      <p:sp>
        <p:nvSpPr>
          <p:cNvPr id="66" name="Text Box 46"/>
          <p:cNvSpPr txBox="1">
            <a:spLocks noChangeAspect="1" noChangeArrowheads="1"/>
          </p:cNvSpPr>
          <p:nvPr/>
        </p:nvSpPr>
        <p:spPr bwMode="auto">
          <a:xfrm>
            <a:off x="3342431" y="3460180"/>
            <a:ext cx="654050" cy="42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r>
              <a:rPr lang="en-US" altLang="zh-CN" b="1" i="1">
                <a:solidFill>
                  <a:srgbClr val="FF0000"/>
                </a:solidFill>
                <a:ea typeface="宋体" panose="02010600030101010101" pitchFamily="2" charset="-122"/>
              </a:rPr>
              <a:t>F</a:t>
            </a:r>
            <a:r>
              <a:rPr lang="en-US" altLang="zh-CN" baseline="-25000">
                <a:solidFill>
                  <a:srgbClr val="FF0000"/>
                </a:solidFill>
                <a:ea typeface="宋体" panose="02010600030101010101" pitchFamily="2" charset="-122"/>
              </a:rPr>
              <a:t>T2</a:t>
            </a:r>
          </a:p>
        </p:txBody>
      </p:sp>
      <p:sp>
        <p:nvSpPr>
          <p:cNvPr id="67" name="Text Box 47"/>
          <p:cNvSpPr txBox="1">
            <a:spLocks noChangeAspect="1" noChangeArrowheads="1"/>
          </p:cNvSpPr>
          <p:nvPr/>
        </p:nvSpPr>
        <p:spPr bwMode="auto">
          <a:xfrm>
            <a:off x="2802681" y="3623692"/>
            <a:ext cx="654050" cy="427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r>
              <a:rPr lang="en-US" altLang="zh-CN" b="1" i="1">
                <a:solidFill>
                  <a:srgbClr val="FF0000"/>
                </a:solidFill>
                <a:ea typeface="宋体" panose="02010600030101010101" pitchFamily="2" charset="-122"/>
              </a:rPr>
              <a:t>F</a:t>
            </a:r>
            <a:r>
              <a:rPr lang="en-US" altLang="zh-CN" baseline="-25000">
                <a:solidFill>
                  <a:srgbClr val="FF0000"/>
                </a:solidFill>
                <a:ea typeface="宋体" panose="02010600030101010101" pitchFamily="2" charset="-122"/>
              </a:rPr>
              <a:t>T3</a:t>
            </a:r>
          </a:p>
        </p:txBody>
      </p:sp>
      <p:sp>
        <p:nvSpPr>
          <p:cNvPr id="68" name="Line 51"/>
          <p:cNvSpPr>
            <a:spLocks noChangeAspect="1" noChangeShapeType="1"/>
          </p:cNvSpPr>
          <p:nvPr/>
        </p:nvSpPr>
        <p:spPr bwMode="auto">
          <a:xfrm flipV="1">
            <a:off x="9954369" y="3491930"/>
            <a:ext cx="0" cy="666750"/>
          </a:xfrm>
          <a:prstGeom prst="line">
            <a:avLst/>
          </a:prstGeom>
          <a:noFill/>
          <a:ln w="38100">
            <a:solidFill>
              <a:srgbClr val="FF00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9" name="Text Box 52"/>
          <p:cNvSpPr txBox="1">
            <a:spLocks noChangeAspect="1" noChangeArrowheads="1"/>
          </p:cNvSpPr>
          <p:nvPr/>
        </p:nvSpPr>
        <p:spPr bwMode="auto">
          <a:xfrm>
            <a:off x="9779744" y="3129980"/>
            <a:ext cx="630237" cy="541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r>
              <a:rPr lang="en-US" altLang="zh-CN" b="1" i="1">
                <a:solidFill>
                  <a:srgbClr val="FF0000"/>
                </a:solidFill>
                <a:ea typeface="宋体" panose="02010600030101010101" pitchFamily="2" charset="-122"/>
              </a:rPr>
              <a:t>F</a:t>
            </a:r>
            <a:r>
              <a:rPr lang="en-US" altLang="zh-CN" i="1" baseline="-25000">
                <a:solidFill>
                  <a:srgbClr val="FF0000"/>
                </a:solidFill>
                <a:ea typeface="宋体" panose="02010600030101010101" pitchFamily="2" charset="-122"/>
              </a:rPr>
              <a:t>B</a:t>
            </a:r>
            <a:endParaRPr lang="en-US" altLang="zh-CN" i="1" baseline="-25000">
              <a:solidFill>
                <a:srgbClr val="FF6600"/>
              </a:solidFill>
              <a:ea typeface="宋体" panose="02010600030101010101" pitchFamily="2" charset="-122"/>
            </a:endParaRPr>
          </a:p>
        </p:txBody>
      </p:sp>
      <p:sp>
        <p:nvSpPr>
          <p:cNvPr id="70" name="Line 53"/>
          <p:cNvSpPr>
            <a:spLocks noChangeAspect="1" noChangeShapeType="1"/>
          </p:cNvSpPr>
          <p:nvPr/>
        </p:nvSpPr>
        <p:spPr bwMode="auto">
          <a:xfrm flipV="1">
            <a:off x="4264769" y="3406205"/>
            <a:ext cx="0" cy="666750"/>
          </a:xfrm>
          <a:prstGeom prst="line">
            <a:avLst/>
          </a:prstGeom>
          <a:noFill/>
          <a:ln w="38100">
            <a:solidFill>
              <a:srgbClr val="FF00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71" name="Text Box 54"/>
          <p:cNvSpPr txBox="1">
            <a:spLocks noChangeAspect="1" noChangeArrowheads="1"/>
          </p:cNvSpPr>
          <p:nvPr/>
        </p:nvSpPr>
        <p:spPr bwMode="auto">
          <a:xfrm>
            <a:off x="4229844" y="3290317"/>
            <a:ext cx="598487" cy="54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r>
              <a:rPr lang="en-US" altLang="zh-CN" b="1" i="1">
                <a:solidFill>
                  <a:srgbClr val="FF0000"/>
                </a:solidFill>
                <a:ea typeface="宋体" panose="02010600030101010101" pitchFamily="2" charset="-122"/>
              </a:rPr>
              <a:t>F</a:t>
            </a:r>
            <a:r>
              <a:rPr lang="en-US" altLang="zh-CN" i="1" baseline="-25000">
                <a:solidFill>
                  <a:srgbClr val="FF0000"/>
                </a:solidFill>
                <a:ea typeface="宋体" panose="02010600030101010101" pitchFamily="2" charset="-122"/>
              </a:rPr>
              <a:t>A</a:t>
            </a:r>
            <a:endParaRPr lang="en-US" altLang="zh-CN" i="1" baseline="-25000">
              <a:solidFill>
                <a:srgbClr val="FF6600"/>
              </a:solidFill>
              <a:ea typeface="宋体" panose="02010600030101010101" pitchFamily="2" charset="-122"/>
            </a:endParaRPr>
          </a:p>
        </p:txBody>
      </p:sp>
      <p:sp>
        <p:nvSpPr>
          <p:cNvPr id="72" name="Line 55"/>
          <p:cNvSpPr>
            <a:spLocks noChangeAspect="1" noChangeShapeType="1"/>
          </p:cNvSpPr>
          <p:nvPr/>
        </p:nvSpPr>
        <p:spPr bwMode="auto">
          <a:xfrm flipV="1">
            <a:off x="5839569" y="3393505"/>
            <a:ext cx="0" cy="666750"/>
          </a:xfrm>
          <a:prstGeom prst="line">
            <a:avLst/>
          </a:prstGeom>
          <a:noFill/>
          <a:ln w="38100">
            <a:solidFill>
              <a:srgbClr val="FF00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73" name="Text Box 56"/>
          <p:cNvSpPr txBox="1">
            <a:spLocks noChangeAspect="1" noChangeArrowheads="1"/>
          </p:cNvSpPr>
          <p:nvPr/>
        </p:nvSpPr>
        <p:spPr bwMode="auto">
          <a:xfrm>
            <a:off x="5830044" y="3214117"/>
            <a:ext cx="598487" cy="54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r>
              <a:rPr lang="en-US" altLang="zh-CN" b="1" i="1">
                <a:solidFill>
                  <a:srgbClr val="FF0000"/>
                </a:solidFill>
                <a:ea typeface="宋体" panose="02010600030101010101" pitchFamily="2" charset="-122"/>
              </a:rPr>
              <a:t>F</a:t>
            </a:r>
            <a:r>
              <a:rPr lang="en-US" altLang="zh-CN" i="1" baseline="-25000">
                <a:solidFill>
                  <a:srgbClr val="FF0000"/>
                </a:solidFill>
                <a:ea typeface="宋体" panose="02010600030101010101" pitchFamily="2" charset="-122"/>
              </a:rPr>
              <a:t>B</a:t>
            </a:r>
            <a:endParaRPr lang="en-US" altLang="zh-CN" i="1" baseline="-25000">
              <a:solidFill>
                <a:srgbClr val="FF6600"/>
              </a:solidFill>
              <a:ea typeface="宋体" panose="02010600030101010101" pitchFamily="2" charset="-122"/>
            </a:endParaRPr>
          </a:p>
        </p:txBody>
      </p:sp>
      <p:sp>
        <p:nvSpPr>
          <p:cNvPr id="74" name="Line 57"/>
          <p:cNvSpPr>
            <a:spLocks noChangeAspect="1" noChangeShapeType="1"/>
          </p:cNvSpPr>
          <p:nvPr/>
        </p:nvSpPr>
        <p:spPr bwMode="auto">
          <a:xfrm flipV="1">
            <a:off x="6525369" y="3406205"/>
            <a:ext cx="0" cy="666750"/>
          </a:xfrm>
          <a:prstGeom prst="line">
            <a:avLst/>
          </a:prstGeom>
          <a:noFill/>
          <a:ln w="38100">
            <a:solidFill>
              <a:srgbClr val="FF00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75" name="Text Box 58"/>
          <p:cNvSpPr txBox="1">
            <a:spLocks noChangeAspect="1" noChangeArrowheads="1"/>
          </p:cNvSpPr>
          <p:nvPr/>
        </p:nvSpPr>
        <p:spPr bwMode="auto">
          <a:xfrm>
            <a:off x="6528544" y="3226817"/>
            <a:ext cx="674687" cy="54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r>
              <a:rPr lang="en-US" altLang="zh-CN" b="1" i="1">
                <a:solidFill>
                  <a:srgbClr val="FF0000"/>
                </a:solidFill>
                <a:ea typeface="宋体" panose="02010600030101010101" pitchFamily="2" charset="-122"/>
              </a:rPr>
              <a:t>F</a:t>
            </a:r>
            <a:r>
              <a:rPr lang="en-US" altLang="zh-CN" i="1" baseline="-25000">
                <a:solidFill>
                  <a:srgbClr val="FF0000"/>
                </a:solidFill>
                <a:ea typeface="宋体" panose="02010600030101010101" pitchFamily="2" charset="-122"/>
              </a:rPr>
              <a:t>C</a:t>
            </a:r>
            <a:endParaRPr lang="en-US" altLang="zh-CN" i="1" baseline="-25000">
              <a:solidFill>
                <a:srgbClr val="FF6600"/>
              </a:solidFill>
              <a:ea typeface="宋体" panose="02010600030101010101" pitchFamily="2" charset="-122"/>
            </a:endParaRPr>
          </a:p>
        </p:txBody>
      </p:sp>
      <p:grpSp>
        <p:nvGrpSpPr>
          <p:cNvPr id="76" name="Group 59"/>
          <p:cNvGrpSpPr>
            <a:grpSpLocks/>
          </p:cNvGrpSpPr>
          <p:nvPr/>
        </p:nvGrpSpPr>
        <p:grpSpPr bwMode="auto">
          <a:xfrm>
            <a:off x="7392144" y="3356992"/>
            <a:ext cx="2874962" cy="1357313"/>
            <a:chOff x="3859" y="2622"/>
            <a:chExt cx="1811" cy="855"/>
          </a:xfrm>
        </p:grpSpPr>
        <p:grpSp>
          <p:nvGrpSpPr>
            <p:cNvPr id="77" name="Group 60"/>
            <p:cNvGrpSpPr>
              <a:grpSpLocks/>
            </p:cNvGrpSpPr>
            <p:nvPr/>
          </p:nvGrpSpPr>
          <p:grpSpPr bwMode="auto">
            <a:xfrm rot="5400000">
              <a:off x="3727" y="3097"/>
              <a:ext cx="384" cy="119"/>
              <a:chOff x="4033" y="1559"/>
              <a:chExt cx="384" cy="119"/>
            </a:xfrm>
          </p:grpSpPr>
          <p:sp>
            <p:nvSpPr>
              <p:cNvPr id="97" name="Rectangle 61" descr="宽上对角线"/>
              <p:cNvSpPr>
                <a:spLocks noChangeAspect="1" noChangeArrowheads="1"/>
              </p:cNvSpPr>
              <p:nvPr/>
            </p:nvSpPr>
            <p:spPr bwMode="auto">
              <a:xfrm>
                <a:off x="4033" y="1559"/>
                <a:ext cx="384" cy="119"/>
              </a:xfrm>
              <a:prstGeom prst="rect">
                <a:avLst/>
              </a:prstGeom>
              <a:pattFill prst="wdUpDiag">
                <a:fgClr>
                  <a:schemeClr val="tx2"/>
                </a:fgClr>
                <a:bgClr>
                  <a:srgbClr val="99FF99"/>
                </a:bgClr>
              </a:patt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98" name="Line 62"/>
              <p:cNvSpPr>
                <a:spLocks noChangeAspect="1" noChangeShapeType="1"/>
              </p:cNvSpPr>
              <p:nvPr/>
            </p:nvSpPr>
            <p:spPr bwMode="auto">
              <a:xfrm rot="-5400000">
                <a:off x="4225" y="1367"/>
                <a:ext cx="0" cy="384"/>
              </a:xfrm>
              <a:prstGeom prst="line">
                <a:avLst/>
              </a:prstGeom>
              <a:noFill/>
              <a:ln w="571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78" name="Text Box 63"/>
            <p:cNvSpPr txBox="1">
              <a:spLocks noChangeAspect="1" noChangeArrowheads="1"/>
            </p:cNvSpPr>
            <p:nvPr/>
          </p:nvSpPr>
          <p:spPr bwMode="auto">
            <a:xfrm>
              <a:off x="3968" y="3131"/>
              <a:ext cx="324" cy="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r>
                <a:rPr lang="en-US" altLang="zh-CN" i="1">
                  <a:solidFill>
                    <a:schemeClr val="tx1"/>
                  </a:solidFill>
                  <a:ea typeface="宋体" panose="02010600030101010101" pitchFamily="2" charset="-122"/>
                </a:rPr>
                <a:t>A</a:t>
              </a:r>
            </a:p>
          </p:txBody>
        </p:sp>
        <p:sp>
          <p:nvSpPr>
            <p:cNvPr id="79" name="Text Box 64"/>
            <p:cNvSpPr txBox="1">
              <a:spLocks noChangeAspect="1" noChangeArrowheads="1"/>
            </p:cNvSpPr>
            <p:nvPr/>
          </p:nvSpPr>
          <p:spPr bwMode="auto">
            <a:xfrm>
              <a:off x="5454" y="3018"/>
              <a:ext cx="216" cy="30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just"/>
              <a:r>
                <a:rPr lang="en-US" altLang="zh-CN" i="1">
                  <a:solidFill>
                    <a:schemeClr val="tx1"/>
                  </a:solidFill>
                  <a:ea typeface="宋体" panose="02010600030101010101" pitchFamily="2" charset="-122"/>
                </a:rPr>
                <a:t>B</a:t>
              </a:r>
            </a:p>
          </p:txBody>
        </p:sp>
        <p:sp>
          <p:nvSpPr>
            <p:cNvPr id="80" name="Line 65"/>
            <p:cNvSpPr>
              <a:spLocks noChangeAspect="1" noChangeShapeType="1"/>
            </p:cNvSpPr>
            <p:nvPr/>
          </p:nvSpPr>
          <p:spPr bwMode="auto">
            <a:xfrm>
              <a:off x="4003" y="3161"/>
              <a:ext cx="1500" cy="0"/>
            </a:xfrm>
            <a:prstGeom prst="line">
              <a:avLst/>
            </a:prstGeom>
            <a:noFill/>
            <a:ln w="762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1" name="Rectangle 66"/>
            <p:cNvSpPr>
              <a:spLocks noChangeArrowheads="1"/>
            </p:cNvSpPr>
            <p:nvPr/>
          </p:nvSpPr>
          <p:spPr bwMode="auto">
            <a:xfrm>
              <a:off x="3893" y="3116"/>
              <a:ext cx="1604" cy="75"/>
            </a:xfrm>
            <a:prstGeom prst="rect">
              <a:avLst/>
            </a:prstGeom>
            <a:gradFill rotWithShape="1">
              <a:gsLst>
                <a:gs pos="0">
                  <a:srgbClr val="5F5F5F"/>
                </a:gs>
                <a:gs pos="50000">
                  <a:srgbClr val="5F5F5F">
                    <a:gamma/>
                    <a:tint val="9412"/>
                    <a:invGamma/>
                  </a:srgbClr>
                </a:gs>
                <a:gs pos="100000">
                  <a:srgbClr val="5F5F5F"/>
                </a:gs>
              </a:gsLst>
              <a:lin ang="5400000" scaled="1"/>
            </a:gra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 name="Rectangle 67" descr="宽上对角线"/>
            <p:cNvSpPr>
              <a:spLocks noChangeAspect="1" noChangeArrowheads="1"/>
            </p:cNvSpPr>
            <p:nvPr/>
          </p:nvSpPr>
          <p:spPr bwMode="auto">
            <a:xfrm>
              <a:off x="5292" y="3381"/>
              <a:ext cx="342" cy="96"/>
            </a:xfrm>
            <a:prstGeom prst="rect">
              <a:avLst/>
            </a:prstGeom>
            <a:pattFill prst="wdUpDiag">
              <a:fgClr>
                <a:srgbClr val="000000"/>
              </a:fgClr>
              <a:bgClr>
                <a:srgbClr val="FFFFCC"/>
              </a:bgClr>
            </a:patt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83" name="Line 68"/>
            <p:cNvSpPr>
              <a:spLocks noChangeAspect="1" noChangeShapeType="1"/>
            </p:cNvSpPr>
            <p:nvPr/>
          </p:nvSpPr>
          <p:spPr bwMode="auto">
            <a:xfrm>
              <a:off x="5291" y="3373"/>
              <a:ext cx="344" cy="1"/>
            </a:xfrm>
            <a:prstGeom prst="line">
              <a:avLst/>
            </a:prstGeom>
            <a:noFill/>
            <a:ln w="571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4" name="Line 69"/>
            <p:cNvSpPr>
              <a:spLocks noChangeAspect="1" noChangeShapeType="1"/>
            </p:cNvSpPr>
            <p:nvPr/>
          </p:nvSpPr>
          <p:spPr bwMode="auto">
            <a:xfrm rot="16200000" flipV="1">
              <a:off x="5112" y="2658"/>
              <a:ext cx="0" cy="420"/>
            </a:xfrm>
            <a:prstGeom prst="line">
              <a:avLst/>
            </a:prstGeom>
            <a:noFill/>
            <a:ln w="38100">
              <a:solidFill>
                <a:srgbClr val="FF00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85" name="Text Box 70"/>
            <p:cNvSpPr txBox="1">
              <a:spLocks noChangeAspect="1" noChangeArrowheads="1"/>
            </p:cNvSpPr>
            <p:nvPr/>
          </p:nvSpPr>
          <p:spPr bwMode="auto">
            <a:xfrm>
              <a:off x="5098" y="2622"/>
              <a:ext cx="293" cy="3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r>
                <a:rPr lang="en-US" altLang="zh-CN" b="1" i="1">
                  <a:solidFill>
                    <a:srgbClr val="FF0000"/>
                  </a:solidFill>
                  <a:ea typeface="宋体" panose="02010600030101010101" pitchFamily="2" charset="-122"/>
                </a:rPr>
                <a:t>F</a:t>
              </a:r>
              <a:endParaRPr lang="en-US" altLang="zh-CN" i="1" baseline="-25000">
                <a:solidFill>
                  <a:srgbClr val="FF6600"/>
                </a:solidFill>
                <a:ea typeface="宋体" panose="02010600030101010101" pitchFamily="2" charset="-122"/>
              </a:endParaRPr>
            </a:p>
          </p:txBody>
        </p:sp>
        <p:grpSp>
          <p:nvGrpSpPr>
            <p:cNvPr id="86" name="Group 71"/>
            <p:cNvGrpSpPr>
              <a:grpSpLocks/>
            </p:cNvGrpSpPr>
            <p:nvPr/>
          </p:nvGrpSpPr>
          <p:grpSpPr bwMode="auto">
            <a:xfrm>
              <a:off x="4602" y="2730"/>
              <a:ext cx="308" cy="379"/>
              <a:chOff x="4018" y="2610"/>
              <a:chExt cx="308" cy="379"/>
            </a:xfrm>
          </p:grpSpPr>
          <p:sp>
            <p:nvSpPr>
              <p:cNvPr id="94" name="AutoShape 72"/>
              <p:cNvSpPr>
                <a:spLocks noChangeArrowheads="1"/>
              </p:cNvSpPr>
              <p:nvPr/>
            </p:nvSpPr>
            <p:spPr bwMode="auto">
              <a:xfrm>
                <a:off x="4034" y="2721"/>
                <a:ext cx="276" cy="268"/>
              </a:xfrm>
              <a:prstGeom prst="triangle">
                <a:avLst>
                  <a:gd name="adj" fmla="val 50000"/>
                </a:avLst>
              </a:prstGeom>
              <a:gradFill rotWithShape="1">
                <a:gsLst>
                  <a:gs pos="0">
                    <a:srgbClr val="F8F8F8">
                      <a:gamma/>
                      <a:shade val="19216"/>
                      <a:invGamma/>
                    </a:srgbClr>
                  </a:gs>
                  <a:gs pos="50000">
                    <a:srgbClr val="F8F8F8"/>
                  </a:gs>
                  <a:gs pos="100000">
                    <a:srgbClr val="F8F8F8">
                      <a:gamma/>
                      <a:shade val="19216"/>
                      <a:invGamma/>
                    </a:srgbClr>
                  </a:gs>
                </a:gsLst>
                <a:lin ang="0" scaled="1"/>
              </a:gradFill>
              <a:ln w="2857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95" name="Oval 73"/>
              <p:cNvSpPr>
                <a:spLocks noChangeArrowheads="1"/>
              </p:cNvSpPr>
              <p:nvPr/>
            </p:nvSpPr>
            <p:spPr bwMode="auto">
              <a:xfrm>
                <a:off x="4018" y="2610"/>
                <a:ext cx="308" cy="308"/>
              </a:xfrm>
              <a:prstGeom prst="ellipse">
                <a:avLst/>
              </a:prstGeom>
              <a:gradFill rotWithShape="1">
                <a:gsLst>
                  <a:gs pos="0">
                    <a:srgbClr val="FF99FF"/>
                  </a:gs>
                  <a:gs pos="100000">
                    <a:srgbClr val="FF99FF">
                      <a:gamma/>
                      <a:shade val="46275"/>
                      <a:invGamma/>
                    </a:srgbClr>
                  </a:gs>
                </a:gsLst>
                <a:path path="shape">
                  <a:fillToRect l="50000" t="50000" r="50000" b="50000"/>
                </a:path>
              </a:gradFill>
              <a:ln w="2857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96" name="Oval 74"/>
              <p:cNvSpPr>
                <a:spLocks noChangeArrowheads="1"/>
              </p:cNvSpPr>
              <p:nvPr/>
            </p:nvSpPr>
            <p:spPr bwMode="auto">
              <a:xfrm>
                <a:off x="4076" y="2669"/>
                <a:ext cx="191" cy="191"/>
              </a:xfrm>
              <a:prstGeom prst="ellipse">
                <a:avLst/>
              </a:prstGeom>
              <a:gradFill rotWithShape="1">
                <a:gsLst>
                  <a:gs pos="0">
                    <a:srgbClr val="FF0000"/>
                  </a:gs>
                  <a:gs pos="100000">
                    <a:srgbClr val="FF0000">
                      <a:gamma/>
                      <a:tint val="41176"/>
                      <a:invGamma/>
                    </a:srgbClr>
                  </a:gs>
                </a:gsLst>
                <a:path path="shape">
                  <a:fillToRect l="50000" t="50000" r="50000" b="50000"/>
                </a:path>
              </a:gradFill>
              <a:ln w="2857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sp>
          <p:nvSpPr>
            <p:cNvPr id="87" name="Text Box 75"/>
            <p:cNvSpPr txBox="1">
              <a:spLocks noChangeAspect="1" noChangeArrowheads="1"/>
            </p:cNvSpPr>
            <p:nvPr/>
          </p:nvSpPr>
          <p:spPr bwMode="auto">
            <a:xfrm>
              <a:off x="4751" y="3151"/>
              <a:ext cx="356"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p>
              <a:pPr algn="just"/>
              <a:r>
                <a:rPr lang="en-US" altLang="zh-CN" b="1" i="1">
                  <a:solidFill>
                    <a:srgbClr val="FF0000"/>
                  </a:solidFill>
                  <a:ea typeface="宋体" panose="02010600030101010101" pitchFamily="2" charset="-122"/>
                </a:rPr>
                <a:t>G</a:t>
              </a:r>
              <a:endParaRPr lang="en-US" altLang="zh-CN" baseline="-25000">
                <a:solidFill>
                  <a:srgbClr val="FF5050"/>
                </a:solidFill>
                <a:ea typeface="宋体" panose="02010600030101010101" pitchFamily="2" charset="-122"/>
              </a:endParaRPr>
            </a:p>
          </p:txBody>
        </p:sp>
        <p:sp>
          <p:nvSpPr>
            <p:cNvPr id="88" name="Line 76"/>
            <p:cNvSpPr>
              <a:spLocks noChangeAspect="1" noChangeShapeType="1"/>
            </p:cNvSpPr>
            <p:nvPr/>
          </p:nvSpPr>
          <p:spPr bwMode="auto">
            <a:xfrm>
              <a:off x="4762" y="2880"/>
              <a:ext cx="0" cy="435"/>
            </a:xfrm>
            <a:prstGeom prst="line">
              <a:avLst/>
            </a:prstGeom>
            <a:noFill/>
            <a:ln w="38100">
              <a:solidFill>
                <a:srgbClr val="FF00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nvGrpSpPr>
            <p:cNvPr id="89" name="Group 77"/>
            <p:cNvGrpSpPr>
              <a:grpSpLocks/>
            </p:cNvGrpSpPr>
            <p:nvPr/>
          </p:nvGrpSpPr>
          <p:grpSpPr bwMode="auto">
            <a:xfrm>
              <a:off x="5369" y="3192"/>
              <a:ext cx="198" cy="197"/>
              <a:chOff x="530" y="3786"/>
              <a:chExt cx="198" cy="197"/>
            </a:xfrm>
          </p:grpSpPr>
          <p:sp>
            <p:nvSpPr>
              <p:cNvPr id="90" name="AutoShape 78"/>
              <p:cNvSpPr>
                <a:spLocks noChangeArrowheads="1"/>
              </p:cNvSpPr>
              <p:nvPr/>
            </p:nvSpPr>
            <p:spPr bwMode="auto">
              <a:xfrm>
                <a:off x="545" y="3803"/>
                <a:ext cx="165" cy="154"/>
              </a:xfrm>
              <a:prstGeom prst="triangle">
                <a:avLst>
                  <a:gd name="adj" fmla="val 50000"/>
                </a:avLst>
              </a:prstGeom>
              <a:gradFill rotWithShape="1">
                <a:gsLst>
                  <a:gs pos="0">
                    <a:srgbClr val="66FFFF">
                      <a:gamma/>
                      <a:shade val="46275"/>
                      <a:invGamma/>
                    </a:srgbClr>
                  </a:gs>
                  <a:gs pos="50000">
                    <a:srgbClr val="66FFFF"/>
                  </a:gs>
                  <a:gs pos="100000">
                    <a:srgbClr val="66FFFF">
                      <a:gamma/>
                      <a:shade val="46275"/>
                      <a:invGamma/>
                    </a:srgbClr>
                  </a:gs>
                </a:gsLst>
                <a:lin ang="0" scaled="1"/>
              </a:gradFill>
              <a:ln w="381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91" name="Oval 79"/>
              <p:cNvSpPr>
                <a:spLocks noChangeAspect="1" noChangeArrowheads="1"/>
              </p:cNvSpPr>
              <p:nvPr/>
            </p:nvSpPr>
            <p:spPr bwMode="auto">
              <a:xfrm>
                <a:off x="595" y="3786"/>
                <a:ext cx="64" cy="64"/>
              </a:xfrm>
              <a:prstGeom prst="ellipse">
                <a:avLst/>
              </a:prstGeom>
              <a:solidFill>
                <a:srgbClr val="FF0000"/>
              </a:solidFill>
              <a:ln w="2857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92" name="Oval 80"/>
              <p:cNvSpPr>
                <a:spLocks noChangeAspect="1" noChangeArrowheads="1"/>
              </p:cNvSpPr>
              <p:nvPr/>
            </p:nvSpPr>
            <p:spPr bwMode="auto">
              <a:xfrm>
                <a:off x="676" y="3931"/>
                <a:ext cx="52" cy="52"/>
              </a:xfrm>
              <a:prstGeom prst="ellipse">
                <a:avLst/>
              </a:prstGeom>
              <a:solidFill>
                <a:srgbClr val="FFFF99"/>
              </a:solidFill>
              <a:ln w="2857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93" name="Oval 81"/>
              <p:cNvSpPr>
                <a:spLocks noChangeAspect="1" noChangeArrowheads="1"/>
              </p:cNvSpPr>
              <p:nvPr/>
            </p:nvSpPr>
            <p:spPr bwMode="auto">
              <a:xfrm>
                <a:off x="530" y="3930"/>
                <a:ext cx="52" cy="52"/>
              </a:xfrm>
              <a:prstGeom prst="ellipse">
                <a:avLst/>
              </a:prstGeom>
              <a:solidFill>
                <a:srgbClr val="FFFF99"/>
              </a:solidFill>
              <a:ln w="2857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grpSp>
      <p:sp>
        <p:nvSpPr>
          <p:cNvPr id="99" name="Line 82"/>
          <p:cNvSpPr>
            <a:spLocks noChangeAspect="1" noChangeShapeType="1"/>
          </p:cNvSpPr>
          <p:nvPr/>
        </p:nvSpPr>
        <p:spPr bwMode="auto">
          <a:xfrm flipV="1">
            <a:off x="7617569" y="4219005"/>
            <a:ext cx="0" cy="666750"/>
          </a:xfrm>
          <a:prstGeom prst="line">
            <a:avLst/>
          </a:prstGeom>
          <a:noFill/>
          <a:ln w="38100">
            <a:solidFill>
              <a:srgbClr val="FF00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00" name="Arc 83"/>
          <p:cNvSpPr>
            <a:spLocks noChangeAspect="1"/>
          </p:cNvSpPr>
          <p:nvPr/>
        </p:nvSpPr>
        <p:spPr bwMode="auto">
          <a:xfrm rot="3345542" flipH="1" flipV="1">
            <a:off x="7185769" y="3998342"/>
            <a:ext cx="479425" cy="396875"/>
          </a:xfrm>
          <a:custGeom>
            <a:avLst/>
            <a:gdLst>
              <a:gd name="G0" fmla="+- 1053 0 0"/>
              <a:gd name="G1" fmla="+- 21600 0 0"/>
              <a:gd name="G2" fmla="+- 21600 0 0"/>
              <a:gd name="T0" fmla="*/ 0 w 22653"/>
              <a:gd name="T1" fmla="*/ 26 h 21600"/>
              <a:gd name="T2" fmla="*/ 22653 w 22653"/>
              <a:gd name="T3" fmla="*/ 21600 h 21600"/>
              <a:gd name="T4" fmla="*/ 1053 w 22653"/>
              <a:gd name="T5" fmla="*/ 21600 h 21600"/>
            </a:gdLst>
            <a:ahLst/>
            <a:cxnLst>
              <a:cxn ang="0">
                <a:pos x="T0" y="T1"/>
              </a:cxn>
              <a:cxn ang="0">
                <a:pos x="T2" y="T3"/>
              </a:cxn>
              <a:cxn ang="0">
                <a:pos x="T4" y="T5"/>
              </a:cxn>
            </a:cxnLst>
            <a:rect l="0" t="0" r="r" b="b"/>
            <a:pathLst>
              <a:path w="22653" h="21600" fill="none" extrusionOk="0">
                <a:moveTo>
                  <a:pt x="-1" y="25"/>
                </a:moveTo>
                <a:cubicBezTo>
                  <a:pt x="350" y="8"/>
                  <a:pt x="701" y="-1"/>
                  <a:pt x="1053" y="0"/>
                </a:cubicBezTo>
                <a:cubicBezTo>
                  <a:pt x="12982" y="0"/>
                  <a:pt x="22653" y="9670"/>
                  <a:pt x="22653" y="21600"/>
                </a:cubicBezTo>
              </a:path>
              <a:path w="22653" h="21600" stroke="0" extrusionOk="0">
                <a:moveTo>
                  <a:pt x="-1" y="25"/>
                </a:moveTo>
                <a:cubicBezTo>
                  <a:pt x="350" y="8"/>
                  <a:pt x="701" y="-1"/>
                  <a:pt x="1053" y="0"/>
                </a:cubicBezTo>
                <a:cubicBezTo>
                  <a:pt x="12982" y="0"/>
                  <a:pt x="22653" y="9670"/>
                  <a:pt x="22653" y="21600"/>
                </a:cubicBezTo>
                <a:lnTo>
                  <a:pt x="1053" y="21600"/>
                </a:lnTo>
                <a:close/>
              </a:path>
            </a:pathLst>
          </a:custGeom>
          <a:noFill/>
          <a:ln w="38100">
            <a:solidFill>
              <a:srgbClr val="FF0000"/>
            </a:solidFill>
            <a:round/>
            <a:headEnd/>
            <a:tailEnd type="stealth" w="med"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01" name="Text Box 84"/>
          <p:cNvSpPr txBox="1">
            <a:spLocks noChangeAspect="1" noChangeArrowheads="1"/>
          </p:cNvSpPr>
          <p:nvPr/>
        </p:nvSpPr>
        <p:spPr bwMode="auto">
          <a:xfrm>
            <a:off x="6647606" y="3695130"/>
            <a:ext cx="714375" cy="560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r>
              <a:rPr lang="en-US" altLang="zh-CN" b="1" i="1">
                <a:solidFill>
                  <a:srgbClr val="FF0000"/>
                </a:solidFill>
                <a:ea typeface="宋体" panose="02010600030101010101" pitchFamily="2" charset="-122"/>
              </a:rPr>
              <a:t>F</a:t>
            </a:r>
            <a:r>
              <a:rPr lang="en-US" altLang="zh-CN" i="1" baseline="-25000">
                <a:solidFill>
                  <a:srgbClr val="FF0000"/>
                </a:solidFill>
                <a:ea typeface="宋体" panose="02010600030101010101" pitchFamily="2" charset="-122"/>
              </a:rPr>
              <a:t>Ax</a:t>
            </a:r>
            <a:endParaRPr lang="en-US" altLang="zh-CN" i="1" baseline="-25000">
              <a:solidFill>
                <a:srgbClr val="FF6600"/>
              </a:solidFill>
              <a:ea typeface="宋体" panose="02010600030101010101" pitchFamily="2" charset="-122"/>
            </a:endParaRPr>
          </a:p>
        </p:txBody>
      </p:sp>
      <p:sp>
        <p:nvSpPr>
          <p:cNvPr id="102" name="Text Box 85"/>
          <p:cNvSpPr txBox="1">
            <a:spLocks noChangeAspect="1" noChangeArrowheads="1"/>
          </p:cNvSpPr>
          <p:nvPr/>
        </p:nvSpPr>
        <p:spPr bwMode="auto">
          <a:xfrm>
            <a:off x="7569944" y="4623817"/>
            <a:ext cx="674687" cy="54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r>
              <a:rPr lang="en-US" altLang="zh-CN" b="1" i="1">
                <a:solidFill>
                  <a:srgbClr val="FF0000"/>
                </a:solidFill>
                <a:ea typeface="宋体" panose="02010600030101010101" pitchFamily="2" charset="-122"/>
              </a:rPr>
              <a:t>F</a:t>
            </a:r>
            <a:r>
              <a:rPr lang="en-US" altLang="zh-CN" i="1" baseline="-25000">
                <a:solidFill>
                  <a:srgbClr val="FF0000"/>
                </a:solidFill>
                <a:ea typeface="宋体" panose="02010600030101010101" pitchFamily="2" charset="-122"/>
              </a:rPr>
              <a:t>Ay</a:t>
            </a:r>
            <a:endParaRPr lang="en-US" altLang="zh-CN" i="1" baseline="-25000">
              <a:solidFill>
                <a:srgbClr val="FF6600"/>
              </a:solidFill>
              <a:ea typeface="宋体" panose="02010600030101010101" pitchFamily="2" charset="-122"/>
            </a:endParaRPr>
          </a:p>
        </p:txBody>
      </p:sp>
      <p:sp>
        <p:nvSpPr>
          <p:cNvPr id="103" name="Text Box 86"/>
          <p:cNvSpPr txBox="1">
            <a:spLocks noChangeAspect="1" noChangeArrowheads="1"/>
          </p:cNvSpPr>
          <p:nvPr/>
        </p:nvSpPr>
        <p:spPr bwMode="auto">
          <a:xfrm>
            <a:off x="6980981" y="3426842"/>
            <a:ext cx="8001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i="1">
                <a:solidFill>
                  <a:srgbClr val="FF0000"/>
                </a:solidFill>
                <a:ea typeface="宋体" panose="02010600030101010101" pitchFamily="2" charset="-122"/>
              </a:rPr>
              <a:t>M</a:t>
            </a:r>
            <a:r>
              <a:rPr lang="en-US" altLang="zh-CN" i="1" baseline="-25000">
                <a:solidFill>
                  <a:srgbClr val="FF0000"/>
                </a:solidFill>
                <a:ea typeface="宋体" panose="02010600030101010101" pitchFamily="2" charset="-122"/>
              </a:rPr>
              <a:t>A</a:t>
            </a:r>
          </a:p>
        </p:txBody>
      </p:sp>
      <p:sp>
        <p:nvSpPr>
          <p:cNvPr id="104" name="Line 87"/>
          <p:cNvSpPr>
            <a:spLocks noChangeAspect="1" noChangeShapeType="1"/>
          </p:cNvSpPr>
          <p:nvPr/>
        </p:nvSpPr>
        <p:spPr bwMode="auto">
          <a:xfrm>
            <a:off x="6934944" y="4203130"/>
            <a:ext cx="666750" cy="0"/>
          </a:xfrm>
          <a:prstGeom prst="line">
            <a:avLst/>
          </a:prstGeom>
          <a:noFill/>
          <a:ln w="38100">
            <a:solidFill>
              <a:srgbClr val="FF00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05" name="Text Box 48"/>
          <p:cNvSpPr txBox="1">
            <a:spLocks noChangeArrowheads="1"/>
          </p:cNvSpPr>
          <p:nvPr/>
        </p:nvSpPr>
        <p:spPr bwMode="auto">
          <a:xfrm>
            <a:off x="1678909" y="5131257"/>
            <a:ext cx="2517775" cy="9787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20000"/>
              </a:lnSpc>
              <a:spcBef>
                <a:spcPct val="50000"/>
              </a:spcBef>
            </a:pPr>
            <a:r>
              <a:rPr kumimoji="1" lang="zh-CN" altLang="en-US" i="0" dirty="0">
                <a:solidFill>
                  <a:schemeClr val="tx1"/>
                </a:solidFill>
                <a:latin typeface="微软雅黑" panose="020B0503020204020204" pitchFamily="34" charset="-122"/>
                <a:ea typeface="微软雅黑" panose="020B0503020204020204" pitchFamily="34" charset="-122"/>
              </a:rPr>
              <a:t>平面汇交力系，有三个未知量。</a:t>
            </a:r>
          </a:p>
        </p:txBody>
      </p:sp>
      <p:sp>
        <p:nvSpPr>
          <p:cNvPr id="106" name="Text Box 48"/>
          <p:cNvSpPr txBox="1">
            <a:spLocks noChangeArrowheads="1"/>
          </p:cNvSpPr>
          <p:nvPr/>
        </p:nvSpPr>
        <p:spPr bwMode="auto">
          <a:xfrm>
            <a:off x="4487018" y="5131257"/>
            <a:ext cx="2517775" cy="9787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0000"/>
              </a:lnSpc>
              <a:spcBef>
                <a:spcPct val="50000"/>
              </a:spcBef>
            </a:pPr>
            <a:r>
              <a:rPr kumimoji="1" lang="zh-CN" altLang="en-US" i="0" dirty="0">
                <a:solidFill>
                  <a:schemeClr val="tx1"/>
                </a:solidFill>
                <a:latin typeface="微软雅黑" panose="020B0503020204020204" pitchFamily="34" charset="-122"/>
                <a:ea typeface="微软雅黑" panose="020B0503020204020204" pitchFamily="34" charset="-122"/>
              </a:rPr>
              <a:t>平面平行力系，有三个未知量。</a:t>
            </a:r>
          </a:p>
        </p:txBody>
      </p:sp>
      <p:sp>
        <p:nvSpPr>
          <p:cNvPr id="107" name="Text Box 48"/>
          <p:cNvSpPr txBox="1">
            <a:spLocks noChangeArrowheads="1"/>
          </p:cNvSpPr>
          <p:nvPr/>
        </p:nvSpPr>
        <p:spPr bwMode="auto">
          <a:xfrm>
            <a:off x="7643713" y="5131257"/>
            <a:ext cx="2517775" cy="9787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0000"/>
              </a:lnSpc>
              <a:spcBef>
                <a:spcPct val="50000"/>
              </a:spcBef>
            </a:pPr>
            <a:r>
              <a:rPr kumimoji="1" lang="zh-CN" altLang="en-US" i="0" dirty="0">
                <a:solidFill>
                  <a:schemeClr val="tx1"/>
                </a:solidFill>
                <a:latin typeface="微软雅黑" panose="020B0503020204020204" pitchFamily="34" charset="-122"/>
                <a:ea typeface="微软雅黑" panose="020B0503020204020204" pitchFamily="34" charset="-122"/>
              </a:rPr>
              <a:t>平面任意力系，有四个未知量。</a:t>
            </a:r>
          </a:p>
        </p:txBody>
      </p:sp>
    </p:spTree>
    <p:extLst>
      <p:ext uri="{BB962C8B-B14F-4D97-AF65-F5344CB8AC3E}">
        <p14:creationId xmlns:p14="http://schemas.microsoft.com/office/powerpoint/2010/main" val="3821556992"/>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7" presetClass="entr" presetSubtype="4" fill="hold" nodeType="clickEffect">
                                  <p:stCondLst>
                                    <p:cond delay="0"/>
                                  </p:stCondLst>
                                  <p:childTnLst>
                                    <p:set>
                                      <p:cBhvr>
                                        <p:cTn id="10" dur="1" fill="hold">
                                          <p:stCondLst>
                                            <p:cond delay="0"/>
                                          </p:stCondLst>
                                        </p:cTn>
                                        <p:tgtEl>
                                          <p:spTgt spid="53"/>
                                        </p:tgtEl>
                                        <p:attrNameLst>
                                          <p:attrName>style.visibility</p:attrName>
                                        </p:attrNameLst>
                                      </p:cBhvr>
                                      <p:to>
                                        <p:strVal val="visible"/>
                                      </p:to>
                                    </p:set>
                                    <p:anim calcmode="lin" valueType="num">
                                      <p:cBhvr additive="base">
                                        <p:cTn id="11" dur="5000" fill="hold"/>
                                        <p:tgtEl>
                                          <p:spTgt spid="53"/>
                                        </p:tgtEl>
                                        <p:attrNameLst>
                                          <p:attrName>ppt_x</p:attrName>
                                        </p:attrNameLst>
                                      </p:cBhvr>
                                      <p:tavLst>
                                        <p:tav tm="0">
                                          <p:val>
                                            <p:strVal val="#ppt_x"/>
                                          </p:val>
                                        </p:tav>
                                        <p:tav tm="100000">
                                          <p:val>
                                            <p:strVal val="#ppt_x"/>
                                          </p:val>
                                        </p:tav>
                                      </p:tavLst>
                                    </p:anim>
                                    <p:anim calcmode="lin" valueType="num">
                                      <p:cBhvr additive="base">
                                        <p:cTn id="12" dur="5000" fill="hold"/>
                                        <p:tgtEl>
                                          <p:spTgt spid="53"/>
                                        </p:tgtEl>
                                        <p:attrNameLst>
                                          <p:attrName>ppt_y</p:attrName>
                                        </p:attrNameLst>
                                      </p:cBhvr>
                                      <p:tavLst>
                                        <p:tav tm="0">
                                          <p:val>
                                            <p:strVal val="1+#ppt_h/2"/>
                                          </p:val>
                                        </p:tav>
                                        <p:tav tm="100000">
                                          <p:val>
                                            <p:strVal val="#ppt_y"/>
                                          </p:val>
                                        </p:tav>
                                      </p:tavLst>
                                    </p:anim>
                                  </p:childTnLst>
                                </p:cTn>
                              </p:par>
                            </p:childTnLst>
                          </p:cTn>
                        </p:par>
                        <p:par>
                          <p:cTn id="13" fill="hold">
                            <p:stCondLst>
                              <p:cond delay="5000"/>
                            </p:stCondLst>
                            <p:childTnLst>
                              <p:par>
                                <p:cTn id="14" presetID="12" presetClass="entr" presetSubtype="4" fill="hold" grpId="0" nodeType="afterEffect">
                                  <p:stCondLst>
                                    <p:cond delay="0"/>
                                  </p:stCondLst>
                                  <p:childTnLst>
                                    <p:set>
                                      <p:cBhvr>
                                        <p:cTn id="15" dur="1" fill="hold">
                                          <p:stCondLst>
                                            <p:cond delay="0"/>
                                          </p:stCondLst>
                                        </p:cTn>
                                        <p:tgtEl>
                                          <p:spTgt spid="64"/>
                                        </p:tgtEl>
                                        <p:attrNameLst>
                                          <p:attrName>style.visibility</p:attrName>
                                        </p:attrNameLst>
                                      </p:cBhvr>
                                      <p:to>
                                        <p:strVal val="visible"/>
                                      </p:to>
                                    </p:set>
                                    <p:animEffect transition="in" filter="slide(fromBottom)">
                                      <p:cBhvr>
                                        <p:cTn id="16" dur="2000"/>
                                        <p:tgtEl>
                                          <p:spTgt spid="64"/>
                                        </p:tgtEl>
                                      </p:cBhvr>
                                    </p:animEffect>
                                  </p:childTnLst>
                                </p:cTn>
                              </p:par>
                              <p:par>
                                <p:cTn id="17" presetID="18" presetClass="entr" presetSubtype="3" fill="hold" grpId="0" nodeType="withEffect">
                                  <p:stCondLst>
                                    <p:cond delay="0"/>
                                  </p:stCondLst>
                                  <p:childTnLst>
                                    <p:set>
                                      <p:cBhvr>
                                        <p:cTn id="18" dur="1" fill="hold">
                                          <p:stCondLst>
                                            <p:cond delay="0"/>
                                          </p:stCondLst>
                                        </p:cTn>
                                        <p:tgtEl>
                                          <p:spTgt spid="62"/>
                                        </p:tgtEl>
                                        <p:attrNameLst>
                                          <p:attrName>style.visibility</p:attrName>
                                        </p:attrNameLst>
                                      </p:cBhvr>
                                      <p:to>
                                        <p:strVal val="visible"/>
                                      </p:to>
                                    </p:set>
                                    <p:animEffect transition="in" filter="strips(upRight)">
                                      <p:cBhvr>
                                        <p:cTn id="19" dur="2000"/>
                                        <p:tgtEl>
                                          <p:spTgt spid="62"/>
                                        </p:tgtEl>
                                      </p:cBhvr>
                                    </p:animEffect>
                                  </p:childTnLst>
                                </p:cTn>
                              </p:par>
                              <p:par>
                                <p:cTn id="20" presetID="18" presetClass="entr" presetSubtype="9" fill="hold" grpId="0" nodeType="withEffect">
                                  <p:stCondLst>
                                    <p:cond delay="0"/>
                                  </p:stCondLst>
                                  <p:childTnLst>
                                    <p:set>
                                      <p:cBhvr>
                                        <p:cTn id="21" dur="1" fill="hold">
                                          <p:stCondLst>
                                            <p:cond delay="0"/>
                                          </p:stCondLst>
                                        </p:cTn>
                                        <p:tgtEl>
                                          <p:spTgt spid="63"/>
                                        </p:tgtEl>
                                        <p:attrNameLst>
                                          <p:attrName>style.visibility</p:attrName>
                                        </p:attrNameLst>
                                      </p:cBhvr>
                                      <p:to>
                                        <p:strVal val="visible"/>
                                      </p:to>
                                    </p:set>
                                    <p:animEffect transition="in" filter="strips(upLeft)">
                                      <p:cBhvr>
                                        <p:cTn id="22" dur="2000"/>
                                        <p:tgtEl>
                                          <p:spTgt spid="63"/>
                                        </p:tgtEl>
                                      </p:cBhvr>
                                    </p:animEffect>
                                  </p:childTnLst>
                                </p:cTn>
                              </p:par>
                              <p:par>
                                <p:cTn id="23" presetID="20" presetClass="entr" presetSubtype="0" fill="hold" grpId="0" nodeType="withEffect">
                                  <p:stCondLst>
                                    <p:cond delay="0"/>
                                  </p:stCondLst>
                                  <p:childTnLst>
                                    <p:set>
                                      <p:cBhvr>
                                        <p:cTn id="24" dur="1" fill="hold">
                                          <p:stCondLst>
                                            <p:cond delay="0"/>
                                          </p:stCondLst>
                                        </p:cTn>
                                        <p:tgtEl>
                                          <p:spTgt spid="65"/>
                                        </p:tgtEl>
                                        <p:attrNameLst>
                                          <p:attrName>style.visibility</p:attrName>
                                        </p:attrNameLst>
                                      </p:cBhvr>
                                      <p:to>
                                        <p:strVal val="visible"/>
                                      </p:to>
                                    </p:set>
                                    <p:animEffect transition="in" filter="wedge">
                                      <p:cBhvr>
                                        <p:cTn id="25" dur="2000"/>
                                        <p:tgtEl>
                                          <p:spTgt spid="65"/>
                                        </p:tgtEl>
                                      </p:cBhvr>
                                    </p:animEffect>
                                  </p:childTnLst>
                                </p:cTn>
                              </p:par>
                              <p:par>
                                <p:cTn id="26" presetID="20" presetClass="entr" presetSubtype="0" fill="hold" grpId="0" nodeType="withEffect">
                                  <p:stCondLst>
                                    <p:cond delay="0"/>
                                  </p:stCondLst>
                                  <p:childTnLst>
                                    <p:set>
                                      <p:cBhvr>
                                        <p:cTn id="27" dur="1" fill="hold">
                                          <p:stCondLst>
                                            <p:cond delay="0"/>
                                          </p:stCondLst>
                                        </p:cTn>
                                        <p:tgtEl>
                                          <p:spTgt spid="67"/>
                                        </p:tgtEl>
                                        <p:attrNameLst>
                                          <p:attrName>style.visibility</p:attrName>
                                        </p:attrNameLst>
                                      </p:cBhvr>
                                      <p:to>
                                        <p:strVal val="visible"/>
                                      </p:to>
                                    </p:set>
                                    <p:animEffect transition="in" filter="wedge">
                                      <p:cBhvr>
                                        <p:cTn id="28" dur="2000"/>
                                        <p:tgtEl>
                                          <p:spTgt spid="67"/>
                                        </p:tgtEl>
                                      </p:cBhvr>
                                    </p:animEffect>
                                  </p:childTnLst>
                                </p:cTn>
                              </p:par>
                              <p:par>
                                <p:cTn id="29" presetID="20" presetClass="entr" presetSubtype="0" fill="hold" grpId="0" nodeType="withEffect">
                                  <p:stCondLst>
                                    <p:cond delay="0"/>
                                  </p:stCondLst>
                                  <p:childTnLst>
                                    <p:set>
                                      <p:cBhvr>
                                        <p:cTn id="30" dur="1" fill="hold">
                                          <p:stCondLst>
                                            <p:cond delay="0"/>
                                          </p:stCondLst>
                                        </p:cTn>
                                        <p:tgtEl>
                                          <p:spTgt spid="66"/>
                                        </p:tgtEl>
                                        <p:attrNameLst>
                                          <p:attrName>style.visibility</p:attrName>
                                        </p:attrNameLst>
                                      </p:cBhvr>
                                      <p:to>
                                        <p:strVal val="visible"/>
                                      </p:to>
                                    </p:set>
                                    <p:animEffect transition="in" filter="wedge">
                                      <p:cBhvr>
                                        <p:cTn id="31" dur="2000"/>
                                        <p:tgtEl>
                                          <p:spTgt spid="66"/>
                                        </p:tgtEl>
                                      </p:cBhvr>
                                    </p:animEffect>
                                  </p:childTnLst>
                                </p:cTn>
                              </p:par>
                            </p:childTnLst>
                          </p:cTn>
                        </p:par>
                        <p:par>
                          <p:cTn id="32" fill="hold">
                            <p:stCondLst>
                              <p:cond delay="7000"/>
                            </p:stCondLst>
                            <p:childTnLst>
                              <p:par>
                                <p:cTn id="33" presetID="22" presetClass="entr" presetSubtype="8" fill="hold" grpId="0" nodeType="afterEffect">
                                  <p:stCondLst>
                                    <p:cond delay="0"/>
                                  </p:stCondLst>
                                  <p:iterate type="lt">
                                    <p:tmPct val="30000"/>
                                  </p:iterate>
                                  <p:childTnLst>
                                    <p:set>
                                      <p:cBhvr>
                                        <p:cTn id="34" dur="1" fill="hold">
                                          <p:stCondLst>
                                            <p:cond delay="0"/>
                                          </p:stCondLst>
                                        </p:cTn>
                                        <p:tgtEl>
                                          <p:spTgt spid="105">
                                            <p:txEl>
                                              <p:pRg st="0" end="0"/>
                                            </p:txEl>
                                          </p:spTgt>
                                        </p:tgtEl>
                                        <p:attrNameLst>
                                          <p:attrName>style.visibility</p:attrName>
                                        </p:attrNameLst>
                                      </p:cBhvr>
                                      <p:to>
                                        <p:strVal val="visible"/>
                                      </p:to>
                                    </p:set>
                                    <p:animEffect transition="in" filter="wipe(left)">
                                      <p:cBhvr>
                                        <p:cTn id="35" dur="500"/>
                                        <p:tgtEl>
                                          <p:spTgt spid="105">
                                            <p:txEl>
                                              <p:pRg st="0" end="0"/>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17" presetClass="entr" presetSubtype="10" fill="hold" nodeType="clickEffect">
                                  <p:stCondLst>
                                    <p:cond delay="0"/>
                                  </p:stCondLst>
                                  <p:childTnLst>
                                    <p:set>
                                      <p:cBhvr>
                                        <p:cTn id="39" dur="1" fill="hold">
                                          <p:stCondLst>
                                            <p:cond delay="0"/>
                                          </p:stCondLst>
                                        </p:cTn>
                                        <p:tgtEl>
                                          <p:spTgt spid="17"/>
                                        </p:tgtEl>
                                        <p:attrNameLst>
                                          <p:attrName>style.visibility</p:attrName>
                                        </p:attrNameLst>
                                      </p:cBhvr>
                                      <p:to>
                                        <p:strVal val="visible"/>
                                      </p:to>
                                    </p:set>
                                    <p:anim calcmode="lin" valueType="num">
                                      <p:cBhvr>
                                        <p:cTn id="40" dur="3000" fill="hold"/>
                                        <p:tgtEl>
                                          <p:spTgt spid="17"/>
                                        </p:tgtEl>
                                        <p:attrNameLst>
                                          <p:attrName>ppt_w</p:attrName>
                                        </p:attrNameLst>
                                      </p:cBhvr>
                                      <p:tavLst>
                                        <p:tav tm="0">
                                          <p:val>
                                            <p:fltVal val="0"/>
                                          </p:val>
                                        </p:tav>
                                        <p:tav tm="100000">
                                          <p:val>
                                            <p:strVal val="#ppt_w"/>
                                          </p:val>
                                        </p:tav>
                                      </p:tavLst>
                                    </p:anim>
                                    <p:anim calcmode="lin" valueType="num">
                                      <p:cBhvr>
                                        <p:cTn id="41" dur="3000" fill="hold"/>
                                        <p:tgtEl>
                                          <p:spTgt spid="17"/>
                                        </p:tgtEl>
                                        <p:attrNameLst>
                                          <p:attrName>ppt_h</p:attrName>
                                        </p:attrNameLst>
                                      </p:cBhvr>
                                      <p:tavLst>
                                        <p:tav tm="0">
                                          <p:val>
                                            <p:strVal val="#ppt_h"/>
                                          </p:val>
                                        </p:tav>
                                        <p:tav tm="100000">
                                          <p:val>
                                            <p:strVal val="#ppt_h"/>
                                          </p:val>
                                        </p:tav>
                                      </p:tavLst>
                                    </p:anim>
                                  </p:childTnLst>
                                </p:cTn>
                              </p:par>
                            </p:childTnLst>
                          </p:cTn>
                        </p:par>
                        <p:par>
                          <p:cTn id="42" fill="hold">
                            <p:stCondLst>
                              <p:cond delay="3000"/>
                            </p:stCondLst>
                            <p:childTnLst>
                              <p:par>
                                <p:cTn id="43" presetID="12" presetClass="entr" presetSubtype="4" fill="hold" grpId="0" nodeType="afterEffect">
                                  <p:stCondLst>
                                    <p:cond delay="0"/>
                                  </p:stCondLst>
                                  <p:childTnLst>
                                    <p:set>
                                      <p:cBhvr>
                                        <p:cTn id="44" dur="1" fill="hold">
                                          <p:stCondLst>
                                            <p:cond delay="0"/>
                                          </p:stCondLst>
                                        </p:cTn>
                                        <p:tgtEl>
                                          <p:spTgt spid="70"/>
                                        </p:tgtEl>
                                        <p:attrNameLst>
                                          <p:attrName>style.visibility</p:attrName>
                                        </p:attrNameLst>
                                      </p:cBhvr>
                                      <p:to>
                                        <p:strVal val="visible"/>
                                      </p:to>
                                    </p:set>
                                    <p:animEffect transition="in" filter="slide(fromBottom)">
                                      <p:cBhvr>
                                        <p:cTn id="45" dur="3000"/>
                                        <p:tgtEl>
                                          <p:spTgt spid="70"/>
                                        </p:tgtEl>
                                      </p:cBhvr>
                                    </p:animEffect>
                                  </p:childTnLst>
                                  <p:subTnLst>
                                    <p:audio>
                                      <p:cMediaNode>
                                        <p:cTn display="0" masterRel="sameClick">
                                          <p:stCondLst>
                                            <p:cond evt="begin" delay="0">
                                              <p:tn val="43"/>
                                            </p:cond>
                                          </p:stCondLst>
                                          <p:endCondLst>
                                            <p:cond evt="onStopAudio" delay="0">
                                              <p:tgtEl>
                                                <p:sldTgt/>
                                              </p:tgtEl>
                                            </p:cond>
                                          </p:endCondLst>
                                        </p:cTn>
                                        <p:tgtEl>
                                          <p:sndTgt r:embed="rId3" name="CHIMES.WAV"/>
                                        </p:tgtEl>
                                      </p:cMediaNode>
                                    </p:audio>
                                  </p:subTnLst>
                                </p:cTn>
                              </p:par>
                              <p:par>
                                <p:cTn id="46" presetID="20" presetClass="entr" presetSubtype="0" fill="hold" grpId="0" nodeType="withEffect">
                                  <p:stCondLst>
                                    <p:cond delay="0"/>
                                  </p:stCondLst>
                                  <p:childTnLst>
                                    <p:set>
                                      <p:cBhvr>
                                        <p:cTn id="47" dur="1" fill="hold">
                                          <p:stCondLst>
                                            <p:cond delay="0"/>
                                          </p:stCondLst>
                                        </p:cTn>
                                        <p:tgtEl>
                                          <p:spTgt spid="71"/>
                                        </p:tgtEl>
                                        <p:attrNameLst>
                                          <p:attrName>style.visibility</p:attrName>
                                        </p:attrNameLst>
                                      </p:cBhvr>
                                      <p:to>
                                        <p:strVal val="visible"/>
                                      </p:to>
                                    </p:set>
                                    <p:animEffect transition="in" filter="wedge">
                                      <p:cBhvr>
                                        <p:cTn id="48" dur="3000"/>
                                        <p:tgtEl>
                                          <p:spTgt spid="71"/>
                                        </p:tgtEl>
                                      </p:cBhvr>
                                    </p:animEffect>
                                  </p:childTnLst>
                                  <p:subTnLst>
                                    <p:audio>
                                      <p:cMediaNode>
                                        <p:cTn display="0" masterRel="sameClick">
                                          <p:stCondLst>
                                            <p:cond evt="begin" delay="0">
                                              <p:tn val="46"/>
                                            </p:cond>
                                          </p:stCondLst>
                                          <p:endCondLst>
                                            <p:cond evt="onStopAudio" delay="0">
                                              <p:tgtEl>
                                                <p:sldTgt/>
                                              </p:tgtEl>
                                            </p:cond>
                                          </p:endCondLst>
                                        </p:cTn>
                                        <p:tgtEl>
                                          <p:sndTgt r:embed="rId3" name="CHIMES.WAV"/>
                                        </p:tgtEl>
                                      </p:cMediaNode>
                                    </p:audio>
                                  </p:subTnLst>
                                </p:cTn>
                              </p:par>
                              <p:par>
                                <p:cTn id="49" presetID="12" presetClass="entr" presetSubtype="4" fill="hold" grpId="0" nodeType="withEffect">
                                  <p:stCondLst>
                                    <p:cond delay="0"/>
                                  </p:stCondLst>
                                  <p:childTnLst>
                                    <p:set>
                                      <p:cBhvr>
                                        <p:cTn id="50" dur="1" fill="hold">
                                          <p:stCondLst>
                                            <p:cond delay="0"/>
                                          </p:stCondLst>
                                        </p:cTn>
                                        <p:tgtEl>
                                          <p:spTgt spid="72"/>
                                        </p:tgtEl>
                                        <p:attrNameLst>
                                          <p:attrName>style.visibility</p:attrName>
                                        </p:attrNameLst>
                                      </p:cBhvr>
                                      <p:to>
                                        <p:strVal val="visible"/>
                                      </p:to>
                                    </p:set>
                                    <p:animEffect transition="in" filter="slide(fromBottom)">
                                      <p:cBhvr>
                                        <p:cTn id="51" dur="3000"/>
                                        <p:tgtEl>
                                          <p:spTgt spid="72"/>
                                        </p:tgtEl>
                                      </p:cBhvr>
                                    </p:animEffect>
                                  </p:childTnLst>
                                  <p:subTnLst>
                                    <p:audio>
                                      <p:cMediaNode>
                                        <p:cTn display="0" masterRel="sameClick">
                                          <p:stCondLst>
                                            <p:cond evt="begin" delay="0">
                                              <p:tn val="49"/>
                                            </p:cond>
                                          </p:stCondLst>
                                          <p:endCondLst>
                                            <p:cond evt="onStopAudio" delay="0">
                                              <p:tgtEl>
                                                <p:sldTgt/>
                                              </p:tgtEl>
                                            </p:cond>
                                          </p:endCondLst>
                                        </p:cTn>
                                        <p:tgtEl>
                                          <p:sndTgt r:embed="rId3" name="CHIMES.WAV"/>
                                        </p:tgtEl>
                                      </p:cMediaNode>
                                    </p:audio>
                                  </p:subTnLst>
                                </p:cTn>
                              </p:par>
                              <p:par>
                                <p:cTn id="52" presetID="20" presetClass="entr" presetSubtype="0" fill="hold" grpId="0" nodeType="withEffect">
                                  <p:stCondLst>
                                    <p:cond delay="0"/>
                                  </p:stCondLst>
                                  <p:childTnLst>
                                    <p:set>
                                      <p:cBhvr>
                                        <p:cTn id="53" dur="1" fill="hold">
                                          <p:stCondLst>
                                            <p:cond delay="0"/>
                                          </p:stCondLst>
                                        </p:cTn>
                                        <p:tgtEl>
                                          <p:spTgt spid="73"/>
                                        </p:tgtEl>
                                        <p:attrNameLst>
                                          <p:attrName>style.visibility</p:attrName>
                                        </p:attrNameLst>
                                      </p:cBhvr>
                                      <p:to>
                                        <p:strVal val="visible"/>
                                      </p:to>
                                    </p:set>
                                    <p:animEffect transition="in" filter="wedge">
                                      <p:cBhvr>
                                        <p:cTn id="54" dur="3000"/>
                                        <p:tgtEl>
                                          <p:spTgt spid="73"/>
                                        </p:tgtEl>
                                      </p:cBhvr>
                                    </p:animEffect>
                                  </p:childTnLst>
                                  <p:subTnLst>
                                    <p:audio>
                                      <p:cMediaNode>
                                        <p:cTn display="0" masterRel="sameClick">
                                          <p:stCondLst>
                                            <p:cond evt="begin" delay="0">
                                              <p:tn val="52"/>
                                            </p:cond>
                                          </p:stCondLst>
                                          <p:endCondLst>
                                            <p:cond evt="onStopAudio" delay="0">
                                              <p:tgtEl>
                                                <p:sldTgt/>
                                              </p:tgtEl>
                                            </p:cond>
                                          </p:endCondLst>
                                        </p:cTn>
                                        <p:tgtEl>
                                          <p:sndTgt r:embed="rId3" name="CHIMES.WAV"/>
                                        </p:tgtEl>
                                      </p:cMediaNode>
                                    </p:audio>
                                  </p:subTnLst>
                                </p:cTn>
                              </p:par>
                              <p:par>
                                <p:cTn id="55" presetID="12" presetClass="entr" presetSubtype="4" fill="hold" grpId="0" nodeType="withEffect">
                                  <p:stCondLst>
                                    <p:cond delay="0"/>
                                  </p:stCondLst>
                                  <p:childTnLst>
                                    <p:set>
                                      <p:cBhvr>
                                        <p:cTn id="56" dur="1" fill="hold">
                                          <p:stCondLst>
                                            <p:cond delay="0"/>
                                          </p:stCondLst>
                                        </p:cTn>
                                        <p:tgtEl>
                                          <p:spTgt spid="74"/>
                                        </p:tgtEl>
                                        <p:attrNameLst>
                                          <p:attrName>style.visibility</p:attrName>
                                        </p:attrNameLst>
                                      </p:cBhvr>
                                      <p:to>
                                        <p:strVal val="visible"/>
                                      </p:to>
                                    </p:set>
                                    <p:animEffect transition="in" filter="slide(fromBottom)">
                                      <p:cBhvr>
                                        <p:cTn id="57" dur="3000"/>
                                        <p:tgtEl>
                                          <p:spTgt spid="74"/>
                                        </p:tgtEl>
                                      </p:cBhvr>
                                    </p:animEffect>
                                  </p:childTnLst>
                                  <p:subTnLst>
                                    <p:audio>
                                      <p:cMediaNode>
                                        <p:cTn display="0" masterRel="sameClick">
                                          <p:stCondLst>
                                            <p:cond evt="begin" delay="0">
                                              <p:tn val="55"/>
                                            </p:cond>
                                          </p:stCondLst>
                                          <p:endCondLst>
                                            <p:cond evt="onStopAudio" delay="0">
                                              <p:tgtEl>
                                                <p:sldTgt/>
                                              </p:tgtEl>
                                            </p:cond>
                                          </p:endCondLst>
                                        </p:cTn>
                                        <p:tgtEl>
                                          <p:sndTgt r:embed="rId3" name="CHIMES.WAV"/>
                                        </p:tgtEl>
                                      </p:cMediaNode>
                                    </p:audio>
                                  </p:subTnLst>
                                </p:cTn>
                              </p:par>
                              <p:par>
                                <p:cTn id="58" presetID="20" presetClass="entr" presetSubtype="0" fill="hold" grpId="0" nodeType="withEffect">
                                  <p:stCondLst>
                                    <p:cond delay="0"/>
                                  </p:stCondLst>
                                  <p:childTnLst>
                                    <p:set>
                                      <p:cBhvr>
                                        <p:cTn id="59" dur="1" fill="hold">
                                          <p:stCondLst>
                                            <p:cond delay="0"/>
                                          </p:stCondLst>
                                        </p:cTn>
                                        <p:tgtEl>
                                          <p:spTgt spid="101"/>
                                        </p:tgtEl>
                                        <p:attrNameLst>
                                          <p:attrName>style.visibility</p:attrName>
                                        </p:attrNameLst>
                                      </p:cBhvr>
                                      <p:to>
                                        <p:strVal val="visible"/>
                                      </p:to>
                                    </p:set>
                                    <p:animEffect transition="in" filter="wedge">
                                      <p:cBhvr>
                                        <p:cTn id="60" dur="3000"/>
                                        <p:tgtEl>
                                          <p:spTgt spid="101"/>
                                        </p:tgtEl>
                                      </p:cBhvr>
                                    </p:animEffect>
                                  </p:childTnLst>
                                  <p:subTnLst>
                                    <p:audio>
                                      <p:cMediaNode>
                                        <p:cTn display="0" masterRel="sameClick">
                                          <p:stCondLst>
                                            <p:cond evt="begin" delay="0">
                                              <p:tn val="58"/>
                                            </p:cond>
                                          </p:stCondLst>
                                          <p:endCondLst>
                                            <p:cond evt="onStopAudio" delay="0">
                                              <p:tgtEl>
                                                <p:sldTgt/>
                                              </p:tgtEl>
                                            </p:cond>
                                          </p:endCondLst>
                                        </p:cTn>
                                        <p:tgtEl>
                                          <p:sndTgt r:embed="rId3" name="CHIMES.WAV"/>
                                        </p:tgtEl>
                                      </p:cMediaNode>
                                    </p:audio>
                                  </p:subTnLst>
                                </p:cTn>
                              </p:par>
                              <p:par>
                                <p:cTn id="61" presetID="20" presetClass="entr" presetSubtype="0" fill="hold" grpId="0" nodeType="withEffect">
                                  <p:stCondLst>
                                    <p:cond delay="0"/>
                                  </p:stCondLst>
                                  <p:childTnLst>
                                    <p:set>
                                      <p:cBhvr>
                                        <p:cTn id="62" dur="1" fill="hold">
                                          <p:stCondLst>
                                            <p:cond delay="0"/>
                                          </p:stCondLst>
                                        </p:cTn>
                                        <p:tgtEl>
                                          <p:spTgt spid="75"/>
                                        </p:tgtEl>
                                        <p:attrNameLst>
                                          <p:attrName>style.visibility</p:attrName>
                                        </p:attrNameLst>
                                      </p:cBhvr>
                                      <p:to>
                                        <p:strVal val="visible"/>
                                      </p:to>
                                    </p:set>
                                    <p:animEffect transition="in" filter="wedge">
                                      <p:cBhvr>
                                        <p:cTn id="63" dur="3000"/>
                                        <p:tgtEl>
                                          <p:spTgt spid="75"/>
                                        </p:tgtEl>
                                      </p:cBhvr>
                                    </p:animEffect>
                                  </p:childTnLst>
                                  <p:subTnLst>
                                    <p:audio>
                                      <p:cMediaNode>
                                        <p:cTn display="0" masterRel="sameClick">
                                          <p:stCondLst>
                                            <p:cond evt="begin" delay="0">
                                              <p:tn val="61"/>
                                            </p:cond>
                                          </p:stCondLst>
                                          <p:endCondLst>
                                            <p:cond evt="onStopAudio" delay="0">
                                              <p:tgtEl>
                                                <p:sldTgt/>
                                              </p:tgtEl>
                                            </p:cond>
                                          </p:endCondLst>
                                        </p:cTn>
                                        <p:tgtEl>
                                          <p:sndTgt r:embed="rId3" name="CHIMES.WAV"/>
                                        </p:tgtEl>
                                      </p:cMediaNode>
                                    </p:audio>
                                  </p:subTnLst>
                                </p:cTn>
                              </p:par>
                            </p:childTnLst>
                          </p:cTn>
                        </p:par>
                        <p:par>
                          <p:cTn id="64" fill="hold">
                            <p:stCondLst>
                              <p:cond delay="6000"/>
                            </p:stCondLst>
                            <p:childTnLst>
                              <p:par>
                                <p:cTn id="65" presetID="22" presetClass="entr" presetSubtype="8" fill="hold" grpId="0" nodeType="afterEffect">
                                  <p:stCondLst>
                                    <p:cond delay="0"/>
                                  </p:stCondLst>
                                  <p:iterate type="lt">
                                    <p:tmPct val="30000"/>
                                  </p:iterate>
                                  <p:childTnLst>
                                    <p:set>
                                      <p:cBhvr>
                                        <p:cTn id="66" dur="1" fill="hold">
                                          <p:stCondLst>
                                            <p:cond delay="0"/>
                                          </p:stCondLst>
                                        </p:cTn>
                                        <p:tgtEl>
                                          <p:spTgt spid="106">
                                            <p:txEl>
                                              <p:pRg st="0" end="0"/>
                                            </p:txEl>
                                          </p:spTgt>
                                        </p:tgtEl>
                                        <p:attrNameLst>
                                          <p:attrName>style.visibility</p:attrName>
                                        </p:attrNameLst>
                                      </p:cBhvr>
                                      <p:to>
                                        <p:strVal val="visible"/>
                                      </p:to>
                                    </p:set>
                                    <p:animEffect transition="in" filter="wipe(left)">
                                      <p:cBhvr>
                                        <p:cTn id="67" dur="500"/>
                                        <p:tgtEl>
                                          <p:spTgt spid="106">
                                            <p:txEl>
                                              <p:pRg st="0" end="0"/>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12" presetClass="entr" presetSubtype="4" fill="hold" nodeType="clickEffect">
                                  <p:stCondLst>
                                    <p:cond delay="0"/>
                                  </p:stCondLst>
                                  <p:childTnLst>
                                    <p:set>
                                      <p:cBhvr>
                                        <p:cTn id="71" dur="1" fill="hold">
                                          <p:stCondLst>
                                            <p:cond delay="0"/>
                                          </p:stCondLst>
                                        </p:cTn>
                                        <p:tgtEl>
                                          <p:spTgt spid="76"/>
                                        </p:tgtEl>
                                        <p:attrNameLst>
                                          <p:attrName>style.visibility</p:attrName>
                                        </p:attrNameLst>
                                      </p:cBhvr>
                                      <p:to>
                                        <p:strVal val="visible"/>
                                      </p:to>
                                    </p:set>
                                    <p:animEffect transition="in" filter="slide(fromBottom)">
                                      <p:cBhvr>
                                        <p:cTn id="72" dur="5000"/>
                                        <p:tgtEl>
                                          <p:spTgt spid="76"/>
                                        </p:tgtEl>
                                      </p:cBhvr>
                                    </p:animEffect>
                                  </p:childTnLst>
                                </p:cTn>
                              </p:par>
                            </p:childTnLst>
                          </p:cTn>
                        </p:par>
                      </p:childTnLst>
                    </p:cTn>
                  </p:par>
                  <p:par>
                    <p:cTn id="73" fill="hold">
                      <p:stCondLst>
                        <p:cond delay="indefinite"/>
                      </p:stCondLst>
                      <p:childTnLst>
                        <p:par>
                          <p:cTn id="74" fill="hold">
                            <p:stCondLst>
                              <p:cond delay="0"/>
                            </p:stCondLst>
                            <p:childTnLst>
                              <p:par>
                                <p:cTn id="75" presetID="12" presetClass="entr" presetSubtype="4" fill="hold" grpId="0" nodeType="clickEffect">
                                  <p:stCondLst>
                                    <p:cond delay="0"/>
                                  </p:stCondLst>
                                  <p:childTnLst>
                                    <p:set>
                                      <p:cBhvr>
                                        <p:cTn id="76" dur="1" fill="hold">
                                          <p:stCondLst>
                                            <p:cond delay="0"/>
                                          </p:stCondLst>
                                        </p:cTn>
                                        <p:tgtEl>
                                          <p:spTgt spid="68"/>
                                        </p:tgtEl>
                                        <p:attrNameLst>
                                          <p:attrName>style.visibility</p:attrName>
                                        </p:attrNameLst>
                                      </p:cBhvr>
                                      <p:to>
                                        <p:strVal val="visible"/>
                                      </p:to>
                                    </p:set>
                                    <p:animEffect transition="in" filter="slide(fromBottom)">
                                      <p:cBhvr>
                                        <p:cTn id="77" dur="3000"/>
                                        <p:tgtEl>
                                          <p:spTgt spid="68"/>
                                        </p:tgtEl>
                                      </p:cBhvr>
                                    </p:animEffect>
                                  </p:childTnLst>
                                </p:cTn>
                              </p:par>
                              <p:par>
                                <p:cTn id="78" presetID="20" presetClass="entr" presetSubtype="0" fill="hold" grpId="0" nodeType="withEffect">
                                  <p:stCondLst>
                                    <p:cond delay="0"/>
                                  </p:stCondLst>
                                  <p:childTnLst>
                                    <p:set>
                                      <p:cBhvr>
                                        <p:cTn id="79" dur="1" fill="hold">
                                          <p:stCondLst>
                                            <p:cond delay="0"/>
                                          </p:stCondLst>
                                        </p:cTn>
                                        <p:tgtEl>
                                          <p:spTgt spid="103"/>
                                        </p:tgtEl>
                                        <p:attrNameLst>
                                          <p:attrName>style.visibility</p:attrName>
                                        </p:attrNameLst>
                                      </p:cBhvr>
                                      <p:to>
                                        <p:strVal val="visible"/>
                                      </p:to>
                                    </p:set>
                                    <p:animEffect transition="in" filter="wedge">
                                      <p:cBhvr>
                                        <p:cTn id="80" dur="3000"/>
                                        <p:tgtEl>
                                          <p:spTgt spid="103"/>
                                        </p:tgtEl>
                                      </p:cBhvr>
                                    </p:animEffect>
                                  </p:childTnLst>
                                  <p:subTnLst>
                                    <p:audio>
                                      <p:cMediaNode>
                                        <p:cTn display="0" masterRel="sameClick">
                                          <p:stCondLst>
                                            <p:cond evt="begin" delay="0">
                                              <p:tn val="78"/>
                                            </p:cond>
                                          </p:stCondLst>
                                          <p:endCondLst>
                                            <p:cond evt="onStopAudio" delay="0">
                                              <p:tgtEl>
                                                <p:sldTgt/>
                                              </p:tgtEl>
                                            </p:cond>
                                          </p:endCondLst>
                                        </p:cTn>
                                        <p:tgtEl>
                                          <p:sndTgt r:embed="rId3" name="CHIMES.WAV"/>
                                        </p:tgtEl>
                                      </p:cMediaNode>
                                    </p:audio>
                                  </p:subTnLst>
                                </p:cTn>
                              </p:par>
                              <p:par>
                                <p:cTn id="81" presetID="22" presetClass="entr" presetSubtype="4" fill="hold" grpId="0" nodeType="withEffect">
                                  <p:stCondLst>
                                    <p:cond delay="0"/>
                                  </p:stCondLst>
                                  <p:childTnLst>
                                    <p:set>
                                      <p:cBhvr>
                                        <p:cTn id="82" dur="1" fill="hold">
                                          <p:stCondLst>
                                            <p:cond delay="0"/>
                                          </p:stCondLst>
                                        </p:cTn>
                                        <p:tgtEl>
                                          <p:spTgt spid="100"/>
                                        </p:tgtEl>
                                        <p:attrNameLst>
                                          <p:attrName>style.visibility</p:attrName>
                                        </p:attrNameLst>
                                      </p:cBhvr>
                                      <p:to>
                                        <p:strVal val="visible"/>
                                      </p:to>
                                    </p:set>
                                    <p:animEffect transition="in" filter="wipe(down)">
                                      <p:cBhvr>
                                        <p:cTn id="83" dur="5000"/>
                                        <p:tgtEl>
                                          <p:spTgt spid="100"/>
                                        </p:tgtEl>
                                      </p:cBhvr>
                                    </p:animEffect>
                                  </p:childTnLst>
                                  <p:subTnLst>
                                    <p:audio>
                                      <p:cMediaNode>
                                        <p:cTn display="0" masterRel="sameClick">
                                          <p:stCondLst>
                                            <p:cond evt="begin" delay="0">
                                              <p:tn val="81"/>
                                            </p:cond>
                                          </p:stCondLst>
                                          <p:endCondLst>
                                            <p:cond evt="onStopAudio" delay="0">
                                              <p:tgtEl>
                                                <p:sldTgt/>
                                              </p:tgtEl>
                                            </p:cond>
                                          </p:endCondLst>
                                        </p:cTn>
                                        <p:tgtEl>
                                          <p:sndTgt r:embed="rId3" name="CHIMES.WAV"/>
                                        </p:tgtEl>
                                      </p:cMediaNode>
                                    </p:audio>
                                  </p:subTnLst>
                                </p:cTn>
                              </p:par>
                            </p:childTnLst>
                          </p:cTn>
                        </p:par>
                        <p:par>
                          <p:cTn id="84" fill="hold">
                            <p:stCondLst>
                              <p:cond delay="5000"/>
                            </p:stCondLst>
                            <p:childTnLst>
                              <p:par>
                                <p:cTn id="85" presetID="12" presetClass="entr" presetSubtype="8" fill="hold" grpId="0" nodeType="afterEffect">
                                  <p:stCondLst>
                                    <p:cond delay="0"/>
                                  </p:stCondLst>
                                  <p:childTnLst>
                                    <p:set>
                                      <p:cBhvr>
                                        <p:cTn id="86" dur="1" fill="hold">
                                          <p:stCondLst>
                                            <p:cond delay="0"/>
                                          </p:stCondLst>
                                        </p:cTn>
                                        <p:tgtEl>
                                          <p:spTgt spid="104"/>
                                        </p:tgtEl>
                                        <p:attrNameLst>
                                          <p:attrName>style.visibility</p:attrName>
                                        </p:attrNameLst>
                                      </p:cBhvr>
                                      <p:to>
                                        <p:strVal val="visible"/>
                                      </p:to>
                                    </p:set>
                                    <p:animEffect transition="in" filter="slide(fromLeft)">
                                      <p:cBhvr>
                                        <p:cTn id="87" dur="3000"/>
                                        <p:tgtEl>
                                          <p:spTgt spid="104"/>
                                        </p:tgtEl>
                                      </p:cBhvr>
                                    </p:animEffect>
                                  </p:childTnLst>
                                  <p:subTnLst>
                                    <p:audio>
                                      <p:cMediaNode>
                                        <p:cTn display="0" masterRel="sameClick">
                                          <p:stCondLst>
                                            <p:cond evt="begin" delay="0">
                                              <p:tn val="85"/>
                                            </p:cond>
                                          </p:stCondLst>
                                          <p:endCondLst>
                                            <p:cond evt="onStopAudio" delay="0">
                                              <p:tgtEl>
                                                <p:sldTgt/>
                                              </p:tgtEl>
                                            </p:cond>
                                          </p:endCondLst>
                                        </p:cTn>
                                        <p:tgtEl>
                                          <p:sndTgt r:embed="rId3" name="CHIMES.WAV"/>
                                        </p:tgtEl>
                                      </p:cMediaNode>
                                    </p:audio>
                                  </p:subTnLst>
                                </p:cTn>
                              </p:par>
                              <p:par>
                                <p:cTn id="88" presetID="12" presetClass="entr" presetSubtype="4" fill="hold" grpId="0" nodeType="withEffect">
                                  <p:stCondLst>
                                    <p:cond delay="0"/>
                                  </p:stCondLst>
                                  <p:childTnLst>
                                    <p:set>
                                      <p:cBhvr>
                                        <p:cTn id="89" dur="1" fill="hold">
                                          <p:stCondLst>
                                            <p:cond delay="0"/>
                                          </p:stCondLst>
                                        </p:cTn>
                                        <p:tgtEl>
                                          <p:spTgt spid="99"/>
                                        </p:tgtEl>
                                        <p:attrNameLst>
                                          <p:attrName>style.visibility</p:attrName>
                                        </p:attrNameLst>
                                      </p:cBhvr>
                                      <p:to>
                                        <p:strVal val="visible"/>
                                      </p:to>
                                    </p:set>
                                    <p:animEffect transition="in" filter="slide(fromBottom)">
                                      <p:cBhvr>
                                        <p:cTn id="90" dur="3000"/>
                                        <p:tgtEl>
                                          <p:spTgt spid="99"/>
                                        </p:tgtEl>
                                      </p:cBhvr>
                                    </p:animEffect>
                                  </p:childTnLst>
                                  <p:subTnLst>
                                    <p:audio>
                                      <p:cMediaNode>
                                        <p:cTn display="0" masterRel="sameClick">
                                          <p:stCondLst>
                                            <p:cond evt="begin" delay="0">
                                              <p:tn val="88"/>
                                            </p:cond>
                                          </p:stCondLst>
                                          <p:endCondLst>
                                            <p:cond evt="onStopAudio" delay="0">
                                              <p:tgtEl>
                                                <p:sldTgt/>
                                              </p:tgtEl>
                                            </p:cond>
                                          </p:endCondLst>
                                        </p:cTn>
                                        <p:tgtEl>
                                          <p:sndTgt r:embed="rId3" name="CHIMES.WAV"/>
                                        </p:tgtEl>
                                      </p:cMediaNode>
                                    </p:audio>
                                  </p:subTnLst>
                                </p:cTn>
                              </p:par>
                              <p:par>
                                <p:cTn id="91" presetID="20" presetClass="entr" presetSubtype="0" fill="hold" grpId="0" nodeType="withEffect">
                                  <p:stCondLst>
                                    <p:cond delay="0"/>
                                  </p:stCondLst>
                                  <p:childTnLst>
                                    <p:set>
                                      <p:cBhvr>
                                        <p:cTn id="92" dur="1" fill="hold">
                                          <p:stCondLst>
                                            <p:cond delay="0"/>
                                          </p:stCondLst>
                                        </p:cTn>
                                        <p:tgtEl>
                                          <p:spTgt spid="102"/>
                                        </p:tgtEl>
                                        <p:attrNameLst>
                                          <p:attrName>style.visibility</p:attrName>
                                        </p:attrNameLst>
                                      </p:cBhvr>
                                      <p:to>
                                        <p:strVal val="visible"/>
                                      </p:to>
                                    </p:set>
                                    <p:animEffect transition="in" filter="wedge">
                                      <p:cBhvr>
                                        <p:cTn id="93" dur="3000"/>
                                        <p:tgtEl>
                                          <p:spTgt spid="102"/>
                                        </p:tgtEl>
                                      </p:cBhvr>
                                    </p:animEffect>
                                  </p:childTnLst>
                                  <p:subTnLst>
                                    <p:audio>
                                      <p:cMediaNode>
                                        <p:cTn display="0" masterRel="sameClick">
                                          <p:stCondLst>
                                            <p:cond evt="begin" delay="0">
                                              <p:tn val="91"/>
                                            </p:cond>
                                          </p:stCondLst>
                                          <p:endCondLst>
                                            <p:cond evt="onStopAudio" delay="0">
                                              <p:tgtEl>
                                                <p:sldTgt/>
                                              </p:tgtEl>
                                            </p:cond>
                                          </p:endCondLst>
                                        </p:cTn>
                                        <p:tgtEl>
                                          <p:sndTgt r:embed="rId3" name="CHIMES.WAV"/>
                                        </p:tgtEl>
                                      </p:cMediaNode>
                                    </p:audio>
                                  </p:subTnLst>
                                </p:cTn>
                              </p:par>
                              <p:par>
                                <p:cTn id="94" presetID="20" presetClass="entr" presetSubtype="0" fill="hold" grpId="0" nodeType="withEffect">
                                  <p:stCondLst>
                                    <p:cond delay="0"/>
                                  </p:stCondLst>
                                  <p:childTnLst>
                                    <p:set>
                                      <p:cBhvr>
                                        <p:cTn id="95" dur="1" fill="hold">
                                          <p:stCondLst>
                                            <p:cond delay="0"/>
                                          </p:stCondLst>
                                        </p:cTn>
                                        <p:tgtEl>
                                          <p:spTgt spid="69"/>
                                        </p:tgtEl>
                                        <p:attrNameLst>
                                          <p:attrName>style.visibility</p:attrName>
                                        </p:attrNameLst>
                                      </p:cBhvr>
                                      <p:to>
                                        <p:strVal val="visible"/>
                                      </p:to>
                                    </p:set>
                                    <p:animEffect transition="in" filter="wedge">
                                      <p:cBhvr>
                                        <p:cTn id="96" dur="2000"/>
                                        <p:tgtEl>
                                          <p:spTgt spid="69"/>
                                        </p:tgtEl>
                                      </p:cBhvr>
                                    </p:animEffect>
                                  </p:childTnLst>
                                </p:cTn>
                              </p:par>
                            </p:childTnLst>
                          </p:cTn>
                        </p:par>
                        <p:par>
                          <p:cTn id="97" fill="hold">
                            <p:stCondLst>
                              <p:cond delay="8000"/>
                            </p:stCondLst>
                            <p:childTnLst>
                              <p:par>
                                <p:cTn id="98" presetID="22" presetClass="entr" presetSubtype="8" fill="hold" grpId="0" nodeType="afterEffect">
                                  <p:stCondLst>
                                    <p:cond delay="0"/>
                                  </p:stCondLst>
                                  <p:iterate type="lt">
                                    <p:tmPct val="30000"/>
                                  </p:iterate>
                                  <p:childTnLst>
                                    <p:set>
                                      <p:cBhvr>
                                        <p:cTn id="99" dur="1" fill="hold">
                                          <p:stCondLst>
                                            <p:cond delay="0"/>
                                          </p:stCondLst>
                                        </p:cTn>
                                        <p:tgtEl>
                                          <p:spTgt spid="107">
                                            <p:txEl>
                                              <p:pRg st="0" end="0"/>
                                            </p:txEl>
                                          </p:spTgt>
                                        </p:tgtEl>
                                        <p:attrNameLst>
                                          <p:attrName>style.visibility</p:attrName>
                                        </p:attrNameLst>
                                      </p:cBhvr>
                                      <p:to>
                                        <p:strVal val="visible"/>
                                      </p:to>
                                    </p:set>
                                    <p:animEffect transition="in" filter="wipe(left)">
                                      <p:cBhvr>
                                        <p:cTn id="100" dur="500"/>
                                        <p:tgtEl>
                                          <p:spTgt spid="10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utoUpdateAnimBg="0"/>
      <p:bldP spid="62" grpId="0" animBg="1"/>
      <p:bldP spid="63" grpId="0" animBg="1"/>
      <p:bldP spid="64" grpId="0" animBg="1"/>
      <p:bldP spid="65" grpId="0"/>
      <p:bldP spid="66" grpId="0"/>
      <p:bldP spid="67" grpId="0"/>
      <p:bldP spid="68" grpId="0" animBg="1"/>
      <p:bldP spid="69" grpId="0"/>
      <p:bldP spid="70" grpId="0" animBg="1"/>
      <p:bldP spid="71" grpId="0" autoUpdateAnimBg="0"/>
      <p:bldP spid="72" grpId="0" animBg="1"/>
      <p:bldP spid="73" grpId="0" autoUpdateAnimBg="0"/>
      <p:bldP spid="74" grpId="0" animBg="1"/>
      <p:bldP spid="75" grpId="0" autoUpdateAnimBg="0"/>
      <p:bldP spid="99" grpId="0" animBg="1"/>
      <p:bldP spid="100" grpId="0" animBg="1"/>
      <p:bldP spid="101" grpId="0" autoUpdateAnimBg="0"/>
      <p:bldP spid="102" grpId="0" autoUpdateAnimBg="0"/>
      <p:bldP spid="103" grpId="0" autoUpdateAnimBg="0"/>
      <p:bldP spid="104" grpId="0" animBg="1"/>
      <p:bldP spid="105" grpId="0" build="p" autoUpdateAnimBg="0"/>
      <p:bldP spid="106" grpId="0" build="p" autoUpdateAnimBg="0"/>
      <p:bldP spid="107" grpId="0" build="p" autoUpdateAnimBg="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164442" y="91693"/>
            <a:ext cx="5546711" cy="615553"/>
          </a:xfrm>
          <a:prstGeom prst="rect">
            <a:avLst/>
          </a:prstGeom>
        </p:spPr>
        <p:txBody>
          <a:bodyPr wrap="none">
            <a:spAutoFit/>
          </a:bodyPr>
          <a:lstStyle/>
          <a:p>
            <a:pPr>
              <a:defRPr/>
            </a:pPr>
            <a:r>
              <a:rPr kumimoji="1" lang="zh-CN" altLang="en-US" sz="3400" i="0" dirty="0">
                <a:solidFill>
                  <a:srgbClr val="FFFFFF"/>
                </a:solidFill>
                <a:latin typeface="微软雅黑" panose="020B0503020204020204" pitchFamily="34" charset="-122"/>
                <a:ea typeface="微软雅黑" panose="020B0503020204020204" pitchFamily="34" charset="-122"/>
              </a:rPr>
              <a:t>第二章</a:t>
            </a:r>
            <a:r>
              <a:rPr kumimoji="1" lang="en-US" altLang="zh-CN" sz="3400" i="0" dirty="0">
                <a:solidFill>
                  <a:srgbClr val="FFFFFF"/>
                </a:solidFill>
                <a:latin typeface="微软雅黑" panose="020B0503020204020204" pitchFamily="34" charset="-122"/>
                <a:ea typeface="微软雅黑" panose="020B0503020204020204" pitchFamily="34" charset="-122"/>
              </a:rPr>
              <a:t> </a:t>
            </a:r>
            <a:r>
              <a:rPr kumimoji="1" lang="zh-CN" altLang="en-US" sz="3400" i="0" dirty="0">
                <a:solidFill>
                  <a:srgbClr val="FFFFFF"/>
                </a:solidFill>
                <a:latin typeface="微软雅黑" panose="020B0503020204020204" pitchFamily="34" charset="-122"/>
                <a:ea typeface="微软雅黑" panose="020B0503020204020204" pitchFamily="34" charset="-122"/>
              </a:rPr>
              <a:t>平面问题的受力分析</a:t>
            </a:r>
          </a:p>
        </p:txBody>
      </p:sp>
      <p:sp>
        <p:nvSpPr>
          <p:cNvPr id="6" name="Text Box 9"/>
          <p:cNvSpPr txBox="1">
            <a:spLocks noChangeArrowheads="1"/>
          </p:cNvSpPr>
          <p:nvPr/>
        </p:nvSpPr>
        <p:spPr bwMode="auto">
          <a:xfrm>
            <a:off x="1055440" y="1314575"/>
            <a:ext cx="10081120" cy="4228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just">
              <a:spcBef>
                <a:spcPct val="20000"/>
              </a:spcBef>
              <a:buClr>
                <a:schemeClr val="accent1"/>
              </a:buClr>
              <a:buSzPct val="75000"/>
              <a:buFont typeface="Monotype Sorts" pitchFamily="2" charset="2"/>
              <a:buChar char="•"/>
              <a:defRPr kumimoji="1" sz="2400">
                <a:solidFill>
                  <a:schemeClr val="tx1"/>
                </a:solidFill>
                <a:latin typeface="Impact" panose="020B0806030902050204" pitchFamily="34" charset="0"/>
                <a:ea typeface="宋体" panose="02010600030101010101" pitchFamily="2" charset="-122"/>
              </a:defRPr>
            </a:lvl1pPr>
            <a:lvl2pPr marL="742950" indent="-285750">
              <a:spcBef>
                <a:spcPct val="20000"/>
              </a:spcBef>
              <a:buClr>
                <a:schemeClr val="accent2"/>
              </a:buClr>
              <a:buChar char="•"/>
              <a:defRPr kumimoji="1" sz="2000">
                <a:solidFill>
                  <a:schemeClr val="tx1"/>
                </a:solidFill>
                <a:latin typeface="Impact" panose="020B0806030902050204" pitchFamily="34" charset="0"/>
                <a:ea typeface="宋体" panose="02010600030101010101" pitchFamily="2" charset="-122"/>
              </a:defRPr>
            </a:lvl2pPr>
            <a:lvl3pPr marL="1143000" indent="-228600">
              <a:spcBef>
                <a:spcPct val="20000"/>
              </a:spcBef>
              <a:buChar char="–"/>
              <a:defRPr kumimoji="1" sz="2400">
                <a:solidFill>
                  <a:schemeClr val="tx1"/>
                </a:solidFill>
                <a:latin typeface="Impact" panose="020B0806030902050204" pitchFamily="34" charset="0"/>
                <a:ea typeface="宋体" panose="02010600030101010101" pitchFamily="2" charset="-122"/>
              </a:defRPr>
            </a:lvl3pPr>
            <a:lvl4pPr marL="1600200" indent="-228600">
              <a:spcBef>
                <a:spcPct val="20000"/>
              </a:spcBef>
              <a:buChar char="–"/>
              <a:defRPr kumimoji="1" sz="2000">
                <a:solidFill>
                  <a:schemeClr val="tx1"/>
                </a:solidFill>
                <a:latin typeface="Impact" panose="020B0806030902050204" pitchFamily="34" charset="0"/>
                <a:ea typeface="宋体" panose="02010600030101010101" pitchFamily="2" charset="-122"/>
              </a:defRPr>
            </a:lvl4pPr>
            <a:lvl5pPr marL="2057400" indent="-228600">
              <a:spcBef>
                <a:spcPct val="20000"/>
              </a:spcBef>
              <a:buChar char="»"/>
              <a:defRPr kumimoji="1" sz="2000">
                <a:solidFill>
                  <a:schemeClr val="tx1"/>
                </a:solidFill>
                <a:latin typeface="Impact" panose="020B0806030902050204" pitchFamily="34"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9pPr>
          </a:lstStyle>
          <a:p>
            <a:pPr>
              <a:lnSpc>
                <a:spcPct val="120000"/>
              </a:lnSpc>
              <a:spcBef>
                <a:spcPct val="0"/>
              </a:spcBef>
              <a:buClrTx/>
              <a:buSzTx/>
              <a:buNone/>
            </a:pPr>
            <a:r>
              <a:rPr lang="zh-CN" altLang="en-US" sz="2800" i="0" dirty="0">
                <a:latin typeface="微软雅黑" panose="020B0503020204020204" pitchFamily="34" charset="-122"/>
                <a:ea typeface="微软雅黑" panose="020B0503020204020204" pitchFamily="34" charset="-122"/>
              </a:rPr>
              <a:t>工程中机构和结构都是由若干个物体通过一定形式的约束组合在一起，称为物体系统，简称</a:t>
            </a:r>
            <a:r>
              <a:rPr lang="zh-CN" altLang="en-US" sz="2800" i="0" dirty="0">
                <a:solidFill>
                  <a:srgbClr val="FF0000"/>
                </a:solidFill>
                <a:latin typeface="微软雅黑" panose="020B0503020204020204" pitchFamily="34" charset="-122"/>
                <a:ea typeface="微软雅黑" panose="020B0503020204020204" pitchFamily="34" charset="-122"/>
              </a:rPr>
              <a:t>物系</a:t>
            </a:r>
            <a:r>
              <a:rPr lang="zh-CN" altLang="en-US" sz="2800" i="0" dirty="0">
                <a:latin typeface="微软雅黑" panose="020B0503020204020204" pitchFamily="34" charset="-122"/>
                <a:ea typeface="微软雅黑" panose="020B0503020204020204" pitchFamily="34" charset="-122"/>
              </a:rPr>
              <a:t>。</a:t>
            </a:r>
            <a:endParaRPr lang="en-US" altLang="zh-CN" sz="2800" i="0" dirty="0">
              <a:latin typeface="微软雅黑" panose="020B0503020204020204" pitchFamily="34" charset="-122"/>
              <a:ea typeface="微软雅黑" panose="020B0503020204020204" pitchFamily="34" charset="-122"/>
            </a:endParaRPr>
          </a:p>
          <a:p>
            <a:pPr>
              <a:lnSpc>
                <a:spcPct val="120000"/>
              </a:lnSpc>
              <a:spcBef>
                <a:spcPct val="0"/>
              </a:spcBef>
              <a:buClrTx/>
              <a:buSzTx/>
              <a:buNone/>
            </a:pPr>
            <a:r>
              <a:rPr lang="zh-CN" altLang="en-US" sz="2800" i="0" dirty="0">
                <a:latin typeface="微软雅黑" panose="020B0503020204020204" pitchFamily="34" charset="-122"/>
                <a:ea typeface="微软雅黑" panose="020B0503020204020204" pitchFamily="34" charset="-122"/>
              </a:rPr>
              <a:t>求解物系平衡问题的步骤是：</a:t>
            </a:r>
            <a:endParaRPr lang="en-US" altLang="zh-CN" sz="2800" i="0" dirty="0">
              <a:latin typeface="微软雅黑" panose="020B0503020204020204" pitchFamily="34" charset="-122"/>
              <a:ea typeface="微软雅黑" panose="020B0503020204020204" pitchFamily="34" charset="-122"/>
            </a:endParaRPr>
          </a:p>
          <a:p>
            <a:pPr>
              <a:lnSpc>
                <a:spcPct val="120000"/>
              </a:lnSpc>
              <a:spcBef>
                <a:spcPct val="0"/>
              </a:spcBef>
              <a:buClrTx/>
              <a:buSzTx/>
              <a:buNone/>
            </a:pPr>
            <a:r>
              <a:rPr lang="en-US" altLang="zh-CN" sz="2800" i="0" dirty="0">
                <a:latin typeface="微软雅黑" panose="020B0503020204020204" pitchFamily="34" charset="-122"/>
                <a:ea typeface="微软雅黑" panose="020B0503020204020204" pitchFamily="34" charset="-122"/>
              </a:rPr>
              <a:t>1</a:t>
            </a:r>
            <a:r>
              <a:rPr lang="zh-CN" altLang="en-US" sz="2800" i="0" dirty="0">
                <a:latin typeface="微软雅黑" panose="020B0503020204020204" pitchFamily="34" charset="-122"/>
                <a:ea typeface="微软雅黑" panose="020B0503020204020204" pitchFamily="34" charset="-122"/>
              </a:rPr>
              <a:t>）适当选择研究对象（研究对象可以是物系整体、单个物体，也可以是物系中几个物体组成的系统），画出各研究对象的分离体的受力图。</a:t>
            </a:r>
            <a:endParaRPr lang="en-US" altLang="zh-CN" sz="2800" i="0" dirty="0">
              <a:latin typeface="微软雅黑" panose="020B0503020204020204" pitchFamily="34" charset="-122"/>
              <a:ea typeface="微软雅黑" panose="020B0503020204020204" pitchFamily="34" charset="-122"/>
            </a:endParaRPr>
          </a:p>
          <a:p>
            <a:pPr>
              <a:lnSpc>
                <a:spcPct val="120000"/>
              </a:lnSpc>
              <a:spcBef>
                <a:spcPct val="0"/>
              </a:spcBef>
              <a:buClrTx/>
              <a:buSzTx/>
              <a:buNone/>
            </a:pPr>
            <a:r>
              <a:rPr lang="en-US" altLang="zh-CN" sz="2800" i="0" dirty="0">
                <a:latin typeface="微软雅黑" panose="020B0503020204020204" pitchFamily="34" charset="-122"/>
                <a:ea typeface="微软雅黑" panose="020B0503020204020204" pitchFamily="34" charset="-122"/>
              </a:rPr>
              <a:t>2</a:t>
            </a:r>
            <a:r>
              <a:rPr lang="zh-CN" altLang="en-US" sz="2800" i="0" dirty="0">
                <a:latin typeface="微软雅黑" panose="020B0503020204020204" pitchFamily="34" charset="-122"/>
                <a:ea typeface="微软雅黑" panose="020B0503020204020204" pitchFamily="34" charset="-122"/>
              </a:rPr>
              <a:t>）分析各受力图，确定求解顺序。</a:t>
            </a:r>
            <a:endParaRPr lang="en-US" altLang="zh-CN" sz="2800" i="0" dirty="0">
              <a:latin typeface="微软雅黑" panose="020B0503020204020204" pitchFamily="34" charset="-122"/>
              <a:ea typeface="微软雅黑" panose="020B0503020204020204" pitchFamily="34" charset="-122"/>
            </a:endParaRPr>
          </a:p>
          <a:p>
            <a:pPr>
              <a:lnSpc>
                <a:spcPct val="120000"/>
              </a:lnSpc>
              <a:spcBef>
                <a:spcPct val="0"/>
              </a:spcBef>
              <a:buClrTx/>
              <a:buSzTx/>
              <a:buNone/>
            </a:pPr>
            <a:r>
              <a:rPr lang="en-US" altLang="zh-CN" sz="2800" i="0" dirty="0">
                <a:latin typeface="微软雅黑" panose="020B0503020204020204" pitchFamily="34" charset="-122"/>
                <a:ea typeface="微软雅黑" panose="020B0503020204020204" pitchFamily="34" charset="-122"/>
              </a:rPr>
              <a:t>3</a:t>
            </a:r>
            <a:r>
              <a:rPr lang="zh-CN" altLang="en-US" sz="2800" i="0" dirty="0">
                <a:latin typeface="微软雅黑" panose="020B0503020204020204" pitchFamily="34" charset="-122"/>
                <a:ea typeface="微软雅黑" panose="020B0503020204020204" pitchFamily="34" charset="-122"/>
              </a:rPr>
              <a:t>）根据确定的求解顺序，逐个列出平衡方程求解。</a:t>
            </a:r>
          </a:p>
        </p:txBody>
      </p:sp>
      <p:sp>
        <p:nvSpPr>
          <p:cNvPr id="18" name="矩形 17"/>
          <p:cNvSpPr/>
          <p:nvPr/>
        </p:nvSpPr>
        <p:spPr>
          <a:xfrm>
            <a:off x="3887703" y="766445"/>
            <a:ext cx="2991525" cy="646331"/>
          </a:xfrm>
          <a:prstGeom prst="rect">
            <a:avLst/>
          </a:prstGeom>
        </p:spPr>
        <p:txBody>
          <a:bodyPr wrap="none">
            <a:spAutoFit/>
          </a:bodyPr>
          <a:lstStyle/>
          <a:p>
            <a:pPr>
              <a:lnSpc>
                <a:spcPct val="120000"/>
              </a:lnSpc>
            </a:pPr>
            <a:r>
              <a:rPr lang="zh-CN" altLang="en-US" sz="3000" i="0" dirty="0">
                <a:solidFill>
                  <a:srgbClr val="4F81BD"/>
                </a:solidFill>
                <a:latin typeface="微软雅黑" panose="020B0503020204020204" pitchFamily="34" charset="-122"/>
                <a:ea typeface="微软雅黑" panose="020B0503020204020204" pitchFamily="34" charset="-122"/>
              </a:rPr>
              <a:t>物体系统的平衡</a:t>
            </a:r>
          </a:p>
        </p:txBody>
      </p:sp>
      <p:sp>
        <p:nvSpPr>
          <p:cNvPr id="16" name="Rectangle 3"/>
          <p:cNvSpPr>
            <a:spLocks noChangeArrowheads="1"/>
          </p:cNvSpPr>
          <p:nvPr/>
        </p:nvSpPr>
        <p:spPr bwMode="auto">
          <a:xfrm>
            <a:off x="2677309" y="5445224"/>
            <a:ext cx="6819496" cy="7817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just">
              <a:spcBef>
                <a:spcPct val="20000"/>
              </a:spcBef>
              <a:buClr>
                <a:schemeClr val="accent1"/>
              </a:buClr>
              <a:buSzPct val="75000"/>
              <a:buFont typeface="Monotype Sorts" pitchFamily="2" charset="2"/>
              <a:buChar char="•"/>
              <a:defRPr kumimoji="1" sz="2400">
                <a:solidFill>
                  <a:schemeClr val="tx1"/>
                </a:solidFill>
                <a:latin typeface="Impact" panose="020B0806030902050204" pitchFamily="34" charset="0"/>
                <a:ea typeface="宋体" panose="02010600030101010101" pitchFamily="2" charset="-122"/>
              </a:defRPr>
            </a:lvl1pPr>
            <a:lvl2pPr marL="742950" indent="-285750">
              <a:spcBef>
                <a:spcPct val="20000"/>
              </a:spcBef>
              <a:buClr>
                <a:schemeClr val="accent2"/>
              </a:buClr>
              <a:buChar char="•"/>
              <a:defRPr kumimoji="1" sz="2000">
                <a:solidFill>
                  <a:schemeClr val="tx1"/>
                </a:solidFill>
                <a:latin typeface="Impact" panose="020B0806030902050204" pitchFamily="34" charset="0"/>
                <a:ea typeface="宋体" panose="02010600030101010101" pitchFamily="2" charset="-122"/>
              </a:defRPr>
            </a:lvl2pPr>
            <a:lvl3pPr marL="1143000" indent="-228600">
              <a:spcBef>
                <a:spcPct val="20000"/>
              </a:spcBef>
              <a:buChar char="–"/>
              <a:defRPr kumimoji="1" sz="2400">
                <a:solidFill>
                  <a:schemeClr val="tx1"/>
                </a:solidFill>
                <a:latin typeface="Impact" panose="020B0806030902050204" pitchFamily="34" charset="0"/>
                <a:ea typeface="宋体" panose="02010600030101010101" pitchFamily="2" charset="-122"/>
              </a:defRPr>
            </a:lvl3pPr>
            <a:lvl4pPr marL="1600200" indent="-228600">
              <a:spcBef>
                <a:spcPct val="20000"/>
              </a:spcBef>
              <a:buChar char="–"/>
              <a:defRPr kumimoji="1" sz="2000">
                <a:solidFill>
                  <a:schemeClr val="tx1"/>
                </a:solidFill>
                <a:latin typeface="Impact" panose="020B0806030902050204" pitchFamily="34" charset="0"/>
                <a:ea typeface="宋体" panose="02010600030101010101" pitchFamily="2" charset="-122"/>
              </a:defRPr>
            </a:lvl4pPr>
            <a:lvl5pPr marL="2057400" indent="-228600">
              <a:spcBef>
                <a:spcPct val="20000"/>
              </a:spcBef>
              <a:buChar char="»"/>
              <a:defRPr kumimoji="1" sz="2000">
                <a:solidFill>
                  <a:schemeClr val="tx1"/>
                </a:solidFill>
                <a:latin typeface="Impact" panose="020B0806030902050204" pitchFamily="34"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9pPr>
          </a:lstStyle>
          <a:p>
            <a:pPr algn="l" eaLnBrk="1" hangingPunct="1">
              <a:lnSpc>
                <a:spcPct val="160000"/>
              </a:lnSpc>
              <a:spcBef>
                <a:spcPct val="25000"/>
              </a:spcBef>
              <a:buClrTx/>
              <a:buSzTx/>
              <a:buFontTx/>
              <a:buNone/>
            </a:pPr>
            <a:r>
              <a:rPr lang="zh-CN" altLang="en-US" sz="2800" i="0" dirty="0">
                <a:latin typeface="微软雅黑" panose="020B0503020204020204" pitchFamily="34" charset="-122"/>
                <a:ea typeface="微软雅黑" panose="020B0503020204020204" pitchFamily="34" charset="-122"/>
              </a:rPr>
              <a:t>由整体        局部    或    由局部         整体</a:t>
            </a:r>
          </a:p>
        </p:txBody>
      </p:sp>
      <p:sp>
        <p:nvSpPr>
          <p:cNvPr id="17" name="AutoShape 4"/>
          <p:cNvSpPr>
            <a:spLocks noChangeArrowheads="1"/>
          </p:cNvSpPr>
          <p:nvPr/>
        </p:nvSpPr>
        <p:spPr bwMode="auto">
          <a:xfrm>
            <a:off x="3863806" y="5445224"/>
            <a:ext cx="660718" cy="831850"/>
          </a:xfrm>
          <a:prstGeom prst="rightArrow">
            <a:avLst>
              <a:gd name="adj1" fmla="val 50000"/>
              <a:gd name="adj2" fmla="val 25000"/>
            </a:avLst>
          </a:prstGeom>
          <a:solidFill>
            <a:schemeClr val="accent2"/>
          </a:solidFill>
          <a:ln w="9525">
            <a:solidFill>
              <a:schemeClr val="tx1"/>
            </a:solidFill>
            <a:miter lim="800000"/>
            <a:headEnd/>
            <a:tailEnd/>
          </a:ln>
        </p:spPr>
        <p:txBody>
          <a:bodyPr wrap="square" anchor="ctr">
            <a:spAutoFit/>
          </a:bodyPr>
          <a:lstStyle>
            <a:lvl1pPr algn="just">
              <a:spcBef>
                <a:spcPct val="20000"/>
              </a:spcBef>
              <a:buClr>
                <a:schemeClr val="accent1"/>
              </a:buClr>
              <a:buSzPct val="75000"/>
              <a:buFont typeface="Monotype Sorts" pitchFamily="2" charset="2"/>
              <a:buChar char="•"/>
              <a:defRPr kumimoji="1" sz="2400">
                <a:solidFill>
                  <a:schemeClr val="tx1"/>
                </a:solidFill>
                <a:latin typeface="Impact" panose="020B0806030902050204" pitchFamily="34" charset="0"/>
                <a:ea typeface="宋体" panose="02010600030101010101" pitchFamily="2" charset="-122"/>
              </a:defRPr>
            </a:lvl1pPr>
            <a:lvl2pPr marL="742950" indent="-285750">
              <a:spcBef>
                <a:spcPct val="20000"/>
              </a:spcBef>
              <a:buClr>
                <a:schemeClr val="accent2"/>
              </a:buClr>
              <a:buChar char="•"/>
              <a:defRPr kumimoji="1" sz="2000">
                <a:solidFill>
                  <a:schemeClr val="tx1"/>
                </a:solidFill>
                <a:latin typeface="Impact" panose="020B0806030902050204" pitchFamily="34" charset="0"/>
                <a:ea typeface="宋体" panose="02010600030101010101" pitchFamily="2" charset="-122"/>
              </a:defRPr>
            </a:lvl2pPr>
            <a:lvl3pPr marL="1143000" indent="-228600">
              <a:spcBef>
                <a:spcPct val="20000"/>
              </a:spcBef>
              <a:buChar char="–"/>
              <a:defRPr kumimoji="1" sz="2400">
                <a:solidFill>
                  <a:schemeClr val="tx1"/>
                </a:solidFill>
                <a:latin typeface="Impact" panose="020B0806030902050204" pitchFamily="34" charset="0"/>
                <a:ea typeface="宋体" panose="02010600030101010101" pitchFamily="2" charset="-122"/>
              </a:defRPr>
            </a:lvl3pPr>
            <a:lvl4pPr marL="1600200" indent="-228600">
              <a:spcBef>
                <a:spcPct val="20000"/>
              </a:spcBef>
              <a:buChar char="–"/>
              <a:defRPr kumimoji="1" sz="2000">
                <a:solidFill>
                  <a:schemeClr val="tx1"/>
                </a:solidFill>
                <a:latin typeface="Impact" panose="020B0806030902050204" pitchFamily="34" charset="0"/>
                <a:ea typeface="宋体" panose="02010600030101010101" pitchFamily="2" charset="-122"/>
              </a:defRPr>
            </a:lvl4pPr>
            <a:lvl5pPr marL="2057400" indent="-228600">
              <a:spcBef>
                <a:spcPct val="20000"/>
              </a:spcBef>
              <a:buChar char="»"/>
              <a:defRPr kumimoji="1" sz="2000">
                <a:solidFill>
                  <a:schemeClr val="tx1"/>
                </a:solidFill>
                <a:latin typeface="Impact" panose="020B0806030902050204" pitchFamily="34"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9pPr>
          </a:lstStyle>
          <a:p>
            <a:pPr algn="l" eaLnBrk="1" hangingPunct="1">
              <a:spcBef>
                <a:spcPct val="0"/>
              </a:spcBef>
              <a:buClrTx/>
              <a:buSzTx/>
              <a:buFontTx/>
              <a:buNone/>
            </a:pPr>
            <a:endParaRPr lang="zh-CN" altLang="en-US">
              <a:solidFill>
                <a:schemeClr val="bg1"/>
              </a:solidFill>
              <a:latin typeface="Times New Roman" panose="02020603050405020304" pitchFamily="18" charset="0"/>
            </a:endParaRPr>
          </a:p>
        </p:txBody>
      </p:sp>
      <p:sp>
        <p:nvSpPr>
          <p:cNvPr id="19" name="AutoShape 4"/>
          <p:cNvSpPr>
            <a:spLocks noChangeArrowheads="1"/>
          </p:cNvSpPr>
          <p:nvPr/>
        </p:nvSpPr>
        <p:spPr bwMode="auto">
          <a:xfrm>
            <a:off x="7824192" y="5445224"/>
            <a:ext cx="660718" cy="831850"/>
          </a:xfrm>
          <a:prstGeom prst="rightArrow">
            <a:avLst>
              <a:gd name="adj1" fmla="val 50000"/>
              <a:gd name="adj2" fmla="val 25000"/>
            </a:avLst>
          </a:prstGeom>
          <a:solidFill>
            <a:schemeClr val="accent2"/>
          </a:solidFill>
          <a:ln w="9525">
            <a:solidFill>
              <a:schemeClr val="tx1"/>
            </a:solidFill>
            <a:miter lim="800000"/>
            <a:headEnd/>
            <a:tailEnd/>
          </a:ln>
        </p:spPr>
        <p:txBody>
          <a:bodyPr wrap="square" anchor="ctr">
            <a:spAutoFit/>
          </a:bodyPr>
          <a:lstStyle>
            <a:lvl1pPr algn="just">
              <a:spcBef>
                <a:spcPct val="20000"/>
              </a:spcBef>
              <a:buClr>
                <a:schemeClr val="accent1"/>
              </a:buClr>
              <a:buSzPct val="75000"/>
              <a:buFont typeface="Monotype Sorts" pitchFamily="2" charset="2"/>
              <a:buChar char="•"/>
              <a:defRPr kumimoji="1" sz="2400">
                <a:solidFill>
                  <a:schemeClr val="tx1"/>
                </a:solidFill>
                <a:latin typeface="Impact" panose="020B0806030902050204" pitchFamily="34" charset="0"/>
                <a:ea typeface="宋体" panose="02010600030101010101" pitchFamily="2" charset="-122"/>
              </a:defRPr>
            </a:lvl1pPr>
            <a:lvl2pPr marL="742950" indent="-285750">
              <a:spcBef>
                <a:spcPct val="20000"/>
              </a:spcBef>
              <a:buClr>
                <a:schemeClr val="accent2"/>
              </a:buClr>
              <a:buChar char="•"/>
              <a:defRPr kumimoji="1" sz="2000">
                <a:solidFill>
                  <a:schemeClr val="tx1"/>
                </a:solidFill>
                <a:latin typeface="Impact" panose="020B0806030902050204" pitchFamily="34" charset="0"/>
                <a:ea typeface="宋体" panose="02010600030101010101" pitchFamily="2" charset="-122"/>
              </a:defRPr>
            </a:lvl2pPr>
            <a:lvl3pPr marL="1143000" indent="-228600">
              <a:spcBef>
                <a:spcPct val="20000"/>
              </a:spcBef>
              <a:buChar char="–"/>
              <a:defRPr kumimoji="1" sz="2400">
                <a:solidFill>
                  <a:schemeClr val="tx1"/>
                </a:solidFill>
                <a:latin typeface="Impact" panose="020B0806030902050204" pitchFamily="34" charset="0"/>
                <a:ea typeface="宋体" panose="02010600030101010101" pitchFamily="2" charset="-122"/>
              </a:defRPr>
            </a:lvl3pPr>
            <a:lvl4pPr marL="1600200" indent="-228600">
              <a:spcBef>
                <a:spcPct val="20000"/>
              </a:spcBef>
              <a:buChar char="–"/>
              <a:defRPr kumimoji="1" sz="2000">
                <a:solidFill>
                  <a:schemeClr val="tx1"/>
                </a:solidFill>
                <a:latin typeface="Impact" panose="020B0806030902050204" pitchFamily="34" charset="0"/>
                <a:ea typeface="宋体" panose="02010600030101010101" pitchFamily="2" charset="-122"/>
              </a:defRPr>
            </a:lvl4pPr>
            <a:lvl5pPr marL="2057400" indent="-228600">
              <a:spcBef>
                <a:spcPct val="20000"/>
              </a:spcBef>
              <a:buChar char="»"/>
              <a:defRPr kumimoji="1" sz="2000">
                <a:solidFill>
                  <a:schemeClr val="tx1"/>
                </a:solidFill>
                <a:latin typeface="Impact" panose="020B0806030902050204" pitchFamily="34"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9pPr>
          </a:lstStyle>
          <a:p>
            <a:pPr algn="l" eaLnBrk="1" hangingPunct="1">
              <a:spcBef>
                <a:spcPct val="0"/>
              </a:spcBef>
              <a:buClrTx/>
              <a:buSzTx/>
              <a:buFontTx/>
              <a:buNone/>
            </a:pPr>
            <a:endParaRPr lang="zh-CN" altLang="en-US">
              <a:solidFill>
                <a:schemeClr val="bg1"/>
              </a:solidFill>
              <a:latin typeface="Times New Roman" panose="02020603050405020304" pitchFamily="18" charset="0"/>
            </a:endParaRPr>
          </a:p>
        </p:txBody>
      </p:sp>
    </p:spTree>
    <p:extLst>
      <p:ext uri="{BB962C8B-B14F-4D97-AF65-F5344CB8AC3E}">
        <p14:creationId xmlns:p14="http://schemas.microsoft.com/office/powerpoint/2010/main" val="261516725"/>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utoUpdateAnimBg="0"/>
      <p:bldP spid="16" grpId="0"/>
      <p:bldP spid="17" grpId="0" animBg="1"/>
      <p:bldP spid="19"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164442" y="91693"/>
            <a:ext cx="5546711" cy="615553"/>
          </a:xfrm>
          <a:prstGeom prst="rect">
            <a:avLst/>
          </a:prstGeom>
        </p:spPr>
        <p:txBody>
          <a:bodyPr wrap="none">
            <a:spAutoFit/>
          </a:bodyPr>
          <a:lstStyle/>
          <a:p>
            <a:pPr>
              <a:defRPr/>
            </a:pPr>
            <a:r>
              <a:rPr kumimoji="1" lang="zh-CN" altLang="en-US" sz="3400" i="0" dirty="0">
                <a:solidFill>
                  <a:srgbClr val="FFFFFF"/>
                </a:solidFill>
                <a:latin typeface="微软雅黑" panose="020B0503020204020204" pitchFamily="34" charset="-122"/>
                <a:ea typeface="微软雅黑" panose="020B0503020204020204" pitchFamily="34" charset="-122"/>
              </a:rPr>
              <a:t>第二章</a:t>
            </a:r>
            <a:r>
              <a:rPr kumimoji="1" lang="en-US" altLang="zh-CN" sz="3400" i="0" dirty="0">
                <a:solidFill>
                  <a:srgbClr val="FFFFFF"/>
                </a:solidFill>
                <a:latin typeface="微软雅黑" panose="020B0503020204020204" pitchFamily="34" charset="-122"/>
                <a:ea typeface="微软雅黑" panose="020B0503020204020204" pitchFamily="34" charset="-122"/>
              </a:rPr>
              <a:t> </a:t>
            </a:r>
            <a:r>
              <a:rPr kumimoji="1" lang="zh-CN" altLang="en-US" sz="3400" i="0" dirty="0">
                <a:solidFill>
                  <a:srgbClr val="FFFFFF"/>
                </a:solidFill>
                <a:latin typeface="微软雅黑" panose="020B0503020204020204" pitchFamily="34" charset="-122"/>
                <a:ea typeface="微软雅黑" panose="020B0503020204020204" pitchFamily="34" charset="-122"/>
              </a:rPr>
              <a:t>平面问题的受力分析</a:t>
            </a:r>
          </a:p>
        </p:txBody>
      </p:sp>
      <p:sp>
        <p:nvSpPr>
          <p:cNvPr id="14" name="Rectangle 5"/>
          <p:cNvSpPr>
            <a:spLocks noChangeArrowheads="1"/>
          </p:cNvSpPr>
          <p:nvPr/>
        </p:nvSpPr>
        <p:spPr bwMode="auto">
          <a:xfrm>
            <a:off x="279412" y="802970"/>
            <a:ext cx="10801200"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just">
              <a:spcBef>
                <a:spcPct val="20000"/>
              </a:spcBef>
              <a:buClr>
                <a:schemeClr val="accent1"/>
              </a:buClr>
              <a:buSzPct val="75000"/>
              <a:buFont typeface="Monotype Sorts" pitchFamily="2" charset="2"/>
              <a:buChar char="•"/>
              <a:defRPr kumimoji="1" sz="2400">
                <a:solidFill>
                  <a:schemeClr val="tx1"/>
                </a:solidFill>
                <a:latin typeface="Impact" panose="020B0806030902050204" pitchFamily="34" charset="0"/>
                <a:ea typeface="宋体" panose="02010600030101010101" pitchFamily="2" charset="-122"/>
              </a:defRPr>
            </a:lvl1pPr>
            <a:lvl2pPr marL="742950" indent="-285750">
              <a:spcBef>
                <a:spcPct val="20000"/>
              </a:spcBef>
              <a:buClr>
                <a:schemeClr val="accent2"/>
              </a:buClr>
              <a:buChar char="•"/>
              <a:defRPr kumimoji="1" sz="2000">
                <a:solidFill>
                  <a:schemeClr val="tx1"/>
                </a:solidFill>
                <a:latin typeface="Impact" panose="020B0806030902050204" pitchFamily="34" charset="0"/>
                <a:ea typeface="宋体" panose="02010600030101010101" pitchFamily="2" charset="-122"/>
              </a:defRPr>
            </a:lvl2pPr>
            <a:lvl3pPr marL="1143000" indent="-228600">
              <a:spcBef>
                <a:spcPct val="20000"/>
              </a:spcBef>
              <a:buChar char="–"/>
              <a:defRPr kumimoji="1" sz="2400">
                <a:solidFill>
                  <a:schemeClr val="tx1"/>
                </a:solidFill>
                <a:latin typeface="Impact" panose="020B0806030902050204" pitchFamily="34" charset="0"/>
                <a:ea typeface="宋体" panose="02010600030101010101" pitchFamily="2" charset="-122"/>
              </a:defRPr>
            </a:lvl3pPr>
            <a:lvl4pPr marL="1600200" indent="-228600">
              <a:spcBef>
                <a:spcPct val="20000"/>
              </a:spcBef>
              <a:buChar char="–"/>
              <a:defRPr kumimoji="1" sz="2000">
                <a:solidFill>
                  <a:schemeClr val="tx1"/>
                </a:solidFill>
                <a:latin typeface="Impact" panose="020B0806030902050204" pitchFamily="34" charset="0"/>
                <a:ea typeface="宋体" panose="02010600030101010101" pitchFamily="2" charset="-122"/>
              </a:defRPr>
            </a:lvl4pPr>
            <a:lvl5pPr marL="2057400" indent="-228600">
              <a:spcBef>
                <a:spcPct val="20000"/>
              </a:spcBef>
              <a:buChar char="»"/>
              <a:defRPr kumimoji="1" sz="2000">
                <a:solidFill>
                  <a:schemeClr val="tx1"/>
                </a:solidFill>
                <a:latin typeface="Impact" panose="020B0806030902050204" pitchFamily="34"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9pPr>
          </a:lstStyle>
          <a:p>
            <a:pPr algn="l">
              <a:spcBef>
                <a:spcPct val="0"/>
              </a:spcBef>
              <a:buClrTx/>
              <a:buSzTx/>
              <a:buNone/>
            </a:pPr>
            <a:r>
              <a:rPr lang="zh-CN" altLang="en-US" b="1" i="0" dirty="0">
                <a:solidFill>
                  <a:srgbClr val="0033CC"/>
                </a:solidFill>
                <a:latin typeface="Times New Roman" panose="02020603050405020304" pitchFamily="18" charset="0"/>
                <a:ea typeface="黑体" panose="02010609060101010101" pitchFamily="49" charset="-122"/>
              </a:rPr>
              <a:t>例</a:t>
            </a:r>
            <a:r>
              <a:rPr lang="en-US" altLang="zh-CN" i="0" dirty="0">
                <a:latin typeface="Times New Roman" panose="02020603050405020304" pitchFamily="18" charset="0"/>
                <a:ea typeface="黑体" panose="02010609060101010101" pitchFamily="49" charset="-122"/>
              </a:rPr>
              <a:t>  </a:t>
            </a:r>
            <a:r>
              <a:rPr lang="zh-CN" altLang="en-US" i="0" dirty="0">
                <a:latin typeface="Times New Roman" panose="02020603050405020304" pitchFamily="18" charset="0"/>
                <a:ea typeface="黑体" panose="02010609060101010101" pitchFamily="49" charset="-122"/>
              </a:rPr>
              <a:t>一固如图所示，人字梯由</a:t>
            </a:r>
            <a:r>
              <a:rPr lang="en-US" altLang="zh-CN" dirty="0">
                <a:latin typeface="+mj-lt"/>
              </a:rPr>
              <a:t>AB</a:t>
            </a:r>
            <a:r>
              <a:rPr lang="zh-CN" altLang="en-US" dirty="0">
                <a:latin typeface="+mj-lt"/>
              </a:rPr>
              <a:t>、</a:t>
            </a:r>
            <a:r>
              <a:rPr lang="en-US" altLang="zh-CN" dirty="0">
                <a:latin typeface="+mj-lt"/>
              </a:rPr>
              <a:t>AC</a:t>
            </a:r>
            <a:r>
              <a:rPr lang="zh-CN" altLang="en-US" i="0" dirty="0">
                <a:latin typeface="Times New Roman" panose="02020603050405020304" pitchFamily="18" charset="0"/>
                <a:ea typeface="黑体" panose="02010609060101010101" pitchFamily="49" charset="-122"/>
              </a:rPr>
              <a:t>两杆在</a:t>
            </a:r>
            <a:r>
              <a:rPr lang="en-US" altLang="zh-CN" dirty="0">
                <a:latin typeface="+mj-lt"/>
              </a:rPr>
              <a:t>A</a:t>
            </a:r>
            <a:r>
              <a:rPr lang="zh-CN" altLang="en-US" i="0" dirty="0">
                <a:latin typeface="Times New Roman" panose="02020603050405020304" pitchFamily="18" charset="0"/>
                <a:ea typeface="黑体" panose="02010609060101010101" pitchFamily="49" charset="-122"/>
              </a:rPr>
              <a:t>处铰接，并在</a:t>
            </a:r>
            <a:r>
              <a:rPr lang="en-US" altLang="zh-CN" dirty="0">
                <a:latin typeface="+mj-lt"/>
              </a:rPr>
              <a:t>D</a:t>
            </a:r>
            <a:r>
              <a:rPr lang="zh-CN" altLang="en-US" dirty="0">
                <a:latin typeface="+mj-lt"/>
              </a:rPr>
              <a:t>、</a:t>
            </a:r>
            <a:r>
              <a:rPr lang="en-US" altLang="zh-CN" dirty="0">
                <a:latin typeface="+mj-lt"/>
              </a:rPr>
              <a:t>E</a:t>
            </a:r>
            <a:r>
              <a:rPr lang="zh-CN" altLang="en-US" i="0" dirty="0">
                <a:latin typeface="Times New Roman" panose="02020603050405020304" pitchFamily="18" charset="0"/>
                <a:ea typeface="黑体" panose="02010609060101010101" pitchFamily="49" charset="-122"/>
              </a:rPr>
              <a:t>两点用水平线相联。梯子放在光滑的水平面上，有一人，其重力为</a:t>
            </a:r>
            <a:r>
              <a:rPr lang="en-US" altLang="zh-CN" dirty="0">
                <a:latin typeface="+mj-lt"/>
              </a:rPr>
              <a:t>G</a:t>
            </a:r>
            <a:r>
              <a:rPr lang="zh-CN" altLang="en-US" i="0" dirty="0">
                <a:latin typeface="Times New Roman" panose="02020603050405020304" pitchFamily="18" charset="0"/>
                <a:ea typeface="黑体" panose="02010609060101010101" pitchFamily="49" charset="-122"/>
              </a:rPr>
              <a:t>，攀登至梯上</a:t>
            </a:r>
            <a:r>
              <a:rPr lang="en-US" altLang="zh-CN" dirty="0">
                <a:latin typeface="+mj-lt"/>
              </a:rPr>
              <a:t>H</a:t>
            </a:r>
            <a:r>
              <a:rPr lang="zh-CN" altLang="en-US" i="0" dirty="0">
                <a:latin typeface="Times New Roman" panose="02020603050405020304" pitchFamily="18" charset="0"/>
                <a:ea typeface="黑体" panose="02010609060101010101" pitchFamily="49" charset="-122"/>
              </a:rPr>
              <a:t>处，如不计梯重，若已知</a:t>
            </a:r>
            <a:r>
              <a:rPr lang="en-US" altLang="zh-CN" dirty="0">
                <a:latin typeface="+mj-lt"/>
              </a:rPr>
              <a:t>G</a:t>
            </a:r>
            <a:r>
              <a:rPr lang="zh-CN" altLang="en-US" dirty="0">
                <a:latin typeface="+mj-lt"/>
              </a:rPr>
              <a:t>、</a:t>
            </a:r>
            <a:r>
              <a:rPr lang="en-US" altLang="zh-CN" dirty="0">
                <a:latin typeface="+mj-lt"/>
              </a:rPr>
              <a:t>a</a:t>
            </a:r>
            <a:r>
              <a:rPr lang="zh-CN" altLang="en-US" dirty="0">
                <a:latin typeface="+mj-lt"/>
              </a:rPr>
              <a:t>、</a:t>
            </a:r>
            <a:r>
              <a:rPr lang="zh-CN" altLang="en-US" dirty="0">
                <a:latin typeface="+mj-lt"/>
                <a:sym typeface="Symbol" panose="05050102010706020507" pitchFamily="18" charset="2"/>
              </a:rPr>
              <a:t></a:t>
            </a:r>
            <a:r>
              <a:rPr lang="zh-CN" altLang="en-US" dirty="0">
                <a:latin typeface="+mj-lt"/>
              </a:rPr>
              <a:t>、</a:t>
            </a:r>
            <a:r>
              <a:rPr lang="en-US" altLang="zh-CN" dirty="0">
                <a:latin typeface="+mj-lt"/>
              </a:rPr>
              <a:t>l</a:t>
            </a:r>
            <a:r>
              <a:rPr lang="zh-CN" altLang="en-US" dirty="0">
                <a:latin typeface="+mj-lt"/>
              </a:rPr>
              <a:t>、</a:t>
            </a:r>
            <a:r>
              <a:rPr lang="en-US" altLang="zh-CN" dirty="0">
                <a:latin typeface="+mj-lt"/>
              </a:rPr>
              <a:t>h</a:t>
            </a:r>
            <a:r>
              <a:rPr lang="zh-CN" altLang="en-US" dirty="0">
                <a:latin typeface="+mj-lt"/>
              </a:rPr>
              <a:t>。</a:t>
            </a:r>
            <a:r>
              <a:rPr lang="zh-CN" altLang="en-US" i="0" dirty="0">
                <a:latin typeface="Times New Roman" panose="02020603050405020304" pitchFamily="18" charset="0"/>
                <a:ea typeface="黑体" panose="02010609060101010101" pitchFamily="49" charset="-122"/>
              </a:rPr>
              <a:t>试求绳拉力与铰链支座反力。</a:t>
            </a:r>
          </a:p>
        </p:txBody>
      </p:sp>
      <p:sp>
        <p:nvSpPr>
          <p:cNvPr id="15" name="Rectangle 61"/>
          <p:cNvSpPr>
            <a:spLocks noChangeArrowheads="1"/>
          </p:cNvSpPr>
          <p:nvPr/>
        </p:nvSpPr>
        <p:spPr bwMode="auto">
          <a:xfrm>
            <a:off x="7458890" y="2003300"/>
            <a:ext cx="4213514" cy="4258274"/>
          </a:xfrm>
          <a:prstGeom prst="rect">
            <a:avLst/>
          </a:prstGeom>
          <a:solidFill>
            <a:srgbClr val="B9CDE5"/>
          </a:solidFill>
          <a:ln>
            <a:noFill/>
          </a:ln>
          <a:effectLst/>
        </p:spPr>
        <p:txBody>
          <a:bodyPr wrap="none" anchor="ctr"/>
          <a:lstStyle/>
          <a:p>
            <a:endParaRPr lang="zh-CN" altLang="en-US"/>
          </a:p>
        </p:txBody>
      </p:sp>
      <p:sp>
        <p:nvSpPr>
          <p:cNvPr id="125" name="Rectangle 5"/>
          <p:cNvSpPr>
            <a:spLocks noChangeArrowheads="1"/>
          </p:cNvSpPr>
          <p:nvPr/>
        </p:nvSpPr>
        <p:spPr bwMode="auto">
          <a:xfrm>
            <a:off x="279412" y="2097806"/>
            <a:ext cx="108012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just">
              <a:spcBef>
                <a:spcPct val="20000"/>
              </a:spcBef>
              <a:buClr>
                <a:schemeClr val="accent1"/>
              </a:buClr>
              <a:buSzPct val="75000"/>
              <a:buFont typeface="Monotype Sorts" pitchFamily="2" charset="2"/>
              <a:buChar char="•"/>
              <a:defRPr kumimoji="1" sz="2400">
                <a:solidFill>
                  <a:schemeClr val="tx1"/>
                </a:solidFill>
                <a:latin typeface="Impact" panose="020B0806030902050204" pitchFamily="34" charset="0"/>
                <a:ea typeface="宋体" panose="02010600030101010101" pitchFamily="2" charset="-122"/>
              </a:defRPr>
            </a:lvl1pPr>
            <a:lvl2pPr marL="742950" indent="-285750">
              <a:spcBef>
                <a:spcPct val="20000"/>
              </a:spcBef>
              <a:buClr>
                <a:schemeClr val="accent2"/>
              </a:buClr>
              <a:buChar char="•"/>
              <a:defRPr kumimoji="1" sz="2000">
                <a:solidFill>
                  <a:schemeClr val="tx1"/>
                </a:solidFill>
                <a:latin typeface="Impact" panose="020B0806030902050204" pitchFamily="34" charset="0"/>
                <a:ea typeface="宋体" panose="02010600030101010101" pitchFamily="2" charset="-122"/>
              </a:defRPr>
            </a:lvl2pPr>
            <a:lvl3pPr marL="1143000" indent="-228600">
              <a:spcBef>
                <a:spcPct val="20000"/>
              </a:spcBef>
              <a:buChar char="–"/>
              <a:defRPr kumimoji="1" sz="2400">
                <a:solidFill>
                  <a:schemeClr val="tx1"/>
                </a:solidFill>
                <a:latin typeface="Impact" panose="020B0806030902050204" pitchFamily="34" charset="0"/>
                <a:ea typeface="宋体" panose="02010600030101010101" pitchFamily="2" charset="-122"/>
              </a:defRPr>
            </a:lvl3pPr>
            <a:lvl4pPr marL="1600200" indent="-228600">
              <a:spcBef>
                <a:spcPct val="20000"/>
              </a:spcBef>
              <a:buChar char="–"/>
              <a:defRPr kumimoji="1" sz="2000">
                <a:solidFill>
                  <a:schemeClr val="tx1"/>
                </a:solidFill>
                <a:latin typeface="Impact" panose="020B0806030902050204" pitchFamily="34" charset="0"/>
                <a:ea typeface="宋体" panose="02010600030101010101" pitchFamily="2" charset="-122"/>
              </a:defRPr>
            </a:lvl4pPr>
            <a:lvl5pPr marL="2057400" indent="-228600">
              <a:spcBef>
                <a:spcPct val="20000"/>
              </a:spcBef>
              <a:buChar char="»"/>
              <a:defRPr kumimoji="1" sz="2000">
                <a:solidFill>
                  <a:schemeClr val="tx1"/>
                </a:solidFill>
                <a:latin typeface="Impact" panose="020B0806030902050204" pitchFamily="34"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9pPr>
          </a:lstStyle>
          <a:p>
            <a:pPr algn="l">
              <a:spcBef>
                <a:spcPct val="0"/>
              </a:spcBef>
              <a:buClrTx/>
              <a:buSzTx/>
              <a:buNone/>
            </a:pPr>
            <a:r>
              <a:rPr lang="zh-CN" altLang="en-US" i="0" dirty="0">
                <a:solidFill>
                  <a:srgbClr val="0033CC"/>
                </a:solidFill>
                <a:latin typeface="Times New Roman" panose="02020603050405020304" pitchFamily="18" charset="0"/>
                <a:ea typeface="黑体" panose="02010609060101010101" pitchFamily="49" charset="-122"/>
              </a:rPr>
              <a:t>解</a:t>
            </a:r>
            <a:r>
              <a:rPr lang="en-US" altLang="zh-CN" i="0" dirty="0">
                <a:latin typeface="Times New Roman" panose="02020603050405020304" pitchFamily="18" charset="0"/>
                <a:ea typeface="黑体" panose="02010609060101010101" pitchFamily="49" charset="-122"/>
              </a:rPr>
              <a:t> 1</a:t>
            </a:r>
            <a:r>
              <a:rPr lang="zh-CN" altLang="en-US" i="0" dirty="0">
                <a:latin typeface="Times New Roman" panose="02020603050405020304" pitchFamily="18" charset="0"/>
                <a:ea typeface="黑体" panose="02010609060101010101" pitchFamily="49" charset="-122"/>
              </a:rPr>
              <a:t>）以整体为研究对象，画受力图；</a:t>
            </a:r>
            <a:endParaRPr lang="zh-CN" altLang="en-US" i="0" dirty="0">
              <a:latin typeface="+mn-lt"/>
              <a:ea typeface="黑体" panose="02010609060101010101" pitchFamily="49" charset="-122"/>
            </a:endParaRPr>
          </a:p>
        </p:txBody>
      </p:sp>
      <p:sp>
        <p:nvSpPr>
          <p:cNvPr id="126" name="Rectangle 5"/>
          <p:cNvSpPr>
            <a:spLocks noChangeArrowheads="1"/>
          </p:cNvSpPr>
          <p:nvPr/>
        </p:nvSpPr>
        <p:spPr bwMode="auto">
          <a:xfrm>
            <a:off x="279412" y="2658104"/>
            <a:ext cx="108012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just">
              <a:spcBef>
                <a:spcPct val="20000"/>
              </a:spcBef>
              <a:buClr>
                <a:schemeClr val="accent1"/>
              </a:buClr>
              <a:buSzPct val="75000"/>
              <a:buFont typeface="Monotype Sorts" pitchFamily="2" charset="2"/>
              <a:buChar char="•"/>
              <a:defRPr kumimoji="1" sz="2400">
                <a:solidFill>
                  <a:schemeClr val="tx1"/>
                </a:solidFill>
                <a:latin typeface="Impact" panose="020B0806030902050204" pitchFamily="34" charset="0"/>
                <a:ea typeface="宋体" panose="02010600030101010101" pitchFamily="2" charset="-122"/>
              </a:defRPr>
            </a:lvl1pPr>
            <a:lvl2pPr marL="742950" indent="-285750">
              <a:spcBef>
                <a:spcPct val="20000"/>
              </a:spcBef>
              <a:buClr>
                <a:schemeClr val="accent2"/>
              </a:buClr>
              <a:buChar char="•"/>
              <a:defRPr kumimoji="1" sz="2000">
                <a:solidFill>
                  <a:schemeClr val="tx1"/>
                </a:solidFill>
                <a:latin typeface="Impact" panose="020B0806030902050204" pitchFamily="34" charset="0"/>
                <a:ea typeface="宋体" panose="02010600030101010101" pitchFamily="2" charset="-122"/>
              </a:defRPr>
            </a:lvl2pPr>
            <a:lvl3pPr marL="1143000" indent="-228600">
              <a:spcBef>
                <a:spcPct val="20000"/>
              </a:spcBef>
              <a:buChar char="–"/>
              <a:defRPr kumimoji="1" sz="2400">
                <a:solidFill>
                  <a:schemeClr val="tx1"/>
                </a:solidFill>
                <a:latin typeface="Impact" panose="020B0806030902050204" pitchFamily="34" charset="0"/>
                <a:ea typeface="宋体" panose="02010600030101010101" pitchFamily="2" charset="-122"/>
              </a:defRPr>
            </a:lvl3pPr>
            <a:lvl4pPr marL="1600200" indent="-228600">
              <a:spcBef>
                <a:spcPct val="20000"/>
              </a:spcBef>
              <a:buChar char="–"/>
              <a:defRPr kumimoji="1" sz="2000">
                <a:solidFill>
                  <a:schemeClr val="tx1"/>
                </a:solidFill>
                <a:latin typeface="Impact" panose="020B0806030902050204" pitchFamily="34" charset="0"/>
                <a:ea typeface="宋体" panose="02010600030101010101" pitchFamily="2" charset="-122"/>
              </a:defRPr>
            </a:lvl4pPr>
            <a:lvl5pPr marL="2057400" indent="-228600">
              <a:spcBef>
                <a:spcPct val="20000"/>
              </a:spcBef>
              <a:buChar char="»"/>
              <a:defRPr kumimoji="1" sz="2000">
                <a:solidFill>
                  <a:schemeClr val="tx1"/>
                </a:solidFill>
                <a:latin typeface="Impact" panose="020B0806030902050204" pitchFamily="34"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9pPr>
          </a:lstStyle>
          <a:p>
            <a:pPr algn="l">
              <a:spcBef>
                <a:spcPct val="0"/>
              </a:spcBef>
              <a:buClrTx/>
              <a:buSzTx/>
              <a:buNone/>
            </a:pPr>
            <a:r>
              <a:rPr lang="en-US" altLang="zh-CN" dirty="0"/>
              <a:t>       </a:t>
            </a:r>
            <a:r>
              <a:rPr lang="en-US" altLang="zh-CN" i="0" dirty="0">
                <a:latin typeface="Times New Roman" panose="02020603050405020304" pitchFamily="18" charset="0"/>
                <a:ea typeface="黑体" panose="02010609060101010101" pitchFamily="49" charset="-122"/>
              </a:rPr>
              <a:t>2</a:t>
            </a:r>
            <a:r>
              <a:rPr lang="zh-CN" altLang="en-US" i="0" dirty="0">
                <a:latin typeface="Times New Roman" panose="02020603050405020304" pitchFamily="18" charset="0"/>
                <a:ea typeface="黑体" panose="02010609060101010101" pitchFamily="49" charset="-122"/>
              </a:rPr>
              <a:t>）列平衡方程求解。</a:t>
            </a:r>
            <a:endParaRPr lang="zh-CN" altLang="en-US" i="0" dirty="0">
              <a:latin typeface="+mn-lt"/>
              <a:ea typeface="黑体" panose="02010609060101010101" pitchFamily="49" charset="-122"/>
            </a:endParaRPr>
          </a:p>
        </p:txBody>
      </p:sp>
      <p:sp>
        <p:nvSpPr>
          <p:cNvPr id="127" name="Text Box 97"/>
          <p:cNvSpPr txBox="1">
            <a:spLocks noChangeArrowheads="1"/>
          </p:cNvSpPr>
          <p:nvPr/>
        </p:nvSpPr>
        <p:spPr bwMode="auto">
          <a:xfrm>
            <a:off x="1127448" y="6741368"/>
            <a:ext cx="4978363" cy="5724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just">
              <a:lnSpc>
                <a:spcPct val="130000"/>
              </a:lnSpc>
            </a:pPr>
            <a:r>
              <a:rPr lang="en-US" altLang="zh-CN" dirty="0">
                <a:solidFill>
                  <a:schemeClr val="tx1"/>
                </a:solidFill>
                <a:ea typeface="宋体" panose="02010600030101010101" pitchFamily="2" charset="-122"/>
              </a:rPr>
              <a:t> ∑</a:t>
            </a:r>
            <a:r>
              <a:rPr lang="en-US" altLang="zh-CN" b="0" dirty="0" err="1">
                <a:solidFill>
                  <a:schemeClr val="tx1"/>
                </a:solidFill>
                <a:ea typeface="宋体" panose="02010600030101010101" pitchFamily="2" charset="-122"/>
              </a:rPr>
              <a:t>F</a:t>
            </a:r>
            <a:r>
              <a:rPr lang="en-US" altLang="zh-CN" b="0" baseline="-25000" dirty="0" err="1">
                <a:solidFill>
                  <a:schemeClr val="tx1"/>
                </a:solidFill>
              </a:rPr>
              <a:t>x</a:t>
            </a:r>
            <a:r>
              <a:rPr lang="zh-CN" altLang="en-US" i="0" dirty="0">
                <a:solidFill>
                  <a:schemeClr val="tx1"/>
                </a:solidFill>
                <a:ea typeface="宋体" panose="02010600030101010101" pitchFamily="2" charset="-122"/>
              </a:rPr>
              <a:t>＝</a:t>
            </a:r>
            <a:r>
              <a:rPr lang="en-US" altLang="zh-CN" b="0" i="0" dirty="0">
                <a:solidFill>
                  <a:schemeClr val="tx1"/>
                </a:solidFill>
              </a:rPr>
              <a:t>0</a:t>
            </a:r>
            <a:r>
              <a:rPr lang="zh-CN" altLang="en-US" i="0" dirty="0">
                <a:solidFill>
                  <a:schemeClr val="tx1"/>
                </a:solidFill>
                <a:ea typeface="宋体" panose="02010600030101010101" pitchFamily="2" charset="-122"/>
              </a:rPr>
              <a:t>，</a:t>
            </a:r>
            <a:r>
              <a:rPr lang="en-US" altLang="zh-CN" b="0" i="1" dirty="0" err="1">
                <a:solidFill>
                  <a:schemeClr val="tx1"/>
                </a:solidFill>
                <a:ea typeface="宋体" panose="02010600030101010101" pitchFamily="2" charset="-122"/>
              </a:rPr>
              <a:t>F</a:t>
            </a:r>
            <a:r>
              <a:rPr lang="en-US" altLang="zh-CN" b="0" i="1" baseline="-25000" dirty="0" err="1">
                <a:solidFill>
                  <a:schemeClr val="tx1"/>
                </a:solidFill>
                <a:ea typeface="宋体" panose="02010600030101010101" pitchFamily="2" charset="-122"/>
              </a:rPr>
              <a:t>E</a:t>
            </a:r>
            <a:r>
              <a:rPr lang="en-US" altLang="zh-CN" b="0" baseline="-25000" dirty="0" err="1">
                <a:solidFill>
                  <a:schemeClr val="tx1"/>
                </a:solidFill>
              </a:rPr>
              <a:t>x</a:t>
            </a:r>
            <a:r>
              <a:rPr lang="en-US" altLang="zh-CN" dirty="0" err="1">
                <a:solidFill>
                  <a:schemeClr val="tx1"/>
                </a:solidFill>
                <a:latin typeface="黑体" panose="02010609060101010101" pitchFamily="49" charset="-122"/>
              </a:rPr>
              <a:t>-</a:t>
            </a:r>
            <a:r>
              <a:rPr lang="en-US" altLang="zh-CN" b="0" i="1" dirty="0" err="1">
                <a:solidFill>
                  <a:schemeClr val="tx1"/>
                </a:solidFill>
                <a:ea typeface="宋体" panose="02010600030101010101" pitchFamily="2" charset="-122"/>
              </a:rPr>
              <a:t>F</a:t>
            </a:r>
            <a:r>
              <a:rPr lang="en-US" altLang="zh-CN" b="0" baseline="-25000" dirty="0" err="1">
                <a:solidFill>
                  <a:schemeClr val="tx1"/>
                </a:solidFill>
              </a:rPr>
              <a:t>Fx</a:t>
            </a:r>
            <a:r>
              <a:rPr lang="en-US" altLang="zh-CN" b="0" i="0" dirty="0">
                <a:solidFill>
                  <a:schemeClr val="tx1"/>
                </a:solidFill>
              </a:rPr>
              <a:t>=0</a:t>
            </a:r>
            <a:r>
              <a:rPr lang="en-US" altLang="zh-CN" dirty="0">
                <a:solidFill>
                  <a:schemeClr val="tx1"/>
                </a:solidFill>
                <a:ea typeface="宋体" panose="02010600030101010101" pitchFamily="2" charset="-122"/>
              </a:rPr>
              <a:t>     </a:t>
            </a:r>
            <a:r>
              <a:rPr lang="en-US" altLang="zh-CN" b="0" i="1" dirty="0" err="1">
                <a:solidFill>
                  <a:schemeClr val="tx1"/>
                </a:solidFill>
                <a:ea typeface="宋体" panose="02010600030101010101" pitchFamily="2" charset="-122"/>
              </a:rPr>
              <a:t>F</a:t>
            </a:r>
            <a:r>
              <a:rPr lang="en-US" altLang="zh-CN" b="0" baseline="-25000" dirty="0" err="1">
                <a:solidFill>
                  <a:schemeClr val="tx1"/>
                </a:solidFill>
              </a:rPr>
              <a:t>Ex</a:t>
            </a:r>
            <a:r>
              <a:rPr lang="en-US" altLang="zh-CN" dirty="0">
                <a:solidFill>
                  <a:schemeClr val="tx1"/>
                </a:solidFill>
                <a:ea typeface="宋体" panose="02010600030101010101" pitchFamily="2" charset="-122"/>
              </a:rPr>
              <a:t>=</a:t>
            </a:r>
            <a:r>
              <a:rPr lang="en-US" altLang="zh-CN" b="0" i="1" dirty="0" err="1">
                <a:solidFill>
                  <a:schemeClr val="tx1"/>
                </a:solidFill>
                <a:ea typeface="宋体" panose="02010600030101010101" pitchFamily="2" charset="-122"/>
              </a:rPr>
              <a:t>F</a:t>
            </a:r>
            <a:r>
              <a:rPr lang="en-US" altLang="zh-CN" b="0" baseline="-25000" dirty="0" err="1">
                <a:solidFill>
                  <a:schemeClr val="tx1"/>
                </a:solidFill>
              </a:rPr>
              <a:t>Fx</a:t>
            </a:r>
            <a:r>
              <a:rPr lang="en-US" altLang="zh-CN" dirty="0">
                <a:solidFill>
                  <a:schemeClr val="tx1"/>
                </a:solidFill>
                <a:ea typeface="宋体" panose="02010600030101010101" pitchFamily="2" charset="-122"/>
              </a:rPr>
              <a:t> </a:t>
            </a:r>
          </a:p>
        </p:txBody>
      </p:sp>
      <p:sp>
        <p:nvSpPr>
          <p:cNvPr id="129" name="Text Box 98"/>
          <p:cNvSpPr txBox="1">
            <a:spLocks noChangeArrowheads="1"/>
          </p:cNvSpPr>
          <p:nvPr/>
        </p:nvSpPr>
        <p:spPr bwMode="auto">
          <a:xfrm>
            <a:off x="917279" y="3130379"/>
            <a:ext cx="6316134" cy="9787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20000"/>
              </a:lnSpc>
            </a:pPr>
            <a:r>
              <a:rPr lang="en-US" altLang="zh-CN" b="0" dirty="0">
                <a:solidFill>
                  <a:schemeClr val="tx1"/>
                </a:solidFill>
              </a:rPr>
              <a:t> ∑M</a:t>
            </a:r>
            <a:r>
              <a:rPr lang="en-US" altLang="zh-CN" b="0" baseline="-25000" dirty="0">
                <a:solidFill>
                  <a:schemeClr val="tx1"/>
                </a:solidFill>
              </a:rPr>
              <a:t>C</a:t>
            </a:r>
            <a:r>
              <a:rPr lang="en-US" altLang="zh-CN" b="0" i="0" dirty="0">
                <a:solidFill>
                  <a:schemeClr val="tx1"/>
                </a:solidFill>
              </a:rPr>
              <a:t>(</a:t>
            </a:r>
            <a:r>
              <a:rPr lang="en-US" altLang="zh-CN" dirty="0">
                <a:solidFill>
                  <a:schemeClr val="tx1"/>
                </a:solidFill>
              </a:rPr>
              <a:t>F</a:t>
            </a:r>
            <a:r>
              <a:rPr lang="en-US" altLang="zh-CN" b="0" i="0" dirty="0">
                <a:solidFill>
                  <a:schemeClr val="tx1"/>
                </a:solidFill>
              </a:rPr>
              <a:t>)=0 </a:t>
            </a:r>
            <a:r>
              <a:rPr lang="zh-CN" altLang="en-US" b="0" i="0" dirty="0">
                <a:solidFill>
                  <a:schemeClr val="tx1"/>
                </a:solidFill>
              </a:rPr>
              <a:t>，</a:t>
            </a:r>
            <a:r>
              <a:rPr lang="zh-CN" altLang="en-US" b="0" dirty="0">
                <a:solidFill>
                  <a:schemeClr val="tx1"/>
                </a:solidFill>
              </a:rPr>
              <a:t> </a:t>
            </a:r>
            <a:r>
              <a:rPr lang="en-US" altLang="zh-CN" b="0" dirty="0" err="1">
                <a:solidFill>
                  <a:schemeClr val="tx1"/>
                </a:solidFill>
              </a:rPr>
              <a:t>G·a</a:t>
            </a:r>
            <a:r>
              <a:rPr lang="en-US" altLang="zh-CN" b="0" i="0" dirty="0" err="1">
                <a:solidFill>
                  <a:schemeClr val="tx1"/>
                </a:solidFill>
              </a:rPr>
              <a:t>cos</a:t>
            </a:r>
            <a:r>
              <a:rPr lang="en-US" altLang="zh-CN" b="0" dirty="0">
                <a:solidFill>
                  <a:schemeClr val="tx1"/>
                </a:solidFill>
                <a:sym typeface="Symbol" panose="05050102010706020507" pitchFamily="18" charset="2"/>
              </a:rPr>
              <a:t></a:t>
            </a:r>
            <a:r>
              <a:rPr lang="en-US" altLang="zh-CN" b="0" dirty="0">
                <a:solidFill>
                  <a:schemeClr val="tx1"/>
                </a:solidFill>
              </a:rPr>
              <a:t> –F</a:t>
            </a:r>
            <a:r>
              <a:rPr lang="en-US" altLang="zh-CN" b="0" i="0" baseline="-25000" dirty="0">
                <a:solidFill>
                  <a:schemeClr val="tx1"/>
                </a:solidFill>
              </a:rPr>
              <a:t>N</a:t>
            </a:r>
            <a:r>
              <a:rPr lang="en-US" altLang="zh-CN" b="0" baseline="-25000" dirty="0">
                <a:solidFill>
                  <a:schemeClr val="tx1"/>
                </a:solidFill>
              </a:rPr>
              <a:t>B</a:t>
            </a:r>
            <a:r>
              <a:rPr lang="en-US" altLang="zh-CN" b="0" dirty="0">
                <a:solidFill>
                  <a:schemeClr val="tx1"/>
                </a:solidFill>
              </a:rPr>
              <a:t>·</a:t>
            </a:r>
            <a:r>
              <a:rPr lang="en-US" altLang="zh-CN" b="0" i="0" dirty="0">
                <a:solidFill>
                  <a:schemeClr val="tx1"/>
                </a:solidFill>
              </a:rPr>
              <a:t>2</a:t>
            </a:r>
            <a:r>
              <a:rPr lang="en-US" altLang="zh-CN" b="0" dirty="0">
                <a:solidFill>
                  <a:schemeClr val="tx1"/>
                </a:solidFill>
              </a:rPr>
              <a:t>l</a:t>
            </a:r>
            <a:r>
              <a:rPr lang="en-US" altLang="zh-CN" b="0" i="0" dirty="0">
                <a:solidFill>
                  <a:schemeClr val="tx1"/>
                </a:solidFill>
              </a:rPr>
              <a:t>cos</a:t>
            </a:r>
            <a:r>
              <a:rPr lang="en-US" altLang="zh-CN" b="0" dirty="0">
                <a:solidFill>
                  <a:schemeClr val="tx1"/>
                </a:solidFill>
                <a:sym typeface="Symbol" panose="05050102010706020507" pitchFamily="18" charset="2"/>
              </a:rPr>
              <a:t></a:t>
            </a:r>
            <a:r>
              <a:rPr lang="en-US" altLang="zh-CN" b="0" i="0" dirty="0">
                <a:solidFill>
                  <a:schemeClr val="tx1"/>
                </a:solidFill>
              </a:rPr>
              <a:t>= 0</a:t>
            </a:r>
          </a:p>
          <a:p>
            <a:pPr>
              <a:lnSpc>
                <a:spcPct val="120000"/>
              </a:lnSpc>
            </a:pPr>
            <a:r>
              <a:rPr lang="en-US" altLang="zh-CN" b="0" dirty="0">
                <a:solidFill>
                  <a:schemeClr val="tx1"/>
                </a:solidFill>
              </a:rPr>
              <a:t>F</a:t>
            </a:r>
            <a:r>
              <a:rPr lang="en-US" altLang="zh-CN" b="0" i="0" baseline="-25000" dirty="0">
                <a:solidFill>
                  <a:schemeClr val="tx1"/>
                </a:solidFill>
              </a:rPr>
              <a:t>N</a:t>
            </a:r>
            <a:r>
              <a:rPr lang="en-US" altLang="zh-CN" b="0" baseline="-25000" dirty="0">
                <a:solidFill>
                  <a:schemeClr val="tx1"/>
                </a:solidFill>
              </a:rPr>
              <a:t>B</a:t>
            </a:r>
            <a:r>
              <a:rPr lang="en-US" altLang="zh-CN" b="0" dirty="0">
                <a:solidFill>
                  <a:schemeClr val="tx1"/>
                </a:solidFill>
              </a:rPr>
              <a:t> =  </a:t>
            </a:r>
            <a:r>
              <a:rPr lang="en-US" altLang="zh-CN" b="0" dirty="0" err="1">
                <a:solidFill>
                  <a:schemeClr val="tx1"/>
                </a:solidFill>
              </a:rPr>
              <a:t>G·a</a:t>
            </a:r>
            <a:r>
              <a:rPr lang="en-US" altLang="zh-CN" b="0" dirty="0">
                <a:solidFill>
                  <a:schemeClr val="tx1"/>
                </a:solidFill>
              </a:rPr>
              <a:t>/</a:t>
            </a:r>
            <a:r>
              <a:rPr lang="en-US" altLang="zh-CN" b="0" i="0" dirty="0">
                <a:solidFill>
                  <a:schemeClr val="tx1"/>
                </a:solidFill>
              </a:rPr>
              <a:t>2</a:t>
            </a:r>
            <a:r>
              <a:rPr lang="en-US" altLang="zh-CN" b="0" dirty="0">
                <a:solidFill>
                  <a:schemeClr val="tx1"/>
                </a:solidFill>
              </a:rPr>
              <a:t>l</a:t>
            </a:r>
            <a:r>
              <a:rPr lang="zh-CN" altLang="en-US" b="0" i="0" dirty="0">
                <a:solidFill>
                  <a:schemeClr val="tx1"/>
                </a:solidFill>
              </a:rPr>
              <a:t>（↑）</a:t>
            </a:r>
          </a:p>
        </p:txBody>
      </p:sp>
      <p:grpSp>
        <p:nvGrpSpPr>
          <p:cNvPr id="105" name="Group 8"/>
          <p:cNvGrpSpPr>
            <a:grpSpLocks/>
          </p:cNvGrpSpPr>
          <p:nvPr/>
        </p:nvGrpSpPr>
        <p:grpSpPr bwMode="auto">
          <a:xfrm>
            <a:off x="8194841" y="5503691"/>
            <a:ext cx="2259012" cy="207962"/>
            <a:chOff x="3508" y="3796"/>
            <a:chExt cx="1423" cy="131"/>
          </a:xfrm>
        </p:grpSpPr>
        <p:sp>
          <p:nvSpPr>
            <p:cNvPr id="116" name="Rectangle 9" descr="宽上对角线"/>
            <p:cNvSpPr>
              <a:spLocks noChangeArrowheads="1"/>
            </p:cNvSpPr>
            <p:nvPr/>
          </p:nvSpPr>
          <p:spPr bwMode="auto">
            <a:xfrm>
              <a:off x="3508" y="3796"/>
              <a:ext cx="1414" cy="131"/>
            </a:xfrm>
            <a:prstGeom prst="rect">
              <a:avLst/>
            </a:prstGeom>
            <a:pattFill prst="wdUpDiag">
              <a:fgClr>
                <a:schemeClr val="tx1"/>
              </a:fgClr>
              <a:bgClr>
                <a:srgbClr val="FF9900"/>
              </a:bgClr>
            </a:patt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30" name="Line 10"/>
            <p:cNvSpPr>
              <a:spLocks noChangeShapeType="1"/>
            </p:cNvSpPr>
            <p:nvPr/>
          </p:nvSpPr>
          <p:spPr bwMode="auto">
            <a:xfrm>
              <a:off x="3508" y="3796"/>
              <a:ext cx="1423" cy="0"/>
            </a:xfrm>
            <a:prstGeom prst="line">
              <a:avLst/>
            </a:prstGeom>
            <a:noFill/>
            <a:ln w="57150">
              <a:solidFill>
                <a:srgbClr val="4D4D4D"/>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sp>
        <p:nvSpPr>
          <p:cNvPr id="131" name="Line 11"/>
          <p:cNvSpPr>
            <a:spLocks noChangeAspect="1" noChangeShapeType="1"/>
          </p:cNvSpPr>
          <p:nvPr/>
        </p:nvSpPr>
        <p:spPr bwMode="auto">
          <a:xfrm flipV="1">
            <a:off x="8572666" y="5452891"/>
            <a:ext cx="0" cy="771525"/>
          </a:xfrm>
          <a:prstGeom prst="line">
            <a:avLst/>
          </a:prstGeom>
          <a:noFill/>
          <a:ln w="38100">
            <a:solidFill>
              <a:srgbClr val="FF00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32" name="Text Box 12"/>
          <p:cNvSpPr txBox="1">
            <a:spLocks noChangeAspect="1" noChangeArrowheads="1"/>
          </p:cNvSpPr>
          <p:nvPr/>
        </p:nvSpPr>
        <p:spPr bwMode="auto">
          <a:xfrm>
            <a:off x="8536153" y="5752928"/>
            <a:ext cx="874713" cy="503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r>
              <a:rPr lang="en-US" altLang="zh-CN" sz="2800" b="1" i="1" dirty="0">
                <a:solidFill>
                  <a:srgbClr val="FF0000"/>
                </a:solidFill>
                <a:ea typeface="宋体" panose="02010600030101010101" pitchFamily="2" charset="-122"/>
              </a:rPr>
              <a:t>F</a:t>
            </a:r>
            <a:r>
              <a:rPr lang="en-US" altLang="zh-CN" sz="2800" i="0" baseline="-25000" dirty="0">
                <a:solidFill>
                  <a:srgbClr val="FF0000"/>
                </a:solidFill>
                <a:ea typeface="宋体" panose="02010600030101010101" pitchFamily="2" charset="-122"/>
              </a:rPr>
              <a:t>N</a:t>
            </a:r>
            <a:r>
              <a:rPr lang="en-US" altLang="zh-CN" sz="2800" i="1" baseline="-25000" dirty="0">
                <a:solidFill>
                  <a:srgbClr val="FF0000"/>
                </a:solidFill>
                <a:ea typeface="宋体" panose="02010600030101010101" pitchFamily="2" charset="-122"/>
              </a:rPr>
              <a:t>B</a:t>
            </a:r>
          </a:p>
        </p:txBody>
      </p:sp>
      <p:sp>
        <p:nvSpPr>
          <p:cNvPr id="133" name="Line 13"/>
          <p:cNvSpPr>
            <a:spLocks noChangeAspect="1" noChangeShapeType="1"/>
          </p:cNvSpPr>
          <p:nvPr/>
        </p:nvSpPr>
        <p:spPr bwMode="auto">
          <a:xfrm flipV="1">
            <a:off x="10099841" y="5481466"/>
            <a:ext cx="0" cy="715962"/>
          </a:xfrm>
          <a:prstGeom prst="line">
            <a:avLst/>
          </a:prstGeom>
          <a:noFill/>
          <a:ln w="38100">
            <a:solidFill>
              <a:srgbClr val="FF00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34" name="Text Box 14"/>
          <p:cNvSpPr txBox="1">
            <a:spLocks noChangeAspect="1" noChangeArrowheads="1"/>
          </p:cNvSpPr>
          <p:nvPr/>
        </p:nvSpPr>
        <p:spPr bwMode="auto">
          <a:xfrm>
            <a:off x="10103016" y="5738641"/>
            <a:ext cx="893762" cy="531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r>
              <a:rPr lang="en-US" altLang="zh-CN" sz="2800" b="1" i="1" dirty="0">
                <a:solidFill>
                  <a:srgbClr val="FF0000"/>
                </a:solidFill>
                <a:ea typeface="宋体" panose="02010600030101010101" pitchFamily="2" charset="-122"/>
              </a:rPr>
              <a:t>F</a:t>
            </a:r>
            <a:r>
              <a:rPr lang="en-US" altLang="zh-CN" sz="2800" i="0" baseline="-25000" dirty="0">
                <a:solidFill>
                  <a:srgbClr val="FF0000"/>
                </a:solidFill>
                <a:ea typeface="宋体" panose="02010600030101010101" pitchFamily="2" charset="-122"/>
              </a:rPr>
              <a:t>N</a:t>
            </a:r>
            <a:r>
              <a:rPr lang="en-US" altLang="zh-CN" sz="2800" i="1" baseline="-25000" dirty="0">
                <a:solidFill>
                  <a:srgbClr val="FF0000"/>
                </a:solidFill>
                <a:ea typeface="宋体" panose="02010600030101010101" pitchFamily="2" charset="-122"/>
              </a:rPr>
              <a:t>C</a:t>
            </a:r>
          </a:p>
        </p:txBody>
      </p:sp>
      <p:grpSp>
        <p:nvGrpSpPr>
          <p:cNvPr id="135" name="Group 15"/>
          <p:cNvGrpSpPr>
            <a:grpSpLocks/>
          </p:cNvGrpSpPr>
          <p:nvPr/>
        </p:nvGrpSpPr>
        <p:grpSpPr bwMode="auto">
          <a:xfrm>
            <a:off x="8094828" y="2222328"/>
            <a:ext cx="3170238" cy="3344863"/>
            <a:chOff x="3700" y="106"/>
            <a:chExt cx="1997" cy="2107"/>
          </a:xfrm>
        </p:grpSpPr>
        <p:sp>
          <p:nvSpPr>
            <p:cNvPr id="136" name="Line 16"/>
            <p:cNvSpPr>
              <a:spLocks noChangeShapeType="1"/>
            </p:cNvSpPr>
            <p:nvPr/>
          </p:nvSpPr>
          <p:spPr bwMode="auto">
            <a:xfrm rot="20700000" flipH="1">
              <a:off x="4732" y="297"/>
              <a:ext cx="0" cy="1885"/>
            </a:xfrm>
            <a:prstGeom prst="line">
              <a:avLst/>
            </a:prstGeom>
            <a:noFill/>
            <a:ln w="762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37" name="Line 17"/>
            <p:cNvSpPr>
              <a:spLocks noChangeShapeType="1"/>
            </p:cNvSpPr>
            <p:nvPr/>
          </p:nvSpPr>
          <p:spPr bwMode="auto">
            <a:xfrm rot="20700000" flipH="1">
              <a:off x="5377" y="171"/>
              <a:ext cx="0" cy="1885"/>
            </a:xfrm>
            <a:prstGeom prst="line">
              <a:avLst/>
            </a:prstGeom>
            <a:noFill/>
            <a:ln w="19050">
              <a:solidFill>
                <a:srgbClr val="000000"/>
              </a:solidFill>
              <a:round/>
              <a:headEnd type="stealth" w="med" len="lg"/>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38" name="Line 18"/>
            <p:cNvSpPr>
              <a:spLocks noChangeShapeType="1"/>
            </p:cNvSpPr>
            <p:nvPr/>
          </p:nvSpPr>
          <p:spPr bwMode="auto">
            <a:xfrm rot="900000">
              <a:off x="4233" y="299"/>
              <a:ext cx="0" cy="1885"/>
            </a:xfrm>
            <a:prstGeom prst="line">
              <a:avLst/>
            </a:prstGeom>
            <a:noFill/>
            <a:ln w="762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39" name="Oval 19"/>
            <p:cNvSpPr>
              <a:spLocks noChangeArrowheads="1"/>
            </p:cNvSpPr>
            <p:nvPr/>
          </p:nvSpPr>
          <p:spPr bwMode="auto">
            <a:xfrm flipH="1">
              <a:off x="4436" y="305"/>
              <a:ext cx="96" cy="96"/>
            </a:xfrm>
            <a:prstGeom prst="ellipse">
              <a:avLst/>
            </a:prstGeom>
            <a:solidFill>
              <a:srgbClr val="FFFF00"/>
            </a:solidFill>
            <a:ln w="2857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40" name="Line 20"/>
            <p:cNvSpPr>
              <a:spLocks noChangeShapeType="1"/>
            </p:cNvSpPr>
            <p:nvPr/>
          </p:nvSpPr>
          <p:spPr bwMode="auto">
            <a:xfrm rot="20700000" flipH="1">
              <a:off x="5191" y="863"/>
              <a:ext cx="0" cy="1246"/>
            </a:xfrm>
            <a:prstGeom prst="line">
              <a:avLst/>
            </a:prstGeom>
            <a:noFill/>
            <a:ln w="19050">
              <a:solidFill>
                <a:srgbClr val="000000"/>
              </a:solidFill>
              <a:round/>
              <a:headEnd type="stealth" w="med" len="lg"/>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41" name="Line 21"/>
            <p:cNvSpPr>
              <a:spLocks noChangeShapeType="1"/>
            </p:cNvSpPr>
            <p:nvPr/>
          </p:nvSpPr>
          <p:spPr bwMode="auto">
            <a:xfrm rot="4500000" flipH="1">
              <a:off x="4990" y="13"/>
              <a:ext cx="0" cy="465"/>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42" name="Line 22"/>
            <p:cNvSpPr>
              <a:spLocks noChangeShapeType="1"/>
            </p:cNvSpPr>
            <p:nvPr/>
          </p:nvSpPr>
          <p:spPr bwMode="auto">
            <a:xfrm rot="4500000" flipH="1">
              <a:off x="5465" y="1824"/>
              <a:ext cx="0" cy="465"/>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43" name="Line 23"/>
            <p:cNvSpPr>
              <a:spLocks noChangeShapeType="1"/>
            </p:cNvSpPr>
            <p:nvPr/>
          </p:nvSpPr>
          <p:spPr bwMode="auto">
            <a:xfrm flipH="1">
              <a:off x="4191" y="1536"/>
              <a:ext cx="611" cy="0"/>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44" name="Oval 24"/>
            <p:cNvSpPr>
              <a:spLocks noChangeArrowheads="1"/>
            </p:cNvSpPr>
            <p:nvPr/>
          </p:nvSpPr>
          <p:spPr bwMode="auto">
            <a:xfrm flipH="1">
              <a:off x="4736" y="1497"/>
              <a:ext cx="70" cy="70"/>
            </a:xfrm>
            <a:prstGeom prst="ellipse">
              <a:avLst/>
            </a:prstGeom>
            <a:solidFill>
              <a:srgbClr val="FFFF00"/>
            </a:solidFill>
            <a:ln w="2857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45" name="Oval 25"/>
            <p:cNvSpPr>
              <a:spLocks noChangeArrowheads="1"/>
            </p:cNvSpPr>
            <p:nvPr/>
          </p:nvSpPr>
          <p:spPr bwMode="auto">
            <a:xfrm flipH="1">
              <a:off x="4171" y="1502"/>
              <a:ext cx="70" cy="70"/>
            </a:xfrm>
            <a:prstGeom prst="ellipse">
              <a:avLst/>
            </a:prstGeom>
            <a:solidFill>
              <a:srgbClr val="FFFF00"/>
            </a:solidFill>
            <a:ln w="2857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46" name="Line 26"/>
            <p:cNvSpPr>
              <a:spLocks noChangeShapeType="1"/>
            </p:cNvSpPr>
            <p:nvPr/>
          </p:nvSpPr>
          <p:spPr bwMode="auto">
            <a:xfrm rot="4500000" flipH="1">
              <a:off x="5049" y="782"/>
              <a:ext cx="0" cy="232"/>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47" name="Arc 27"/>
            <p:cNvSpPr>
              <a:spLocks/>
            </p:cNvSpPr>
            <p:nvPr/>
          </p:nvSpPr>
          <p:spPr bwMode="auto">
            <a:xfrm flipH="1">
              <a:off x="4723" y="1955"/>
              <a:ext cx="192" cy="201"/>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0" y="0"/>
                  </a:moveTo>
                  <a:cubicBezTo>
                    <a:pt x="11929" y="0"/>
                    <a:pt x="21600" y="9670"/>
                    <a:pt x="21600" y="21600"/>
                  </a:cubicBezTo>
                </a:path>
                <a:path w="21600" h="21600" stroke="0" extrusionOk="0">
                  <a:moveTo>
                    <a:pt x="0" y="0"/>
                  </a:moveTo>
                  <a:cubicBezTo>
                    <a:pt x="11929" y="0"/>
                    <a:pt x="21600" y="9670"/>
                    <a:pt x="21600" y="21600"/>
                  </a:cubicBezTo>
                  <a:lnTo>
                    <a:pt x="0" y="21600"/>
                  </a:lnTo>
                  <a:close/>
                </a:path>
              </a:pathLst>
            </a:custGeom>
            <a:noFill/>
            <a:ln w="19050">
              <a:solidFill>
                <a:srgbClr val="000000"/>
              </a:solidFill>
              <a:round/>
              <a:headEnd type="stealth" w="med" len="lg"/>
              <a:tailEnd type="stealth"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48" name="Arc 28"/>
            <p:cNvSpPr>
              <a:spLocks/>
            </p:cNvSpPr>
            <p:nvPr/>
          </p:nvSpPr>
          <p:spPr bwMode="auto">
            <a:xfrm>
              <a:off x="4046" y="1960"/>
              <a:ext cx="192" cy="201"/>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0" y="0"/>
                  </a:moveTo>
                  <a:cubicBezTo>
                    <a:pt x="11929" y="0"/>
                    <a:pt x="21600" y="9670"/>
                    <a:pt x="21600" y="21600"/>
                  </a:cubicBezTo>
                </a:path>
                <a:path w="21600" h="21600" stroke="0" extrusionOk="0">
                  <a:moveTo>
                    <a:pt x="0" y="0"/>
                  </a:moveTo>
                  <a:cubicBezTo>
                    <a:pt x="11929" y="0"/>
                    <a:pt x="21600" y="9670"/>
                    <a:pt x="21600" y="21600"/>
                  </a:cubicBezTo>
                  <a:lnTo>
                    <a:pt x="0" y="21600"/>
                  </a:lnTo>
                  <a:close/>
                </a:path>
              </a:pathLst>
            </a:custGeom>
            <a:noFill/>
            <a:ln w="19050">
              <a:solidFill>
                <a:srgbClr val="000000"/>
              </a:solidFill>
              <a:round/>
              <a:headEnd type="stealth" w="med" len="lg"/>
              <a:tailEnd type="stealth"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49" name="Text Box 29"/>
            <p:cNvSpPr txBox="1">
              <a:spLocks noChangeArrowheads="1"/>
            </p:cNvSpPr>
            <p:nvPr/>
          </p:nvSpPr>
          <p:spPr bwMode="auto">
            <a:xfrm flipH="1">
              <a:off x="4460" y="1834"/>
              <a:ext cx="33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pPr>
              <a:r>
                <a:rPr lang="en-US" altLang="zh-CN">
                  <a:solidFill>
                    <a:schemeClr val="tx1"/>
                  </a:solidFill>
                  <a:sym typeface="Symbol" panose="05050102010706020507" pitchFamily="18" charset="2"/>
                </a:rPr>
                <a:t> </a:t>
              </a:r>
              <a:r>
                <a:rPr lang="en-US" altLang="zh-CN" i="1">
                  <a:solidFill>
                    <a:schemeClr val="tx1"/>
                  </a:solidFill>
                  <a:sym typeface="Symbol" panose="05050102010706020507" pitchFamily="18" charset="2"/>
                </a:rPr>
                <a:t></a:t>
              </a:r>
            </a:p>
          </p:txBody>
        </p:sp>
        <p:sp>
          <p:nvSpPr>
            <p:cNvPr id="150" name="Text Box 30"/>
            <p:cNvSpPr txBox="1">
              <a:spLocks noChangeArrowheads="1"/>
            </p:cNvSpPr>
            <p:nvPr/>
          </p:nvSpPr>
          <p:spPr bwMode="auto">
            <a:xfrm flipH="1">
              <a:off x="4124" y="1830"/>
              <a:ext cx="39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pPr>
              <a:r>
                <a:rPr lang="en-US" altLang="zh-CN" i="1">
                  <a:solidFill>
                    <a:schemeClr val="tx1"/>
                  </a:solidFill>
                  <a:sym typeface="Symbol" panose="05050102010706020507" pitchFamily="18" charset="2"/>
                </a:rPr>
                <a:t> </a:t>
              </a:r>
            </a:p>
          </p:txBody>
        </p:sp>
        <p:sp>
          <p:nvSpPr>
            <p:cNvPr id="151" name="Text Box 31"/>
            <p:cNvSpPr txBox="1">
              <a:spLocks noChangeArrowheads="1"/>
            </p:cNvSpPr>
            <p:nvPr/>
          </p:nvSpPr>
          <p:spPr bwMode="auto">
            <a:xfrm flipH="1">
              <a:off x="4949" y="1925"/>
              <a:ext cx="38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pPr>
              <a:r>
                <a:rPr lang="en-US" altLang="zh-CN" i="1" dirty="0">
                  <a:solidFill>
                    <a:schemeClr val="tx1"/>
                  </a:solidFill>
                </a:rPr>
                <a:t>C</a:t>
              </a:r>
            </a:p>
          </p:txBody>
        </p:sp>
        <p:sp>
          <p:nvSpPr>
            <p:cNvPr id="152" name="Text Box 32"/>
            <p:cNvSpPr txBox="1">
              <a:spLocks noChangeArrowheads="1"/>
            </p:cNvSpPr>
            <p:nvPr/>
          </p:nvSpPr>
          <p:spPr bwMode="auto">
            <a:xfrm rot="4500000" flipH="1">
              <a:off x="5175" y="791"/>
              <a:ext cx="56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pPr>
              <a:r>
                <a:rPr lang="en-US" altLang="zh-CN" i="1">
                  <a:solidFill>
                    <a:schemeClr val="tx1"/>
                  </a:solidFill>
                </a:rPr>
                <a:t>l</a:t>
              </a:r>
            </a:p>
          </p:txBody>
        </p:sp>
        <p:sp>
          <p:nvSpPr>
            <p:cNvPr id="153" name="Text Box 33"/>
            <p:cNvSpPr txBox="1">
              <a:spLocks noChangeArrowheads="1"/>
            </p:cNvSpPr>
            <p:nvPr/>
          </p:nvSpPr>
          <p:spPr bwMode="auto">
            <a:xfrm flipH="1">
              <a:off x="3700" y="1913"/>
              <a:ext cx="38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pPr>
              <a:r>
                <a:rPr lang="en-US" altLang="zh-CN" i="1">
                  <a:solidFill>
                    <a:schemeClr val="tx1"/>
                  </a:solidFill>
                </a:rPr>
                <a:t>B</a:t>
              </a:r>
            </a:p>
          </p:txBody>
        </p:sp>
        <p:sp>
          <p:nvSpPr>
            <p:cNvPr id="154" name="Text Box 34"/>
            <p:cNvSpPr txBox="1">
              <a:spLocks noChangeArrowheads="1"/>
            </p:cNvSpPr>
            <p:nvPr/>
          </p:nvSpPr>
          <p:spPr bwMode="auto">
            <a:xfrm flipH="1">
              <a:off x="4163" y="106"/>
              <a:ext cx="38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pPr>
              <a:r>
                <a:rPr lang="en-US" altLang="zh-CN" i="1">
                  <a:solidFill>
                    <a:schemeClr val="tx1"/>
                  </a:solidFill>
                </a:rPr>
                <a:t>A</a:t>
              </a:r>
            </a:p>
          </p:txBody>
        </p:sp>
        <p:sp>
          <p:nvSpPr>
            <p:cNvPr id="155" name="Text Box 35"/>
            <p:cNvSpPr txBox="1">
              <a:spLocks noChangeArrowheads="1"/>
            </p:cNvSpPr>
            <p:nvPr/>
          </p:nvSpPr>
          <p:spPr bwMode="auto">
            <a:xfrm flipH="1">
              <a:off x="4041" y="1511"/>
              <a:ext cx="38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pPr>
              <a:r>
                <a:rPr lang="en-US" altLang="zh-CN" i="1">
                  <a:solidFill>
                    <a:schemeClr val="tx1"/>
                  </a:solidFill>
                </a:rPr>
                <a:t>D</a:t>
              </a:r>
            </a:p>
          </p:txBody>
        </p:sp>
        <p:sp>
          <p:nvSpPr>
            <p:cNvPr id="156" name="Text Box 36"/>
            <p:cNvSpPr txBox="1">
              <a:spLocks noChangeArrowheads="1"/>
            </p:cNvSpPr>
            <p:nvPr/>
          </p:nvSpPr>
          <p:spPr bwMode="auto">
            <a:xfrm flipH="1">
              <a:off x="4515" y="1516"/>
              <a:ext cx="38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pPr>
              <a:r>
                <a:rPr lang="en-US" altLang="zh-CN" i="1">
                  <a:solidFill>
                    <a:schemeClr val="tx1"/>
                  </a:solidFill>
                </a:rPr>
                <a:t>E</a:t>
              </a:r>
            </a:p>
          </p:txBody>
        </p:sp>
        <p:sp>
          <p:nvSpPr>
            <p:cNvPr id="157" name="Text Box 37"/>
            <p:cNvSpPr txBox="1">
              <a:spLocks noChangeArrowheads="1"/>
            </p:cNvSpPr>
            <p:nvPr/>
          </p:nvSpPr>
          <p:spPr bwMode="auto">
            <a:xfrm flipH="1">
              <a:off x="4350" y="817"/>
              <a:ext cx="36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pPr>
              <a:r>
                <a:rPr lang="en-US" altLang="zh-CN" i="1">
                  <a:solidFill>
                    <a:schemeClr val="tx1"/>
                  </a:solidFill>
                </a:rPr>
                <a:t>H</a:t>
              </a:r>
            </a:p>
          </p:txBody>
        </p:sp>
        <p:sp>
          <p:nvSpPr>
            <p:cNvPr id="158" name="Text Box 38"/>
            <p:cNvSpPr txBox="1">
              <a:spLocks noChangeArrowheads="1"/>
            </p:cNvSpPr>
            <p:nvPr/>
          </p:nvSpPr>
          <p:spPr bwMode="auto">
            <a:xfrm flipH="1">
              <a:off x="4641" y="351"/>
              <a:ext cx="385"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pPr>
              <a:r>
                <a:rPr lang="en-US" altLang="zh-CN" sz="2800" b="1" i="1">
                  <a:solidFill>
                    <a:srgbClr val="FF0000"/>
                  </a:solidFill>
                </a:rPr>
                <a:t>G</a:t>
              </a:r>
            </a:p>
          </p:txBody>
        </p:sp>
        <p:sp>
          <p:nvSpPr>
            <p:cNvPr id="159" name="Text Box 39"/>
            <p:cNvSpPr txBox="1">
              <a:spLocks noChangeArrowheads="1"/>
            </p:cNvSpPr>
            <p:nvPr/>
          </p:nvSpPr>
          <p:spPr bwMode="auto">
            <a:xfrm rot="4500000" flipH="1">
              <a:off x="5116" y="1237"/>
              <a:ext cx="29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pPr>
              <a:r>
                <a:rPr lang="en-US" altLang="zh-CN" i="1">
                  <a:solidFill>
                    <a:schemeClr val="tx1"/>
                  </a:solidFill>
                </a:rPr>
                <a:t>a</a:t>
              </a:r>
            </a:p>
          </p:txBody>
        </p:sp>
        <p:sp>
          <p:nvSpPr>
            <p:cNvPr id="160" name="Line 40"/>
            <p:cNvSpPr>
              <a:spLocks noChangeShapeType="1"/>
            </p:cNvSpPr>
            <p:nvPr/>
          </p:nvSpPr>
          <p:spPr bwMode="auto">
            <a:xfrm flipH="1">
              <a:off x="4688" y="411"/>
              <a:ext cx="0" cy="559"/>
            </a:xfrm>
            <a:prstGeom prst="line">
              <a:avLst/>
            </a:prstGeom>
            <a:noFill/>
            <a:ln w="38100">
              <a:solidFill>
                <a:srgbClr val="FF00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61" name="Line 41"/>
            <p:cNvSpPr>
              <a:spLocks noChangeShapeType="1"/>
            </p:cNvSpPr>
            <p:nvPr/>
          </p:nvSpPr>
          <p:spPr bwMode="auto">
            <a:xfrm flipH="1">
              <a:off x="3919" y="349"/>
              <a:ext cx="471"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2" name="Line 42"/>
            <p:cNvSpPr>
              <a:spLocks noChangeShapeType="1"/>
            </p:cNvSpPr>
            <p:nvPr/>
          </p:nvSpPr>
          <p:spPr bwMode="auto">
            <a:xfrm flipH="1">
              <a:off x="3933" y="1524"/>
              <a:ext cx="157"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3" name="Line 43"/>
            <p:cNvSpPr>
              <a:spLocks noChangeShapeType="1"/>
            </p:cNvSpPr>
            <p:nvPr/>
          </p:nvSpPr>
          <p:spPr bwMode="auto">
            <a:xfrm flipV="1">
              <a:off x="4006" y="332"/>
              <a:ext cx="0" cy="1195"/>
            </a:xfrm>
            <a:prstGeom prst="line">
              <a:avLst/>
            </a:prstGeom>
            <a:noFill/>
            <a:ln w="19050">
              <a:solidFill>
                <a:srgbClr val="000000"/>
              </a:solidFill>
              <a:round/>
              <a:headEnd type="stealth" w="med" len="lg"/>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64" name="Text Box 44"/>
            <p:cNvSpPr txBox="1">
              <a:spLocks noChangeArrowheads="1"/>
            </p:cNvSpPr>
            <p:nvPr/>
          </p:nvSpPr>
          <p:spPr bwMode="auto">
            <a:xfrm rot="-5400000">
              <a:off x="3761" y="732"/>
              <a:ext cx="26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i="1">
                  <a:solidFill>
                    <a:schemeClr val="tx1"/>
                  </a:solidFill>
                </a:rPr>
                <a:t>h</a:t>
              </a:r>
            </a:p>
          </p:txBody>
        </p:sp>
      </p:grpSp>
    </p:spTree>
    <p:extLst>
      <p:ext uri="{BB962C8B-B14F-4D97-AF65-F5344CB8AC3E}">
        <p14:creationId xmlns:p14="http://schemas.microsoft.com/office/powerpoint/2010/main" val="2475981843"/>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iterate type="lt">
                                    <p:tmPct val="100000"/>
                                  </p:iterate>
                                  <p:childTnLst>
                                    <p:set>
                                      <p:cBhvr>
                                        <p:cTn id="6" dur="1" fill="hold">
                                          <p:stCondLst>
                                            <p:cond delay="0"/>
                                          </p:stCondLst>
                                        </p:cTn>
                                        <p:tgtEl>
                                          <p:spTgt spid="127">
                                            <p:txEl>
                                              <p:pRg st="0" end="0"/>
                                            </p:txEl>
                                          </p:spTgt>
                                        </p:tgtEl>
                                        <p:attrNameLst>
                                          <p:attrName>style.visibility</p:attrName>
                                        </p:attrNameLst>
                                      </p:cBhvr>
                                      <p:to>
                                        <p:strVal val="visible"/>
                                      </p:to>
                                    </p:set>
                                    <p:animEffect transition="in" filter="wipe(left)">
                                      <p:cBhvr>
                                        <p:cTn id="7" dur="75"/>
                                        <p:tgtEl>
                                          <p:spTgt spid="127">
                                            <p:txEl>
                                              <p:pRg st="0" end="0"/>
                                            </p:txEl>
                                          </p:spTgt>
                                        </p:tgtEl>
                                      </p:cBhvr>
                                    </p:animEffect>
                                  </p:childTnLst>
                                  <p:subTnLst>
                                    <p:audio>
                                      <p:cMediaNode>
                                        <p:cTn display="0" masterRel="sameClick">
                                          <p:stCondLst>
                                            <p:cond evt="begin" delay="0">
                                              <p:tn val="5"/>
                                            </p:cond>
                                          </p:stCondLst>
                                          <p:endCondLst>
                                            <p:cond evt="onStopAudio" delay="0">
                                              <p:tgtEl>
                                                <p:sldTgt/>
                                              </p:tgtEl>
                                            </p:cond>
                                          </p:endCondLst>
                                        </p:cTn>
                                        <p:tgtEl>
                                          <p:sndTgt r:embed="rId3" name="TYPE.WAV"/>
                                        </p:tgtEl>
                                      </p:cMediaNode>
                                    </p:audio>
                                  </p:subTnLst>
                                </p:cTn>
                              </p:par>
                              <p:par>
                                <p:cTn id="8" presetID="16" presetClass="entr" presetSubtype="37" fill="hold" nodeType="withEffect">
                                  <p:stCondLst>
                                    <p:cond delay="2000"/>
                                  </p:stCondLst>
                                  <p:childTnLst>
                                    <p:set>
                                      <p:cBhvr>
                                        <p:cTn id="9" dur="1" fill="hold">
                                          <p:stCondLst>
                                            <p:cond delay="0"/>
                                          </p:stCondLst>
                                        </p:cTn>
                                        <p:tgtEl>
                                          <p:spTgt spid="105"/>
                                        </p:tgtEl>
                                        <p:attrNameLst>
                                          <p:attrName>style.visibility</p:attrName>
                                        </p:attrNameLst>
                                      </p:cBhvr>
                                      <p:to>
                                        <p:strVal val="visible"/>
                                      </p:to>
                                    </p:set>
                                    <p:animEffect transition="in" filter="barn(outVertical)">
                                      <p:cBhvr>
                                        <p:cTn id="10" dur="3000"/>
                                        <p:tgtEl>
                                          <p:spTgt spid="105"/>
                                        </p:tgtEl>
                                      </p:cBhvr>
                                    </p:animEffect>
                                  </p:childTnLst>
                                </p:cTn>
                              </p:par>
                              <p:par>
                                <p:cTn id="11" presetID="17" presetClass="entr" presetSubtype="4" fill="hold" nodeType="withEffect">
                                  <p:stCondLst>
                                    <p:cond delay="5000"/>
                                  </p:stCondLst>
                                  <p:childTnLst>
                                    <p:set>
                                      <p:cBhvr>
                                        <p:cTn id="12" dur="1" fill="hold">
                                          <p:stCondLst>
                                            <p:cond delay="0"/>
                                          </p:stCondLst>
                                        </p:cTn>
                                        <p:tgtEl>
                                          <p:spTgt spid="135"/>
                                        </p:tgtEl>
                                        <p:attrNameLst>
                                          <p:attrName>style.visibility</p:attrName>
                                        </p:attrNameLst>
                                      </p:cBhvr>
                                      <p:to>
                                        <p:strVal val="visible"/>
                                      </p:to>
                                    </p:set>
                                    <p:anim calcmode="lin" valueType="num">
                                      <p:cBhvr>
                                        <p:cTn id="13" dur="5000" fill="hold"/>
                                        <p:tgtEl>
                                          <p:spTgt spid="135"/>
                                        </p:tgtEl>
                                        <p:attrNameLst>
                                          <p:attrName>ppt_x</p:attrName>
                                        </p:attrNameLst>
                                      </p:cBhvr>
                                      <p:tavLst>
                                        <p:tav tm="0">
                                          <p:val>
                                            <p:strVal val="#ppt_x"/>
                                          </p:val>
                                        </p:tav>
                                        <p:tav tm="100000">
                                          <p:val>
                                            <p:strVal val="#ppt_x"/>
                                          </p:val>
                                        </p:tav>
                                      </p:tavLst>
                                    </p:anim>
                                    <p:anim calcmode="lin" valueType="num">
                                      <p:cBhvr>
                                        <p:cTn id="14" dur="5000" fill="hold"/>
                                        <p:tgtEl>
                                          <p:spTgt spid="135"/>
                                        </p:tgtEl>
                                        <p:attrNameLst>
                                          <p:attrName>ppt_y</p:attrName>
                                        </p:attrNameLst>
                                      </p:cBhvr>
                                      <p:tavLst>
                                        <p:tav tm="0">
                                          <p:val>
                                            <p:strVal val="#ppt_y+#ppt_h/2"/>
                                          </p:val>
                                        </p:tav>
                                        <p:tav tm="100000">
                                          <p:val>
                                            <p:strVal val="#ppt_y"/>
                                          </p:val>
                                        </p:tav>
                                      </p:tavLst>
                                    </p:anim>
                                    <p:anim calcmode="lin" valueType="num">
                                      <p:cBhvr>
                                        <p:cTn id="15" dur="5000" fill="hold"/>
                                        <p:tgtEl>
                                          <p:spTgt spid="135"/>
                                        </p:tgtEl>
                                        <p:attrNameLst>
                                          <p:attrName>ppt_w</p:attrName>
                                        </p:attrNameLst>
                                      </p:cBhvr>
                                      <p:tavLst>
                                        <p:tav tm="0">
                                          <p:val>
                                            <p:strVal val="#ppt_w"/>
                                          </p:val>
                                        </p:tav>
                                        <p:tav tm="100000">
                                          <p:val>
                                            <p:strVal val="#ppt_w"/>
                                          </p:val>
                                        </p:tav>
                                      </p:tavLst>
                                    </p:anim>
                                    <p:anim calcmode="lin" valueType="num">
                                      <p:cBhvr>
                                        <p:cTn id="16" dur="5000" fill="hold"/>
                                        <p:tgtEl>
                                          <p:spTgt spid="135"/>
                                        </p:tgtEl>
                                        <p:attrNameLst>
                                          <p:attrName>ppt_h</p:attrName>
                                        </p:attrNameLst>
                                      </p:cBhvr>
                                      <p:tavLst>
                                        <p:tav tm="0">
                                          <p:val>
                                            <p:fltVal val="0"/>
                                          </p:val>
                                        </p:tav>
                                        <p:tav tm="100000">
                                          <p:val>
                                            <p:strVal val="#ppt_h"/>
                                          </p:val>
                                        </p:tav>
                                      </p:tavLst>
                                    </p:anim>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25"/>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9" presetClass="emph" presetSubtype="0" nodeType="clickEffect">
                                  <p:stCondLst>
                                    <p:cond delay="0"/>
                                  </p:stCondLst>
                                  <p:childTnLst>
                                    <p:set>
                                      <p:cBhvr rctx="PPT">
                                        <p:cTn id="24" dur="indefinite"/>
                                        <p:tgtEl>
                                          <p:spTgt spid="105"/>
                                        </p:tgtEl>
                                        <p:attrNameLst>
                                          <p:attrName>style.opacity</p:attrName>
                                        </p:attrNameLst>
                                      </p:cBhvr>
                                      <p:to>
                                        <p:strVal val="0.25"/>
                                      </p:to>
                                    </p:set>
                                    <p:animEffect filter="image" prLst="opacity: 0.25">
                                      <p:cBhvr rctx="IE">
                                        <p:cTn id="25" dur="indefinite"/>
                                        <p:tgtEl>
                                          <p:spTgt spid="105"/>
                                        </p:tgtEl>
                                      </p:cBhvr>
                                    </p:animEffect>
                                  </p:childTnLst>
                                </p:cTn>
                              </p:par>
                            </p:childTnLst>
                          </p:cTn>
                        </p:par>
                        <p:par>
                          <p:cTn id="26" fill="hold">
                            <p:stCondLst>
                              <p:cond delay="0"/>
                            </p:stCondLst>
                            <p:childTnLst>
                              <p:par>
                                <p:cTn id="27" presetID="12" presetClass="entr" presetSubtype="4" fill="hold" grpId="0" nodeType="afterEffect">
                                  <p:stCondLst>
                                    <p:cond delay="0"/>
                                  </p:stCondLst>
                                  <p:childTnLst>
                                    <p:set>
                                      <p:cBhvr>
                                        <p:cTn id="28" dur="1" fill="hold">
                                          <p:stCondLst>
                                            <p:cond delay="0"/>
                                          </p:stCondLst>
                                        </p:cTn>
                                        <p:tgtEl>
                                          <p:spTgt spid="131"/>
                                        </p:tgtEl>
                                        <p:attrNameLst>
                                          <p:attrName>style.visibility</p:attrName>
                                        </p:attrNameLst>
                                      </p:cBhvr>
                                      <p:to>
                                        <p:strVal val="visible"/>
                                      </p:to>
                                    </p:set>
                                    <p:animEffect transition="in" filter="slide(fromBottom)">
                                      <p:cBhvr>
                                        <p:cTn id="29" dur="3000"/>
                                        <p:tgtEl>
                                          <p:spTgt spid="131"/>
                                        </p:tgtEl>
                                      </p:cBhvr>
                                    </p:animEffect>
                                  </p:childTnLst>
                                  <p:subTnLst>
                                    <p:audio>
                                      <p:cMediaNode>
                                        <p:cTn display="0" masterRel="sameClick">
                                          <p:stCondLst>
                                            <p:cond evt="begin" delay="0">
                                              <p:tn val="27"/>
                                            </p:cond>
                                          </p:stCondLst>
                                          <p:endCondLst>
                                            <p:cond evt="onStopAudio" delay="0">
                                              <p:tgtEl>
                                                <p:sldTgt/>
                                              </p:tgtEl>
                                            </p:cond>
                                          </p:endCondLst>
                                        </p:cTn>
                                        <p:tgtEl>
                                          <p:sndTgt r:embed="rId4" name="CHIMES.WAV"/>
                                        </p:tgtEl>
                                      </p:cMediaNode>
                                    </p:audio>
                                  </p:subTnLst>
                                </p:cTn>
                              </p:par>
                            </p:childTnLst>
                          </p:cTn>
                        </p:par>
                        <p:par>
                          <p:cTn id="30" fill="hold">
                            <p:stCondLst>
                              <p:cond delay="3000"/>
                            </p:stCondLst>
                            <p:childTnLst>
                              <p:par>
                                <p:cTn id="31" presetID="19" presetClass="entr" presetSubtype="10" fill="hold" grpId="0" nodeType="afterEffect">
                                  <p:stCondLst>
                                    <p:cond delay="0"/>
                                  </p:stCondLst>
                                  <p:childTnLst>
                                    <p:set>
                                      <p:cBhvr>
                                        <p:cTn id="32" dur="1" fill="hold">
                                          <p:stCondLst>
                                            <p:cond delay="0"/>
                                          </p:stCondLst>
                                        </p:cTn>
                                        <p:tgtEl>
                                          <p:spTgt spid="132"/>
                                        </p:tgtEl>
                                        <p:attrNameLst>
                                          <p:attrName>style.visibility</p:attrName>
                                        </p:attrNameLst>
                                      </p:cBhvr>
                                      <p:to>
                                        <p:strVal val="visible"/>
                                      </p:to>
                                    </p:set>
                                    <p:anim calcmode="lin" valueType="num">
                                      <p:cBhvr>
                                        <p:cTn id="33" dur="5000" fill="hold"/>
                                        <p:tgtEl>
                                          <p:spTgt spid="132"/>
                                        </p:tgtEl>
                                        <p:attrNameLst>
                                          <p:attrName>ppt_w</p:attrName>
                                        </p:attrNameLst>
                                      </p:cBhvr>
                                      <p:tavLst>
                                        <p:tav tm="0" fmla="#ppt_w*sin(2.5*pi*$)">
                                          <p:val>
                                            <p:fltVal val="0"/>
                                          </p:val>
                                        </p:tav>
                                        <p:tav tm="100000">
                                          <p:val>
                                            <p:fltVal val="1"/>
                                          </p:val>
                                        </p:tav>
                                      </p:tavLst>
                                    </p:anim>
                                    <p:anim calcmode="lin" valueType="num">
                                      <p:cBhvr>
                                        <p:cTn id="34" dur="5000" fill="hold"/>
                                        <p:tgtEl>
                                          <p:spTgt spid="132"/>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31"/>
                                            </p:cond>
                                          </p:stCondLst>
                                          <p:endCondLst>
                                            <p:cond evt="onStopAudio" delay="0">
                                              <p:tgtEl>
                                                <p:sldTgt/>
                                              </p:tgtEl>
                                            </p:cond>
                                          </p:endCondLst>
                                        </p:cTn>
                                        <p:tgtEl>
                                          <p:sndTgt r:embed="rId4" name="CHIMES.WAV"/>
                                        </p:tgtEl>
                                      </p:cMediaNode>
                                    </p:audio>
                                  </p:subTnLst>
                                </p:cTn>
                              </p:par>
                            </p:childTnLst>
                          </p:cTn>
                        </p:par>
                        <p:par>
                          <p:cTn id="35" fill="hold">
                            <p:stCondLst>
                              <p:cond delay="8000"/>
                            </p:stCondLst>
                            <p:childTnLst>
                              <p:par>
                                <p:cTn id="36" presetID="12" presetClass="entr" presetSubtype="4" fill="hold" grpId="0" nodeType="afterEffect">
                                  <p:stCondLst>
                                    <p:cond delay="0"/>
                                  </p:stCondLst>
                                  <p:childTnLst>
                                    <p:set>
                                      <p:cBhvr>
                                        <p:cTn id="37" dur="1" fill="hold">
                                          <p:stCondLst>
                                            <p:cond delay="0"/>
                                          </p:stCondLst>
                                        </p:cTn>
                                        <p:tgtEl>
                                          <p:spTgt spid="133"/>
                                        </p:tgtEl>
                                        <p:attrNameLst>
                                          <p:attrName>style.visibility</p:attrName>
                                        </p:attrNameLst>
                                      </p:cBhvr>
                                      <p:to>
                                        <p:strVal val="visible"/>
                                      </p:to>
                                    </p:set>
                                    <p:animEffect transition="in" filter="slide(fromBottom)">
                                      <p:cBhvr>
                                        <p:cTn id="38" dur="3000"/>
                                        <p:tgtEl>
                                          <p:spTgt spid="133"/>
                                        </p:tgtEl>
                                      </p:cBhvr>
                                    </p:animEffect>
                                  </p:childTnLst>
                                  <p:subTnLst>
                                    <p:audio>
                                      <p:cMediaNode>
                                        <p:cTn display="0" masterRel="sameClick">
                                          <p:stCondLst>
                                            <p:cond evt="begin" delay="0">
                                              <p:tn val="36"/>
                                            </p:cond>
                                          </p:stCondLst>
                                          <p:endCondLst>
                                            <p:cond evt="onStopAudio" delay="0">
                                              <p:tgtEl>
                                                <p:sldTgt/>
                                              </p:tgtEl>
                                            </p:cond>
                                          </p:endCondLst>
                                        </p:cTn>
                                        <p:tgtEl>
                                          <p:sndTgt r:embed="rId4" name="CHIMES.WAV"/>
                                        </p:tgtEl>
                                      </p:cMediaNode>
                                    </p:audio>
                                  </p:subTnLst>
                                </p:cTn>
                              </p:par>
                            </p:childTnLst>
                          </p:cTn>
                        </p:par>
                        <p:par>
                          <p:cTn id="39" fill="hold">
                            <p:stCondLst>
                              <p:cond delay="11000"/>
                            </p:stCondLst>
                            <p:childTnLst>
                              <p:par>
                                <p:cTn id="40" presetID="19" presetClass="entr" presetSubtype="10" fill="hold" grpId="0" nodeType="afterEffect">
                                  <p:stCondLst>
                                    <p:cond delay="0"/>
                                  </p:stCondLst>
                                  <p:childTnLst>
                                    <p:set>
                                      <p:cBhvr>
                                        <p:cTn id="41" dur="1" fill="hold">
                                          <p:stCondLst>
                                            <p:cond delay="0"/>
                                          </p:stCondLst>
                                        </p:cTn>
                                        <p:tgtEl>
                                          <p:spTgt spid="134"/>
                                        </p:tgtEl>
                                        <p:attrNameLst>
                                          <p:attrName>style.visibility</p:attrName>
                                        </p:attrNameLst>
                                      </p:cBhvr>
                                      <p:to>
                                        <p:strVal val="visible"/>
                                      </p:to>
                                    </p:set>
                                    <p:anim calcmode="lin" valueType="num">
                                      <p:cBhvr>
                                        <p:cTn id="42" dur="5000" fill="hold"/>
                                        <p:tgtEl>
                                          <p:spTgt spid="134"/>
                                        </p:tgtEl>
                                        <p:attrNameLst>
                                          <p:attrName>ppt_w</p:attrName>
                                        </p:attrNameLst>
                                      </p:cBhvr>
                                      <p:tavLst>
                                        <p:tav tm="0" fmla="#ppt_w*sin(2.5*pi*$)">
                                          <p:val>
                                            <p:fltVal val="0"/>
                                          </p:val>
                                        </p:tav>
                                        <p:tav tm="100000">
                                          <p:val>
                                            <p:fltVal val="1"/>
                                          </p:val>
                                        </p:tav>
                                      </p:tavLst>
                                    </p:anim>
                                    <p:anim calcmode="lin" valueType="num">
                                      <p:cBhvr>
                                        <p:cTn id="43" dur="5000" fill="hold"/>
                                        <p:tgtEl>
                                          <p:spTgt spid="134"/>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40"/>
                                            </p:cond>
                                          </p:stCondLst>
                                          <p:endCondLst>
                                            <p:cond evt="onStopAudio" delay="0">
                                              <p:tgtEl>
                                                <p:sldTgt/>
                                              </p:tgtEl>
                                            </p:cond>
                                          </p:endCondLst>
                                        </p:cTn>
                                        <p:tgtEl>
                                          <p:sndTgt r:embed="rId4" name="CHIMES.WAV"/>
                                        </p:tgtEl>
                                      </p:cMediaNode>
                                    </p:audio>
                                  </p:subTnLst>
                                </p:cTn>
                              </p:par>
                            </p:childTnLst>
                          </p:cTn>
                        </p:par>
                      </p:childTnLst>
                    </p:cTn>
                  </p:par>
                  <p:par>
                    <p:cTn id="44" fill="hold">
                      <p:stCondLst>
                        <p:cond delay="indefinite"/>
                      </p:stCondLst>
                      <p:childTnLst>
                        <p:par>
                          <p:cTn id="45" fill="hold">
                            <p:stCondLst>
                              <p:cond delay="0"/>
                            </p:stCondLst>
                            <p:childTnLst>
                              <p:par>
                                <p:cTn id="46" presetID="1" presetClass="entr" presetSubtype="0" fill="hold" grpId="0" nodeType="clickEffect">
                                  <p:stCondLst>
                                    <p:cond delay="0"/>
                                  </p:stCondLst>
                                  <p:childTnLst>
                                    <p:set>
                                      <p:cBhvr>
                                        <p:cTn id="47" dur="1" fill="hold">
                                          <p:stCondLst>
                                            <p:cond delay="0"/>
                                          </p:stCondLst>
                                        </p:cTn>
                                        <p:tgtEl>
                                          <p:spTgt spid="126"/>
                                        </p:tgtEl>
                                        <p:attrNameLst>
                                          <p:attrName>style.visibility</p:attrName>
                                        </p:attrNameLst>
                                      </p:cBhvr>
                                      <p:to>
                                        <p:strVal val="visible"/>
                                      </p:to>
                                    </p:se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iterate type="lt">
                                    <p:tmPct val="100000"/>
                                  </p:iterate>
                                  <p:childTnLst>
                                    <p:set>
                                      <p:cBhvr>
                                        <p:cTn id="51" dur="1" fill="hold">
                                          <p:stCondLst>
                                            <p:cond delay="0"/>
                                          </p:stCondLst>
                                        </p:cTn>
                                        <p:tgtEl>
                                          <p:spTgt spid="129">
                                            <p:txEl>
                                              <p:pRg st="0" end="0"/>
                                            </p:txEl>
                                          </p:spTgt>
                                        </p:tgtEl>
                                        <p:attrNameLst>
                                          <p:attrName>style.visibility</p:attrName>
                                        </p:attrNameLst>
                                      </p:cBhvr>
                                      <p:to>
                                        <p:strVal val="visible"/>
                                      </p:to>
                                    </p:set>
                                    <p:animEffect transition="in" filter="wipe(left)">
                                      <p:cBhvr>
                                        <p:cTn id="52" dur="75"/>
                                        <p:tgtEl>
                                          <p:spTgt spid="129">
                                            <p:txEl>
                                              <p:pRg st="0" end="0"/>
                                            </p:txEl>
                                          </p:spTgt>
                                        </p:tgtEl>
                                      </p:cBhvr>
                                    </p:animEffect>
                                  </p:childTnLst>
                                  <p:subTnLst>
                                    <p:audio>
                                      <p:cMediaNode>
                                        <p:cTn display="0" masterRel="sameClick">
                                          <p:stCondLst>
                                            <p:cond evt="begin" delay="0">
                                              <p:tn val="50"/>
                                            </p:cond>
                                          </p:stCondLst>
                                          <p:endCondLst>
                                            <p:cond evt="onStopAudio" delay="0">
                                              <p:tgtEl>
                                                <p:sldTgt/>
                                              </p:tgtEl>
                                            </p:cond>
                                          </p:endCondLst>
                                        </p:cTn>
                                        <p:tgtEl>
                                          <p:sndTgt r:embed="rId3" name="TYPE.WAV"/>
                                        </p:tgtEl>
                                      </p:cMediaNode>
                                    </p:audio>
                                  </p:subTnLst>
                                </p:cTn>
                              </p:par>
                            </p:childTnLst>
                          </p:cTn>
                        </p:par>
                      </p:childTnLst>
                    </p:cTn>
                  </p:par>
                  <p:par>
                    <p:cTn id="53" fill="hold">
                      <p:stCondLst>
                        <p:cond delay="indefinite"/>
                      </p:stCondLst>
                      <p:childTnLst>
                        <p:par>
                          <p:cTn id="54" fill="hold">
                            <p:stCondLst>
                              <p:cond delay="0"/>
                            </p:stCondLst>
                            <p:childTnLst>
                              <p:par>
                                <p:cTn id="55" presetID="22" presetClass="entr" presetSubtype="8" fill="hold" grpId="0" nodeType="clickEffect">
                                  <p:stCondLst>
                                    <p:cond delay="0"/>
                                  </p:stCondLst>
                                  <p:iterate type="lt">
                                    <p:tmPct val="100000"/>
                                  </p:iterate>
                                  <p:childTnLst>
                                    <p:set>
                                      <p:cBhvr>
                                        <p:cTn id="56" dur="1" fill="hold">
                                          <p:stCondLst>
                                            <p:cond delay="0"/>
                                          </p:stCondLst>
                                        </p:cTn>
                                        <p:tgtEl>
                                          <p:spTgt spid="129">
                                            <p:txEl>
                                              <p:pRg st="1" end="1"/>
                                            </p:txEl>
                                          </p:spTgt>
                                        </p:tgtEl>
                                        <p:attrNameLst>
                                          <p:attrName>style.visibility</p:attrName>
                                        </p:attrNameLst>
                                      </p:cBhvr>
                                      <p:to>
                                        <p:strVal val="visible"/>
                                      </p:to>
                                    </p:set>
                                    <p:animEffect transition="in" filter="wipe(left)">
                                      <p:cBhvr>
                                        <p:cTn id="57" dur="75"/>
                                        <p:tgtEl>
                                          <p:spTgt spid="129">
                                            <p:txEl>
                                              <p:pRg st="1" end="1"/>
                                            </p:txEl>
                                          </p:spTgt>
                                        </p:tgtEl>
                                      </p:cBhvr>
                                    </p:animEffect>
                                  </p:childTnLst>
                                  <p:subTnLst>
                                    <p:audio>
                                      <p:cMediaNode>
                                        <p:cTn display="0" masterRel="sameClick">
                                          <p:stCondLst>
                                            <p:cond evt="begin" delay="0">
                                              <p:tn val="55"/>
                                            </p:cond>
                                          </p:stCondLst>
                                          <p:endCondLst>
                                            <p:cond evt="onStopAudio" delay="0">
                                              <p:tgtEl>
                                                <p:sldTgt/>
                                              </p:tgtEl>
                                            </p:cond>
                                          </p:endCondLst>
                                        </p:cTn>
                                        <p:tgtEl>
                                          <p:sndTgt r:embed="rId3" name="TYPE.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5" grpId="0"/>
      <p:bldP spid="126" grpId="0"/>
      <p:bldP spid="127" grpId="0" build="p" autoUpdateAnimBg="0"/>
      <p:bldP spid="129" grpId="0" build="p" autoUpdateAnimBg="0"/>
      <p:bldP spid="131" grpId="0" animBg="1"/>
      <p:bldP spid="132" grpId="0" autoUpdateAnimBg="0"/>
      <p:bldP spid="133" grpId="0" animBg="1"/>
      <p:bldP spid="134" grpId="0" autoUpdateAnimBg="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164442" y="91693"/>
            <a:ext cx="5546711" cy="615553"/>
          </a:xfrm>
          <a:prstGeom prst="rect">
            <a:avLst/>
          </a:prstGeom>
        </p:spPr>
        <p:txBody>
          <a:bodyPr wrap="none">
            <a:spAutoFit/>
          </a:bodyPr>
          <a:lstStyle/>
          <a:p>
            <a:pPr>
              <a:defRPr/>
            </a:pPr>
            <a:r>
              <a:rPr kumimoji="1" lang="zh-CN" altLang="en-US" sz="3400" i="0" dirty="0">
                <a:solidFill>
                  <a:srgbClr val="FFFFFF"/>
                </a:solidFill>
                <a:latin typeface="微软雅黑" panose="020B0503020204020204" pitchFamily="34" charset="-122"/>
                <a:ea typeface="微软雅黑" panose="020B0503020204020204" pitchFamily="34" charset="-122"/>
              </a:rPr>
              <a:t>第二章</a:t>
            </a:r>
            <a:r>
              <a:rPr kumimoji="1" lang="en-US" altLang="zh-CN" sz="3400" i="0" dirty="0">
                <a:solidFill>
                  <a:srgbClr val="FFFFFF"/>
                </a:solidFill>
                <a:latin typeface="微软雅黑" panose="020B0503020204020204" pitchFamily="34" charset="-122"/>
                <a:ea typeface="微软雅黑" panose="020B0503020204020204" pitchFamily="34" charset="-122"/>
              </a:rPr>
              <a:t> </a:t>
            </a:r>
            <a:r>
              <a:rPr kumimoji="1" lang="zh-CN" altLang="en-US" sz="3400" i="0" dirty="0">
                <a:solidFill>
                  <a:srgbClr val="FFFFFF"/>
                </a:solidFill>
                <a:latin typeface="微软雅黑" panose="020B0503020204020204" pitchFamily="34" charset="-122"/>
                <a:ea typeface="微软雅黑" panose="020B0503020204020204" pitchFamily="34" charset="-122"/>
              </a:rPr>
              <a:t>平面问题的受力分析</a:t>
            </a:r>
          </a:p>
        </p:txBody>
      </p:sp>
      <p:sp>
        <p:nvSpPr>
          <p:cNvPr id="15" name="Rectangle 61"/>
          <p:cNvSpPr>
            <a:spLocks noChangeArrowheads="1"/>
          </p:cNvSpPr>
          <p:nvPr/>
        </p:nvSpPr>
        <p:spPr bwMode="auto">
          <a:xfrm>
            <a:off x="7464152" y="1268760"/>
            <a:ext cx="4208252" cy="4662863"/>
          </a:xfrm>
          <a:prstGeom prst="rect">
            <a:avLst/>
          </a:prstGeom>
          <a:solidFill>
            <a:srgbClr val="B9CDE5"/>
          </a:solidFill>
          <a:ln>
            <a:noFill/>
          </a:ln>
          <a:effectLst/>
        </p:spPr>
        <p:txBody>
          <a:bodyPr wrap="none" anchor="ctr"/>
          <a:lstStyle/>
          <a:p>
            <a:endParaRPr lang="zh-CN" altLang="en-US"/>
          </a:p>
        </p:txBody>
      </p:sp>
      <p:sp>
        <p:nvSpPr>
          <p:cNvPr id="125" name="Rectangle 5"/>
          <p:cNvSpPr>
            <a:spLocks noChangeArrowheads="1"/>
          </p:cNvSpPr>
          <p:nvPr/>
        </p:nvSpPr>
        <p:spPr bwMode="auto">
          <a:xfrm>
            <a:off x="279412" y="1259779"/>
            <a:ext cx="108012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just">
              <a:spcBef>
                <a:spcPct val="20000"/>
              </a:spcBef>
              <a:buClr>
                <a:schemeClr val="accent1"/>
              </a:buClr>
              <a:buSzPct val="75000"/>
              <a:buFont typeface="Monotype Sorts" pitchFamily="2" charset="2"/>
              <a:buChar char="•"/>
              <a:defRPr kumimoji="1" sz="2400">
                <a:solidFill>
                  <a:schemeClr val="tx1"/>
                </a:solidFill>
                <a:latin typeface="Impact" panose="020B0806030902050204" pitchFamily="34" charset="0"/>
                <a:ea typeface="宋体" panose="02010600030101010101" pitchFamily="2" charset="-122"/>
              </a:defRPr>
            </a:lvl1pPr>
            <a:lvl2pPr marL="742950" indent="-285750">
              <a:spcBef>
                <a:spcPct val="20000"/>
              </a:spcBef>
              <a:buClr>
                <a:schemeClr val="accent2"/>
              </a:buClr>
              <a:buChar char="•"/>
              <a:defRPr kumimoji="1" sz="2000">
                <a:solidFill>
                  <a:schemeClr val="tx1"/>
                </a:solidFill>
                <a:latin typeface="Impact" panose="020B0806030902050204" pitchFamily="34" charset="0"/>
                <a:ea typeface="宋体" panose="02010600030101010101" pitchFamily="2" charset="-122"/>
              </a:defRPr>
            </a:lvl2pPr>
            <a:lvl3pPr marL="1143000" indent="-228600">
              <a:spcBef>
                <a:spcPct val="20000"/>
              </a:spcBef>
              <a:buChar char="–"/>
              <a:defRPr kumimoji="1" sz="2400">
                <a:solidFill>
                  <a:schemeClr val="tx1"/>
                </a:solidFill>
                <a:latin typeface="Impact" panose="020B0806030902050204" pitchFamily="34" charset="0"/>
                <a:ea typeface="宋体" panose="02010600030101010101" pitchFamily="2" charset="-122"/>
              </a:defRPr>
            </a:lvl3pPr>
            <a:lvl4pPr marL="1600200" indent="-228600">
              <a:spcBef>
                <a:spcPct val="20000"/>
              </a:spcBef>
              <a:buChar char="–"/>
              <a:defRPr kumimoji="1" sz="2000">
                <a:solidFill>
                  <a:schemeClr val="tx1"/>
                </a:solidFill>
                <a:latin typeface="Impact" panose="020B0806030902050204" pitchFamily="34" charset="0"/>
                <a:ea typeface="宋体" panose="02010600030101010101" pitchFamily="2" charset="-122"/>
              </a:defRPr>
            </a:lvl4pPr>
            <a:lvl5pPr marL="2057400" indent="-228600">
              <a:spcBef>
                <a:spcPct val="20000"/>
              </a:spcBef>
              <a:buChar char="»"/>
              <a:defRPr kumimoji="1" sz="2000">
                <a:solidFill>
                  <a:schemeClr val="tx1"/>
                </a:solidFill>
                <a:latin typeface="Impact" panose="020B0806030902050204" pitchFamily="34"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9pPr>
          </a:lstStyle>
          <a:p>
            <a:pPr algn="l">
              <a:spcBef>
                <a:spcPct val="0"/>
              </a:spcBef>
              <a:buClrTx/>
              <a:buSzTx/>
              <a:buNone/>
            </a:pPr>
            <a:r>
              <a:rPr lang="en-US" altLang="zh-CN" i="0" dirty="0">
                <a:latin typeface="Times New Roman" panose="02020603050405020304" pitchFamily="18" charset="0"/>
                <a:ea typeface="黑体" panose="02010609060101010101" pitchFamily="49" charset="-122"/>
              </a:rPr>
              <a:t>     1</a:t>
            </a:r>
            <a:r>
              <a:rPr lang="zh-CN" altLang="en-US" i="0" dirty="0">
                <a:latin typeface="Times New Roman" panose="02020603050405020304" pitchFamily="18" charset="0"/>
                <a:ea typeface="黑体" panose="02010609060101010101" pitchFamily="49" charset="-122"/>
              </a:rPr>
              <a:t>）以 </a:t>
            </a:r>
            <a:r>
              <a:rPr lang="en-US" altLang="zh-CN" dirty="0">
                <a:latin typeface="Times New Roman" panose="02020603050405020304" pitchFamily="18" charset="0"/>
                <a:ea typeface="黑体" panose="02010609060101010101" pitchFamily="49" charset="-122"/>
              </a:rPr>
              <a:t>AB</a:t>
            </a:r>
            <a:r>
              <a:rPr lang="zh-CN" altLang="en-US" i="0" dirty="0">
                <a:latin typeface="Times New Roman" panose="02020603050405020304" pitchFamily="18" charset="0"/>
                <a:ea typeface="黑体" panose="02010609060101010101" pitchFamily="49" charset="-122"/>
              </a:rPr>
              <a:t>为研究对象，画受力图；</a:t>
            </a:r>
            <a:endParaRPr lang="zh-CN" altLang="en-US" i="0" dirty="0">
              <a:latin typeface="+mn-lt"/>
              <a:ea typeface="黑体" panose="02010609060101010101" pitchFamily="49" charset="-122"/>
            </a:endParaRPr>
          </a:p>
        </p:txBody>
      </p:sp>
      <p:sp>
        <p:nvSpPr>
          <p:cNvPr id="126" name="Rectangle 5"/>
          <p:cNvSpPr>
            <a:spLocks noChangeArrowheads="1"/>
          </p:cNvSpPr>
          <p:nvPr/>
        </p:nvSpPr>
        <p:spPr bwMode="auto">
          <a:xfrm>
            <a:off x="279412" y="1820077"/>
            <a:ext cx="108012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just">
              <a:spcBef>
                <a:spcPct val="20000"/>
              </a:spcBef>
              <a:buClr>
                <a:schemeClr val="accent1"/>
              </a:buClr>
              <a:buSzPct val="75000"/>
              <a:buFont typeface="Monotype Sorts" pitchFamily="2" charset="2"/>
              <a:buChar char="•"/>
              <a:defRPr kumimoji="1" sz="2400">
                <a:solidFill>
                  <a:schemeClr val="tx1"/>
                </a:solidFill>
                <a:latin typeface="Impact" panose="020B0806030902050204" pitchFamily="34" charset="0"/>
                <a:ea typeface="宋体" panose="02010600030101010101" pitchFamily="2" charset="-122"/>
              </a:defRPr>
            </a:lvl1pPr>
            <a:lvl2pPr marL="742950" indent="-285750">
              <a:spcBef>
                <a:spcPct val="20000"/>
              </a:spcBef>
              <a:buClr>
                <a:schemeClr val="accent2"/>
              </a:buClr>
              <a:buChar char="•"/>
              <a:defRPr kumimoji="1" sz="2000">
                <a:solidFill>
                  <a:schemeClr val="tx1"/>
                </a:solidFill>
                <a:latin typeface="Impact" panose="020B0806030902050204" pitchFamily="34" charset="0"/>
                <a:ea typeface="宋体" panose="02010600030101010101" pitchFamily="2" charset="-122"/>
              </a:defRPr>
            </a:lvl2pPr>
            <a:lvl3pPr marL="1143000" indent="-228600">
              <a:spcBef>
                <a:spcPct val="20000"/>
              </a:spcBef>
              <a:buChar char="–"/>
              <a:defRPr kumimoji="1" sz="2400">
                <a:solidFill>
                  <a:schemeClr val="tx1"/>
                </a:solidFill>
                <a:latin typeface="Impact" panose="020B0806030902050204" pitchFamily="34" charset="0"/>
                <a:ea typeface="宋体" panose="02010600030101010101" pitchFamily="2" charset="-122"/>
              </a:defRPr>
            </a:lvl3pPr>
            <a:lvl4pPr marL="1600200" indent="-228600">
              <a:spcBef>
                <a:spcPct val="20000"/>
              </a:spcBef>
              <a:buChar char="–"/>
              <a:defRPr kumimoji="1" sz="2000">
                <a:solidFill>
                  <a:schemeClr val="tx1"/>
                </a:solidFill>
                <a:latin typeface="Impact" panose="020B0806030902050204" pitchFamily="34" charset="0"/>
                <a:ea typeface="宋体" panose="02010600030101010101" pitchFamily="2" charset="-122"/>
              </a:defRPr>
            </a:lvl4pPr>
            <a:lvl5pPr marL="2057400" indent="-228600">
              <a:spcBef>
                <a:spcPct val="20000"/>
              </a:spcBef>
              <a:buChar char="»"/>
              <a:defRPr kumimoji="1" sz="2000">
                <a:solidFill>
                  <a:schemeClr val="tx1"/>
                </a:solidFill>
                <a:latin typeface="Impact" panose="020B0806030902050204" pitchFamily="34"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9pPr>
          </a:lstStyle>
          <a:p>
            <a:pPr algn="l">
              <a:spcBef>
                <a:spcPct val="0"/>
              </a:spcBef>
              <a:buClrTx/>
              <a:buSzTx/>
              <a:buNone/>
            </a:pPr>
            <a:r>
              <a:rPr lang="en-US" altLang="zh-CN" dirty="0"/>
              <a:t>       </a:t>
            </a:r>
            <a:r>
              <a:rPr lang="en-US" altLang="zh-CN" i="0" dirty="0">
                <a:latin typeface="Times New Roman" panose="02020603050405020304" pitchFamily="18" charset="0"/>
                <a:ea typeface="黑体" panose="02010609060101010101" pitchFamily="49" charset="-122"/>
              </a:rPr>
              <a:t>2</a:t>
            </a:r>
            <a:r>
              <a:rPr lang="zh-CN" altLang="en-US" i="0" dirty="0">
                <a:latin typeface="Times New Roman" panose="02020603050405020304" pitchFamily="18" charset="0"/>
                <a:ea typeface="黑体" panose="02010609060101010101" pitchFamily="49" charset="-122"/>
              </a:rPr>
              <a:t>）列平衡方程求解。</a:t>
            </a:r>
            <a:endParaRPr lang="zh-CN" altLang="en-US" i="0" dirty="0">
              <a:latin typeface="+mn-lt"/>
              <a:ea typeface="黑体" panose="02010609060101010101" pitchFamily="49" charset="-122"/>
            </a:endParaRPr>
          </a:p>
        </p:txBody>
      </p:sp>
      <p:sp>
        <p:nvSpPr>
          <p:cNvPr id="127" name="Text Box 97"/>
          <p:cNvSpPr txBox="1">
            <a:spLocks noChangeArrowheads="1"/>
          </p:cNvSpPr>
          <p:nvPr/>
        </p:nvSpPr>
        <p:spPr bwMode="auto">
          <a:xfrm>
            <a:off x="894849" y="3425674"/>
            <a:ext cx="4978363" cy="10525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just">
              <a:lnSpc>
                <a:spcPct val="130000"/>
              </a:lnSpc>
            </a:pPr>
            <a:r>
              <a:rPr lang="en-US" altLang="zh-CN" b="0" dirty="0">
                <a:solidFill>
                  <a:schemeClr val="tx1"/>
                </a:solidFill>
              </a:rPr>
              <a:t> ∑</a:t>
            </a:r>
            <a:r>
              <a:rPr lang="en-US" altLang="zh-CN" b="0" dirty="0" err="1">
                <a:solidFill>
                  <a:schemeClr val="tx1"/>
                </a:solidFill>
              </a:rPr>
              <a:t>F</a:t>
            </a:r>
            <a:r>
              <a:rPr lang="en-US" altLang="zh-CN" b="0" baseline="-25000" dirty="0" err="1">
                <a:solidFill>
                  <a:schemeClr val="tx1"/>
                </a:solidFill>
              </a:rPr>
              <a:t>y</a:t>
            </a:r>
            <a:r>
              <a:rPr lang="zh-CN" altLang="en-US" b="0" i="0" dirty="0">
                <a:solidFill>
                  <a:schemeClr val="tx1"/>
                </a:solidFill>
              </a:rPr>
              <a:t>＝</a:t>
            </a:r>
            <a:r>
              <a:rPr lang="en-US" altLang="zh-CN" b="0" i="0" dirty="0">
                <a:solidFill>
                  <a:schemeClr val="tx1"/>
                </a:solidFill>
              </a:rPr>
              <a:t>0 </a:t>
            </a:r>
            <a:r>
              <a:rPr lang="zh-CN" altLang="en-US" b="0" i="0" dirty="0">
                <a:solidFill>
                  <a:schemeClr val="tx1"/>
                </a:solidFill>
              </a:rPr>
              <a:t>，</a:t>
            </a:r>
            <a:r>
              <a:rPr lang="zh-CN" altLang="en-US" b="0" dirty="0">
                <a:solidFill>
                  <a:schemeClr val="tx1"/>
                </a:solidFill>
              </a:rPr>
              <a:t> </a:t>
            </a:r>
            <a:r>
              <a:rPr lang="en-US" altLang="zh-CN" b="0" dirty="0" err="1">
                <a:solidFill>
                  <a:schemeClr val="tx1"/>
                </a:solidFill>
              </a:rPr>
              <a:t>F</a:t>
            </a:r>
            <a:r>
              <a:rPr lang="en-US" altLang="zh-CN" b="0" i="0" baseline="-25000" dirty="0" err="1">
                <a:solidFill>
                  <a:schemeClr val="tx1"/>
                </a:solidFill>
              </a:rPr>
              <a:t>N</a:t>
            </a:r>
            <a:r>
              <a:rPr lang="en-US" altLang="zh-CN" b="0" baseline="-25000" dirty="0" err="1">
                <a:solidFill>
                  <a:schemeClr val="tx1"/>
                </a:solidFill>
              </a:rPr>
              <a:t>B</a:t>
            </a:r>
            <a:r>
              <a:rPr lang="en-US" altLang="zh-CN" b="0" dirty="0" err="1">
                <a:solidFill>
                  <a:schemeClr val="tx1"/>
                </a:solidFill>
              </a:rPr>
              <a:t>+F</a:t>
            </a:r>
            <a:r>
              <a:rPr lang="en-US" altLang="zh-CN" b="0" baseline="-25000" dirty="0" err="1">
                <a:solidFill>
                  <a:schemeClr val="tx1"/>
                </a:solidFill>
              </a:rPr>
              <a:t>Ay</a:t>
            </a:r>
            <a:r>
              <a:rPr lang="en-US" altLang="zh-CN" b="0" i="0" dirty="0">
                <a:solidFill>
                  <a:schemeClr val="tx1"/>
                </a:solidFill>
              </a:rPr>
              <a:t>= 0 </a:t>
            </a:r>
          </a:p>
          <a:p>
            <a:pPr algn="just">
              <a:lnSpc>
                <a:spcPct val="130000"/>
              </a:lnSpc>
            </a:pPr>
            <a:r>
              <a:rPr lang="en-US" altLang="zh-CN" b="0" dirty="0" err="1">
                <a:solidFill>
                  <a:schemeClr val="tx1"/>
                </a:solidFill>
              </a:rPr>
              <a:t>F</a:t>
            </a:r>
            <a:r>
              <a:rPr lang="en-US" altLang="zh-CN" b="0" baseline="-25000" dirty="0" err="1">
                <a:solidFill>
                  <a:schemeClr val="tx1"/>
                </a:solidFill>
              </a:rPr>
              <a:t>Ay</a:t>
            </a:r>
            <a:r>
              <a:rPr lang="zh-CN" altLang="en-US" b="0" dirty="0">
                <a:solidFill>
                  <a:schemeClr val="tx1"/>
                </a:solidFill>
              </a:rPr>
              <a:t>＝</a:t>
            </a:r>
            <a:r>
              <a:rPr lang="en-US" altLang="zh-CN" b="0" dirty="0">
                <a:solidFill>
                  <a:schemeClr val="tx1"/>
                </a:solidFill>
              </a:rPr>
              <a:t>–F</a:t>
            </a:r>
            <a:r>
              <a:rPr lang="en-US" altLang="zh-CN" b="0" i="0" baseline="-25000" dirty="0">
                <a:solidFill>
                  <a:schemeClr val="tx1"/>
                </a:solidFill>
              </a:rPr>
              <a:t>N</a:t>
            </a:r>
            <a:r>
              <a:rPr lang="en-US" altLang="zh-CN" b="0" baseline="-25000" dirty="0">
                <a:solidFill>
                  <a:schemeClr val="tx1"/>
                </a:solidFill>
              </a:rPr>
              <a:t>B </a:t>
            </a:r>
            <a:r>
              <a:rPr lang="en-US" altLang="zh-CN" b="0" dirty="0">
                <a:solidFill>
                  <a:schemeClr val="tx1"/>
                </a:solidFill>
              </a:rPr>
              <a:t>=–</a:t>
            </a:r>
            <a:r>
              <a:rPr lang="en-US" altLang="zh-CN" b="0" dirty="0" err="1">
                <a:solidFill>
                  <a:schemeClr val="tx1"/>
                </a:solidFill>
              </a:rPr>
              <a:t>G·a</a:t>
            </a:r>
            <a:r>
              <a:rPr lang="en-US" altLang="zh-CN" b="0" dirty="0">
                <a:solidFill>
                  <a:schemeClr val="tx1"/>
                </a:solidFill>
              </a:rPr>
              <a:t>/2l</a:t>
            </a:r>
          </a:p>
        </p:txBody>
      </p:sp>
      <p:grpSp>
        <p:nvGrpSpPr>
          <p:cNvPr id="46" name="Group 7"/>
          <p:cNvGrpSpPr>
            <a:grpSpLocks/>
          </p:cNvGrpSpPr>
          <p:nvPr/>
        </p:nvGrpSpPr>
        <p:grpSpPr bwMode="auto">
          <a:xfrm>
            <a:off x="8220212" y="5115273"/>
            <a:ext cx="2259012" cy="207962"/>
            <a:chOff x="3508" y="3796"/>
            <a:chExt cx="1423" cy="131"/>
          </a:xfrm>
        </p:grpSpPr>
        <p:sp>
          <p:nvSpPr>
            <p:cNvPr id="47" name="Rectangle 8" descr="宽上对角线"/>
            <p:cNvSpPr>
              <a:spLocks noChangeArrowheads="1"/>
            </p:cNvSpPr>
            <p:nvPr/>
          </p:nvSpPr>
          <p:spPr bwMode="auto">
            <a:xfrm>
              <a:off x="3508" y="3796"/>
              <a:ext cx="1414" cy="131"/>
            </a:xfrm>
            <a:prstGeom prst="rect">
              <a:avLst/>
            </a:prstGeom>
            <a:pattFill prst="wdUpDiag">
              <a:fgClr>
                <a:schemeClr val="tx1"/>
              </a:fgClr>
              <a:bgClr>
                <a:srgbClr val="FF9900"/>
              </a:bgClr>
            </a:patt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8" name="Line 9"/>
            <p:cNvSpPr>
              <a:spLocks noChangeShapeType="1"/>
            </p:cNvSpPr>
            <p:nvPr/>
          </p:nvSpPr>
          <p:spPr bwMode="auto">
            <a:xfrm>
              <a:off x="3508" y="3796"/>
              <a:ext cx="1423" cy="0"/>
            </a:xfrm>
            <a:prstGeom prst="line">
              <a:avLst/>
            </a:prstGeom>
            <a:noFill/>
            <a:ln w="57150">
              <a:solidFill>
                <a:srgbClr val="4D4D4D"/>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sp>
        <p:nvSpPr>
          <p:cNvPr id="49" name="Line 10"/>
          <p:cNvSpPr>
            <a:spLocks noChangeAspect="1" noChangeShapeType="1"/>
          </p:cNvSpPr>
          <p:nvPr/>
        </p:nvSpPr>
        <p:spPr bwMode="auto">
          <a:xfrm flipV="1">
            <a:off x="8598037" y="5064473"/>
            <a:ext cx="0" cy="771525"/>
          </a:xfrm>
          <a:prstGeom prst="line">
            <a:avLst/>
          </a:prstGeom>
          <a:noFill/>
          <a:ln w="38100">
            <a:solidFill>
              <a:srgbClr val="FF00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50" name="Text Box 11"/>
          <p:cNvSpPr txBox="1">
            <a:spLocks noChangeAspect="1" noChangeArrowheads="1"/>
          </p:cNvSpPr>
          <p:nvPr/>
        </p:nvSpPr>
        <p:spPr bwMode="auto">
          <a:xfrm>
            <a:off x="8561524" y="5364510"/>
            <a:ext cx="874713" cy="503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r>
              <a:rPr lang="en-US" altLang="zh-CN" sz="2800" b="1" i="1">
                <a:solidFill>
                  <a:srgbClr val="FF0000"/>
                </a:solidFill>
                <a:ea typeface="宋体" panose="02010600030101010101" pitchFamily="2" charset="-122"/>
              </a:rPr>
              <a:t>F</a:t>
            </a:r>
            <a:r>
              <a:rPr lang="en-US" altLang="zh-CN" sz="2800" baseline="-25000">
                <a:solidFill>
                  <a:srgbClr val="FF0000"/>
                </a:solidFill>
                <a:ea typeface="宋体" panose="02010600030101010101" pitchFamily="2" charset="-122"/>
              </a:rPr>
              <a:t>N</a:t>
            </a:r>
            <a:r>
              <a:rPr lang="en-US" altLang="zh-CN" sz="2800" i="1" baseline="-25000">
                <a:solidFill>
                  <a:srgbClr val="FF0000"/>
                </a:solidFill>
                <a:ea typeface="宋体" panose="02010600030101010101" pitchFamily="2" charset="-122"/>
              </a:rPr>
              <a:t>B</a:t>
            </a:r>
          </a:p>
        </p:txBody>
      </p:sp>
      <p:sp>
        <p:nvSpPr>
          <p:cNvPr id="51" name="Line 12"/>
          <p:cNvSpPr>
            <a:spLocks noChangeShapeType="1"/>
          </p:cNvSpPr>
          <p:nvPr/>
        </p:nvSpPr>
        <p:spPr bwMode="auto">
          <a:xfrm rot="900000">
            <a:off x="8966337" y="2140298"/>
            <a:ext cx="0" cy="2992437"/>
          </a:xfrm>
          <a:prstGeom prst="line">
            <a:avLst/>
          </a:prstGeom>
          <a:noFill/>
          <a:ln w="762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52" name="Arc 13"/>
          <p:cNvSpPr>
            <a:spLocks/>
          </p:cNvSpPr>
          <p:nvPr/>
        </p:nvSpPr>
        <p:spPr bwMode="auto">
          <a:xfrm>
            <a:off x="8669474" y="4777135"/>
            <a:ext cx="304800" cy="319088"/>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0" y="0"/>
                </a:moveTo>
                <a:cubicBezTo>
                  <a:pt x="11929" y="0"/>
                  <a:pt x="21600" y="9670"/>
                  <a:pt x="21600" y="21600"/>
                </a:cubicBezTo>
              </a:path>
              <a:path w="21600" h="21600" stroke="0" extrusionOk="0">
                <a:moveTo>
                  <a:pt x="0" y="0"/>
                </a:moveTo>
                <a:cubicBezTo>
                  <a:pt x="11929" y="0"/>
                  <a:pt x="21600" y="9670"/>
                  <a:pt x="21600" y="21600"/>
                </a:cubicBezTo>
                <a:lnTo>
                  <a:pt x="0" y="21600"/>
                </a:lnTo>
                <a:close/>
              </a:path>
            </a:pathLst>
          </a:custGeom>
          <a:noFill/>
          <a:ln w="19050">
            <a:solidFill>
              <a:srgbClr val="000000"/>
            </a:solidFill>
            <a:round/>
            <a:headEnd type="stealth" w="med" len="lg"/>
            <a:tailEnd type="stealth"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53" name="Text Box 14"/>
          <p:cNvSpPr txBox="1">
            <a:spLocks noChangeArrowheads="1"/>
          </p:cNvSpPr>
          <p:nvPr/>
        </p:nvSpPr>
        <p:spPr bwMode="auto">
          <a:xfrm flipH="1">
            <a:off x="8750437" y="4570760"/>
            <a:ext cx="6238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pPr>
            <a:r>
              <a:rPr lang="en-US" altLang="zh-CN" i="1">
                <a:solidFill>
                  <a:schemeClr val="tx1"/>
                </a:solidFill>
                <a:sym typeface="Symbol" panose="05050102010706020507" pitchFamily="18" charset="2"/>
              </a:rPr>
              <a:t></a:t>
            </a:r>
          </a:p>
        </p:txBody>
      </p:sp>
      <p:sp>
        <p:nvSpPr>
          <p:cNvPr id="54" name="Text Box 15"/>
          <p:cNvSpPr txBox="1">
            <a:spLocks noChangeArrowheads="1"/>
          </p:cNvSpPr>
          <p:nvPr/>
        </p:nvSpPr>
        <p:spPr bwMode="auto">
          <a:xfrm flipH="1">
            <a:off x="8120199" y="4702523"/>
            <a:ext cx="6111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pPr>
            <a:r>
              <a:rPr lang="en-US" altLang="zh-CN" i="1">
                <a:solidFill>
                  <a:schemeClr val="tx1"/>
                </a:solidFill>
              </a:rPr>
              <a:t>B</a:t>
            </a:r>
          </a:p>
        </p:txBody>
      </p:sp>
      <p:sp>
        <p:nvSpPr>
          <p:cNvPr id="55" name="Text Box 16"/>
          <p:cNvSpPr txBox="1">
            <a:spLocks noChangeArrowheads="1"/>
          </p:cNvSpPr>
          <p:nvPr/>
        </p:nvSpPr>
        <p:spPr bwMode="auto">
          <a:xfrm flipH="1">
            <a:off x="8855212" y="1833910"/>
            <a:ext cx="6111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pPr>
            <a:r>
              <a:rPr lang="en-US" altLang="zh-CN" i="1">
                <a:solidFill>
                  <a:schemeClr val="tx1"/>
                </a:solidFill>
              </a:rPr>
              <a:t>A</a:t>
            </a:r>
          </a:p>
        </p:txBody>
      </p:sp>
      <p:sp>
        <p:nvSpPr>
          <p:cNvPr id="56" name="Text Box 17"/>
          <p:cNvSpPr txBox="1">
            <a:spLocks noChangeArrowheads="1"/>
          </p:cNvSpPr>
          <p:nvPr/>
        </p:nvSpPr>
        <p:spPr bwMode="auto">
          <a:xfrm flipH="1">
            <a:off x="8661537" y="4064348"/>
            <a:ext cx="6111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pPr>
            <a:r>
              <a:rPr lang="en-US" altLang="zh-CN" i="1">
                <a:solidFill>
                  <a:schemeClr val="tx1"/>
                </a:solidFill>
              </a:rPr>
              <a:t>D</a:t>
            </a:r>
          </a:p>
        </p:txBody>
      </p:sp>
      <p:sp>
        <p:nvSpPr>
          <p:cNvPr id="57" name="Text Box 18"/>
          <p:cNvSpPr txBox="1">
            <a:spLocks noChangeArrowheads="1"/>
          </p:cNvSpPr>
          <p:nvPr/>
        </p:nvSpPr>
        <p:spPr bwMode="auto">
          <a:xfrm flipH="1">
            <a:off x="9152074" y="2962623"/>
            <a:ext cx="5826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pPr>
            <a:r>
              <a:rPr lang="en-US" altLang="zh-CN" i="1">
                <a:solidFill>
                  <a:schemeClr val="tx1"/>
                </a:solidFill>
              </a:rPr>
              <a:t>H</a:t>
            </a:r>
          </a:p>
        </p:txBody>
      </p:sp>
      <p:sp>
        <p:nvSpPr>
          <p:cNvPr id="58" name="Line 19"/>
          <p:cNvSpPr>
            <a:spLocks noChangeShapeType="1"/>
          </p:cNvSpPr>
          <p:nvPr/>
        </p:nvSpPr>
        <p:spPr bwMode="auto">
          <a:xfrm flipH="1">
            <a:off x="8467862" y="2219673"/>
            <a:ext cx="74771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59" name="Group 20"/>
          <p:cNvGrpSpPr>
            <a:grpSpLocks/>
          </p:cNvGrpSpPr>
          <p:nvPr/>
        </p:nvGrpSpPr>
        <p:grpSpPr bwMode="auto">
          <a:xfrm>
            <a:off x="8605974" y="2137123"/>
            <a:ext cx="2416175" cy="3744912"/>
            <a:chOff x="4006" y="729"/>
            <a:chExt cx="1522" cy="2359"/>
          </a:xfrm>
        </p:grpSpPr>
        <p:sp>
          <p:nvSpPr>
            <p:cNvPr id="60" name="Line 21"/>
            <p:cNvSpPr>
              <a:spLocks noChangeShapeType="1"/>
            </p:cNvSpPr>
            <p:nvPr/>
          </p:nvSpPr>
          <p:spPr bwMode="auto">
            <a:xfrm flipH="1">
              <a:off x="4191" y="1968"/>
              <a:ext cx="611" cy="0"/>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nvGrpSpPr>
            <p:cNvPr id="61" name="Group 22"/>
            <p:cNvGrpSpPr>
              <a:grpSpLocks/>
            </p:cNvGrpSpPr>
            <p:nvPr/>
          </p:nvGrpSpPr>
          <p:grpSpPr bwMode="auto">
            <a:xfrm>
              <a:off x="4460" y="729"/>
              <a:ext cx="1068" cy="2359"/>
              <a:chOff x="4460" y="729"/>
              <a:chExt cx="1068" cy="2359"/>
            </a:xfrm>
          </p:grpSpPr>
          <p:sp>
            <p:nvSpPr>
              <p:cNvPr id="63" name="Line 23"/>
              <p:cNvSpPr>
                <a:spLocks noChangeAspect="1" noChangeShapeType="1"/>
              </p:cNvSpPr>
              <p:nvPr/>
            </p:nvSpPr>
            <p:spPr bwMode="auto">
              <a:xfrm flipV="1">
                <a:off x="4963" y="2591"/>
                <a:ext cx="0" cy="451"/>
              </a:xfrm>
              <a:prstGeom prst="line">
                <a:avLst/>
              </a:prstGeom>
              <a:noFill/>
              <a:ln w="38100">
                <a:solidFill>
                  <a:srgbClr val="FF00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4" name="Text Box 24"/>
              <p:cNvSpPr txBox="1">
                <a:spLocks noChangeAspect="1" noChangeArrowheads="1"/>
              </p:cNvSpPr>
              <p:nvPr/>
            </p:nvSpPr>
            <p:spPr bwMode="auto">
              <a:xfrm>
                <a:off x="4965" y="2753"/>
                <a:ext cx="563" cy="3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r>
                  <a:rPr lang="en-US" altLang="zh-CN" sz="2800" b="1" i="1">
                    <a:solidFill>
                      <a:srgbClr val="FF0000"/>
                    </a:solidFill>
                    <a:ea typeface="宋体" panose="02010600030101010101" pitchFamily="2" charset="-122"/>
                  </a:rPr>
                  <a:t>F</a:t>
                </a:r>
                <a:r>
                  <a:rPr lang="en-US" altLang="zh-CN" sz="2800" baseline="-25000">
                    <a:solidFill>
                      <a:srgbClr val="FF0000"/>
                    </a:solidFill>
                    <a:ea typeface="宋体" panose="02010600030101010101" pitchFamily="2" charset="-122"/>
                  </a:rPr>
                  <a:t>N</a:t>
                </a:r>
                <a:r>
                  <a:rPr lang="en-US" altLang="zh-CN" sz="2800" i="1" baseline="-25000">
                    <a:solidFill>
                      <a:srgbClr val="FF0000"/>
                    </a:solidFill>
                    <a:ea typeface="宋体" panose="02010600030101010101" pitchFamily="2" charset="-122"/>
                  </a:rPr>
                  <a:t>C</a:t>
                </a:r>
              </a:p>
            </p:txBody>
          </p:sp>
          <p:sp>
            <p:nvSpPr>
              <p:cNvPr id="65" name="Line 25"/>
              <p:cNvSpPr>
                <a:spLocks noChangeShapeType="1"/>
              </p:cNvSpPr>
              <p:nvPr/>
            </p:nvSpPr>
            <p:spPr bwMode="auto">
              <a:xfrm rot="20700000" flipH="1">
                <a:off x="4732" y="729"/>
                <a:ext cx="0" cy="1885"/>
              </a:xfrm>
              <a:prstGeom prst="line">
                <a:avLst/>
              </a:prstGeom>
              <a:noFill/>
              <a:ln w="762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6" name="Oval 26"/>
              <p:cNvSpPr>
                <a:spLocks noChangeArrowheads="1"/>
              </p:cNvSpPr>
              <p:nvPr/>
            </p:nvSpPr>
            <p:spPr bwMode="auto">
              <a:xfrm flipH="1">
                <a:off x="4736" y="1929"/>
                <a:ext cx="70" cy="70"/>
              </a:xfrm>
              <a:prstGeom prst="ellipse">
                <a:avLst/>
              </a:prstGeom>
              <a:solidFill>
                <a:srgbClr val="FFFF00"/>
              </a:solidFill>
              <a:ln w="2857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67" name="Arc 27"/>
              <p:cNvSpPr>
                <a:spLocks/>
              </p:cNvSpPr>
              <p:nvPr/>
            </p:nvSpPr>
            <p:spPr bwMode="auto">
              <a:xfrm flipH="1">
                <a:off x="4723" y="2387"/>
                <a:ext cx="192" cy="201"/>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0" y="0"/>
                    </a:moveTo>
                    <a:cubicBezTo>
                      <a:pt x="11929" y="0"/>
                      <a:pt x="21600" y="9670"/>
                      <a:pt x="21600" y="21600"/>
                    </a:cubicBezTo>
                  </a:path>
                  <a:path w="21600" h="21600" stroke="0" extrusionOk="0">
                    <a:moveTo>
                      <a:pt x="0" y="0"/>
                    </a:moveTo>
                    <a:cubicBezTo>
                      <a:pt x="11929" y="0"/>
                      <a:pt x="21600" y="9670"/>
                      <a:pt x="21600" y="21600"/>
                    </a:cubicBezTo>
                    <a:lnTo>
                      <a:pt x="0" y="21600"/>
                    </a:lnTo>
                    <a:close/>
                  </a:path>
                </a:pathLst>
              </a:custGeom>
              <a:noFill/>
              <a:ln w="19050">
                <a:solidFill>
                  <a:srgbClr val="000000"/>
                </a:solidFill>
                <a:round/>
                <a:headEnd type="stealth" w="med" len="lg"/>
                <a:tailEnd type="stealth"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8" name="Text Box 28"/>
              <p:cNvSpPr txBox="1">
                <a:spLocks noChangeArrowheads="1"/>
              </p:cNvSpPr>
              <p:nvPr/>
            </p:nvSpPr>
            <p:spPr bwMode="auto">
              <a:xfrm flipH="1">
                <a:off x="4460" y="2266"/>
                <a:ext cx="33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pPr>
                <a:r>
                  <a:rPr lang="en-US" altLang="zh-CN">
                    <a:solidFill>
                      <a:schemeClr val="tx1"/>
                    </a:solidFill>
                    <a:sym typeface="Symbol" panose="05050102010706020507" pitchFamily="18" charset="2"/>
                  </a:rPr>
                  <a:t> </a:t>
                </a:r>
                <a:r>
                  <a:rPr lang="en-US" altLang="zh-CN" i="1">
                    <a:solidFill>
                      <a:schemeClr val="tx1"/>
                    </a:solidFill>
                    <a:sym typeface="Symbol" panose="05050102010706020507" pitchFamily="18" charset="2"/>
                  </a:rPr>
                  <a:t></a:t>
                </a:r>
              </a:p>
            </p:txBody>
          </p:sp>
          <p:sp>
            <p:nvSpPr>
              <p:cNvPr id="69" name="Text Box 29"/>
              <p:cNvSpPr txBox="1">
                <a:spLocks noChangeArrowheads="1"/>
              </p:cNvSpPr>
              <p:nvPr/>
            </p:nvSpPr>
            <p:spPr bwMode="auto">
              <a:xfrm flipH="1">
                <a:off x="4866" y="2357"/>
                <a:ext cx="38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pPr>
                <a:r>
                  <a:rPr lang="en-US" altLang="zh-CN" i="1">
                    <a:solidFill>
                      <a:schemeClr val="tx1"/>
                    </a:solidFill>
                  </a:rPr>
                  <a:t>C</a:t>
                </a:r>
              </a:p>
            </p:txBody>
          </p:sp>
          <p:sp>
            <p:nvSpPr>
              <p:cNvPr id="70" name="Text Box 30"/>
              <p:cNvSpPr txBox="1">
                <a:spLocks noChangeArrowheads="1"/>
              </p:cNvSpPr>
              <p:nvPr/>
            </p:nvSpPr>
            <p:spPr bwMode="auto">
              <a:xfrm flipH="1">
                <a:off x="4515" y="1948"/>
                <a:ext cx="38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pPr>
                <a:r>
                  <a:rPr lang="en-US" altLang="zh-CN" i="1">
                    <a:solidFill>
                      <a:schemeClr val="tx1"/>
                    </a:solidFill>
                  </a:rPr>
                  <a:t>E</a:t>
                </a:r>
              </a:p>
            </p:txBody>
          </p:sp>
          <p:sp>
            <p:nvSpPr>
              <p:cNvPr id="71" name="Text Box 31"/>
              <p:cNvSpPr txBox="1">
                <a:spLocks noChangeArrowheads="1"/>
              </p:cNvSpPr>
              <p:nvPr/>
            </p:nvSpPr>
            <p:spPr bwMode="auto">
              <a:xfrm flipH="1">
                <a:off x="4641" y="783"/>
                <a:ext cx="385"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pPr>
                <a:r>
                  <a:rPr lang="en-US" altLang="zh-CN" sz="2800" b="1" i="1">
                    <a:solidFill>
                      <a:srgbClr val="FF0000"/>
                    </a:solidFill>
                  </a:rPr>
                  <a:t>G</a:t>
                </a:r>
              </a:p>
            </p:txBody>
          </p:sp>
          <p:sp>
            <p:nvSpPr>
              <p:cNvPr id="72" name="Line 32"/>
              <p:cNvSpPr>
                <a:spLocks noChangeShapeType="1"/>
              </p:cNvSpPr>
              <p:nvPr/>
            </p:nvSpPr>
            <p:spPr bwMode="auto">
              <a:xfrm flipH="1">
                <a:off x="4688" y="843"/>
                <a:ext cx="0" cy="559"/>
              </a:xfrm>
              <a:prstGeom prst="line">
                <a:avLst/>
              </a:prstGeom>
              <a:noFill/>
              <a:ln w="38100">
                <a:solidFill>
                  <a:srgbClr val="FF00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sp>
          <p:nvSpPr>
            <p:cNvPr id="62" name="Line 33"/>
            <p:cNvSpPr>
              <a:spLocks noChangeShapeType="1"/>
            </p:cNvSpPr>
            <p:nvPr/>
          </p:nvSpPr>
          <p:spPr bwMode="auto">
            <a:xfrm flipV="1">
              <a:off x="4006" y="764"/>
              <a:ext cx="0" cy="1195"/>
            </a:xfrm>
            <a:prstGeom prst="line">
              <a:avLst/>
            </a:prstGeom>
            <a:noFill/>
            <a:ln w="19050">
              <a:solidFill>
                <a:srgbClr val="000000"/>
              </a:solidFill>
              <a:round/>
              <a:headEnd type="stealth" w="med" len="lg"/>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sp>
        <p:nvSpPr>
          <p:cNvPr id="73" name="Text Box 34"/>
          <p:cNvSpPr txBox="1">
            <a:spLocks noChangeArrowheads="1"/>
          </p:cNvSpPr>
          <p:nvPr/>
        </p:nvSpPr>
        <p:spPr bwMode="auto">
          <a:xfrm rot="16200000">
            <a:off x="8217036" y="2827686"/>
            <a:ext cx="4159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i="1">
                <a:solidFill>
                  <a:schemeClr val="tx1"/>
                </a:solidFill>
              </a:rPr>
              <a:t>h</a:t>
            </a:r>
          </a:p>
        </p:txBody>
      </p:sp>
      <p:sp>
        <p:nvSpPr>
          <p:cNvPr id="74" name="Line 37"/>
          <p:cNvSpPr>
            <a:spLocks noChangeAspect="1" noChangeShapeType="1"/>
          </p:cNvSpPr>
          <p:nvPr/>
        </p:nvSpPr>
        <p:spPr bwMode="auto">
          <a:xfrm rot="5400000" flipH="1" flipV="1">
            <a:off x="9815650" y="1830735"/>
            <a:ext cx="0" cy="771525"/>
          </a:xfrm>
          <a:prstGeom prst="line">
            <a:avLst/>
          </a:prstGeom>
          <a:noFill/>
          <a:ln w="38100">
            <a:solidFill>
              <a:srgbClr val="FF00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75" name="Text Box 38"/>
          <p:cNvSpPr txBox="1">
            <a:spLocks noChangeAspect="1" noChangeArrowheads="1"/>
          </p:cNvSpPr>
          <p:nvPr/>
        </p:nvSpPr>
        <p:spPr bwMode="auto">
          <a:xfrm>
            <a:off x="9866449" y="2173635"/>
            <a:ext cx="874713" cy="503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r>
              <a:rPr lang="en-US" altLang="zh-CN" sz="2800" b="1" i="1">
                <a:solidFill>
                  <a:srgbClr val="FF0000"/>
                </a:solidFill>
                <a:ea typeface="宋体" panose="02010600030101010101" pitchFamily="2" charset="-122"/>
              </a:rPr>
              <a:t>F</a:t>
            </a:r>
            <a:r>
              <a:rPr lang="en-US" altLang="zh-CN" sz="2800" i="1" baseline="-25000">
                <a:solidFill>
                  <a:srgbClr val="FF0000"/>
                </a:solidFill>
                <a:ea typeface="宋体" panose="02010600030101010101" pitchFamily="2" charset="-122"/>
              </a:rPr>
              <a:t>Ax</a:t>
            </a:r>
          </a:p>
        </p:txBody>
      </p:sp>
      <p:sp>
        <p:nvSpPr>
          <p:cNvPr id="76" name="Line 39"/>
          <p:cNvSpPr>
            <a:spLocks noChangeAspect="1" noChangeShapeType="1"/>
          </p:cNvSpPr>
          <p:nvPr/>
        </p:nvSpPr>
        <p:spPr bwMode="auto">
          <a:xfrm flipV="1">
            <a:off x="9366387" y="1441798"/>
            <a:ext cx="0" cy="715962"/>
          </a:xfrm>
          <a:prstGeom prst="line">
            <a:avLst/>
          </a:prstGeom>
          <a:noFill/>
          <a:ln w="38100">
            <a:solidFill>
              <a:srgbClr val="FF00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77" name="Text Box 40"/>
          <p:cNvSpPr txBox="1">
            <a:spLocks noChangeAspect="1" noChangeArrowheads="1"/>
          </p:cNvSpPr>
          <p:nvPr/>
        </p:nvSpPr>
        <p:spPr bwMode="auto">
          <a:xfrm>
            <a:off x="9355274" y="1268760"/>
            <a:ext cx="731838" cy="531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r>
              <a:rPr lang="en-US" altLang="zh-CN" sz="2800" b="1" i="1">
                <a:solidFill>
                  <a:srgbClr val="FF0000"/>
                </a:solidFill>
                <a:ea typeface="宋体" panose="02010600030101010101" pitchFamily="2" charset="-122"/>
              </a:rPr>
              <a:t>F</a:t>
            </a:r>
            <a:r>
              <a:rPr lang="en-US" altLang="zh-CN" sz="2800" i="1" baseline="-25000">
                <a:solidFill>
                  <a:srgbClr val="FF0000"/>
                </a:solidFill>
                <a:ea typeface="宋体" panose="02010600030101010101" pitchFamily="2" charset="-122"/>
              </a:rPr>
              <a:t>Ay</a:t>
            </a:r>
          </a:p>
        </p:txBody>
      </p:sp>
      <p:sp>
        <p:nvSpPr>
          <p:cNvPr id="78" name="Line 41"/>
          <p:cNvSpPr>
            <a:spLocks noChangeAspect="1" noChangeShapeType="1"/>
          </p:cNvSpPr>
          <p:nvPr/>
        </p:nvSpPr>
        <p:spPr bwMode="auto">
          <a:xfrm rot="5400000" flipH="1" flipV="1">
            <a:off x="9379087" y="3716685"/>
            <a:ext cx="0" cy="771525"/>
          </a:xfrm>
          <a:prstGeom prst="line">
            <a:avLst/>
          </a:prstGeom>
          <a:noFill/>
          <a:ln w="38100">
            <a:solidFill>
              <a:srgbClr val="FF00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79" name="Text Box 42"/>
          <p:cNvSpPr txBox="1">
            <a:spLocks noChangeAspect="1" noChangeArrowheads="1"/>
          </p:cNvSpPr>
          <p:nvPr/>
        </p:nvSpPr>
        <p:spPr bwMode="auto">
          <a:xfrm>
            <a:off x="9121912" y="3491260"/>
            <a:ext cx="712787" cy="503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r>
              <a:rPr lang="en-US" altLang="zh-CN" sz="2800" b="1" i="1">
                <a:solidFill>
                  <a:srgbClr val="FF0000"/>
                </a:solidFill>
                <a:ea typeface="宋体" panose="02010600030101010101" pitchFamily="2" charset="-122"/>
              </a:rPr>
              <a:t>F</a:t>
            </a:r>
            <a:r>
              <a:rPr lang="en-US" altLang="zh-CN" sz="2800" baseline="-25000">
                <a:solidFill>
                  <a:srgbClr val="FF0000"/>
                </a:solidFill>
                <a:ea typeface="宋体" panose="02010600030101010101" pitchFamily="2" charset="-122"/>
              </a:rPr>
              <a:t>T</a:t>
            </a:r>
          </a:p>
        </p:txBody>
      </p:sp>
      <p:sp>
        <p:nvSpPr>
          <p:cNvPr id="80" name="Oval 43"/>
          <p:cNvSpPr>
            <a:spLocks noChangeArrowheads="1"/>
          </p:cNvSpPr>
          <p:nvPr/>
        </p:nvSpPr>
        <p:spPr bwMode="auto">
          <a:xfrm flipH="1">
            <a:off x="8867912" y="4050060"/>
            <a:ext cx="111125" cy="111125"/>
          </a:xfrm>
          <a:prstGeom prst="ellipse">
            <a:avLst/>
          </a:prstGeom>
          <a:solidFill>
            <a:srgbClr val="FFFF00"/>
          </a:solidFill>
          <a:ln w="2857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81" name="Line 44"/>
          <p:cNvSpPr>
            <a:spLocks noChangeShapeType="1"/>
          </p:cNvSpPr>
          <p:nvPr/>
        </p:nvSpPr>
        <p:spPr bwMode="auto">
          <a:xfrm flipH="1">
            <a:off x="8490087" y="4084985"/>
            <a:ext cx="249237"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82" name="Group 48"/>
          <p:cNvGrpSpPr>
            <a:grpSpLocks/>
          </p:cNvGrpSpPr>
          <p:nvPr/>
        </p:nvGrpSpPr>
        <p:grpSpPr bwMode="auto">
          <a:xfrm>
            <a:off x="9798187" y="1937098"/>
            <a:ext cx="1492250" cy="3076575"/>
            <a:chOff x="4757" y="171"/>
            <a:chExt cx="940" cy="1938"/>
          </a:xfrm>
        </p:grpSpPr>
        <p:sp>
          <p:nvSpPr>
            <p:cNvPr id="83" name="Line 49"/>
            <p:cNvSpPr>
              <a:spLocks noChangeShapeType="1"/>
            </p:cNvSpPr>
            <p:nvPr/>
          </p:nvSpPr>
          <p:spPr bwMode="auto">
            <a:xfrm rot="20700000" flipH="1">
              <a:off x="5377" y="171"/>
              <a:ext cx="0" cy="1885"/>
            </a:xfrm>
            <a:prstGeom prst="line">
              <a:avLst/>
            </a:prstGeom>
            <a:noFill/>
            <a:ln w="19050">
              <a:solidFill>
                <a:srgbClr val="000000"/>
              </a:solidFill>
              <a:round/>
              <a:headEnd type="stealth" w="med" len="lg"/>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84" name="Line 50"/>
            <p:cNvSpPr>
              <a:spLocks noChangeShapeType="1"/>
            </p:cNvSpPr>
            <p:nvPr/>
          </p:nvSpPr>
          <p:spPr bwMode="auto">
            <a:xfrm rot="20700000" flipH="1">
              <a:off x="5191" y="863"/>
              <a:ext cx="0" cy="1246"/>
            </a:xfrm>
            <a:prstGeom prst="line">
              <a:avLst/>
            </a:prstGeom>
            <a:noFill/>
            <a:ln w="19050">
              <a:solidFill>
                <a:srgbClr val="000000"/>
              </a:solidFill>
              <a:round/>
              <a:headEnd type="stealth" w="med" len="lg"/>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85" name="Line 51"/>
            <p:cNvSpPr>
              <a:spLocks noChangeShapeType="1"/>
            </p:cNvSpPr>
            <p:nvPr/>
          </p:nvSpPr>
          <p:spPr bwMode="auto">
            <a:xfrm rot="4500000" flipH="1">
              <a:off x="4990" y="13"/>
              <a:ext cx="0" cy="465"/>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86" name="Line 52"/>
            <p:cNvSpPr>
              <a:spLocks noChangeShapeType="1"/>
            </p:cNvSpPr>
            <p:nvPr/>
          </p:nvSpPr>
          <p:spPr bwMode="auto">
            <a:xfrm rot="4500000" flipH="1">
              <a:off x="5465" y="1824"/>
              <a:ext cx="0" cy="465"/>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87" name="Line 53"/>
            <p:cNvSpPr>
              <a:spLocks noChangeShapeType="1"/>
            </p:cNvSpPr>
            <p:nvPr/>
          </p:nvSpPr>
          <p:spPr bwMode="auto">
            <a:xfrm rot="4500000" flipH="1">
              <a:off x="5049" y="782"/>
              <a:ext cx="0" cy="232"/>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88" name="Text Box 54"/>
            <p:cNvSpPr txBox="1">
              <a:spLocks noChangeArrowheads="1"/>
            </p:cNvSpPr>
            <p:nvPr/>
          </p:nvSpPr>
          <p:spPr bwMode="auto">
            <a:xfrm rot="4500000" flipH="1">
              <a:off x="5175" y="791"/>
              <a:ext cx="56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pPr>
              <a:r>
                <a:rPr lang="en-US" altLang="zh-CN" i="1">
                  <a:solidFill>
                    <a:schemeClr val="tx1"/>
                  </a:solidFill>
                </a:rPr>
                <a:t>l</a:t>
              </a:r>
            </a:p>
          </p:txBody>
        </p:sp>
        <p:sp>
          <p:nvSpPr>
            <p:cNvPr id="89" name="Text Box 55"/>
            <p:cNvSpPr txBox="1">
              <a:spLocks noChangeArrowheads="1"/>
            </p:cNvSpPr>
            <p:nvPr/>
          </p:nvSpPr>
          <p:spPr bwMode="auto">
            <a:xfrm rot="4500000" flipH="1">
              <a:off x="5116" y="1237"/>
              <a:ext cx="29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pPr>
              <a:r>
                <a:rPr lang="en-US" altLang="zh-CN" i="1">
                  <a:solidFill>
                    <a:schemeClr val="tx1"/>
                  </a:solidFill>
                </a:rPr>
                <a:t>a</a:t>
              </a:r>
            </a:p>
          </p:txBody>
        </p:sp>
      </p:grpSp>
      <p:sp>
        <p:nvSpPr>
          <p:cNvPr id="90" name="Oval 56"/>
          <p:cNvSpPr>
            <a:spLocks noChangeArrowheads="1"/>
          </p:cNvSpPr>
          <p:nvPr/>
        </p:nvSpPr>
        <p:spPr bwMode="auto">
          <a:xfrm flipH="1">
            <a:off x="9288599" y="2149823"/>
            <a:ext cx="152400" cy="152400"/>
          </a:xfrm>
          <a:prstGeom prst="ellipse">
            <a:avLst/>
          </a:prstGeom>
          <a:solidFill>
            <a:srgbClr val="FFFF00"/>
          </a:solidFill>
          <a:ln w="2857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 name="矩形 1"/>
          <p:cNvSpPr/>
          <p:nvPr/>
        </p:nvSpPr>
        <p:spPr>
          <a:xfrm>
            <a:off x="1005202" y="2405093"/>
            <a:ext cx="6096000" cy="1052596"/>
          </a:xfrm>
          <a:prstGeom prst="rect">
            <a:avLst/>
          </a:prstGeom>
        </p:spPr>
        <p:txBody>
          <a:bodyPr>
            <a:spAutoFit/>
          </a:bodyPr>
          <a:lstStyle/>
          <a:p>
            <a:pPr lvl="0">
              <a:lnSpc>
                <a:spcPct val="130000"/>
              </a:lnSpc>
            </a:pPr>
            <a:r>
              <a:rPr kumimoji="1" lang="en-US" altLang="zh-CN" b="0" i="0" dirty="0">
                <a:solidFill>
                  <a:schemeClr val="tx1"/>
                </a:solidFill>
                <a:ea typeface="黑体" panose="02010609060101010101" pitchFamily="49" charset="-122"/>
              </a:rPr>
              <a:t>Σ</a:t>
            </a:r>
            <a:r>
              <a:rPr kumimoji="1" lang="en-US" altLang="zh-CN" b="0" dirty="0">
                <a:solidFill>
                  <a:schemeClr val="tx1"/>
                </a:solidFill>
                <a:ea typeface="黑体" panose="02010609060101010101" pitchFamily="49" charset="-122"/>
              </a:rPr>
              <a:t>M</a:t>
            </a:r>
            <a:r>
              <a:rPr kumimoji="1" lang="en-US" altLang="zh-CN" b="0" baseline="-25000" dirty="0">
                <a:solidFill>
                  <a:schemeClr val="tx1"/>
                </a:solidFill>
                <a:ea typeface="黑体" panose="02010609060101010101" pitchFamily="49" charset="-122"/>
              </a:rPr>
              <a:t>A</a:t>
            </a:r>
            <a:r>
              <a:rPr kumimoji="1" lang="en-US" altLang="zh-CN" b="0" i="0" dirty="0">
                <a:solidFill>
                  <a:schemeClr val="tx1"/>
                </a:solidFill>
                <a:ea typeface="黑体" panose="02010609060101010101" pitchFamily="49" charset="-122"/>
              </a:rPr>
              <a:t>(</a:t>
            </a:r>
            <a:r>
              <a:rPr kumimoji="1" lang="en-US" altLang="zh-CN" dirty="0">
                <a:solidFill>
                  <a:schemeClr val="tx1"/>
                </a:solidFill>
                <a:ea typeface="黑体" panose="02010609060101010101" pitchFamily="49" charset="-122"/>
              </a:rPr>
              <a:t>F</a:t>
            </a:r>
            <a:r>
              <a:rPr kumimoji="1" lang="en-US" altLang="zh-CN" b="0" i="0" dirty="0">
                <a:solidFill>
                  <a:schemeClr val="tx1"/>
                </a:solidFill>
                <a:ea typeface="黑体" panose="02010609060101010101" pitchFamily="49" charset="-122"/>
              </a:rPr>
              <a:t>)= 0 </a:t>
            </a:r>
            <a:r>
              <a:rPr kumimoji="1" lang="zh-CN" altLang="en-US" b="0" i="0" dirty="0">
                <a:solidFill>
                  <a:schemeClr val="tx1"/>
                </a:solidFill>
                <a:ea typeface="黑体" panose="02010609060101010101" pitchFamily="49" charset="-122"/>
              </a:rPr>
              <a:t>，     </a:t>
            </a:r>
            <a:r>
              <a:rPr kumimoji="1" lang="en-US" altLang="zh-CN" b="0" dirty="0" err="1">
                <a:solidFill>
                  <a:schemeClr val="tx1"/>
                </a:solidFill>
                <a:ea typeface="黑体" panose="02010609060101010101" pitchFamily="49" charset="-122"/>
              </a:rPr>
              <a:t>F</a:t>
            </a:r>
            <a:r>
              <a:rPr kumimoji="1" lang="en-US" altLang="zh-CN" b="0" i="0" baseline="-25000" dirty="0" err="1">
                <a:solidFill>
                  <a:schemeClr val="tx1"/>
                </a:solidFill>
                <a:ea typeface="黑体" panose="02010609060101010101" pitchFamily="49" charset="-122"/>
              </a:rPr>
              <a:t>T</a:t>
            </a:r>
            <a:r>
              <a:rPr kumimoji="1" lang="en-US" altLang="zh-CN" b="0" i="0" dirty="0" err="1">
                <a:solidFill>
                  <a:schemeClr val="tx1"/>
                </a:solidFill>
                <a:ea typeface="黑体" panose="02010609060101010101" pitchFamily="49" charset="-122"/>
              </a:rPr>
              <a:t>·</a:t>
            </a:r>
            <a:r>
              <a:rPr kumimoji="1" lang="en-US" altLang="zh-CN" b="0" dirty="0" err="1">
                <a:solidFill>
                  <a:schemeClr val="tx1"/>
                </a:solidFill>
                <a:ea typeface="黑体" panose="02010609060101010101" pitchFamily="49" charset="-122"/>
              </a:rPr>
              <a:t>h</a:t>
            </a:r>
            <a:r>
              <a:rPr kumimoji="1" lang="en-US" altLang="zh-CN" b="0" i="0" dirty="0">
                <a:solidFill>
                  <a:schemeClr val="tx1"/>
                </a:solidFill>
                <a:ea typeface="黑体" panose="02010609060101010101" pitchFamily="49" charset="-122"/>
              </a:rPr>
              <a:t> –</a:t>
            </a:r>
            <a:r>
              <a:rPr kumimoji="1" lang="en-US" altLang="zh-CN" b="0" dirty="0">
                <a:solidFill>
                  <a:schemeClr val="tx1"/>
                </a:solidFill>
                <a:ea typeface="黑体" panose="02010609060101010101" pitchFamily="49" charset="-122"/>
              </a:rPr>
              <a:t>F</a:t>
            </a:r>
            <a:r>
              <a:rPr kumimoji="1" lang="en-US" altLang="zh-CN" b="0" i="0" baseline="-25000" dirty="0">
                <a:solidFill>
                  <a:schemeClr val="tx1"/>
                </a:solidFill>
                <a:ea typeface="黑体" panose="02010609060101010101" pitchFamily="49" charset="-122"/>
              </a:rPr>
              <a:t>N</a:t>
            </a:r>
            <a:r>
              <a:rPr kumimoji="1" lang="en-US" altLang="zh-CN" b="0" baseline="-25000" dirty="0">
                <a:solidFill>
                  <a:schemeClr val="tx1"/>
                </a:solidFill>
                <a:ea typeface="黑体" panose="02010609060101010101" pitchFamily="49" charset="-122"/>
              </a:rPr>
              <a:t>B</a:t>
            </a:r>
            <a:r>
              <a:rPr kumimoji="1" lang="en-US" altLang="zh-CN" b="0" i="0" dirty="0">
                <a:solidFill>
                  <a:schemeClr val="tx1"/>
                </a:solidFill>
                <a:ea typeface="黑体" panose="02010609060101010101" pitchFamily="49" charset="-122"/>
              </a:rPr>
              <a:t>·2</a:t>
            </a:r>
            <a:r>
              <a:rPr kumimoji="1" lang="en-US" altLang="zh-CN" b="0" dirty="0">
                <a:solidFill>
                  <a:schemeClr val="tx1"/>
                </a:solidFill>
                <a:ea typeface="黑体" panose="02010609060101010101" pitchFamily="49" charset="-122"/>
              </a:rPr>
              <a:t>l</a:t>
            </a:r>
            <a:r>
              <a:rPr kumimoji="1" lang="en-US" altLang="zh-CN" b="0" i="0" dirty="0">
                <a:solidFill>
                  <a:schemeClr val="tx1"/>
                </a:solidFill>
                <a:ea typeface="黑体" panose="02010609060101010101" pitchFamily="49" charset="-122"/>
              </a:rPr>
              <a:t>cos</a:t>
            </a:r>
            <a:r>
              <a:rPr kumimoji="1" lang="en-US" altLang="zh-CN" b="0" dirty="0">
                <a:solidFill>
                  <a:schemeClr val="tx1"/>
                </a:solidFill>
                <a:ea typeface="黑体" panose="02010609060101010101" pitchFamily="49" charset="-122"/>
                <a:sym typeface="Symbol" panose="05050102010706020507" pitchFamily="18" charset="2"/>
              </a:rPr>
              <a:t> </a:t>
            </a:r>
            <a:r>
              <a:rPr kumimoji="1" lang="en-US" altLang="zh-CN" b="0" i="0" dirty="0">
                <a:solidFill>
                  <a:schemeClr val="tx1"/>
                </a:solidFill>
                <a:ea typeface="黑体" panose="02010609060101010101" pitchFamily="49" charset="-122"/>
              </a:rPr>
              <a:t>= 0</a:t>
            </a:r>
            <a:endParaRPr kumimoji="1" lang="en-US" altLang="zh-CN" b="0" dirty="0">
              <a:solidFill>
                <a:schemeClr val="tx1"/>
              </a:solidFill>
              <a:ea typeface="黑体" panose="02010609060101010101" pitchFamily="49" charset="-122"/>
            </a:endParaRPr>
          </a:p>
          <a:p>
            <a:pPr lvl="0">
              <a:lnSpc>
                <a:spcPct val="130000"/>
              </a:lnSpc>
            </a:pPr>
            <a:r>
              <a:rPr kumimoji="1" lang="en-US" altLang="zh-CN" b="0" dirty="0">
                <a:solidFill>
                  <a:schemeClr val="tx1"/>
                </a:solidFill>
                <a:ea typeface="黑体" panose="02010609060101010101" pitchFamily="49" charset="-122"/>
              </a:rPr>
              <a:t> F</a:t>
            </a:r>
            <a:r>
              <a:rPr kumimoji="1" lang="en-US" altLang="zh-CN" b="0" i="0" baseline="-25000" dirty="0">
                <a:solidFill>
                  <a:schemeClr val="tx1"/>
                </a:solidFill>
                <a:ea typeface="黑体" panose="02010609060101010101" pitchFamily="49" charset="-122"/>
              </a:rPr>
              <a:t>T</a:t>
            </a:r>
            <a:r>
              <a:rPr kumimoji="1" lang="en-US" altLang="zh-CN" b="0" i="0" dirty="0">
                <a:solidFill>
                  <a:schemeClr val="tx1"/>
                </a:solidFill>
                <a:ea typeface="黑体" panose="02010609060101010101" pitchFamily="49" charset="-122"/>
              </a:rPr>
              <a:t> =</a:t>
            </a:r>
            <a:r>
              <a:rPr kumimoji="1" lang="en-US" altLang="zh-CN" b="0" dirty="0" err="1">
                <a:solidFill>
                  <a:schemeClr val="tx1"/>
                </a:solidFill>
                <a:ea typeface="黑体" panose="02010609060101010101" pitchFamily="49" charset="-122"/>
              </a:rPr>
              <a:t>G</a:t>
            </a:r>
            <a:r>
              <a:rPr kumimoji="1" lang="en-US" altLang="zh-CN" b="0" i="0" dirty="0" err="1">
                <a:solidFill>
                  <a:schemeClr val="tx1"/>
                </a:solidFill>
                <a:ea typeface="黑体" panose="02010609060101010101" pitchFamily="49" charset="-122"/>
              </a:rPr>
              <a:t>·</a:t>
            </a:r>
            <a:r>
              <a:rPr kumimoji="1" lang="en-US" altLang="zh-CN" b="0" dirty="0" err="1">
                <a:solidFill>
                  <a:schemeClr val="tx1"/>
                </a:solidFill>
                <a:ea typeface="黑体" panose="02010609060101010101" pitchFamily="49" charset="-122"/>
              </a:rPr>
              <a:t>a</a:t>
            </a:r>
            <a:r>
              <a:rPr kumimoji="1" lang="en-US" altLang="zh-CN" b="0" i="0" dirty="0" err="1">
                <a:solidFill>
                  <a:schemeClr val="tx1"/>
                </a:solidFill>
                <a:ea typeface="黑体" panose="02010609060101010101" pitchFamily="49" charset="-122"/>
              </a:rPr>
              <a:t>cos</a:t>
            </a:r>
            <a:r>
              <a:rPr kumimoji="1" lang="en-US" altLang="zh-CN" b="0" dirty="0">
                <a:solidFill>
                  <a:schemeClr val="tx1"/>
                </a:solidFill>
                <a:ea typeface="黑体" panose="02010609060101010101" pitchFamily="49" charset="-122"/>
                <a:sym typeface="Symbol" panose="05050102010706020507" pitchFamily="18" charset="2"/>
              </a:rPr>
              <a:t></a:t>
            </a:r>
            <a:r>
              <a:rPr kumimoji="1" lang="en-US" altLang="zh-CN" b="0" i="0" dirty="0">
                <a:solidFill>
                  <a:schemeClr val="tx1"/>
                </a:solidFill>
                <a:ea typeface="黑体" panose="02010609060101010101" pitchFamily="49" charset="-122"/>
                <a:sym typeface="Symbol" panose="05050102010706020507" pitchFamily="18" charset="2"/>
              </a:rPr>
              <a:t>/</a:t>
            </a:r>
            <a:r>
              <a:rPr kumimoji="1" lang="en-US" altLang="zh-CN" b="0" i="0" dirty="0">
                <a:solidFill>
                  <a:schemeClr val="tx1"/>
                </a:solidFill>
                <a:ea typeface="黑体" panose="02010609060101010101" pitchFamily="49" charset="-122"/>
              </a:rPr>
              <a:t>2</a:t>
            </a:r>
            <a:r>
              <a:rPr kumimoji="1" lang="en-US" altLang="zh-CN" b="0" dirty="0">
                <a:solidFill>
                  <a:schemeClr val="tx1"/>
                </a:solidFill>
                <a:ea typeface="黑体" panose="02010609060101010101" pitchFamily="49" charset="-122"/>
              </a:rPr>
              <a:t>h</a:t>
            </a:r>
          </a:p>
        </p:txBody>
      </p:sp>
      <p:sp>
        <p:nvSpPr>
          <p:cNvPr id="94" name="Text Box 47"/>
          <p:cNvSpPr txBox="1">
            <a:spLocks noChangeArrowheads="1"/>
          </p:cNvSpPr>
          <p:nvPr/>
        </p:nvSpPr>
        <p:spPr bwMode="auto">
          <a:xfrm>
            <a:off x="795792" y="4529485"/>
            <a:ext cx="4710112" cy="10525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lnSpc>
                <a:spcPct val="130000"/>
              </a:lnSpc>
            </a:pPr>
            <a:r>
              <a:rPr lang="en-US" altLang="zh-CN" b="0" dirty="0">
                <a:solidFill>
                  <a:schemeClr val="tx1"/>
                </a:solidFill>
              </a:rPr>
              <a:t> ∑</a:t>
            </a:r>
            <a:r>
              <a:rPr lang="en-US" altLang="zh-CN" b="0" i="1" dirty="0" err="1">
                <a:solidFill>
                  <a:schemeClr val="tx1"/>
                </a:solidFill>
              </a:rPr>
              <a:t>F</a:t>
            </a:r>
            <a:r>
              <a:rPr lang="en-US" altLang="zh-CN" b="0" i="1" baseline="-25000" dirty="0" err="1">
                <a:solidFill>
                  <a:schemeClr val="tx1"/>
                </a:solidFill>
              </a:rPr>
              <a:t>x</a:t>
            </a:r>
            <a:r>
              <a:rPr lang="zh-CN" altLang="en-US" b="0" i="0" dirty="0">
                <a:solidFill>
                  <a:schemeClr val="tx1"/>
                </a:solidFill>
              </a:rPr>
              <a:t>＝</a:t>
            </a:r>
            <a:r>
              <a:rPr lang="en-US" altLang="zh-CN" b="0" i="0" dirty="0">
                <a:solidFill>
                  <a:schemeClr val="tx1"/>
                </a:solidFill>
              </a:rPr>
              <a:t>0</a:t>
            </a:r>
            <a:r>
              <a:rPr lang="zh-CN" altLang="en-US" b="0" i="0" dirty="0">
                <a:solidFill>
                  <a:schemeClr val="tx1"/>
                </a:solidFill>
              </a:rPr>
              <a:t>，   </a:t>
            </a:r>
            <a:r>
              <a:rPr lang="en-US" altLang="zh-CN" b="0" i="1" dirty="0" err="1">
                <a:solidFill>
                  <a:schemeClr val="tx1"/>
                </a:solidFill>
              </a:rPr>
              <a:t>F</a:t>
            </a:r>
            <a:r>
              <a:rPr lang="en-US" altLang="zh-CN" b="0" i="1" baseline="-25000" dirty="0" err="1">
                <a:solidFill>
                  <a:schemeClr val="tx1"/>
                </a:solidFill>
              </a:rPr>
              <a:t>Ax</a:t>
            </a:r>
            <a:r>
              <a:rPr lang="en-US" altLang="zh-CN" b="0" dirty="0" err="1">
                <a:solidFill>
                  <a:schemeClr val="tx1"/>
                </a:solidFill>
                <a:latin typeface="黑体" panose="02010609060101010101" pitchFamily="49" charset="-122"/>
              </a:rPr>
              <a:t>+</a:t>
            </a:r>
            <a:r>
              <a:rPr lang="en-US" altLang="zh-CN" b="0" i="1" dirty="0" err="1">
                <a:solidFill>
                  <a:schemeClr val="tx1"/>
                </a:solidFill>
              </a:rPr>
              <a:t>F</a:t>
            </a:r>
            <a:r>
              <a:rPr lang="en-US" altLang="zh-CN" b="0" i="0" baseline="-25000" dirty="0" err="1">
                <a:solidFill>
                  <a:schemeClr val="tx1"/>
                </a:solidFill>
              </a:rPr>
              <a:t>T</a:t>
            </a:r>
            <a:r>
              <a:rPr lang="en-US" altLang="zh-CN" b="0" dirty="0">
                <a:solidFill>
                  <a:schemeClr val="tx1"/>
                </a:solidFill>
              </a:rPr>
              <a:t> </a:t>
            </a:r>
            <a:r>
              <a:rPr lang="en-US" altLang="zh-CN" b="0" i="0" dirty="0">
                <a:solidFill>
                  <a:schemeClr val="tx1"/>
                </a:solidFill>
              </a:rPr>
              <a:t>=0 </a:t>
            </a:r>
          </a:p>
          <a:p>
            <a:pPr algn="just">
              <a:lnSpc>
                <a:spcPct val="130000"/>
              </a:lnSpc>
            </a:pPr>
            <a:r>
              <a:rPr lang="en-US" altLang="zh-CN" b="0" dirty="0">
                <a:solidFill>
                  <a:schemeClr val="tx1"/>
                </a:solidFill>
              </a:rPr>
              <a:t> </a:t>
            </a:r>
            <a:r>
              <a:rPr lang="en-US" altLang="zh-CN" b="0" i="1" dirty="0" err="1">
                <a:solidFill>
                  <a:schemeClr val="tx1"/>
                </a:solidFill>
              </a:rPr>
              <a:t>F</a:t>
            </a:r>
            <a:r>
              <a:rPr lang="en-US" altLang="zh-CN" b="0" i="1" baseline="-25000" dirty="0" err="1">
                <a:solidFill>
                  <a:schemeClr val="tx1"/>
                </a:solidFill>
              </a:rPr>
              <a:t>Ax</a:t>
            </a:r>
            <a:r>
              <a:rPr lang="en-US" altLang="zh-CN" b="0" i="0" dirty="0">
                <a:solidFill>
                  <a:schemeClr val="tx1"/>
                </a:solidFill>
              </a:rPr>
              <a:t>= </a:t>
            </a:r>
            <a:r>
              <a:rPr lang="en-US" altLang="zh-CN" b="0" i="0" dirty="0">
                <a:solidFill>
                  <a:schemeClr val="tx1"/>
                </a:solidFill>
                <a:latin typeface="宋体" panose="02010600030101010101" pitchFamily="2" charset="-122"/>
              </a:rPr>
              <a:t>-</a:t>
            </a:r>
            <a:r>
              <a:rPr lang="en-US" altLang="zh-CN" b="0" i="1" dirty="0" err="1">
                <a:solidFill>
                  <a:schemeClr val="tx1"/>
                </a:solidFill>
              </a:rPr>
              <a:t>G</a:t>
            </a:r>
            <a:r>
              <a:rPr lang="en-US" altLang="zh-CN" b="0" dirty="0" err="1">
                <a:solidFill>
                  <a:schemeClr val="tx1"/>
                </a:solidFill>
              </a:rPr>
              <a:t>·</a:t>
            </a:r>
            <a:r>
              <a:rPr lang="en-US" altLang="zh-CN" b="0" i="1" dirty="0" err="1">
                <a:solidFill>
                  <a:schemeClr val="tx1"/>
                </a:solidFill>
              </a:rPr>
              <a:t>a</a:t>
            </a:r>
            <a:r>
              <a:rPr lang="en-US" altLang="zh-CN" b="0" i="0" dirty="0" err="1">
                <a:solidFill>
                  <a:schemeClr val="tx1"/>
                </a:solidFill>
              </a:rPr>
              <a:t>cos</a:t>
            </a:r>
            <a:r>
              <a:rPr lang="en-US" altLang="zh-CN" b="0" i="1" dirty="0">
                <a:solidFill>
                  <a:schemeClr val="tx1"/>
                </a:solidFill>
                <a:sym typeface="Symbol" panose="05050102010706020507" pitchFamily="18" charset="2"/>
              </a:rPr>
              <a:t></a:t>
            </a:r>
            <a:r>
              <a:rPr lang="en-US" altLang="zh-CN" b="0" dirty="0">
                <a:solidFill>
                  <a:schemeClr val="tx1"/>
                </a:solidFill>
                <a:sym typeface="Symbol" panose="05050102010706020507" pitchFamily="18" charset="2"/>
              </a:rPr>
              <a:t>/</a:t>
            </a:r>
            <a:r>
              <a:rPr lang="en-US" altLang="zh-CN" b="0" i="0" dirty="0">
                <a:solidFill>
                  <a:schemeClr val="tx1"/>
                </a:solidFill>
              </a:rPr>
              <a:t>2</a:t>
            </a:r>
            <a:r>
              <a:rPr lang="en-US" altLang="zh-CN" b="0" i="1" dirty="0">
                <a:solidFill>
                  <a:schemeClr val="tx1"/>
                </a:solidFill>
              </a:rPr>
              <a:t>h</a:t>
            </a:r>
            <a:r>
              <a:rPr lang="en-US" altLang="zh-CN" b="0" dirty="0">
                <a:solidFill>
                  <a:schemeClr val="tx1"/>
                </a:solidFill>
              </a:rPr>
              <a:t>  </a:t>
            </a:r>
          </a:p>
        </p:txBody>
      </p:sp>
    </p:spTree>
    <p:extLst>
      <p:ext uri="{BB962C8B-B14F-4D97-AF65-F5344CB8AC3E}">
        <p14:creationId xmlns:p14="http://schemas.microsoft.com/office/powerpoint/2010/main" val="2147600768"/>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mph" presetSubtype="0" nodeType="afterEffect">
                                  <p:stCondLst>
                                    <p:cond delay="0"/>
                                  </p:stCondLst>
                                  <p:childTnLst>
                                    <p:set>
                                      <p:cBhvr rctx="PPT">
                                        <p:cTn id="6" dur="indefinite"/>
                                        <p:tgtEl>
                                          <p:spTgt spid="46"/>
                                        </p:tgtEl>
                                        <p:attrNameLst>
                                          <p:attrName>style.opacity</p:attrName>
                                        </p:attrNameLst>
                                      </p:cBhvr>
                                      <p:to>
                                        <p:strVal val="0.25"/>
                                      </p:to>
                                    </p:set>
                                    <p:animEffect filter="image" prLst="opacity: 0.25">
                                      <p:cBhvr rctx="IE">
                                        <p:cTn id="7" dur="indefinite"/>
                                        <p:tgtEl>
                                          <p:spTgt spid="46"/>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125"/>
                                        </p:tgtEl>
                                        <p:attrNameLst>
                                          <p:attrName>style.visibility</p:attrName>
                                        </p:attrNameLst>
                                      </p:cBhvr>
                                      <p:to>
                                        <p:strVal val="visible"/>
                                      </p:to>
                                    </p:set>
                                  </p:childTnLst>
                                </p:cTn>
                              </p:par>
                              <p:par>
                                <p:cTn id="12" presetID="9" presetClass="emph" presetSubtype="0" nodeType="withEffect">
                                  <p:stCondLst>
                                    <p:cond delay="0"/>
                                  </p:stCondLst>
                                  <p:childTnLst>
                                    <p:set>
                                      <p:cBhvr rctx="PPT">
                                        <p:cTn id="13" dur="indefinite"/>
                                        <p:tgtEl>
                                          <p:spTgt spid="59"/>
                                        </p:tgtEl>
                                        <p:attrNameLst>
                                          <p:attrName>style.opacity</p:attrName>
                                        </p:attrNameLst>
                                      </p:cBhvr>
                                      <p:to>
                                        <p:strVal val="0.15"/>
                                      </p:to>
                                    </p:set>
                                    <p:animEffect filter="image" prLst="opacity: 0.15">
                                      <p:cBhvr rctx="IE">
                                        <p:cTn id="14" dur="indefinite"/>
                                        <p:tgtEl>
                                          <p:spTgt spid="59"/>
                                        </p:tgtEl>
                                      </p:cBhvr>
                                    </p:animEffect>
                                  </p:childTnLst>
                                </p:cTn>
                              </p:par>
                            </p:childTnLst>
                          </p:cTn>
                        </p:par>
                      </p:childTnLst>
                    </p:cTn>
                  </p:par>
                  <p:par>
                    <p:cTn id="15" fill="hold">
                      <p:stCondLst>
                        <p:cond delay="indefinite"/>
                      </p:stCondLst>
                      <p:childTnLst>
                        <p:par>
                          <p:cTn id="16" fill="hold">
                            <p:stCondLst>
                              <p:cond delay="0"/>
                            </p:stCondLst>
                            <p:childTnLst>
                              <p:par>
                                <p:cTn id="17" presetID="12" presetClass="entr" presetSubtype="8" fill="hold" grpId="0" nodeType="clickEffect">
                                  <p:stCondLst>
                                    <p:cond delay="0"/>
                                  </p:stCondLst>
                                  <p:childTnLst>
                                    <p:set>
                                      <p:cBhvr>
                                        <p:cTn id="18" dur="1" fill="hold">
                                          <p:stCondLst>
                                            <p:cond delay="0"/>
                                          </p:stCondLst>
                                        </p:cTn>
                                        <p:tgtEl>
                                          <p:spTgt spid="78"/>
                                        </p:tgtEl>
                                        <p:attrNameLst>
                                          <p:attrName>style.visibility</p:attrName>
                                        </p:attrNameLst>
                                      </p:cBhvr>
                                      <p:to>
                                        <p:strVal val="visible"/>
                                      </p:to>
                                    </p:set>
                                    <p:animEffect transition="in" filter="slide(fromLeft)">
                                      <p:cBhvr>
                                        <p:cTn id="19" dur="3000"/>
                                        <p:tgtEl>
                                          <p:spTgt spid="78"/>
                                        </p:tgtEl>
                                      </p:cBhvr>
                                    </p:animEffect>
                                  </p:childTnLst>
                                  <p:subTnLst>
                                    <p:audio>
                                      <p:cMediaNode>
                                        <p:cTn display="0" masterRel="sameClick">
                                          <p:stCondLst>
                                            <p:cond evt="begin" delay="0">
                                              <p:tn val="17"/>
                                            </p:cond>
                                          </p:stCondLst>
                                          <p:endCondLst>
                                            <p:cond evt="onStopAudio" delay="0">
                                              <p:tgtEl>
                                                <p:sldTgt/>
                                              </p:tgtEl>
                                            </p:cond>
                                          </p:endCondLst>
                                        </p:cTn>
                                        <p:tgtEl>
                                          <p:sndTgt r:embed="rId3" name="CHIMES.WAV"/>
                                        </p:tgtEl>
                                      </p:cMediaNode>
                                    </p:audio>
                                  </p:subTnLst>
                                </p:cTn>
                              </p:par>
                              <p:par>
                                <p:cTn id="20" presetID="19" presetClass="entr" presetSubtype="10" fill="hold" grpId="0" nodeType="withEffect">
                                  <p:stCondLst>
                                    <p:cond delay="0"/>
                                  </p:stCondLst>
                                  <p:childTnLst>
                                    <p:set>
                                      <p:cBhvr>
                                        <p:cTn id="21" dur="1" fill="hold">
                                          <p:stCondLst>
                                            <p:cond delay="0"/>
                                          </p:stCondLst>
                                        </p:cTn>
                                        <p:tgtEl>
                                          <p:spTgt spid="79"/>
                                        </p:tgtEl>
                                        <p:attrNameLst>
                                          <p:attrName>style.visibility</p:attrName>
                                        </p:attrNameLst>
                                      </p:cBhvr>
                                      <p:to>
                                        <p:strVal val="visible"/>
                                      </p:to>
                                    </p:set>
                                    <p:anim calcmode="lin" valueType="num">
                                      <p:cBhvr>
                                        <p:cTn id="22" dur="5000" fill="hold"/>
                                        <p:tgtEl>
                                          <p:spTgt spid="79"/>
                                        </p:tgtEl>
                                        <p:attrNameLst>
                                          <p:attrName>ppt_w</p:attrName>
                                        </p:attrNameLst>
                                      </p:cBhvr>
                                      <p:tavLst>
                                        <p:tav tm="0" fmla="#ppt_w*sin(2.5*pi*$)">
                                          <p:val>
                                            <p:fltVal val="0"/>
                                          </p:val>
                                        </p:tav>
                                        <p:tav tm="100000">
                                          <p:val>
                                            <p:fltVal val="1"/>
                                          </p:val>
                                        </p:tav>
                                      </p:tavLst>
                                    </p:anim>
                                    <p:anim calcmode="lin" valueType="num">
                                      <p:cBhvr>
                                        <p:cTn id="23" dur="5000" fill="hold"/>
                                        <p:tgtEl>
                                          <p:spTgt spid="79"/>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20"/>
                                            </p:cond>
                                          </p:stCondLst>
                                          <p:endCondLst>
                                            <p:cond evt="onStopAudio" delay="0">
                                              <p:tgtEl>
                                                <p:sldTgt/>
                                              </p:tgtEl>
                                            </p:cond>
                                          </p:endCondLst>
                                        </p:cTn>
                                        <p:tgtEl>
                                          <p:sndTgt r:embed="rId3" name="CHIMES.WAV"/>
                                        </p:tgtEl>
                                      </p:cMediaNode>
                                    </p:audio>
                                  </p:subTnLst>
                                </p:cTn>
                              </p:par>
                            </p:childTnLst>
                          </p:cTn>
                        </p:par>
                        <p:par>
                          <p:cTn id="24" fill="hold">
                            <p:stCondLst>
                              <p:cond delay="5000"/>
                            </p:stCondLst>
                            <p:childTnLst>
                              <p:par>
                                <p:cTn id="25" presetID="12" presetClass="entr" presetSubtype="8" fill="hold" grpId="0" nodeType="afterEffect">
                                  <p:stCondLst>
                                    <p:cond delay="0"/>
                                  </p:stCondLst>
                                  <p:childTnLst>
                                    <p:set>
                                      <p:cBhvr>
                                        <p:cTn id="26" dur="1" fill="hold">
                                          <p:stCondLst>
                                            <p:cond delay="0"/>
                                          </p:stCondLst>
                                        </p:cTn>
                                        <p:tgtEl>
                                          <p:spTgt spid="74"/>
                                        </p:tgtEl>
                                        <p:attrNameLst>
                                          <p:attrName>style.visibility</p:attrName>
                                        </p:attrNameLst>
                                      </p:cBhvr>
                                      <p:to>
                                        <p:strVal val="visible"/>
                                      </p:to>
                                    </p:set>
                                    <p:animEffect transition="in" filter="slide(fromLeft)">
                                      <p:cBhvr>
                                        <p:cTn id="27" dur="3000"/>
                                        <p:tgtEl>
                                          <p:spTgt spid="74"/>
                                        </p:tgtEl>
                                      </p:cBhvr>
                                    </p:animEffect>
                                  </p:childTnLst>
                                  <p:subTnLst>
                                    <p:audio>
                                      <p:cMediaNode>
                                        <p:cTn display="0" masterRel="sameClick">
                                          <p:stCondLst>
                                            <p:cond evt="begin" delay="0">
                                              <p:tn val="25"/>
                                            </p:cond>
                                          </p:stCondLst>
                                          <p:endCondLst>
                                            <p:cond evt="onStopAudio" delay="0">
                                              <p:tgtEl>
                                                <p:sldTgt/>
                                              </p:tgtEl>
                                            </p:cond>
                                          </p:endCondLst>
                                        </p:cTn>
                                        <p:tgtEl>
                                          <p:sndTgt r:embed="rId3" name="CHIMES.WAV"/>
                                        </p:tgtEl>
                                      </p:cMediaNode>
                                    </p:audio>
                                  </p:subTnLst>
                                </p:cTn>
                              </p:par>
                              <p:par>
                                <p:cTn id="28" presetID="19" presetClass="entr" presetSubtype="10" fill="hold" grpId="0" nodeType="withEffect">
                                  <p:stCondLst>
                                    <p:cond delay="0"/>
                                  </p:stCondLst>
                                  <p:childTnLst>
                                    <p:set>
                                      <p:cBhvr>
                                        <p:cTn id="29" dur="1" fill="hold">
                                          <p:stCondLst>
                                            <p:cond delay="0"/>
                                          </p:stCondLst>
                                        </p:cTn>
                                        <p:tgtEl>
                                          <p:spTgt spid="75"/>
                                        </p:tgtEl>
                                        <p:attrNameLst>
                                          <p:attrName>style.visibility</p:attrName>
                                        </p:attrNameLst>
                                      </p:cBhvr>
                                      <p:to>
                                        <p:strVal val="visible"/>
                                      </p:to>
                                    </p:set>
                                    <p:anim calcmode="lin" valueType="num">
                                      <p:cBhvr>
                                        <p:cTn id="30" dur="5000" fill="hold"/>
                                        <p:tgtEl>
                                          <p:spTgt spid="75"/>
                                        </p:tgtEl>
                                        <p:attrNameLst>
                                          <p:attrName>ppt_w</p:attrName>
                                        </p:attrNameLst>
                                      </p:cBhvr>
                                      <p:tavLst>
                                        <p:tav tm="0" fmla="#ppt_w*sin(2.5*pi*$)">
                                          <p:val>
                                            <p:fltVal val="0"/>
                                          </p:val>
                                        </p:tav>
                                        <p:tav tm="100000">
                                          <p:val>
                                            <p:fltVal val="1"/>
                                          </p:val>
                                        </p:tav>
                                      </p:tavLst>
                                    </p:anim>
                                    <p:anim calcmode="lin" valueType="num">
                                      <p:cBhvr>
                                        <p:cTn id="31" dur="5000" fill="hold"/>
                                        <p:tgtEl>
                                          <p:spTgt spid="75"/>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28"/>
                                            </p:cond>
                                          </p:stCondLst>
                                          <p:endCondLst>
                                            <p:cond evt="onStopAudio" delay="0">
                                              <p:tgtEl>
                                                <p:sldTgt/>
                                              </p:tgtEl>
                                            </p:cond>
                                          </p:endCondLst>
                                        </p:cTn>
                                        <p:tgtEl>
                                          <p:sndTgt r:embed="rId3" name="CHIMES.WAV"/>
                                        </p:tgtEl>
                                      </p:cMediaNode>
                                    </p:audio>
                                  </p:subTnLst>
                                </p:cTn>
                              </p:par>
                            </p:childTnLst>
                          </p:cTn>
                        </p:par>
                        <p:par>
                          <p:cTn id="32" fill="hold">
                            <p:stCondLst>
                              <p:cond delay="10000"/>
                            </p:stCondLst>
                            <p:childTnLst>
                              <p:par>
                                <p:cTn id="33" presetID="12" presetClass="entr" presetSubtype="4" fill="hold" grpId="0" nodeType="afterEffect">
                                  <p:stCondLst>
                                    <p:cond delay="0"/>
                                  </p:stCondLst>
                                  <p:childTnLst>
                                    <p:set>
                                      <p:cBhvr>
                                        <p:cTn id="34" dur="1" fill="hold">
                                          <p:stCondLst>
                                            <p:cond delay="0"/>
                                          </p:stCondLst>
                                        </p:cTn>
                                        <p:tgtEl>
                                          <p:spTgt spid="76"/>
                                        </p:tgtEl>
                                        <p:attrNameLst>
                                          <p:attrName>style.visibility</p:attrName>
                                        </p:attrNameLst>
                                      </p:cBhvr>
                                      <p:to>
                                        <p:strVal val="visible"/>
                                      </p:to>
                                    </p:set>
                                    <p:animEffect transition="in" filter="slide(fromBottom)">
                                      <p:cBhvr>
                                        <p:cTn id="35" dur="3000"/>
                                        <p:tgtEl>
                                          <p:spTgt spid="76"/>
                                        </p:tgtEl>
                                      </p:cBhvr>
                                    </p:animEffect>
                                  </p:childTnLst>
                                  <p:subTnLst>
                                    <p:audio>
                                      <p:cMediaNode>
                                        <p:cTn display="0" masterRel="sameClick">
                                          <p:stCondLst>
                                            <p:cond evt="begin" delay="0">
                                              <p:tn val="33"/>
                                            </p:cond>
                                          </p:stCondLst>
                                          <p:endCondLst>
                                            <p:cond evt="onStopAudio" delay="0">
                                              <p:tgtEl>
                                                <p:sldTgt/>
                                              </p:tgtEl>
                                            </p:cond>
                                          </p:endCondLst>
                                        </p:cTn>
                                        <p:tgtEl>
                                          <p:sndTgt r:embed="rId3" name="CHIMES.WAV"/>
                                        </p:tgtEl>
                                      </p:cMediaNode>
                                    </p:audio>
                                  </p:subTnLst>
                                </p:cTn>
                              </p:par>
                              <p:par>
                                <p:cTn id="36" presetID="19" presetClass="entr" presetSubtype="10" fill="hold" grpId="0" nodeType="withEffect">
                                  <p:stCondLst>
                                    <p:cond delay="0"/>
                                  </p:stCondLst>
                                  <p:childTnLst>
                                    <p:set>
                                      <p:cBhvr>
                                        <p:cTn id="37" dur="1" fill="hold">
                                          <p:stCondLst>
                                            <p:cond delay="0"/>
                                          </p:stCondLst>
                                        </p:cTn>
                                        <p:tgtEl>
                                          <p:spTgt spid="77"/>
                                        </p:tgtEl>
                                        <p:attrNameLst>
                                          <p:attrName>style.visibility</p:attrName>
                                        </p:attrNameLst>
                                      </p:cBhvr>
                                      <p:to>
                                        <p:strVal val="visible"/>
                                      </p:to>
                                    </p:set>
                                    <p:anim calcmode="lin" valueType="num">
                                      <p:cBhvr>
                                        <p:cTn id="38" dur="5000" fill="hold"/>
                                        <p:tgtEl>
                                          <p:spTgt spid="77"/>
                                        </p:tgtEl>
                                        <p:attrNameLst>
                                          <p:attrName>ppt_w</p:attrName>
                                        </p:attrNameLst>
                                      </p:cBhvr>
                                      <p:tavLst>
                                        <p:tav tm="0" fmla="#ppt_w*sin(2.5*pi*$)">
                                          <p:val>
                                            <p:fltVal val="0"/>
                                          </p:val>
                                        </p:tav>
                                        <p:tav tm="100000">
                                          <p:val>
                                            <p:fltVal val="1"/>
                                          </p:val>
                                        </p:tav>
                                      </p:tavLst>
                                    </p:anim>
                                    <p:anim calcmode="lin" valueType="num">
                                      <p:cBhvr>
                                        <p:cTn id="39" dur="5000" fill="hold"/>
                                        <p:tgtEl>
                                          <p:spTgt spid="77"/>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36"/>
                                            </p:cond>
                                          </p:stCondLst>
                                          <p:endCondLst>
                                            <p:cond evt="onStopAudio" delay="0">
                                              <p:tgtEl>
                                                <p:sldTgt/>
                                              </p:tgtEl>
                                            </p:cond>
                                          </p:endCondLst>
                                        </p:cTn>
                                        <p:tgtEl>
                                          <p:sndTgt r:embed="rId3" name="CHIMES.WAV"/>
                                        </p:tgtEl>
                                      </p:cMediaNode>
                                    </p:audio>
                                  </p:subTnLst>
                                </p:cTn>
                              </p:par>
                            </p:childTnLst>
                          </p:cTn>
                        </p:par>
                      </p:childTnLst>
                    </p:cTn>
                  </p:par>
                  <p:par>
                    <p:cTn id="40" fill="hold">
                      <p:stCondLst>
                        <p:cond delay="indefinite"/>
                      </p:stCondLst>
                      <p:childTnLst>
                        <p:par>
                          <p:cTn id="41" fill="hold">
                            <p:stCondLst>
                              <p:cond delay="0"/>
                            </p:stCondLst>
                            <p:childTnLst>
                              <p:par>
                                <p:cTn id="42" presetID="1" presetClass="entr" presetSubtype="0" fill="hold" grpId="0" nodeType="clickEffect">
                                  <p:stCondLst>
                                    <p:cond delay="0"/>
                                  </p:stCondLst>
                                  <p:childTnLst>
                                    <p:set>
                                      <p:cBhvr>
                                        <p:cTn id="43" dur="1" fill="hold">
                                          <p:stCondLst>
                                            <p:cond delay="0"/>
                                          </p:stCondLst>
                                        </p:cTn>
                                        <p:tgtEl>
                                          <p:spTgt spid="126"/>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1" presetClass="entr" presetSubtype="0" fill="hold" grpId="0" nodeType="clickEffect">
                                  <p:stCondLst>
                                    <p:cond delay="0"/>
                                  </p:stCondLst>
                                  <p:childTnLst>
                                    <p:set>
                                      <p:cBhvr>
                                        <p:cTn id="47" dur="1" fill="hold">
                                          <p:stCondLst>
                                            <p:cond delay="0"/>
                                          </p:stCondLst>
                                        </p:cTn>
                                        <p:tgtEl>
                                          <p:spTgt spid="2"/>
                                        </p:tgtEl>
                                        <p:attrNameLst>
                                          <p:attrName>style.visibility</p:attrName>
                                        </p:attrNameLst>
                                      </p:cBhvr>
                                      <p:to>
                                        <p:strVal val="visible"/>
                                      </p:to>
                                    </p:se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iterate type="lt">
                                    <p:tmPct val="100000"/>
                                  </p:iterate>
                                  <p:childTnLst>
                                    <p:set>
                                      <p:cBhvr>
                                        <p:cTn id="51" dur="1" fill="hold">
                                          <p:stCondLst>
                                            <p:cond delay="0"/>
                                          </p:stCondLst>
                                        </p:cTn>
                                        <p:tgtEl>
                                          <p:spTgt spid="127">
                                            <p:txEl>
                                              <p:pRg st="0" end="0"/>
                                            </p:txEl>
                                          </p:spTgt>
                                        </p:tgtEl>
                                        <p:attrNameLst>
                                          <p:attrName>style.visibility</p:attrName>
                                        </p:attrNameLst>
                                      </p:cBhvr>
                                      <p:to>
                                        <p:strVal val="visible"/>
                                      </p:to>
                                    </p:set>
                                    <p:animEffect transition="in" filter="wipe(left)">
                                      <p:cBhvr>
                                        <p:cTn id="52" dur="75"/>
                                        <p:tgtEl>
                                          <p:spTgt spid="127">
                                            <p:txEl>
                                              <p:pRg st="0" end="0"/>
                                            </p:txEl>
                                          </p:spTgt>
                                        </p:tgtEl>
                                      </p:cBhvr>
                                    </p:animEffect>
                                  </p:childTnLst>
                                  <p:subTnLst>
                                    <p:audio>
                                      <p:cMediaNode>
                                        <p:cTn display="0" masterRel="sameClick">
                                          <p:stCondLst>
                                            <p:cond evt="begin" delay="0">
                                              <p:tn val="50"/>
                                            </p:cond>
                                          </p:stCondLst>
                                          <p:endCondLst>
                                            <p:cond evt="onStopAudio" delay="0">
                                              <p:tgtEl>
                                                <p:sldTgt/>
                                              </p:tgtEl>
                                            </p:cond>
                                          </p:endCondLst>
                                        </p:cTn>
                                        <p:tgtEl>
                                          <p:sndTgt r:embed="rId4" name="TYPE.WAV"/>
                                        </p:tgtEl>
                                      </p:cMediaNode>
                                    </p:audio>
                                  </p:subTnLst>
                                </p:cTn>
                              </p:par>
                            </p:childTnLst>
                          </p:cTn>
                        </p:par>
                      </p:childTnLst>
                    </p:cTn>
                  </p:par>
                  <p:par>
                    <p:cTn id="53" fill="hold">
                      <p:stCondLst>
                        <p:cond delay="indefinite"/>
                      </p:stCondLst>
                      <p:childTnLst>
                        <p:par>
                          <p:cTn id="54" fill="hold">
                            <p:stCondLst>
                              <p:cond delay="0"/>
                            </p:stCondLst>
                            <p:childTnLst>
                              <p:par>
                                <p:cTn id="55" presetID="22" presetClass="entr" presetSubtype="8" fill="hold" grpId="0" nodeType="clickEffect">
                                  <p:stCondLst>
                                    <p:cond delay="0"/>
                                  </p:stCondLst>
                                  <p:iterate type="lt">
                                    <p:tmPct val="100000"/>
                                  </p:iterate>
                                  <p:childTnLst>
                                    <p:set>
                                      <p:cBhvr>
                                        <p:cTn id="56" dur="1" fill="hold">
                                          <p:stCondLst>
                                            <p:cond delay="0"/>
                                          </p:stCondLst>
                                        </p:cTn>
                                        <p:tgtEl>
                                          <p:spTgt spid="127">
                                            <p:txEl>
                                              <p:pRg st="1" end="1"/>
                                            </p:txEl>
                                          </p:spTgt>
                                        </p:tgtEl>
                                        <p:attrNameLst>
                                          <p:attrName>style.visibility</p:attrName>
                                        </p:attrNameLst>
                                      </p:cBhvr>
                                      <p:to>
                                        <p:strVal val="visible"/>
                                      </p:to>
                                    </p:set>
                                    <p:animEffect transition="in" filter="wipe(left)">
                                      <p:cBhvr>
                                        <p:cTn id="57" dur="75"/>
                                        <p:tgtEl>
                                          <p:spTgt spid="127">
                                            <p:txEl>
                                              <p:pRg st="1" end="1"/>
                                            </p:txEl>
                                          </p:spTgt>
                                        </p:tgtEl>
                                      </p:cBhvr>
                                    </p:animEffect>
                                  </p:childTnLst>
                                  <p:subTnLst>
                                    <p:audio>
                                      <p:cMediaNode>
                                        <p:cTn display="0" masterRel="sameClick">
                                          <p:stCondLst>
                                            <p:cond evt="begin" delay="0">
                                              <p:tn val="55"/>
                                            </p:cond>
                                          </p:stCondLst>
                                          <p:endCondLst>
                                            <p:cond evt="onStopAudio" delay="0">
                                              <p:tgtEl>
                                                <p:sldTgt/>
                                              </p:tgtEl>
                                            </p:cond>
                                          </p:endCondLst>
                                        </p:cTn>
                                        <p:tgtEl>
                                          <p:sndTgt r:embed="rId4" name="TYPE.WAV"/>
                                        </p:tgtEl>
                                      </p:cMediaNode>
                                    </p:audio>
                                  </p:subTnLst>
                                </p:cTn>
                              </p:par>
                            </p:childTnLst>
                          </p:cTn>
                        </p:par>
                      </p:childTnLst>
                    </p:cTn>
                  </p:par>
                  <p:par>
                    <p:cTn id="58" fill="hold">
                      <p:stCondLst>
                        <p:cond delay="indefinite"/>
                      </p:stCondLst>
                      <p:childTnLst>
                        <p:par>
                          <p:cTn id="59" fill="hold">
                            <p:stCondLst>
                              <p:cond delay="0"/>
                            </p:stCondLst>
                            <p:childTnLst>
                              <p:par>
                                <p:cTn id="60" presetID="22" presetClass="entr" presetSubtype="8" fill="hold" grpId="0" nodeType="clickEffect">
                                  <p:stCondLst>
                                    <p:cond delay="0"/>
                                  </p:stCondLst>
                                  <p:iterate type="lt">
                                    <p:tmPct val="100000"/>
                                  </p:iterate>
                                  <p:childTnLst>
                                    <p:set>
                                      <p:cBhvr>
                                        <p:cTn id="61" dur="1" fill="hold">
                                          <p:stCondLst>
                                            <p:cond delay="0"/>
                                          </p:stCondLst>
                                        </p:cTn>
                                        <p:tgtEl>
                                          <p:spTgt spid="94">
                                            <p:txEl>
                                              <p:pRg st="0" end="0"/>
                                            </p:txEl>
                                          </p:spTgt>
                                        </p:tgtEl>
                                        <p:attrNameLst>
                                          <p:attrName>style.visibility</p:attrName>
                                        </p:attrNameLst>
                                      </p:cBhvr>
                                      <p:to>
                                        <p:strVal val="visible"/>
                                      </p:to>
                                    </p:set>
                                    <p:animEffect transition="in" filter="wipe(left)">
                                      <p:cBhvr>
                                        <p:cTn id="62" dur="75"/>
                                        <p:tgtEl>
                                          <p:spTgt spid="94">
                                            <p:txEl>
                                              <p:pRg st="0" end="0"/>
                                            </p:txEl>
                                          </p:spTgt>
                                        </p:tgtEl>
                                      </p:cBhvr>
                                    </p:animEffect>
                                  </p:childTnLst>
                                  <p:subTnLst>
                                    <p:audio>
                                      <p:cMediaNode>
                                        <p:cTn display="0" masterRel="sameClick">
                                          <p:stCondLst>
                                            <p:cond evt="begin" delay="0">
                                              <p:tn val="60"/>
                                            </p:cond>
                                          </p:stCondLst>
                                          <p:endCondLst>
                                            <p:cond evt="onStopAudio" delay="0">
                                              <p:tgtEl>
                                                <p:sldTgt/>
                                              </p:tgtEl>
                                            </p:cond>
                                          </p:endCondLst>
                                        </p:cTn>
                                        <p:tgtEl>
                                          <p:sndTgt r:embed="rId4" name="TYPE.WAV"/>
                                        </p:tgtEl>
                                      </p:cMediaNode>
                                    </p:audio>
                                  </p:subTnLst>
                                </p:cTn>
                              </p:par>
                            </p:childTnLst>
                          </p:cTn>
                        </p:par>
                      </p:childTnLst>
                    </p:cTn>
                  </p:par>
                  <p:par>
                    <p:cTn id="63" fill="hold">
                      <p:stCondLst>
                        <p:cond delay="indefinite"/>
                      </p:stCondLst>
                      <p:childTnLst>
                        <p:par>
                          <p:cTn id="64" fill="hold">
                            <p:stCondLst>
                              <p:cond delay="0"/>
                            </p:stCondLst>
                            <p:childTnLst>
                              <p:par>
                                <p:cTn id="65" presetID="22" presetClass="entr" presetSubtype="8" fill="hold" grpId="0" nodeType="clickEffect">
                                  <p:stCondLst>
                                    <p:cond delay="0"/>
                                  </p:stCondLst>
                                  <p:iterate type="lt">
                                    <p:tmPct val="100000"/>
                                  </p:iterate>
                                  <p:childTnLst>
                                    <p:set>
                                      <p:cBhvr>
                                        <p:cTn id="66" dur="1" fill="hold">
                                          <p:stCondLst>
                                            <p:cond delay="0"/>
                                          </p:stCondLst>
                                        </p:cTn>
                                        <p:tgtEl>
                                          <p:spTgt spid="94">
                                            <p:txEl>
                                              <p:pRg st="1" end="1"/>
                                            </p:txEl>
                                          </p:spTgt>
                                        </p:tgtEl>
                                        <p:attrNameLst>
                                          <p:attrName>style.visibility</p:attrName>
                                        </p:attrNameLst>
                                      </p:cBhvr>
                                      <p:to>
                                        <p:strVal val="visible"/>
                                      </p:to>
                                    </p:set>
                                    <p:animEffect transition="in" filter="wipe(left)">
                                      <p:cBhvr>
                                        <p:cTn id="67" dur="75"/>
                                        <p:tgtEl>
                                          <p:spTgt spid="94">
                                            <p:txEl>
                                              <p:pRg st="1" end="1"/>
                                            </p:txEl>
                                          </p:spTgt>
                                        </p:tgtEl>
                                      </p:cBhvr>
                                    </p:animEffect>
                                  </p:childTnLst>
                                  <p:subTnLst>
                                    <p:audio>
                                      <p:cMediaNode>
                                        <p:cTn display="0" masterRel="sameClick">
                                          <p:stCondLst>
                                            <p:cond evt="begin" delay="0">
                                              <p:tn val="65"/>
                                            </p:cond>
                                          </p:stCondLst>
                                          <p:endCondLst>
                                            <p:cond evt="onStopAudio" delay="0">
                                              <p:tgtEl>
                                                <p:sldTgt/>
                                              </p:tgtEl>
                                            </p:cond>
                                          </p:endCondLst>
                                        </p:cTn>
                                        <p:tgtEl>
                                          <p:sndTgt r:embed="rId4" name="TYPE.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5" grpId="0"/>
      <p:bldP spid="126" grpId="0"/>
      <p:bldP spid="127" grpId="0" build="p" autoUpdateAnimBg="0"/>
      <p:bldP spid="74" grpId="0" animBg="1"/>
      <p:bldP spid="75" grpId="0" autoUpdateAnimBg="0"/>
      <p:bldP spid="76" grpId="0" animBg="1"/>
      <p:bldP spid="77" grpId="0" autoUpdateAnimBg="0"/>
      <p:bldP spid="78" grpId="0" animBg="1"/>
      <p:bldP spid="79" grpId="0" autoUpdateAnimBg="0"/>
      <p:bldP spid="2" grpId="0"/>
      <p:bldP spid="94" grpId="0" build="p" autoUpdateAnimBg="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164442" y="91693"/>
            <a:ext cx="5546711" cy="615553"/>
          </a:xfrm>
          <a:prstGeom prst="rect">
            <a:avLst/>
          </a:prstGeom>
        </p:spPr>
        <p:txBody>
          <a:bodyPr wrap="none">
            <a:spAutoFit/>
          </a:bodyPr>
          <a:lstStyle/>
          <a:p>
            <a:pPr>
              <a:defRPr/>
            </a:pPr>
            <a:r>
              <a:rPr kumimoji="1" lang="zh-CN" altLang="en-US" sz="3400" i="0" dirty="0">
                <a:solidFill>
                  <a:srgbClr val="FFFFFF"/>
                </a:solidFill>
                <a:latin typeface="微软雅黑" panose="020B0503020204020204" pitchFamily="34" charset="-122"/>
                <a:ea typeface="微软雅黑" panose="020B0503020204020204" pitchFamily="34" charset="-122"/>
              </a:rPr>
              <a:t>第二章</a:t>
            </a:r>
            <a:r>
              <a:rPr kumimoji="1" lang="en-US" altLang="zh-CN" sz="3400" i="0" dirty="0">
                <a:solidFill>
                  <a:srgbClr val="FFFFFF"/>
                </a:solidFill>
                <a:latin typeface="微软雅黑" panose="020B0503020204020204" pitchFamily="34" charset="-122"/>
                <a:ea typeface="微软雅黑" panose="020B0503020204020204" pitchFamily="34" charset="-122"/>
              </a:rPr>
              <a:t> </a:t>
            </a:r>
            <a:r>
              <a:rPr kumimoji="1" lang="zh-CN" altLang="en-US" sz="3400" i="0" dirty="0">
                <a:solidFill>
                  <a:srgbClr val="FFFFFF"/>
                </a:solidFill>
                <a:latin typeface="微软雅黑" panose="020B0503020204020204" pitchFamily="34" charset="-122"/>
                <a:ea typeface="微软雅黑" panose="020B0503020204020204" pitchFamily="34" charset="-122"/>
              </a:rPr>
              <a:t>平面问题的受力分析</a:t>
            </a:r>
          </a:p>
        </p:txBody>
      </p:sp>
      <p:sp>
        <p:nvSpPr>
          <p:cNvPr id="14" name="Rectangle 5"/>
          <p:cNvSpPr>
            <a:spLocks noChangeArrowheads="1"/>
          </p:cNvSpPr>
          <p:nvPr/>
        </p:nvSpPr>
        <p:spPr bwMode="auto">
          <a:xfrm>
            <a:off x="279412" y="802970"/>
            <a:ext cx="1080120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just">
              <a:spcBef>
                <a:spcPct val="20000"/>
              </a:spcBef>
              <a:buClr>
                <a:schemeClr val="accent1"/>
              </a:buClr>
              <a:buSzPct val="75000"/>
              <a:buFont typeface="Monotype Sorts" pitchFamily="2" charset="2"/>
              <a:buChar char="•"/>
              <a:defRPr kumimoji="1" sz="2400">
                <a:solidFill>
                  <a:schemeClr val="tx1"/>
                </a:solidFill>
                <a:latin typeface="Impact" panose="020B0806030902050204" pitchFamily="34" charset="0"/>
                <a:ea typeface="宋体" panose="02010600030101010101" pitchFamily="2" charset="-122"/>
              </a:defRPr>
            </a:lvl1pPr>
            <a:lvl2pPr marL="742950" indent="-285750">
              <a:spcBef>
                <a:spcPct val="20000"/>
              </a:spcBef>
              <a:buClr>
                <a:schemeClr val="accent2"/>
              </a:buClr>
              <a:buChar char="•"/>
              <a:defRPr kumimoji="1" sz="2000">
                <a:solidFill>
                  <a:schemeClr val="tx1"/>
                </a:solidFill>
                <a:latin typeface="Impact" panose="020B0806030902050204" pitchFamily="34" charset="0"/>
                <a:ea typeface="宋体" panose="02010600030101010101" pitchFamily="2" charset="-122"/>
              </a:defRPr>
            </a:lvl2pPr>
            <a:lvl3pPr marL="1143000" indent="-228600">
              <a:spcBef>
                <a:spcPct val="20000"/>
              </a:spcBef>
              <a:buChar char="–"/>
              <a:defRPr kumimoji="1" sz="2400">
                <a:solidFill>
                  <a:schemeClr val="tx1"/>
                </a:solidFill>
                <a:latin typeface="Impact" panose="020B0806030902050204" pitchFamily="34" charset="0"/>
                <a:ea typeface="宋体" panose="02010600030101010101" pitchFamily="2" charset="-122"/>
              </a:defRPr>
            </a:lvl3pPr>
            <a:lvl4pPr marL="1600200" indent="-228600">
              <a:spcBef>
                <a:spcPct val="20000"/>
              </a:spcBef>
              <a:buChar char="–"/>
              <a:defRPr kumimoji="1" sz="2000">
                <a:solidFill>
                  <a:schemeClr val="tx1"/>
                </a:solidFill>
                <a:latin typeface="Impact" panose="020B0806030902050204" pitchFamily="34" charset="0"/>
                <a:ea typeface="宋体" panose="02010600030101010101" pitchFamily="2" charset="-122"/>
              </a:defRPr>
            </a:lvl4pPr>
            <a:lvl5pPr marL="2057400" indent="-228600">
              <a:spcBef>
                <a:spcPct val="20000"/>
              </a:spcBef>
              <a:buChar char="»"/>
              <a:defRPr kumimoji="1" sz="2000">
                <a:solidFill>
                  <a:schemeClr val="tx1"/>
                </a:solidFill>
                <a:latin typeface="Impact" panose="020B0806030902050204" pitchFamily="34"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9pPr>
          </a:lstStyle>
          <a:p>
            <a:pPr algn="l">
              <a:spcBef>
                <a:spcPct val="0"/>
              </a:spcBef>
              <a:buClrTx/>
              <a:buSzTx/>
              <a:buNone/>
            </a:pPr>
            <a:r>
              <a:rPr lang="zh-CN" altLang="en-US" b="1" i="0" dirty="0">
                <a:solidFill>
                  <a:srgbClr val="0033CC"/>
                </a:solidFill>
                <a:latin typeface="Times New Roman" panose="02020603050405020304" pitchFamily="18" charset="0"/>
                <a:ea typeface="黑体" panose="02010609060101010101" pitchFamily="49" charset="-122"/>
              </a:rPr>
              <a:t>例</a:t>
            </a:r>
            <a:r>
              <a:rPr lang="en-US" altLang="zh-CN" i="0" dirty="0">
                <a:latin typeface="Times New Roman" panose="02020603050405020304" pitchFamily="18" charset="0"/>
                <a:ea typeface="黑体" panose="02010609060101010101" pitchFamily="49" charset="-122"/>
              </a:rPr>
              <a:t>  </a:t>
            </a:r>
            <a:r>
              <a:rPr lang="zh-CN" altLang="en-US" i="0" dirty="0">
                <a:latin typeface="Times New Roman" panose="02020603050405020304" pitchFamily="18" charset="0"/>
                <a:ea typeface="黑体" panose="02010609060101010101" pitchFamily="49" charset="-122"/>
              </a:rPr>
              <a:t>一构件如图所示。已知</a:t>
            </a:r>
            <a:r>
              <a:rPr lang="en-US" altLang="zh-CN" i="1" dirty="0">
                <a:latin typeface="+mj-lt"/>
              </a:rPr>
              <a:t>F</a:t>
            </a:r>
            <a:r>
              <a:rPr lang="zh-CN" altLang="en-US" i="0" dirty="0">
                <a:latin typeface="Times New Roman" panose="02020603050405020304" pitchFamily="18" charset="0"/>
                <a:ea typeface="黑体" panose="02010609060101010101" pitchFamily="49" charset="-122"/>
              </a:rPr>
              <a:t>和</a:t>
            </a:r>
            <a:r>
              <a:rPr lang="en-US" altLang="zh-CN" i="1" dirty="0">
                <a:latin typeface="+mj-lt"/>
              </a:rPr>
              <a:t>a</a:t>
            </a:r>
            <a:r>
              <a:rPr lang="zh-CN" altLang="en-US" i="0" dirty="0">
                <a:latin typeface="Times New Roman" panose="02020603050405020304" pitchFamily="18" charset="0"/>
                <a:ea typeface="黑体" panose="02010609060101010101" pitchFamily="49" charset="-122"/>
              </a:rPr>
              <a:t>，且</a:t>
            </a:r>
            <a:r>
              <a:rPr lang="en-US" altLang="zh-CN" i="1" dirty="0">
                <a:latin typeface="+mj-lt"/>
              </a:rPr>
              <a:t>F</a:t>
            </a:r>
            <a:r>
              <a:rPr lang="en-US" altLang="zh-CN" i="0" baseline="-25000" dirty="0">
                <a:latin typeface="+mj-lt"/>
              </a:rPr>
              <a:t>1</a:t>
            </a:r>
            <a:r>
              <a:rPr lang="zh-CN" altLang="en-US" i="0" dirty="0">
                <a:latin typeface="Times New Roman" panose="02020603050405020304" pitchFamily="18" charset="0"/>
                <a:ea typeface="黑体" panose="02010609060101010101" pitchFamily="49" charset="-122"/>
              </a:rPr>
              <a:t>＝</a:t>
            </a:r>
            <a:r>
              <a:rPr lang="en-US" altLang="zh-CN" i="0" dirty="0">
                <a:latin typeface="Times New Roman" panose="02020603050405020304" pitchFamily="18" charset="0"/>
                <a:ea typeface="黑体" panose="02010609060101010101" pitchFamily="49" charset="-122"/>
              </a:rPr>
              <a:t>2</a:t>
            </a:r>
            <a:r>
              <a:rPr lang="en-US" altLang="zh-CN" i="1" dirty="0">
                <a:latin typeface="+mj-lt"/>
              </a:rPr>
              <a:t>F</a:t>
            </a:r>
            <a:r>
              <a:rPr lang="zh-CN" altLang="en-US" i="0" dirty="0">
                <a:latin typeface="Times New Roman" panose="02020603050405020304" pitchFamily="18" charset="0"/>
                <a:ea typeface="黑体" panose="02010609060101010101" pitchFamily="49" charset="-122"/>
              </a:rPr>
              <a:t>。试求两固定铰支座</a:t>
            </a:r>
            <a:r>
              <a:rPr lang="en-US" altLang="zh-CN" i="1" dirty="0">
                <a:latin typeface="+mj-lt"/>
              </a:rPr>
              <a:t>A</a:t>
            </a:r>
            <a:r>
              <a:rPr lang="zh-CN" altLang="en-US" dirty="0">
                <a:latin typeface="+mj-lt"/>
              </a:rPr>
              <a:t>、</a:t>
            </a:r>
            <a:r>
              <a:rPr lang="en-US" altLang="zh-CN" i="1" dirty="0">
                <a:latin typeface="+mj-lt"/>
              </a:rPr>
              <a:t>B</a:t>
            </a:r>
            <a:r>
              <a:rPr lang="zh-CN" altLang="en-US" i="0" dirty="0">
                <a:latin typeface="Times New Roman" panose="02020603050405020304" pitchFamily="18" charset="0"/>
                <a:ea typeface="黑体" panose="02010609060101010101" pitchFamily="49" charset="-122"/>
              </a:rPr>
              <a:t>和铰链</a:t>
            </a:r>
            <a:r>
              <a:rPr lang="en-US" altLang="zh-CN" i="1" dirty="0">
                <a:latin typeface="+mj-lt"/>
              </a:rPr>
              <a:t>C</a:t>
            </a:r>
            <a:r>
              <a:rPr lang="zh-CN" altLang="en-US" i="0" dirty="0">
                <a:latin typeface="Times New Roman" panose="02020603050405020304" pitchFamily="18" charset="0"/>
                <a:ea typeface="黑体" panose="02010609060101010101" pitchFamily="49" charset="-122"/>
              </a:rPr>
              <a:t>的约束力。 </a:t>
            </a:r>
          </a:p>
        </p:txBody>
      </p:sp>
      <p:sp>
        <p:nvSpPr>
          <p:cNvPr id="15" name="Rectangle 61"/>
          <p:cNvSpPr>
            <a:spLocks noChangeArrowheads="1"/>
          </p:cNvSpPr>
          <p:nvPr/>
        </p:nvSpPr>
        <p:spPr bwMode="auto">
          <a:xfrm>
            <a:off x="711460" y="2494276"/>
            <a:ext cx="10369152" cy="3714917"/>
          </a:xfrm>
          <a:prstGeom prst="rect">
            <a:avLst/>
          </a:prstGeom>
          <a:solidFill>
            <a:srgbClr val="B9CDE5"/>
          </a:solidFill>
          <a:ln>
            <a:noFill/>
          </a:ln>
          <a:effectLst/>
        </p:spPr>
        <p:txBody>
          <a:bodyPr wrap="none" anchor="ctr"/>
          <a:lstStyle/>
          <a:p>
            <a:endParaRPr lang="zh-CN" altLang="en-US"/>
          </a:p>
        </p:txBody>
      </p:sp>
      <p:sp>
        <p:nvSpPr>
          <p:cNvPr id="125" name="Rectangle 5"/>
          <p:cNvSpPr>
            <a:spLocks noChangeArrowheads="1"/>
          </p:cNvSpPr>
          <p:nvPr/>
        </p:nvSpPr>
        <p:spPr bwMode="auto">
          <a:xfrm>
            <a:off x="279412" y="1629630"/>
            <a:ext cx="10569116"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just">
              <a:spcBef>
                <a:spcPct val="20000"/>
              </a:spcBef>
              <a:buClr>
                <a:schemeClr val="accent1"/>
              </a:buClr>
              <a:buSzPct val="75000"/>
              <a:buFont typeface="Monotype Sorts" pitchFamily="2" charset="2"/>
              <a:buChar char="•"/>
              <a:defRPr kumimoji="1" sz="2400">
                <a:solidFill>
                  <a:schemeClr val="tx1"/>
                </a:solidFill>
                <a:latin typeface="Impact" panose="020B0806030902050204" pitchFamily="34" charset="0"/>
                <a:ea typeface="宋体" panose="02010600030101010101" pitchFamily="2" charset="-122"/>
              </a:defRPr>
            </a:lvl1pPr>
            <a:lvl2pPr marL="742950" indent="-285750">
              <a:spcBef>
                <a:spcPct val="20000"/>
              </a:spcBef>
              <a:buClr>
                <a:schemeClr val="accent2"/>
              </a:buClr>
              <a:buChar char="•"/>
              <a:defRPr kumimoji="1" sz="2000">
                <a:solidFill>
                  <a:schemeClr val="tx1"/>
                </a:solidFill>
                <a:latin typeface="Impact" panose="020B0806030902050204" pitchFamily="34" charset="0"/>
                <a:ea typeface="宋体" panose="02010600030101010101" pitchFamily="2" charset="-122"/>
              </a:defRPr>
            </a:lvl2pPr>
            <a:lvl3pPr marL="1143000" indent="-228600">
              <a:spcBef>
                <a:spcPct val="20000"/>
              </a:spcBef>
              <a:buChar char="–"/>
              <a:defRPr kumimoji="1" sz="2400">
                <a:solidFill>
                  <a:schemeClr val="tx1"/>
                </a:solidFill>
                <a:latin typeface="Impact" panose="020B0806030902050204" pitchFamily="34" charset="0"/>
                <a:ea typeface="宋体" panose="02010600030101010101" pitchFamily="2" charset="-122"/>
              </a:defRPr>
            </a:lvl3pPr>
            <a:lvl4pPr marL="1600200" indent="-228600">
              <a:spcBef>
                <a:spcPct val="20000"/>
              </a:spcBef>
              <a:buChar char="–"/>
              <a:defRPr kumimoji="1" sz="2000">
                <a:solidFill>
                  <a:schemeClr val="tx1"/>
                </a:solidFill>
                <a:latin typeface="Impact" panose="020B0806030902050204" pitchFamily="34" charset="0"/>
                <a:ea typeface="宋体" panose="02010600030101010101" pitchFamily="2" charset="-122"/>
              </a:defRPr>
            </a:lvl4pPr>
            <a:lvl5pPr marL="2057400" indent="-228600">
              <a:spcBef>
                <a:spcPct val="20000"/>
              </a:spcBef>
              <a:buChar char="»"/>
              <a:defRPr kumimoji="1" sz="2000">
                <a:solidFill>
                  <a:schemeClr val="tx1"/>
                </a:solidFill>
                <a:latin typeface="Impact" panose="020B0806030902050204" pitchFamily="34"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9pPr>
          </a:lstStyle>
          <a:p>
            <a:pPr algn="l">
              <a:spcBef>
                <a:spcPct val="0"/>
              </a:spcBef>
              <a:buClrTx/>
              <a:buSzTx/>
              <a:buNone/>
            </a:pPr>
            <a:r>
              <a:rPr lang="zh-CN" altLang="en-US" i="0" dirty="0">
                <a:solidFill>
                  <a:srgbClr val="0033CC"/>
                </a:solidFill>
                <a:latin typeface="Times New Roman" panose="02020603050405020304" pitchFamily="18" charset="0"/>
                <a:ea typeface="黑体" panose="02010609060101010101" pitchFamily="49" charset="-122"/>
              </a:rPr>
              <a:t>解</a:t>
            </a:r>
            <a:r>
              <a:rPr lang="en-US" altLang="zh-CN" i="0" dirty="0">
                <a:latin typeface="Times New Roman" panose="02020603050405020304" pitchFamily="18" charset="0"/>
                <a:ea typeface="黑体" panose="02010609060101010101" pitchFamily="49" charset="-122"/>
              </a:rPr>
              <a:t> 1</a:t>
            </a:r>
            <a:r>
              <a:rPr lang="zh-CN" altLang="en-US" i="0" dirty="0">
                <a:latin typeface="Times New Roman" panose="02020603050405020304" pitchFamily="18" charset="0"/>
                <a:ea typeface="黑体" panose="02010609060101010101" pitchFamily="49" charset="-122"/>
              </a:rPr>
              <a:t>）以整体为研究对象，画受力图；分别取构件</a:t>
            </a:r>
            <a:r>
              <a:rPr lang="en-US" altLang="zh-CN" i="1" dirty="0">
                <a:latin typeface="+mj-lt"/>
              </a:rPr>
              <a:t>ACD</a:t>
            </a:r>
            <a:r>
              <a:rPr lang="zh-CN" altLang="en-US" i="0" dirty="0">
                <a:latin typeface="Times New Roman" panose="02020603050405020304" pitchFamily="18" charset="0"/>
                <a:ea typeface="黑体" panose="02010609060101010101" pitchFamily="49" charset="-122"/>
              </a:rPr>
              <a:t>及</a:t>
            </a:r>
            <a:r>
              <a:rPr lang="en-US" altLang="zh-CN" i="1" dirty="0">
                <a:latin typeface="+mj-lt"/>
              </a:rPr>
              <a:t>BEC</a:t>
            </a:r>
            <a:r>
              <a:rPr lang="zh-CN" altLang="en-US" i="0" dirty="0">
                <a:latin typeface="Times New Roman" panose="02020603050405020304" pitchFamily="18" charset="0"/>
                <a:ea typeface="黑体" panose="02010609060101010101" pitchFamily="49" charset="-122"/>
              </a:rPr>
              <a:t>为研究对象，画出各分离体的受力图。 </a:t>
            </a:r>
          </a:p>
        </p:txBody>
      </p:sp>
      <p:sp>
        <p:nvSpPr>
          <p:cNvPr id="2" name="Line 6">
            <a:extLst>
              <a:ext uri="{FF2B5EF4-FFF2-40B4-BE49-F238E27FC236}">
                <a16:creationId xmlns:a16="http://schemas.microsoft.com/office/drawing/2014/main" id="{500739C0-C60D-2890-E1FF-ED5A9AD9592F}"/>
              </a:ext>
            </a:extLst>
          </p:cNvPr>
          <p:cNvSpPr>
            <a:spLocks noChangeAspect="1" noChangeShapeType="1"/>
          </p:cNvSpPr>
          <p:nvPr/>
        </p:nvSpPr>
        <p:spPr bwMode="auto">
          <a:xfrm>
            <a:off x="9206418" y="2627709"/>
            <a:ext cx="0" cy="409574"/>
          </a:xfrm>
          <a:prstGeom prst="line">
            <a:avLst/>
          </a:prstGeom>
          <a:noFill/>
          <a:ln w="38100">
            <a:solidFill>
              <a:srgbClr val="FF00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 name="Text Box 7">
            <a:extLst>
              <a:ext uri="{FF2B5EF4-FFF2-40B4-BE49-F238E27FC236}">
                <a16:creationId xmlns:a16="http://schemas.microsoft.com/office/drawing/2014/main" id="{445137C8-2C5C-088C-AE11-1E672394A31C}"/>
              </a:ext>
            </a:extLst>
          </p:cNvPr>
          <p:cNvSpPr txBox="1">
            <a:spLocks noChangeAspect="1" noChangeArrowheads="1"/>
          </p:cNvSpPr>
          <p:nvPr/>
        </p:nvSpPr>
        <p:spPr bwMode="auto">
          <a:xfrm>
            <a:off x="9563605" y="2627709"/>
            <a:ext cx="719138" cy="471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r>
              <a:rPr lang="en-US" altLang="zh-CN" b="1" i="1">
                <a:solidFill>
                  <a:srgbClr val="FF0000"/>
                </a:solidFill>
                <a:ea typeface="宋体" panose="02010600030101010101" pitchFamily="2" charset="-122"/>
              </a:rPr>
              <a:t>F</a:t>
            </a:r>
            <a:r>
              <a:rPr lang="en-US" altLang="zh-CN" i="1">
                <a:solidFill>
                  <a:srgbClr val="FF0000"/>
                </a:solidFill>
                <a:ea typeface="宋体" panose="02010600030101010101" pitchFamily="2" charset="-122"/>
              </a:rPr>
              <a:t>'</a:t>
            </a:r>
            <a:r>
              <a:rPr lang="en-US" altLang="zh-CN" i="1" baseline="-25000">
                <a:solidFill>
                  <a:srgbClr val="FF0000"/>
                </a:solidFill>
                <a:ea typeface="宋体" panose="02010600030101010101" pitchFamily="2" charset="-122"/>
              </a:rPr>
              <a:t>Cx</a:t>
            </a:r>
          </a:p>
        </p:txBody>
      </p:sp>
      <p:sp>
        <p:nvSpPr>
          <p:cNvPr id="4" name="Text Box 8">
            <a:extLst>
              <a:ext uri="{FF2B5EF4-FFF2-40B4-BE49-F238E27FC236}">
                <a16:creationId xmlns:a16="http://schemas.microsoft.com/office/drawing/2014/main" id="{330B28F1-668E-B5C3-6FC7-C37298DC4E17}"/>
              </a:ext>
            </a:extLst>
          </p:cNvPr>
          <p:cNvSpPr txBox="1">
            <a:spLocks noChangeAspect="1" noChangeArrowheads="1"/>
          </p:cNvSpPr>
          <p:nvPr/>
        </p:nvSpPr>
        <p:spPr bwMode="auto">
          <a:xfrm>
            <a:off x="8503021" y="2503520"/>
            <a:ext cx="703397" cy="473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r>
              <a:rPr lang="en-US" altLang="zh-CN" b="1" i="1" dirty="0" err="1">
                <a:solidFill>
                  <a:srgbClr val="FF0000"/>
                </a:solidFill>
                <a:ea typeface="宋体" panose="02010600030101010101" pitchFamily="2" charset="-122"/>
              </a:rPr>
              <a:t>F</a:t>
            </a:r>
            <a:r>
              <a:rPr lang="en-US" altLang="zh-CN" i="1" dirty="0" err="1">
                <a:solidFill>
                  <a:srgbClr val="FF0000"/>
                </a:solidFill>
                <a:ea typeface="宋体" panose="02010600030101010101" pitchFamily="2" charset="-122"/>
              </a:rPr>
              <a:t>'</a:t>
            </a:r>
            <a:r>
              <a:rPr lang="en-US" altLang="zh-CN" i="1" baseline="-25000" dirty="0" err="1">
                <a:solidFill>
                  <a:srgbClr val="FF0000"/>
                </a:solidFill>
                <a:ea typeface="宋体" panose="02010600030101010101" pitchFamily="2" charset="-122"/>
              </a:rPr>
              <a:t>Cy</a:t>
            </a:r>
            <a:endParaRPr lang="en-US" altLang="zh-CN" i="1" baseline="-25000" dirty="0">
              <a:solidFill>
                <a:srgbClr val="FF0000"/>
              </a:solidFill>
              <a:ea typeface="宋体" panose="02010600030101010101" pitchFamily="2" charset="-122"/>
            </a:endParaRPr>
          </a:p>
        </p:txBody>
      </p:sp>
      <p:sp>
        <p:nvSpPr>
          <p:cNvPr id="5" name="Line 9">
            <a:extLst>
              <a:ext uri="{FF2B5EF4-FFF2-40B4-BE49-F238E27FC236}">
                <a16:creationId xmlns:a16="http://schemas.microsoft.com/office/drawing/2014/main" id="{CAECBF57-C147-9E67-9C2E-4D0B521E8D6A}"/>
              </a:ext>
            </a:extLst>
          </p:cNvPr>
          <p:cNvSpPr>
            <a:spLocks noChangeAspect="1" noChangeShapeType="1"/>
          </p:cNvSpPr>
          <p:nvPr/>
        </p:nvSpPr>
        <p:spPr bwMode="auto">
          <a:xfrm flipH="1">
            <a:off x="6559326" y="3213497"/>
            <a:ext cx="576263" cy="0"/>
          </a:xfrm>
          <a:prstGeom prst="line">
            <a:avLst/>
          </a:prstGeom>
          <a:noFill/>
          <a:ln w="38100">
            <a:solidFill>
              <a:srgbClr val="FF00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 name="Line 10">
            <a:extLst>
              <a:ext uri="{FF2B5EF4-FFF2-40B4-BE49-F238E27FC236}">
                <a16:creationId xmlns:a16="http://schemas.microsoft.com/office/drawing/2014/main" id="{99F8F414-3AAC-282A-D71C-B73F8EB4120B}"/>
              </a:ext>
            </a:extLst>
          </p:cNvPr>
          <p:cNvSpPr>
            <a:spLocks noChangeAspect="1" noChangeShapeType="1"/>
          </p:cNvSpPr>
          <p:nvPr/>
        </p:nvSpPr>
        <p:spPr bwMode="auto">
          <a:xfrm flipV="1">
            <a:off x="6530751" y="3280172"/>
            <a:ext cx="0" cy="577850"/>
          </a:xfrm>
          <a:prstGeom prst="line">
            <a:avLst/>
          </a:prstGeom>
          <a:noFill/>
          <a:ln w="38100">
            <a:solidFill>
              <a:srgbClr val="FF00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8" name="Line 11">
            <a:extLst>
              <a:ext uri="{FF2B5EF4-FFF2-40B4-BE49-F238E27FC236}">
                <a16:creationId xmlns:a16="http://schemas.microsoft.com/office/drawing/2014/main" id="{A11CB635-CA92-0D65-F1B1-1C51D214A35B}"/>
              </a:ext>
            </a:extLst>
          </p:cNvPr>
          <p:cNvSpPr>
            <a:spLocks noChangeAspect="1" noChangeShapeType="1"/>
          </p:cNvSpPr>
          <p:nvPr/>
        </p:nvSpPr>
        <p:spPr bwMode="auto">
          <a:xfrm>
            <a:off x="9284205" y="3091259"/>
            <a:ext cx="577850" cy="0"/>
          </a:xfrm>
          <a:prstGeom prst="line">
            <a:avLst/>
          </a:prstGeom>
          <a:noFill/>
          <a:ln w="38100">
            <a:solidFill>
              <a:srgbClr val="FF00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9" name="Text Box 12">
            <a:extLst>
              <a:ext uri="{FF2B5EF4-FFF2-40B4-BE49-F238E27FC236}">
                <a16:creationId xmlns:a16="http://schemas.microsoft.com/office/drawing/2014/main" id="{9C4F9072-C5CD-D7CE-CBA5-29481FA73093}"/>
              </a:ext>
            </a:extLst>
          </p:cNvPr>
          <p:cNvSpPr txBox="1">
            <a:spLocks noChangeAspect="1" noChangeArrowheads="1"/>
          </p:cNvSpPr>
          <p:nvPr/>
        </p:nvSpPr>
        <p:spPr bwMode="auto">
          <a:xfrm>
            <a:off x="6748239" y="3119834"/>
            <a:ext cx="863600" cy="573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r>
              <a:rPr lang="en-US" altLang="zh-CN" b="1" i="1">
                <a:solidFill>
                  <a:srgbClr val="FF0000"/>
                </a:solidFill>
                <a:ea typeface="宋体" panose="02010600030101010101" pitchFamily="2" charset="-122"/>
              </a:rPr>
              <a:t>F</a:t>
            </a:r>
            <a:r>
              <a:rPr lang="en-US" altLang="zh-CN" i="1" baseline="-25000">
                <a:solidFill>
                  <a:srgbClr val="FF0000"/>
                </a:solidFill>
                <a:ea typeface="宋体" panose="02010600030101010101" pitchFamily="2" charset="-122"/>
              </a:rPr>
              <a:t>Cx</a:t>
            </a:r>
          </a:p>
        </p:txBody>
      </p:sp>
      <p:sp>
        <p:nvSpPr>
          <p:cNvPr id="10" name="Text Box 13">
            <a:extLst>
              <a:ext uri="{FF2B5EF4-FFF2-40B4-BE49-F238E27FC236}">
                <a16:creationId xmlns:a16="http://schemas.microsoft.com/office/drawing/2014/main" id="{B234958D-FAC6-0492-BFC9-F183FAF01107}"/>
              </a:ext>
            </a:extLst>
          </p:cNvPr>
          <p:cNvSpPr txBox="1">
            <a:spLocks noChangeAspect="1" noChangeArrowheads="1"/>
          </p:cNvSpPr>
          <p:nvPr/>
        </p:nvSpPr>
        <p:spPr bwMode="auto">
          <a:xfrm>
            <a:off x="5984651" y="3610372"/>
            <a:ext cx="86995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b="1" i="1">
                <a:solidFill>
                  <a:srgbClr val="FF0000"/>
                </a:solidFill>
                <a:ea typeface="宋体" panose="02010600030101010101" pitchFamily="2" charset="-122"/>
              </a:rPr>
              <a:t>F</a:t>
            </a:r>
            <a:r>
              <a:rPr lang="en-US" altLang="zh-CN" i="1" baseline="-25000">
                <a:solidFill>
                  <a:srgbClr val="FF0000"/>
                </a:solidFill>
                <a:ea typeface="宋体" panose="02010600030101010101" pitchFamily="2" charset="-122"/>
              </a:rPr>
              <a:t>Cy</a:t>
            </a:r>
          </a:p>
        </p:txBody>
      </p:sp>
      <p:sp>
        <p:nvSpPr>
          <p:cNvPr id="11" name="Line 14">
            <a:extLst>
              <a:ext uri="{FF2B5EF4-FFF2-40B4-BE49-F238E27FC236}">
                <a16:creationId xmlns:a16="http://schemas.microsoft.com/office/drawing/2014/main" id="{6CD8F918-8831-9909-C920-1E7D46DB82C4}"/>
              </a:ext>
            </a:extLst>
          </p:cNvPr>
          <p:cNvSpPr>
            <a:spLocks noChangeAspect="1" noChangeShapeType="1"/>
          </p:cNvSpPr>
          <p:nvPr/>
        </p:nvSpPr>
        <p:spPr bwMode="auto">
          <a:xfrm>
            <a:off x="5417914" y="5404247"/>
            <a:ext cx="684212" cy="0"/>
          </a:xfrm>
          <a:prstGeom prst="line">
            <a:avLst/>
          </a:prstGeom>
          <a:noFill/>
          <a:ln w="38100">
            <a:solidFill>
              <a:srgbClr val="FF00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2" name="Line 15">
            <a:extLst>
              <a:ext uri="{FF2B5EF4-FFF2-40B4-BE49-F238E27FC236}">
                <a16:creationId xmlns:a16="http://schemas.microsoft.com/office/drawing/2014/main" id="{21E25E1E-24A2-ECFD-6F30-2542223E3F8B}"/>
              </a:ext>
            </a:extLst>
          </p:cNvPr>
          <p:cNvSpPr>
            <a:spLocks noChangeAspect="1" noChangeShapeType="1"/>
          </p:cNvSpPr>
          <p:nvPr/>
        </p:nvSpPr>
        <p:spPr bwMode="auto">
          <a:xfrm flipV="1">
            <a:off x="5403626" y="5393134"/>
            <a:ext cx="0" cy="522289"/>
          </a:xfrm>
          <a:prstGeom prst="line">
            <a:avLst/>
          </a:prstGeom>
          <a:noFill/>
          <a:ln w="38100">
            <a:solidFill>
              <a:srgbClr val="FF00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3" name="Text Box 16">
            <a:extLst>
              <a:ext uri="{FF2B5EF4-FFF2-40B4-BE49-F238E27FC236}">
                <a16:creationId xmlns:a16="http://schemas.microsoft.com/office/drawing/2014/main" id="{4FD2407F-DC21-47C5-EFBE-89AA36CF7D4B}"/>
              </a:ext>
            </a:extLst>
          </p:cNvPr>
          <p:cNvSpPr txBox="1">
            <a:spLocks noChangeAspect="1" noChangeArrowheads="1"/>
          </p:cNvSpPr>
          <p:nvPr/>
        </p:nvSpPr>
        <p:spPr bwMode="auto">
          <a:xfrm>
            <a:off x="5714776" y="4954984"/>
            <a:ext cx="668338" cy="481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r>
              <a:rPr lang="en-US" altLang="zh-CN" b="1" i="1">
                <a:solidFill>
                  <a:srgbClr val="FF0000"/>
                </a:solidFill>
                <a:ea typeface="宋体" panose="02010600030101010101" pitchFamily="2" charset="-122"/>
              </a:rPr>
              <a:t>F</a:t>
            </a:r>
            <a:r>
              <a:rPr lang="en-US" altLang="zh-CN" i="1" baseline="-25000">
                <a:solidFill>
                  <a:srgbClr val="FF0000"/>
                </a:solidFill>
                <a:ea typeface="宋体" panose="02010600030101010101" pitchFamily="2" charset="-122"/>
              </a:rPr>
              <a:t>Ax</a:t>
            </a:r>
          </a:p>
        </p:txBody>
      </p:sp>
      <p:sp>
        <p:nvSpPr>
          <p:cNvPr id="16" name="Text Box 17">
            <a:extLst>
              <a:ext uri="{FF2B5EF4-FFF2-40B4-BE49-F238E27FC236}">
                <a16:creationId xmlns:a16="http://schemas.microsoft.com/office/drawing/2014/main" id="{D02FF60A-4246-D377-E00B-1BC860251E1A}"/>
              </a:ext>
            </a:extLst>
          </p:cNvPr>
          <p:cNvSpPr txBox="1">
            <a:spLocks noChangeAspect="1" noChangeArrowheads="1"/>
          </p:cNvSpPr>
          <p:nvPr/>
        </p:nvSpPr>
        <p:spPr bwMode="auto">
          <a:xfrm>
            <a:off x="5384576" y="5709047"/>
            <a:ext cx="700088" cy="379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r>
              <a:rPr lang="en-US" altLang="zh-CN" b="1" i="1">
                <a:solidFill>
                  <a:srgbClr val="FF0000"/>
                </a:solidFill>
                <a:ea typeface="宋体" panose="02010600030101010101" pitchFamily="2" charset="-122"/>
              </a:rPr>
              <a:t>F</a:t>
            </a:r>
            <a:r>
              <a:rPr lang="en-US" altLang="zh-CN" i="1" baseline="-25000">
                <a:solidFill>
                  <a:srgbClr val="FF0000"/>
                </a:solidFill>
                <a:ea typeface="宋体" panose="02010600030101010101" pitchFamily="2" charset="-122"/>
              </a:rPr>
              <a:t>Ay</a:t>
            </a:r>
          </a:p>
        </p:txBody>
      </p:sp>
      <p:sp>
        <p:nvSpPr>
          <p:cNvPr id="17" name="Text Box 18">
            <a:extLst>
              <a:ext uri="{FF2B5EF4-FFF2-40B4-BE49-F238E27FC236}">
                <a16:creationId xmlns:a16="http://schemas.microsoft.com/office/drawing/2014/main" id="{4E15D204-DD50-B268-BA5E-D4E16463162F}"/>
              </a:ext>
            </a:extLst>
          </p:cNvPr>
          <p:cNvSpPr txBox="1">
            <a:spLocks noChangeAspect="1" noChangeArrowheads="1"/>
          </p:cNvSpPr>
          <p:nvPr/>
        </p:nvSpPr>
        <p:spPr bwMode="auto">
          <a:xfrm>
            <a:off x="9185780" y="5670947"/>
            <a:ext cx="833438" cy="598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r>
              <a:rPr lang="en-US" altLang="zh-CN" b="1" i="1">
                <a:solidFill>
                  <a:srgbClr val="FF0000"/>
                </a:solidFill>
                <a:ea typeface="宋体" panose="02010600030101010101" pitchFamily="2" charset="-122"/>
              </a:rPr>
              <a:t>F</a:t>
            </a:r>
            <a:r>
              <a:rPr lang="en-US" altLang="zh-CN" i="1" baseline="-25000">
                <a:solidFill>
                  <a:srgbClr val="FF0000"/>
                </a:solidFill>
                <a:ea typeface="宋体" panose="02010600030101010101" pitchFamily="2" charset="-122"/>
              </a:rPr>
              <a:t>By</a:t>
            </a:r>
          </a:p>
        </p:txBody>
      </p:sp>
      <p:sp>
        <p:nvSpPr>
          <p:cNvPr id="18" name="Text Box 19">
            <a:extLst>
              <a:ext uri="{FF2B5EF4-FFF2-40B4-BE49-F238E27FC236}">
                <a16:creationId xmlns:a16="http://schemas.microsoft.com/office/drawing/2014/main" id="{E314C863-4B79-8236-999B-E4D2CBFCB324}"/>
              </a:ext>
            </a:extLst>
          </p:cNvPr>
          <p:cNvSpPr txBox="1">
            <a:spLocks noChangeAspect="1" noChangeArrowheads="1"/>
          </p:cNvSpPr>
          <p:nvPr/>
        </p:nvSpPr>
        <p:spPr bwMode="auto">
          <a:xfrm>
            <a:off x="8307893" y="4891484"/>
            <a:ext cx="708025" cy="473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r>
              <a:rPr lang="en-US" altLang="zh-CN" b="1" i="1">
                <a:solidFill>
                  <a:srgbClr val="FF0000"/>
                </a:solidFill>
                <a:ea typeface="宋体" panose="02010600030101010101" pitchFamily="2" charset="-122"/>
              </a:rPr>
              <a:t>F</a:t>
            </a:r>
            <a:r>
              <a:rPr lang="en-US" altLang="zh-CN" i="1" baseline="-25000">
                <a:solidFill>
                  <a:srgbClr val="FF0000"/>
                </a:solidFill>
                <a:ea typeface="宋体" panose="02010600030101010101" pitchFamily="2" charset="-122"/>
              </a:rPr>
              <a:t>Bx</a:t>
            </a:r>
          </a:p>
        </p:txBody>
      </p:sp>
      <p:sp>
        <p:nvSpPr>
          <p:cNvPr id="19" name="Line 20">
            <a:extLst>
              <a:ext uri="{FF2B5EF4-FFF2-40B4-BE49-F238E27FC236}">
                <a16:creationId xmlns:a16="http://schemas.microsoft.com/office/drawing/2014/main" id="{84851573-AF11-03B2-4ADE-A8BC09223C94}"/>
              </a:ext>
            </a:extLst>
          </p:cNvPr>
          <p:cNvSpPr>
            <a:spLocks noChangeAspect="1" noChangeShapeType="1"/>
          </p:cNvSpPr>
          <p:nvPr/>
        </p:nvSpPr>
        <p:spPr bwMode="auto">
          <a:xfrm>
            <a:off x="8400256" y="5359797"/>
            <a:ext cx="723612" cy="0"/>
          </a:xfrm>
          <a:prstGeom prst="line">
            <a:avLst/>
          </a:prstGeom>
          <a:noFill/>
          <a:ln w="38100">
            <a:solidFill>
              <a:srgbClr val="FF00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0" name="Line 21">
            <a:extLst>
              <a:ext uri="{FF2B5EF4-FFF2-40B4-BE49-F238E27FC236}">
                <a16:creationId xmlns:a16="http://schemas.microsoft.com/office/drawing/2014/main" id="{69997EFF-3897-349D-D3D4-91FDDD1C137C}"/>
              </a:ext>
            </a:extLst>
          </p:cNvPr>
          <p:cNvSpPr>
            <a:spLocks noChangeAspect="1" noChangeShapeType="1"/>
          </p:cNvSpPr>
          <p:nvPr/>
        </p:nvSpPr>
        <p:spPr bwMode="auto">
          <a:xfrm flipV="1">
            <a:off x="9214355" y="5421709"/>
            <a:ext cx="0" cy="493714"/>
          </a:xfrm>
          <a:prstGeom prst="line">
            <a:avLst/>
          </a:prstGeom>
          <a:noFill/>
          <a:ln w="38100">
            <a:solidFill>
              <a:srgbClr val="FF00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nvGrpSpPr>
          <p:cNvPr id="21" name="Group 22">
            <a:extLst>
              <a:ext uri="{FF2B5EF4-FFF2-40B4-BE49-F238E27FC236}">
                <a16:creationId xmlns:a16="http://schemas.microsoft.com/office/drawing/2014/main" id="{49D59AEE-BC1E-61C9-D57E-BD13141C6DB5}"/>
              </a:ext>
            </a:extLst>
          </p:cNvPr>
          <p:cNvGrpSpPr>
            <a:grpSpLocks/>
          </p:cNvGrpSpPr>
          <p:nvPr/>
        </p:nvGrpSpPr>
        <p:grpSpPr bwMode="auto">
          <a:xfrm>
            <a:off x="5073426" y="2461022"/>
            <a:ext cx="3282950" cy="3325812"/>
            <a:chOff x="568" y="1756"/>
            <a:chExt cx="2068" cy="2095"/>
          </a:xfrm>
        </p:grpSpPr>
        <p:sp>
          <p:nvSpPr>
            <p:cNvPr id="22" name="Line 23">
              <a:extLst>
                <a:ext uri="{FF2B5EF4-FFF2-40B4-BE49-F238E27FC236}">
                  <a16:creationId xmlns:a16="http://schemas.microsoft.com/office/drawing/2014/main" id="{DC642EF0-1743-9EA2-8DFD-2E23723C2CE7}"/>
                </a:ext>
              </a:extLst>
            </p:cNvPr>
            <p:cNvSpPr>
              <a:spLocks noChangeShapeType="1"/>
            </p:cNvSpPr>
            <p:nvPr/>
          </p:nvSpPr>
          <p:spPr bwMode="auto">
            <a:xfrm rot="10800000">
              <a:off x="767" y="2157"/>
              <a:ext cx="1490" cy="2"/>
            </a:xfrm>
            <a:prstGeom prst="line">
              <a:avLst/>
            </a:prstGeom>
            <a:noFill/>
            <a:ln w="762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3" name="Text Box 24">
              <a:extLst>
                <a:ext uri="{FF2B5EF4-FFF2-40B4-BE49-F238E27FC236}">
                  <a16:creationId xmlns:a16="http://schemas.microsoft.com/office/drawing/2014/main" id="{E368A24A-0B0E-D2E2-5E8C-A63F577F0007}"/>
                </a:ext>
              </a:extLst>
            </p:cNvPr>
            <p:cNvSpPr txBox="1">
              <a:spLocks noChangeAspect="1" noChangeArrowheads="1"/>
            </p:cNvSpPr>
            <p:nvPr/>
          </p:nvSpPr>
          <p:spPr bwMode="auto">
            <a:xfrm>
              <a:off x="2214" y="1756"/>
              <a:ext cx="422"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just"/>
              <a:r>
                <a:rPr lang="en-US" altLang="zh-CN" b="1" i="1" dirty="0">
                  <a:solidFill>
                    <a:srgbClr val="FF0000"/>
                  </a:solidFill>
                  <a:ea typeface="宋体" panose="02010600030101010101" pitchFamily="2" charset="-122"/>
                </a:rPr>
                <a:t>F</a:t>
              </a:r>
              <a:r>
                <a:rPr lang="en-US" altLang="zh-CN" i="0" baseline="-25000" dirty="0">
                  <a:solidFill>
                    <a:srgbClr val="FF0000"/>
                  </a:solidFill>
                  <a:ea typeface="宋体" panose="02010600030101010101" pitchFamily="2" charset="-122"/>
                </a:rPr>
                <a:t>1</a:t>
              </a:r>
            </a:p>
          </p:txBody>
        </p:sp>
        <p:sp>
          <p:nvSpPr>
            <p:cNvPr id="24" name="Text Box 25">
              <a:extLst>
                <a:ext uri="{FF2B5EF4-FFF2-40B4-BE49-F238E27FC236}">
                  <a16:creationId xmlns:a16="http://schemas.microsoft.com/office/drawing/2014/main" id="{C0B888BE-77E6-EAC0-53DF-216210D61BA4}"/>
                </a:ext>
              </a:extLst>
            </p:cNvPr>
            <p:cNvSpPr txBox="1">
              <a:spLocks noChangeAspect="1" noChangeArrowheads="1"/>
            </p:cNvSpPr>
            <p:nvPr/>
          </p:nvSpPr>
          <p:spPr bwMode="auto">
            <a:xfrm>
              <a:off x="568" y="3451"/>
              <a:ext cx="444" cy="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just"/>
              <a:r>
                <a:rPr lang="en-US" altLang="zh-CN" i="1">
                  <a:solidFill>
                    <a:schemeClr val="tx1"/>
                  </a:solidFill>
                  <a:ea typeface="宋体" panose="02010600030101010101" pitchFamily="2" charset="-122"/>
                </a:rPr>
                <a:t>A</a:t>
              </a:r>
              <a:endParaRPr lang="en-US" altLang="zh-CN" i="1">
                <a:solidFill>
                  <a:schemeClr val="tx1"/>
                </a:solidFill>
                <a:latin typeface="" pitchFamily="18" charset="-52"/>
                <a:ea typeface="宋体" panose="02010600030101010101" pitchFamily="2" charset="-122"/>
              </a:endParaRPr>
            </a:p>
          </p:txBody>
        </p:sp>
        <p:sp>
          <p:nvSpPr>
            <p:cNvPr id="25" name="Line 26">
              <a:extLst>
                <a:ext uri="{FF2B5EF4-FFF2-40B4-BE49-F238E27FC236}">
                  <a16:creationId xmlns:a16="http://schemas.microsoft.com/office/drawing/2014/main" id="{8C7C410D-A2CE-4DFB-70ED-3707EDA35D24}"/>
                </a:ext>
              </a:extLst>
            </p:cNvPr>
            <p:cNvSpPr>
              <a:spLocks noChangeAspect="1" noChangeShapeType="1"/>
            </p:cNvSpPr>
            <p:nvPr/>
          </p:nvSpPr>
          <p:spPr bwMode="auto">
            <a:xfrm>
              <a:off x="2248" y="1861"/>
              <a:ext cx="0" cy="323"/>
            </a:xfrm>
            <a:prstGeom prst="line">
              <a:avLst/>
            </a:prstGeom>
            <a:noFill/>
            <a:ln w="38100">
              <a:solidFill>
                <a:srgbClr val="FF00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6" name="Text Box 27">
              <a:extLst>
                <a:ext uri="{FF2B5EF4-FFF2-40B4-BE49-F238E27FC236}">
                  <a16:creationId xmlns:a16="http://schemas.microsoft.com/office/drawing/2014/main" id="{3D46AD28-DF1D-1822-E6C6-05459DC116A2}"/>
                </a:ext>
              </a:extLst>
            </p:cNvPr>
            <p:cNvSpPr txBox="1">
              <a:spLocks noChangeAspect="1" noChangeArrowheads="1"/>
            </p:cNvSpPr>
            <p:nvPr/>
          </p:nvSpPr>
          <p:spPr bwMode="auto">
            <a:xfrm>
              <a:off x="1239" y="2160"/>
              <a:ext cx="320" cy="29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just"/>
              <a:r>
                <a:rPr lang="en-US" altLang="zh-CN" i="1">
                  <a:solidFill>
                    <a:schemeClr val="tx1"/>
                  </a:solidFill>
                  <a:ea typeface="宋体" panose="02010600030101010101" pitchFamily="2" charset="-122"/>
                </a:rPr>
                <a:t>C</a:t>
              </a:r>
              <a:endParaRPr lang="en-US" altLang="zh-CN" i="1">
                <a:solidFill>
                  <a:schemeClr val="tx1"/>
                </a:solidFill>
                <a:latin typeface="" pitchFamily="18" charset="-52"/>
                <a:ea typeface="宋体" panose="02010600030101010101" pitchFamily="2" charset="-122"/>
              </a:endParaRPr>
            </a:p>
          </p:txBody>
        </p:sp>
        <p:sp>
          <p:nvSpPr>
            <p:cNvPr id="27" name="Oval 28">
              <a:extLst>
                <a:ext uri="{FF2B5EF4-FFF2-40B4-BE49-F238E27FC236}">
                  <a16:creationId xmlns:a16="http://schemas.microsoft.com/office/drawing/2014/main" id="{69468487-E39E-F22A-F111-D6986C920077}"/>
                </a:ext>
              </a:extLst>
            </p:cNvPr>
            <p:cNvSpPr>
              <a:spLocks noChangeArrowheads="1"/>
            </p:cNvSpPr>
            <p:nvPr/>
          </p:nvSpPr>
          <p:spPr bwMode="auto">
            <a:xfrm>
              <a:off x="1466" y="2184"/>
              <a:ext cx="82" cy="82"/>
            </a:xfrm>
            <a:prstGeom prst="ellipse">
              <a:avLst/>
            </a:prstGeom>
            <a:solidFill>
              <a:srgbClr val="FF0000"/>
            </a:solidFill>
            <a:ln w="28575" algn="ctr">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8" name="Line 29">
              <a:extLst>
                <a:ext uri="{FF2B5EF4-FFF2-40B4-BE49-F238E27FC236}">
                  <a16:creationId xmlns:a16="http://schemas.microsoft.com/office/drawing/2014/main" id="{15D03F48-AFFA-D771-A24E-B795C40197CF}"/>
                </a:ext>
              </a:extLst>
            </p:cNvPr>
            <p:cNvSpPr>
              <a:spLocks noChangeShapeType="1"/>
            </p:cNvSpPr>
            <p:nvPr/>
          </p:nvSpPr>
          <p:spPr bwMode="auto">
            <a:xfrm rot="5400000">
              <a:off x="72" y="2883"/>
              <a:ext cx="1430" cy="2"/>
            </a:xfrm>
            <a:prstGeom prst="line">
              <a:avLst/>
            </a:prstGeom>
            <a:noFill/>
            <a:ln w="762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9" name="Oval 30">
              <a:extLst>
                <a:ext uri="{FF2B5EF4-FFF2-40B4-BE49-F238E27FC236}">
                  <a16:creationId xmlns:a16="http://schemas.microsoft.com/office/drawing/2014/main" id="{D085D031-7E2E-9597-CFD4-27726849A0AF}"/>
                </a:ext>
              </a:extLst>
            </p:cNvPr>
            <p:cNvSpPr>
              <a:spLocks noChangeArrowheads="1"/>
            </p:cNvSpPr>
            <p:nvPr/>
          </p:nvSpPr>
          <p:spPr bwMode="auto">
            <a:xfrm>
              <a:off x="745" y="3580"/>
              <a:ext cx="82" cy="82"/>
            </a:xfrm>
            <a:prstGeom prst="ellipse">
              <a:avLst/>
            </a:prstGeom>
            <a:solidFill>
              <a:srgbClr val="FF0000"/>
            </a:solidFill>
            <a:ln w="28575" algn="ctr">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0" name="Text Box 31">
              <a:extLst>
                <a:ext uri="{FF2B5EF4-FFF2-40B4-BE49-F238E27FC236}">
                  <a16:creationId xmlns:a16="http://schemas.microsoft.com/office/drawing/2014/main" id="{BF2ED08B-2C9C-D4B2-7515-D50EB45105CA}"/>
                </a:ext>
              </a:extLst>
            </p:cNvPr>
            <p:cNvSpPr txBox="1">
              <a:spLocks noChangeAspect="1" noChangeArrowheads="1"/>
            </p:cNvSpPr>
            <p:nvPr/>
          </p:nvSpPr>
          <p:spPr bwMode="auto">
            <a:xfrm>
              <a:off x="2196" y="2059"/>
              <a:ext cx="320" cy="29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just"/>
              <a:r>
                <a:rPr lang="en-US" altLang="zh-CN" i="1">
                  <a:solidFill>
                    <a:schemeClr val="tx1"/>
                  </a:solidFill>
                  <a:ea typeface="宋体" panose="02010600030101010101" pitchFamily="2" charset="-122"/>
                </a:rPr>
                <a:t>D</a:t>
              </a:r>
              <a:endParaRPr lang="en-US" altLang="zh-CN" i="1">
                <a:solidFill>
                  <a:schemeClr val="tx1"/>
                </a:solidFill>
                <a:latin typeface="" pitchFamily="18" charset="-52"/>
                <a:ea typeface="宋体" panose="02010600030101010101" pitchFamily="2" charset="-122"/>
              </a:endParaRPr>
            </a:p>
          </p:txBody>
        </p:sp>
      </p:grpSp>
      <p:grpSp>
        <p:nvGrpSpPr>
          <p:cNvPr id="31" name="Group 32">
            <a:extLst>
              <a:ext uri="{FF2B5EF4-FFF2-40B4-BE49-F238E27FC236}">
                <a16:creationId xmlns:a16="http://schemas.microsoft.com/office/drawing/2014/main" id="{DDADBB0D-5424-360C-99D8-F56D10338012}"/>
              </a:ext>
            </a:extLst>
          </p:cNvPr>
          <p:cNvGrpSpPr>
            <a:grpSpLocks/>
          </p:cNvGrpSpPr>
          <p:nvPr/>
        </p:nvGrpSpPr>
        <p:grpSpPr bwMode="auto">
          <a:xfrm>
            <a:off x="8784143" y="2988072"/>
            <a:ext cx="1441450" cy="2492375"/>
            <a:chOff x="4424" y="1635"/>
            <a:chExt cx="908" cy="1570"/>
          </a:xfrm>
        </p:grpSpPr>
        <p:sp>
          <p:nvSpPr>
            <p:cNvPr id="96" name="Text Box 33">
              <a:extLst>
                <a:ext uri="{FF2B5EF4-FFF2-40B4-BE49-F238E27FC236}">
                  <a16:creationId xmlns:a16="http://schemas.microsoft.com/office/drawing/2014/main" id="{4A05B061-7055-0338-AF87-CF9CFBF2F3CA}"/>
                </a:ext>
              </a:extLst>
            </p:cNvPr>
            <p:cNvSpPr txBox="1">
              <a:spLocks noChangeAspect="1" noChangeArrowheads="1"/>
            </p:cNvSpPr>
            <p:nvPr/>
          </p:nvSpPr>
          <p:spPr bwMode="auto">
            <a:xfrm>
              <a:off x="4708" y="2906"/>
              <a:ext cx="320" cy="29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just"/>
              <a:r>
                <a:rPr lang="en-US" altLang="zh-CN" i="1">
                  <a:solidFill>
                    <a:schemeClr val="tx1"/>
                  </a:solidFill>
                  <a:ea typeface="宋体" panose="02010600030101010101" pitchFamily="2" charset="-122"/>
                </a:rPr>
                <a:t>B</a:t>
              </a:r>
              <a:endParaRPr lang="en-US" altLang="zh-CN" i="1">
                <a:solidFill>
                  <a:schemeClr val="tx1"/>
                </a:solidFill>
                <a:latin typeface="" pitchFamily="18" charset="-52"/>
                <a:ea typeface="宋体" panose="02010600030101010101" pitchFamily="2" charset="-122"/>
              </a:endParaRPr>
            </a:p>
          </p:txBody>
        </p:sp>
        <p:sp>
          <p:nvSpPr>
            <p:cNvPr id="97" name="Text Box 34">
              <a:extLst>
                <a:ext uri="{FF2B5EF4-FFF2-40B4-BE49-F238E27FC236}">
                  <a16:creationId xmlns:a16="http://schemas.microsoft.com/office/drawing/2014/main" id="{E229B8AB-269F-9573-A550-51BEC6F91AB7}"/>
                </a:ext>
              </a:extLst>
            </p:cNvPr>
            <p:cNvSpPr txBox="1">
              <a:spLocks noChangeAspect="1" noChangeArrowheads="1"/>
            </p:cNvSpPr>
            <p:nvPr/>
          </p:nvSpPr>
          <p:spPr bwMode="auto">
            <a:xfrm>
              <a:off x="4424" y="1635"/>
              <a:ext cx="320" cy="29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just"/>
              <a:r>
                <a:rPr lang="en-US" altLang="zh-CN" i="1">
                  <a:solidFill>
                    <a:schemeClr val="tx1"/>
                  </a:solidFill>
                  <a:ea typeface="宋体" panose="02010600030101010101" pitchFamily="2" charset="-122"/>
                </a:rPr>
                <a:t>C</a:t>
              </a:r>
              <a:endParaRPr lang="en-US" altLang="zh-CN" i="1">
                <a:solidFill>
                  <a:schemeClr val="tx1"/>
                </a:solidFill>
                <a:latin typeface="" pitchFamily="18" charset="-52"/>
                <a:ea typeface="宋体" panose="02010600030101010101" pitchFamily="2" charset="-122"/>
              </a:endParaRPr>
            </a:p>
          </p:txBody>
        </p:sp>
        <p:sp>
          <p:nvSpPr>
            <p:cNvPr id="98" name="Line 35">
              <a:extLst>
                <a:ext uri="{FF2B5EF4-FFF2-40B4-BE49-F238E27FC236}">
                  <a16:creationId xmlns:a16="http://schemas.microsoft.com/office/drawing/2014/main" id="{1A325F7B-E640-1E76-5C9C-DB24E8752DB8}"/>
                </a:ext>
              </a:extLst>
            </p:cNvPr>
            <p:cNvSpPr>
              <a:spLocks noChangeAspect="1" noChangeShapeType="1"/>
            </p:cNvSpPr>
            <p:nvPr/>
          </p:nvSpPr>
          <p:spPr bwMode="auto">
            <a:xfrm rot="5400000">
              <a:off x="3950" y="2386"/>
              <a:ext cx="1480" cy="2"/>
            </a:xfrm>
            <a:prstGeom prst="line">
              <a:avLst/>
            </a:prstGeom>
            <a:noFill/>
            <a:ln w="762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99" name="Oval 36">
              <a:extLst>
                <a:ext uri="{FF2B5EF4-FFF2-40B4-BE49-F238E27FC236}">
                  <a16:creationId xmlns:a16="http://schemas.microsoft.com/office/drawing/2014/main" id="{FF93CE3C-B057-E04F-08F6-1D7A009EDBEE}"/>
                </a:ext>
              </a:extLst>
            </p:cNvPr>
            <p:cNvSpPr>
              <a:spLocks noChangeArrowheads="1"/>
            </p:cNvSpPr>
            <p:nvPr/>
          </p:nvSpPr>
          <p:spPr bwMode="auto">
            <a:xfrm>
              <a:off x="4651" y="1659"/>
              <a:ext cx="82" cy="82"/>
            </a:xfrm>
            <a:prstGeom prst="ellipse">
              <a:avLst/>
            </a:prstGeom>
            <a:solidFill>
              <a:srgbClr val="FF0000"/>
            </a:solidFill>
            <a:ln w="28575" algn="ctr">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00" name="Text Box 37">
              <a:extLst>
                <a:ext uri="{FF2B5EF4-FFF2-40B4-BE49-F238E27FC236}">
                  <a16:creationId xmlns:a16="http://schemas.microsoft.com/office/drawing/2014/main" id="{A8B2DEA9-2F07-544F-003E-2C346001D24F}"/>
                </a:ext>
              </a:extLst>
            </p:cNvPr>
            <p:cNvSpPr txBox="1">
              <a:spLocks noChangeAspect="1" noChangeArrowheads="1"/>
            </p:cNvSpPr>
            <p:nvPr/>
          </p:nvSpPr>
          <p:spPr bwMode="auto">
            <a:xfrm>
              <a:off x="5055" y="2084"/>
              <a:ext cx="277" cy="3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r>
                <a:rPr lang="en-US" altLang="zh-CN" b="1" i="1">
                  <a:solidFill>
                    <a:srgbClr val="FF0000"/>
                  </a:solidFill>
                  <a:ea typeface="宋体" panose="02010600030101010101" pitchFamily="2" charset="-122"/>
                </a:rPr>
                <a:t>F</a:t>
              </a:r>
              <a:endParaRPr lang="en-US" altLang="zh-CN" i="1" baseline="-25000">
                <a:solidFill>
                  <a:srgbClr val="FF0000"/>
                </a:solidFill>
                <a:ea typeface="宋体" panose="02010600030101010101" pitchFamily="2" charset="-122"/>
              </a:endParaRPr>
            </a:p>
          </p:txBody>
        </p:sp>
        <p:sp>
          <p:nvSpPr>
            <p:cNvPr id="101" name="Line 38">
              <a:extLst>
                <a:ext uri="{FF2B5EF4-FFF2-40B4-BE49-F238E27FC236}">
                  <a16:creationId xmlns:a16="http://schemas.microsoft.com/office/drawing/2014/main" id="{1DCF7341-1C49-D6E3-25C7-2777E549B278}"/>
                </a:ext>
              </a:extLst>
            </p:cNvPr>
            <p:cNvSpPr>
              <a:spLocks noChangeAspect="1" noChangeShapeType="1"/>
            </p:cNvSpPr>
            <p:nvPr/>
          </p:nvSpPr>
          <p:spPr bwMode="auto">
            <a:xfrm flipH="1">
              <a:off x="4687" y="2355"/>
              <a:ext cx="506" cy="0"/>
            </a:xfrm>
            <a:prstGeom prst="line">
              <a:avLst/>
            </a:prstGeom>
            <a:noFill/>
            <a:ln w="38100">
              <a:solidFill>
                <a:srgbClr val="FF00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02" name="Text Box 39">
              <a:extLst>
                <a:ext uri="{FF2B5EF4-FFF2-40B4-BE49-F238E27FC236}">
                  <a16:creationId xmlns:a16="http://schemas.microsoft.com/office/drawing/2014/main" id="{8EB901FC-0E30-04A8-F36E-63FE5E5BA4F0}"/>
                </a:ext>
              </a:extLst>
            </p:cNvPr>
            <p:cNvSpPr txBox="1">
              <a:spLocks noChangeAspect="1" noChangeArrowheads="1"/>
            </p:cNvSpPr>
            <p:nvPr/>
          </p:nvSpPr>
          <p:spPr bwMode="auto">
            <a:xfrm>
              <a:off x="4458" y="2195"/>
              <a:ext cx="320" cy="29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just"/>
              <a:r>
                <a:rPr lang="en-US" altLang="zh-CN" i="1">
                  <a:solidFill>
                    <a:schemeClr val="tx1"/>
                  </a:solidFill>
                  <a:ea typeface="宋体" panose="02010600030101010101" pitchFamily="2" charset="-122"/>
                </a:rPr>
                <a:t>E</a:t>
              </a:r>
              <a:endParaRPr lang="en-US" altLang="zh-CN" i="1">
                <a:solidFill>
                  <a:schemeClr val="tx1"/>
                </a:solidFill>
                <a:latin typeface="" pitchFamily="18" charset="-52"/>
                <a:ea typeface="宋体" panose="02010600030101010101" pitchFamily="2" charset="-122"/>
              </a:endParaRPr>
            </a:p>
          </p:txBody>
        </p:sp>
        <p:sp>
          <p:nvSpPr>
            <p:cNvPr id="103" name="Oval 40">
              <a:extLst>
                <a:ext uri="{FF2B5EF4-FFF2-40B4-BE49-F238E27FC236}">
                  <a16:creationId xmlns:a16="http://schemas.microsoft.com/office/drawing/2014/main" id="{8698F498-7971-1E38-0B2D-C5E91378ADBB}"/>
                </a:ext>
              </a:extLst>
            </p:cNvPr>
            <p:cNvSpPr>
              <a:spLocks noChangeArrowheads="1"/>
            </p:cNvSpPr>
            <p:nvPr/>
          </p:nvSpPr>
          <p:spPr bwMode="auto">
            <a:xfrm>
              <a:off x="4651" y="3091"/>
              <a:ext cx="82" cy="82"/>
            </a:xfrm>
            <a:prstGeom prst="ellipse">
              <a:avLst/>
            </a:prstGeom>
            <a:solidFill>
              <a:srgbClr val="FF0000"/>
            </a:solidFill>
            <a:ln w="28575" algn="ctr">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grpSp>
        <p:nvGrpSpPr>
          <p:cNvPr id="104" name="Group 41">
            <a:extLst>
              <a:ext uri="{FF2B5EF4-FFF2-40B4-BE49-F238E27FC236}">
                <a16:creationId xmlns:a16="http://schemas.microsoft.com/office/drawing/2014/main" id="{F2445D6E-4C64-B58B-CC97-5FDE4800F451}"/>
              </a:ext>
            </a:extLst>
          </p:cNvPr>
          <p:cNvGrpSpPr>
            <a:grpSpLocks/>
          </p:cNvGrpSpPr>
          <p:nvPr/>
        </p:nvGrpSpPr>
        <p:grpSpPr bwMode="auto">
          <a:xfrm>
            <a:off x="1833339" y="2434035"/>
            <a:ext cx="3282950" cy="3490913"/>
            <a:chOff x="323" y="1984"/>
            <a:chExt cx="2068" cy="2199"/>
          </a:xfrm>
        </p:grpSpPr>
        <p:sp>
          <p:nvSpPr>
            <p:cNvPr id="106" name="Line 42">
              <a:extLst>
                <a:ext uri="{FF2B5EF4-FFF2-40B4-BE49-F238E27FC236}">
                  <a16:creationId xmlns:a16="http://schemas.microsoft.com/office/drawing/2014/main" id="{A5F49100-5EFB-BB7A-5DE2-AD93FC167924}"/>
                </a:ext>
              </a:extLst>
            </p:cNvPr>
            <p:cNvSpPr>
              <a:spLocks noChangeShapeType="1"/>
            </p:cNvSpPr>
            <p:nvPr/>
          </p:nvSpPr>
          <p:spPr bwMode="auto">
            <a:xfrm rot="10800000">
              <a:off x="522" y="2410"/>
              <a:ext cx="1490" cy="2"/>
            </a:xfrm>
            <a:prstGeom prst="line">
              <a:avLst/>
            </a:prstGeom>
            <a:noFill/>
            <a:ln w="762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07" name="Text Box 43">
              <a:extLst>
                <a:ext uri="{FF2B5EF4-FFF2-40B4-BE49-F238E27FC236}">
                  <a16:creationId xmlns:a16="http://schemas.microsoft.com/office/drawing/2014/main" id="{ACED5A40-CD5B-935B-9A50-AEF0ACC95AAB}"/>
                </a:ext>
              </a:extLst>
            </p:cNvPr>
            <p:cNvSpPr txBox="1">
              <a:spLocks noChangeAspect="1" noChangeArrowheads="1"/>
            </p:cNvSpPr>
            <p:nvPr/>
          </p:nvSpPr>
          <p:spPr bwMode="auto">
            <a:xfrm>
              <a:off x="1969" y="1984"/>
              <a:ext cx="422"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just"/>
              <a:r>
                <a:rPr lang="en-US" altLang="zh-CN" b="1" i="1" dirty="0">
                  <a:solidFill>
                    <a:srgbClr val="FF0000"/>
                  </a:solidFill>
                  <a:ea typeface="宋体" panose="02010600030101010101" pitchFamily="2" charset="-122"/>
                </a:rPr>
                <a:t>F</a:t>
              </a:r>
              <a:r>
                <a:rPr lang="en-US" altLang="zh-CN" i="0" baseline="-25000" dirty="0">
                  <a:solidFill>
                    <a:srgbClr val="FF0000"/>
                  </a:solidFill>
                  <a:ea typeface="宋体" panose="02010600030101010101" pitchFamily="2" charset="-122"/>
                </a:rPr>
                <a:t>1</a:t>
              </a:r>
            </a:p>
          </p:txBody>
        </p:sp>
        <p:sp>
          <p:nvSpPr>
            <p:cNvPr id="108" name="Text Box 44">
              <a:extLst>
                <a:ext uri="{FF2B5EF4-FFF2-40B4-BE49-F238E27FC236}">
                  <a16:creationId xmlns:a16="http://schemas.microsoft.com/office/drawing/2014/main" id="{7E58DE11-A05B-EAAE-ABA2-A803F56286D6}"/>
                </a:ext>
              </a:extLst>
            </p:cNvPr>
            <p:cNvSpPr txBox="1">
              <a:spLocks noChangeAspect="1" noChangeArrowheads="1"/>
            </p:cNvSpPr>
            <p:nvPr/>
          </p:nvSpPr>
          <p:spPr bwMode="auto">
            <a:xfrm>
              <a:off x="323" y="3704"/>
              <a:ext cx="444" cy="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just"/>
              <a:r>
                <a:rPr lang="en-US" altLang="zh-CN" i="1">
                  <a:solidFill>
                    <a:schemeClr val="tx1"/>
                  </a:solidFill>
                  <a:ea typeface="宋体" panose="02010600030101010101" pitchFamily="2" charset="-122"/>
                </a:rPr>
                <a:t>A</a:t>
              </a:r>
              <a:endParaRPr lang="en-US" altLang="zh-CN" i="1">
                <a:solidFill>
                  <a:schemeClr val="tx1"/>
                </a:solidFill>
                <a:latin typeface="" pitchFamily="18" charset="-52"/>
                <a:ea typeface="宋体" panose="02010600030101010101" pitchFamily="2" charset="-122"/>
              </a:endParaRPr>
            </a:p>
          </p:txBody>
        </p:sp>
        <p:sp>
          <p:nvSpPr>
            <p:cNvPr id="109" name="Line 45">
              <a:extLst>
                <a:ext uri="{FF2B5EF4-FFF2-40B4-BE49-F238E27FC236}">
                  <a16:creationId xmlns:a16="http://schemas.microsoft.com/office/drawing/2014/main" id="{90C13A1D-74F6-3013-965E-1BB7817FE037}"/>
                </a:ext>
              </a:extLst>
            </p:cNvPr>
            <p:cNvSpPr>
              <a:spLocks noChangeAspect="1" noChangeShapeType="1"/>
            </p:cNvSpPr>
            <p:nvPr/>
          </p:nvSpPr>
          <p:spPr bwMode="auto">
            <a:xfrm>
              <a:off x="2003" y="2106"/>
              <a:ext cx="0" cy="331"/>
            </a:xfrm>
            <a:prstGeom prst="line">
              <a:avLst/>
            </a:prstGeom>
            <a:noFill/>
            <a:ln w="38100">
              <a:solidFill>
                <a:srgbClr val="FF00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10" name="Text Box 46">
              <a:extLst>
                <a:ext uri="{FF2B5EF4-FFF2-40B4-BE49-F238E27FC236}">
                  <a16:creationId xmlns:a16="http://schemas.microsoft.com/office/drawing/2014/main" id="{18343DA9-82D4-B293-D5E3-5B9A62D93AD3}"/>
                </a:ext>
              </a:extLst>
            </p:cNvPr>
            <p:cNvSpPr txBox="1">
              <a:spLocks noChangeAspect="1" noChangeArrowheads="1"/>
            </p:cNvSpPr>
            <p:nvPr/>
          </p:nvSpPr>
          <p:spPr bwMode="auto">
            <a:xfrm>
              <a:off x="1278" y="3684"/>
              <a:ext cx="320" cy="29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just"/>
              <a:r>
                <a:rPr lang="en-US" altLang="zh-CN" i="1">
                  <a:solidFill>
                    <a:schemeClr val="tx1"/>
                  </a:solidFill>
                  <a:ea typeface="宋体" panose="02010600030101010101" pitchFamily="2" charset="-122"/>
                </a:rPr>
                <a:t>B</a:t>
              </a:r>
              <a:endParaRPr lang="en-US" altLang="zh-CN" i="1">
                <a:solidFill>
                  <a:schemeClr val="tx1"/>
                </a:solidFill>
                <a:latin typeface="" pitchFamily="18" charset="-52"/>
                <a:ea typeface="宋体" panose="02010600030101010101" pitchFamily="2" charset="-122"/>
              </a:endParaRPr>
            </a:p>
          </p:txBody>
        </p:sp>
        <p:sp>
          <p:nvSpPr>
            <p:cNvPr id="111" name="Text Box 47">
              <a:extLst>
                <a:ext uri="{FF2B5EF4-FFF2-40B4-BE49-F238E27FC236}">
                  <a16:creationId xmlns:a16="http://schemas.microsoft.com/office/drawing/2014/main" id="{23BD7D30-F788-DD01-AD15-23E8421CF1ED}"/>
                </a:ext>
              </a:extLst>
            </p:cNvPr>
            <p:cNvSpPr txBox="1">
              <a:spLocks noChangeAspect="1" noChangeArrowheads="1"/>
            </p:cNvSpPr>
            <p:nvPr/>
          </p:nvSpPr>
          <p:spPr bwMode="auto">
            <a:xfrm>
              <a:off x="994" y="2413"/>
              <a:ext cx="320" cy="29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just"/>
              <a:r>
                <a:rPr lang="en-US" altLang="zh-CN" i="1">
                  <a:solidFill>
                    <a:schemeClr val="tx1"/>
                  </a:solidFill>
                  <a:ea typeface="宋体" panose="02010600030101010101" pitchFamily="2" charset="-122"/>
                </a:rPr>
                <a:t>C</a:t>
              </a:r>
              <a:endParaRPr lang="en-US" altLang="zh-CN" i="1">
                <a:solidFill>
                  <a:schemeClr val="tx1"/>
                </a:solidFill>
                <a:latin typeface="" pitchFamily="18" charset="-52"/>
                <a:ea typeface="宋体" panose="02010600030101010101" pitchFamily="2" charset="-122"/>
              </a:endParaRPr>
            </a:p>
          </p:txBody>
        </p:sp>
        <p:sp>
          <p:nvSpPr>
            <p:cNvPr id="112" name="Line 48">
              <a:extLst>
                <a:ext uri="{FF2B5EF4-FFF2-40B4-BE49-F238E27FC236}">
                  <a16:creationId xmlns:a16="http://schemas.microsoft.com/office/drawing/2014/main" id="{8731A8B9-BCAB-BDA2-2021-BC2CA1C0F02C}"/>
                </a:ext>
              </a:extLst>
            </p:cNvPr>
            <p:cNvSpPr>
              <a:spLocks noChangeAspect="1" noChangeShapeType="1"/>
            </p:cNvSpPr>
            <p:nvPr/>
          </p:nvSpPr>
          <p:spPr bwMode="auto">
            <a:xfrm rot="5400000">
              <a:off x="520" y="3164"/>
              <a:ext cx="1480" cy="2"/>
            </a:xfrm>
            <a:prstGeom prst="line">
              <a:avLst/>
            </a:prstGeom>
            <a:noFill/>
            <a:ln w="762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13" name="Oval 49">
              <a:extLst>
                <a:ext uri="{FF2B5EF4-FFF2-40B4-BE49-F238E27FC236}">
                  <a16:creationId xmlns:a16="http://schemas.microsoft.com/office/drawing/2014/main" id="{AD53053C-1644-FB82-CA47-91BC3CCFF1A4}"/>
                </a:ext>
              </a:extLst>
            </p:cNvPr>
            <p:cNvSpPr>
              <a:spLocks noChangeArrowheads="1"/>
            </p:cNvSpPr>
            <p:nvPr/>
          </p:nvSpPr>
          <p:spPr bwMode="auto">
            <a:xfrm>
              <a:off x="1221" y="2437"/>
              <a:ext cx="82" cy="82"/>
            </a:xfrm>
            <a:prstGeom prst="ellipse">
              <a:avLst/>
            </a:prstGeom>
            <a:solidFill>
              <a:srgbClr val="FF0000"/>
            </a:solidFill>
            <a:ln w="28575" algn="ctr">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14" name="Line 50">
              <a:extLst>
                <a:ext uri="{FF2B5EF4-FFF2-40B4-BE49-F238E27FC236}">
                  <a16:creationId xmlns:a16="http://schemas.microsoft.com/office/drawing/2014/main" id="{CE294663-73EE-8830-3E55-0308AD4DF0AF}"/>
                </a:ext>
              </a:extLst>
            </p:cNvPr>
            <p:cNvSpPr>
              <a:spLocks noChangeShapeType="1"/>
            </p:cNvSpPr>
            <p:nvPr/>
          </p:nvSpPr>
          <p:spPr bwMode="auto">
            <a:xfrm rot="5400000">
              <a:off x="-173" y="3136"/>
              <a:ext cx="1430" cy="2"/>
            </a:xfrm>
            <a:prstGeom prst="line">
              <a:avLst/>
            </a:prstGeom>
            <a:noFill/>
            <a:ln w="762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nvGrpSpPr>
            <p:cNvPr id="115" name="Group 51">
              <a:extLst>
                <a:ext uri="{FF2B5EF4-FFF2-40B4-BE49-F238E27FC236}">
                  <a16:creationId xmlns:a16="http://schemas.microsoft.com/office/drawing/2014/main" id="{11EF1452-F98E-5055-70A8-E43BB59462BD}"/>
                </a:ext>
              </a:extLst>
            </p:cNvPr>
            <p:cNvGrpSpPr>
              <a:grpSpLocks/>
            </p:cNvGrpSpPr>
            <p:nvPr/>
          </p:nvGrpSpPr>
          <p:grpSpPr bwMode="auto">
            <a:xfrm rot="16200000">
              <a:off x="1471" y="3293"/>
              <a:ext cx="737" cy="434"/>
              <a:chOff x="4015" y="1872"/>
              <a:chExt cx="1259" cy="434"/>
            </a:xfrm>
          </p:grpSpPr>
          <p:grpSp>
            <p:nvGrpSpPr>
              <p:cNvPr id="181" name="Group 52">
                <a:extLst>
                  <a:ext uri="{FF2B5EF4-FFF2-40B4-BE49-F238E27FC236}">
                    <a16:creationId xmlns:a16="http://schemas.microsoft.com/office/drawing/2014/main" id="{6359119F-ACEF-6B55-7F89-080F16DFBF8A}"/>
                  </a:ext>
                </a:extLst>
              </p:cNvPr>
              <p:cNvGrpSpPr>
                <a:grpSpLocks noChangeAspect="1"/>
              </p:cNvGrpSpPr>
              <p:nvPr/>
            </p:nvGrpSpPr>
            <p:grpSpPr bwMode="auto">
              <a:xfrm>
                <a:off x="4015" y="1882"/>
                <a:ext cx="1259" cy="304"/>
                <a:chOff x="2732" y="3648"/>
                <a:chExt cx="1584" cy="380"/>
              </a:xfrm>
            </p:grpSpPr>
            <p:sp>
              <p:nvSpPr>
                <p:cNvPr id="183" name="Line 53">
                  <a:extLst>
                    <a:ext uri="{FF2B5EF4-FFF2-40B4-BE49-F238E27FC236}">
                      <a16:creationId xmlns:a16="http://schemas.microsoft.com/office/drawing/2014/main" id="{BA901C46-FFF8-CCD6-F679-4E563720FE1F}"/>
                    </a:ext>
                  </a:extLst>
                </p:cNvPr>
                <p:cNvSpPr>
                  <a:spLocks noChangeAspect="1" noChangeShapeType="1"/>
                </p:cNvSpPr>
                <p:nvPr/>
              </p:nvSpPr>
              <p:spPr bwMode="auto">
                <a:xfrm>
                  <a:off x="2732" y="3648"/>
                  <a:ext cx="0" cy="380"/>
                </a:xfrm>
                <a:prstGeom prst="line">
                  <a:avLst/>
                </a:prstGeom>
                <a:no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84" name="Line 54">
                  <a:extLst>
                    <a:ext uri="{FF2B5EF4-FFF2-40B4-BE49-F238E27FC236}">
                      <a16:creationId xmlns:a16="http://schemas.microsoft.com/office/drawing/2014/main" id="{87CE3615-E6ED-41BC-A07C-1BCD6050B45D}"/>
                    </a:ext>
                  </a:extLst>
                </p:cNvPr>
                <p:cNvSpPr>
                  <a:spLocks noChangeAspect="1" noChangeShapeType="1"/>
                </p:cNvSpPr>
                <p:nvPr/>
              </p:nvSpPr>
              <p:spPr bwMode="auto">
                <a:xfrm>
                  <a:off x="4316" y="3648"/>
                  <a:ext cx="0" cy="380"/>
                </a:xfrm>
                <a:prstGeom prst="line">
                  <a:avLst/>
                </a:prstGeom>
                <a:no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85" name="Line 55">
                  <a:extLst>
                    <a:ext uri="{FF2B5EF4-FFF2-40B4-BE49-F238E27FC236}">
                      <a16:creationId xmlns:a16="http://schemas.microsoft.com/office/drawing/2014/main" id="{B1FAA805-2A57-CE06-5048-B7ED7874E3B6}"/>
                    </a:ext>
                  </a:extLst>
                </p:cNvPr>
                <p:cNvSpPr>
                  <a:spLocks noChangeAspect="1" noChangeShapeType="1"/>
                </p:cNvSpPr>
                <p:nvPr/>
              </p:nvSpPr>
              <p:spPr bwMode="auto">
                <a:xfrm>
                  <a:off x="2732" y="3936"/>
                  <a:ext cx="1584" cy="0"/>
                </a:xfrm>
                <a:prstGeom prst="line">
                  <a:avLst/>
                </a:prstGeom>
                <a:noFill/>
                <a:ln w="9525">
                  <a:solidFill>
                    <a:srgbClr val="000000"/>
                  </a:solidFill>
                  <a:round/>
                  <a:headEnd type="stealth" w="med" len="lg"/>
                  <a:tailEnd type="stealth" w="med" len="lg"/>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sp>
            <p:nvSpPr>
              <p:cNvPr id="182" name="Text Box 56">
                <a:extLst>
                  <a:ext uri="{FF2B5EF4-FFF2-40B4-BE49-F238E27FC236}">
                    <a16:creationId xmlns:a16="http://schemas.microsoft.com/office/drawing/2014/main" id="{B67E73CA-661E-A244-7BCB-232A2A5B9FFB}"/>
                  </a:ext>
                </a:extLst>
              </p:cNvPr>
              <p:cNvSpPr txBox="1">
                <a:spLocks noChangeAspect="1" noChangeArrowheads="1"/>
              </p:cNvSpPr>
              <p:nvPr/>
            </p:nvSpPr>
            <p:spPr bwMode="auto">
              <a:xfrm>
                <a:off x="4387" y="1872"/>
                <a:ext cx="512" cy="43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r>
                  <a:rPr lang="en-US" altLang="zh-CN" i="1">
                    <a:solidFill>
                      <a:schemeClr val="tx1"/>
                    </a:solidFill>
                    <a:ea typeface="宋体" panose="02010600030101010101" pitchFamily="2" charset="-122"/>
                  </a:rPr>
                  <a:t>a</a:t>
                </a:r>
                <a:endParaRPr lang="en-US" altLang="zh-CN" i="1">
                  <a:solidFill>
                    <a:schemeClr val="tx1"/>
                  </a:solidFill>
                  <a:latin typeface="" pitchFamily="18" charset="-52"/>
                  <a:ea typeface="宋体" panose="02010600030101010101" pitchFamily="2" charset="-122"/>
                </a:endParaRPr>
              </a:p>
            </p:txBody>
          </p:sp>
        </p:grpSp>
        <p:grpSp>
          <p:nvGrpSpPr>
            <p:cNvPr id="117" name="Group 57">
              <a:extLst>
                <a:ext uri="{FF2B5EF4-FFF2-40B4-BE49-F238E27FC236}">
                  <a16:creationId xmlns:a16="http://schemas.microsoft.com/office/drawing/2014/main" id="{11523C79-F6F3-713C-F9A5-90B904E828AB}"/>
                </a:ext>
              </a:extLst>
            </p:cNvPr>
            <p:cNvGrpSpPr>
              <a:grpSpLocks/>
            </p:cNvGrpSpPr>
            <p:nvPr/>
          </p:nvGrpSpPr>
          <p:grpSpPr bwMode="auto">
            <a:xfrm>
              <a:off x="1098" y="3847"/>
              <a:ext cx="313" cy="330"/>
              <a:chOff x="1686" y="3521"/>
              <a:chExt cx="313" cy="330"/>
            </a:xfrm>
          </p:grpSpPr>
          <p:sp>
            <p:nvSpPr>
              <p:cNvPr id="177" name="AutoShape 58">
                <a:extLst>
                  <a:ext uri="{FF2B5EF4-FFF2-40B4-BE49-F238E27FC236}">
                    <a16:creationId xmlns:a16="http://schemas.microsoft.com/office/drawing/2014/main" id="{44059314-42E0-1F80-45A2-3711DD83D3BF}"/>
                  </a:ext>
                </a:extLst>
              </p:cNvPr>
              <p:cNvSpPr>
                <a:spLocks noChangeAspect="1" noChangeArrowheads="1"/>
              </p:cNvSpPr>
              <p:nvPr/>
            </p:nvSpPr>
            <p:spPr bwMode="auto">
              <a:xfrm>
                <a:off x="1766" y="3558"/>
                <a:ext cx="159" cy="200"/>
              </a:xfrm>
              <a:prstGeom prst="triangle">
                <a:avLst>
                  <a:gd name="adj" fmla="val 50000"/>
                </a:avLst>
              </a:prstGeom>
              <a:gradFill rotWithShape="1">
                <a:gsLst>
                  <a:gs pos="0">
                    <a:srgbClr val="00FF00">
                      <a:gamma/>
                      <a:shade val="46275"/>
                      <a:invGamma/>
                    </a:srgbClr>
                  </a:gs>
                  <a:gs pos="50000">
                    <a:srgbClr val="00FF00"/>
                  </a:gs>
                  <a:gs pos="100000">
                    <a:srgbClr val="00FF00">
                      <a:gamma/>
                      <a:shade val="46275"/>
                      <a:invGamma/>
                    </a:srgbClr>
                  </a:gs>
                </a:gsLst>
                <a:lin ang="0" scaled="1"/>
              </a:gradFill>
              <a:ln w="381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78" name="Rectangle 59">
                <a:extLst>
                  <a:ext uri="{FF2B5EF4-FFF2-40B4-BE49-F238E27FC236}">
                    <a16:creationId xmlns:a16="http://schemas.microsoft.com/office/drawing/2014/main" id="{DABC4A94-7337-619F-A58E-A24758AA656A}"/>
                  </a:ext>
                </a:extLst>
              </p:cNvPr>
              <p:cNvSpPr>
                <a:spLocks noChangeAspect="1" noChangeArrowheads="1"/>
              </p:cNvSpPr>
              <p:nvPr/>
            </p:nvSpPr>
            <p:spPr bwMode="auto">
              <a:xfrm>
                <a:off x="1693" y="3749"/>
                <a:ext cx="297" cy="102"/>
              </a:xfrm>
              <a:prstGeom prst="rect">
                <a:avLst/>
              </a:prstGeom>
              <a:pattFill prst="wdUpDiag">
                <a:fgClr>
                  <a:srgbClr val="000000"/>
                </a:fgClr>
                <a:bgClr>
                  <a:srgbClr val="FFFF99"/>
                </a:bgClr>
              </a:patt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79" name="Line 60">
                <a:extLst>
                  <a:ext uri="{FF2B5EF4-FFF2-40B4-BE49-F238E27FC236}">
                    <a16:creationId xmlns:a16="http://schemas.microsoft.com/office/drawing/2014/main" id="{4859CCA3-67ED-5467-4733-37ED1E9DFCA8}"/>
                  </a:ext>
                </a:extLst>
              </p:cNvPr>
              <p:cNvSpPr>
                <a:spLocks noChangeAspect="1" noChangeShapeType="1"/>
              </p:cNvSpPr>
              <p:nvPr/>
            </p:nvSpPr>
            <p:spPr bwMode="auto">
              <a:xfrm>
                <a:off x="1686" y="3749"/>
                <a:ext cx="313"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0" name="Oval 61">
                <a:extLst>
                  <a:ext uri="{FF2B5EF4-FFF2-40B4-BE49-F238E27FC236}">
                    <a16:creationId xmlns:a16="http://schemas.microsoft.com/office/drawing/2014/main" id="{76D0B9C4-6EC2-30AA-BBEF-D8AD496C4458}"/>
                  </a:ext>
                </a:extLst>
              </p:cNvPr>
              <p:cNvSpPr>
                <a:spLocks noChangeArrowheads="1"/>
              </p:cNvSpPr>
              <p:nvPr/>
            </p:nvSpPr>
            <p:spPr bwMode="auto">
              <a:xfrm>
                <a:off x="1803" y="3521"/>
                <a:ext cx="82" cy="82"/>
              </a:xfrm>
              <a:prstGeom prst="ellipse">
                <a:avLst/>
              </a:prstGeom>
              <a:solidFill>
                <a:srgbClr val="FF0000"/>
              </a:solidFill>
              <a:ln w="28575" algn="ctr">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grpSp>
          <p:nvGrpSpPr>
            <p:cNvPr id="118" name="Group 62">
              <a:extLst>
                <a:ext uri="{FF2B5EF4-FFF2-40B4-BE49-F238E27FC236}">
                  <a16:creationId xmlns:a16="http://schemas.microsoft.com/office/drawing/2014/main" id="{6450B3A5-93B4-1775-6A41-E509233FAB28}"/>
                </a:ext>
              </a:extLst>
            </p:cNvPr>
            <p:cNvGrpSpPr>
              <a:grpSpLocks/>
            </p:cNvGrpSpPr>
            <p:nvPr/>
          </p:nvGrpSpPr>
          <p:grpSpPr bwMode="auto">
            <a:xfrm>
              <a:off x="382" y="3853"/>
              <a:ext cx="313" cy="330"/>
              <a:chOff x="1686" y="3521"/>
              <a:chExt cx="313" cy="330"/>
            </a:xfrm>
          </p:grpSpPr>
          <p:sp>
            <p:nvSpPr>
              <p:cNvPr id="173" name="AutoShape 63">
                <a:extLst>
                  <a:ext uri="{FF2B5EF4-FFF2-40B4-BE49-F238E27FC236}">
                    <a16:creationId xmlns:a16="http://schemas.microsoft.com/office/drawing/2014/main" id="{6FD0729D-D40A-3F18-B740-05649EBAFEBC}"/>
                  </a:ext>
                </a:extLst>
              </p:cNvPr>
              <p:cNvSpPr>
                <a:spLocks noChangeAspect="1" noChangeArrowheads="1"/>
              </p:cNvSpPr>
              <p:nvPr/>
            </p:nvSpPr>
            <p:spPr bwMode="auto">
              <a:xfrm>
                <a:off x="1766" y="3558"/>
                <a:ext cx="159" cy="200"/>
              </a:xfrm>
              <a:prstGeom prst="triangle">
                <a:avLst>
                  <a:gd name="adj" fmla="val 50000"/>
                </a:avLst>
              </a:prstGeom>
              <a:gradFill rotWithShape="1">
                <a:gsLst>
                  <a:gs pos="0">
                    <a:srgbClr val="00FF00">
                      <a:gamma/>
                      <a:shade val="46275"/>
                      <a:invGamma/>
                    </a:srgbClr>
                  </a:gs>
                  <a:gs pos="50000">
                    <a:srgbClr val="00FF00"/>
                  </a:gs>
                  <a:gs pos="100000">
                    <a:srgbClr val="00FF00">
                      <a:gamma/>
                      <a:shade val="46275"/>
                      <a:invGamma/>
                    </a:srgbClr>
                  </a:gs>
                </a:gsLst>
                <a:lin ang="0" scaled="1"/>
              </a:gradFill>
              <a:ln w="381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74" name="Rectangle 64">
                <a:extLst>
                  <a:ext uri="{FF2B5EF4-FFF2-40B4-BE49-F238E27FC236}">
                    <a16:creationId xmlns:a16="http://schemas.microsoft.com/office/drawing/2014/main" id="{EB36869D-6615-BB4B-214E-91E6F00ADBDE}"/>
                  </a:ext>
                </a:extLst>
              </p:cNvPr>
              <p:cNvSpPr>
                <a:spLocks noChangeAspect="1" noChangeArrowheads="1"/>
              </p:cNvSpPr>
              <p:nvPr/>
            </p:nvSpPr>
            <p:spPr bwMode="auto">
              <a:xfrm>
                <a:off x="1693" y="3749"/>
                <a:ext cx="297" cy="102"/>
              </a:xfrm>
              <a:prstGeom prst="rect">
                <a:avLst/>
              </a:prstGeom>
              <a:pattFill prst="wdUpDiag">
                <a:fgClr>
                  <a:srgbClr val="000000"/>
                </a:fgClr>
                <a:bgClr>
                  <a:srgbClr val="FFFF99"/>
                </a:bgClr>
              </a:patt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75" name="Line 65">
                <a:extLst>
                  <a:ext uri="{FF2B5EF4-FFF2-40B4-BE49-F238E27FC236}">
                    <a16:creationId xmlns:a16="http://schemas.microsoft.com/office/drawing/2014/main" id="{208B9ADC-A5B4-936E-E868-7C2390136EB8}"/>
                  </a:ext>
                </a:extLst>
              </p:cNvPr>
              <p:cNvSpPr>
                <a:spLocks noChangeAspect="1" noChangeShapeType="1"/>
              </p:cNvSpPr>
              <p:nvPr/>
            </p:nvSpPr>
            <p:spPr bwMode="auto">
              <a:xfrm>
                <a:off x="1686" y="3749"/>
                <a:ext cx="313"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6" name="Oval 66">
                <a:extLst>
                  <a:ext uri="{FF2B5EF4-FFF2-40B4-BE49-F238E27FC236}">
                    <a16:creationId xmlns:a16="http://schemas.microsoft.com/office/drawing/2014/main" id="{E49071F4-B762-B555-EC44-EBBBD432B950}"/>
                  </a:ext>
                </a:extLst>
              </p:cNvPr>
              <p:cNvSpPr>
                <a:spLocks noChangeArrowheads="1"/>
              </p:cNvSpPr>
              <p:nvPr/>
            </p:nvSpPr>
            <p:spPr bwMode="auto">
              <a:xfrm>
                <a:off x="1803" y="3521"/>
                <a:ext cx="82" cy="82"/>
              </a:xfrm>
              <a:prstGeom prst="ellipse">
                <a:avLst/>
              </a:prstGeom>
              <a:solidFill>
                <a:srgbClr val="FF0000"/>
              </a:solidFill>
              <a:ln w="28575" algn="ctr">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sp>
          <p:nvSpPr>
            <p:cNvPr id="119" name="Text Box 67">
              <a:extLst>
                <a:ext uri="{FF2B5EF4-FFF2-40B4-BE49-F238E27FC236}">
                  <a16:creationId xmlns:a16="http://schemas.microsoft.com/office/drawing/2014/main" id="{2FEAB19B-94CB-EF45-8C8B-B421707F335D}"/>
                </a:ext>
              </a:extLst>
            </p:cNvPr>
            <p:cNvSpPr txBox="1">
              <a:spLocks noChangeAspect="1" noChangeArrowheads="1"/>
            </p:cNvSpPr>
            <p:nvPr/>
          </p:nvSpPr>
          <p:spPr bwMode="auto">
            <a:xfrm>
              <a:off x="1625" y="2862"/>
              <a:ext cx="277" cy="3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r>
                <a:rPr lang="en-US" altLang="zh-CN" b="1" i="1">
                  <a:solidFill>
                    <a:srgbClr val="FF0000"/>
                  </a:solidFill>
                  <a:ea typeface="宋体" panose="02010600030101010101" pitchFamily="2" charset="-122"/>
                </a:rPr>
                <a:t>F</a:t>
              </a:r>
              <a:endParaRPr lang="en-US" altLang="zh-CN" i="1" baseline="-25000">
                <a:solidFill>
                  <a:srgbClr val="FF0000"/>
                </a:solidFill>
                <a:ea typeface="宋体" panose="02010600030101010101" pitchFamily="2" charset="-122"/>
              </a:endParaRPr>
            </a:p>
          </p:txBody>
        </p:sp>
        <p:sp>
          <p:nvSpPr>
            <p:cNvPr id="120" name="Line 68">
              <a:extLst>
                <a:ext uri="{FF2B5EF4-FFF2-40B4-BE49-F238E27FC236}">
                  <a16:creationId xmlns:a16="http://schemas.microsoft.com/office/drawing/2014/main" id="{5C7EB1A0-218A-6A70-65DB-81660F0BDEDF}"/>
                </a:ext>
              </a:extLst>
            </p:cNvPr>
            <p:cNvSpPr>
              <a:spLocks noChangeAspect="1" noChangeShapeType="1"/>
            </p:cNvSpPr>
            <p:nvPr/>
          </p:nvSpPr>
          <p:spPr bwMode="auto">
            <a:xfrm flipH="1">
              <a:off x="1257" y="3133"/>
              <a:ext cx="506" cy="0"/>
            </a:xfrm>
            <a:prstGeom prst="line">
              <a:avLst/>
            </a:prstGeom>
            <a:noFill/>
            <a:ln w="38100">
              <a:solidFill>
                <a:srgbClr val="FF00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nvGrpSpPr>
            <p:cNvPr id="121" name="Group 69">
              <a:extLst>
                <a:ext uri="{FF2B5EF4-FFF2-40B4-BE49-F238E27FC236}">
                  <a16:creationId xmlns:a16="http://schemas.microsoft.com/office/drawing/2014/main" id="{07A5CA9D-A15A-D6BC-80C2-A3C4C1AAD6DF}"/>
                </a:ext>
              </a:extLst>
            </p:cNvPr>
            <p:cNvGrpSpPr>
              <a:grpSpLocks/>
            </p:cNvGrpSpPr>
            <p:nvPr/>
          </p:nvGrpSpPr>
          <p:grpSpPr bwMode="auto">
            <a:xfrm rot="16200000">
              <a:off x="1473" y="2557"/>
              <a:ext cx="737" cy="434"/>
              <a:chOff x="4015" y="1872"/>
              <a:chExt cx="1259" cy="434"/>
            </a:xfrm>
          </p:grpSpPr>
          <p:grpSp>
            <p:nvGrpSpPr>
              <p:cNvPr id="168" name="Group 70">
                <a:extLst>
                  <a:ext uri="{FF2B5EF4-FFF2-40B4-BE49-F238E27FC236}">
                    <a16:creationId xmlns:a16="http://schemas.microsoft.com/office/drawing/2014/main" id="{F21067A4-CDEB-5C1B-C767-9BB2FA1B8DA3}"/>
                  </a:ext>
                </a:extLst>
              </p:cNvPr>
              <p:cNvGrpSpPr>
                <a:grpSpLocks noChangeAspect="1"/>
              </p:cNvGrpSpPr>
              <p:nvPr/>
            </p:nvGrpSpPr>
            <p:grpSpPr bwMode="auto">
              <a:xfrm>
                <a:off x="4015" y="1882"/>
                <a:ext cx="1259" cy="304"/>
                <a:chOff x="2732" y="3648"/>
                <a:chExt cx="1584" cy="380"/>
              </a:xfrm>
            </p:grpSpPr>
            <p:sp>
              <p:nvSpPr>
                <p:cNvPr id="170" name="Line 71">
                  <a:extLst>
                    <a:ext uri="{FF2B5EF4-FFF2-40B4-BE49-F238E27FC236}">
                      <a16:creationId xmlns:a16="http://schemas.microsoft.com/office/drawing/2014/main" id="{444A41C7-96B2-31D8-255F-B578344A83C1}"/>
                    </a:ext>
                  </a:extLst>
                </p:cNvPr>
                <p:cNvSpPr>
                  <a:spLocks noChangeAspect="1" noChangeShapeType="1"/>
                </p:cNvSpPr>
                <p:nvPr/>
              </p:nvSpPr>
              <p:spPr bwMode="auto">
                <a:xfrm>
                  <a:off x="2732" y="3648"/>
                  <a:ext cx="0" cy="380"/>
                </a:xfrm>
                <a:prstGeom prst="line">
                  <a:avLst/>
                </a:prstGeom>
                <a:no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71" name="Line 72">
                  <a:extLst>
                    <a:ext uri="{FF2B5EF4-FFF2-40B4-BE49-F238E27FC236}">
                      <a16:creationId xmlns:a16="http://schemas.microsoft.com/office/drawing/2014/main" id="{D682349D-E420-AC4B-8318-344BDA939353}"/>
                    </a:ext>
                  </a:extLst>
                </p:cNvPr>
                <p:cNvSpPr>
                  <a:spLocks noChangeAspect="1" noChangeShapeType="1"/>
                </p:cNvSpPr>
                <p:nvPr/>
              </p:nvSpPr>
              <p:spPr bwMode="auto">
                <a:xfrm>
                  <a:off x="4316" y="3648"/>
                  <a:ext cx="0" cy="380"/>
                </a:xfrm>
                <a:prstGeom prst="line">
                  <a:avLst/>
                </a:prstGeom>
                <a:no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72" name="Line 73">
                  <a:extLst>
                    <a:ext uri="{FF2B5EF4-FFF2-40B4-BE49-F238E27FC236}">
                      <a16:creationId xmlns:a16="http://schemas.microsoft.com/office/drawing/2014/main" id="{7DF5E1CC-0EAE-D79C-1E05-408F0F4A3B5A}"/>
                    </a:ext>
                  </a:extLst>
                </p:cNvPr>
                <p:cNvSpPr>
                  <a:spLocks noChangeAspect="1" noChangeShapeType="1"/>
                </p:cNvSpPr>
                <p:nvPr/>
              </p:nvSpPr>
              <p:spPr bwMode="auto">
                <a:xfrm>
                  <a:off x="2732" y="3936"/>
                  <a:ext cx="1584" cy="0"/>
                </a:xfrm>
                <a:prstGeom prst="line">
                  <a:avLst/>
                </a:prstGeom>
                <a:noFill/>
                <a:ln w="9525">
                  <a:solidFill>
                    <a:srgbClr val="000000"/>
                  </a:solidFill>
                  <a:round/>
                  <a:headEnd type="stealth" w="med" len="lg"/>
                  <a:tailEnd type="stealth" w="med" len="lg"/>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sp>
            <p:nvSpPr>
              <p:cNvPr id="169" name="Text Box 74">
                <a:extLst>
                  <a:ext uri="{FF2B5EF4-FFF2-40B4-BE49-F238E27FC236}">
                    <a16:creationId xmlns:a16="http://schemas.microsoft.com/office/drawing/2014/main" id="{3BF0F52D-8222-BE23-1E43-217CAB062286}"/>
                  </a:ext>
                </a:extLst>
              </p:cNvPr>
              <p:cNvSpPr txBox="1">
                <a:spLocks noChangeAspect="1" noChangeArrowheads="1"/>
              </p:cNvSpPr>
              <p:nvPr/>
            </p:nvSpPr>
            <p:spPr bwMode="auto">
              <a:xfrm>
                <a:off x="4387" y="1872"/>
                <a:ext cx="512" cy="43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r>
                  <a:rPr lang="en-US" altLang="zh-CN" i="1">
                    <a:solidFill>
                      <a:schemeClr val="tx1"/>
                    </a:solidFill>
                    <a:ea typeface="宋体" panose="02010600030101010101" pitchFamily="2" charset="-122"/>
                  </a:rPr>
                  <a:t>a</a:t>
                </a:r>
                <a:endParaRPr lang="en-US" altLang="zh-CN" i="1">
                  <a:solidFill>
                    <a:schemeClr val="tx1"/>
                  </a:solidFill>
                  <a:latin typeface="" pitchFamily="18" charset="-52"/>
                  <a:ea typeface="宋体" panose="02010600030101010101" pitchFamily="2" charset="-122"/>
                </a:endParaRPr>
              </a:p>
            </p:txBody>
          </p:sp>
        </p:grpSp>
        <p:sp>
          <p:nvSpPr>
            <p:cNvPr id="122" name="Line 75">
              <a:extLst>
                <a:ext uri="{FF2B5EF4-FFF2-40B4-BE49-F238E27FC236}">
                  <a16:creationId xmlns:a16="http://schemas.microsoft.com/office/drawing/2014/main" id="{440F08E4-EAB8-9418-D970-C0B862FA65DB}"/>
                </a:ext>
              </a:extLst>
            </p:cNvPr>
            <p:cNvSpPr>
              <a:spLocks noChangeAspect="1" noChangeShapeType="1"/>
            </p:cNvSpPr>
            <p:nvPr/>
          </p:nvSpPr>
          <p:spPr bwMode="auto">
            <a:xfrm rot="21600000">
              <a:off x="534" y="2151"/>
              <a:ext cx="0" cy="304"/>
            </a:xfrm>
            <a:prstGeom prst="line">
              <a:avLst/>
            </a:prstGeom>
            <a:no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23" name="Line 76">
              <a:extLst>
                <a:ext uri="{FF2B5EF4-FFF2-40B4-BE49-F238E27FC236}">
                  <a16:creationId xmlns:a16="http://schemas.microsoft.com/office/drawing/2014/main" id="{BD6E46FD-4ECC-0004-E127-F2954D1B8920}"/>
                </a:ext>
              </a:extLst>
            </p:cNvPr>
            <p:cNvSpPr>
              <a:spLocks noChangeAspect="1" noChangeShapeType="1"/>
            </p:cNvSpPr>
            <p:nvPr/>
          </p:nvSpPr>
          <p:spPr bwMode="auto">
            <a:xfrm rot="21600000">
              <a:off x="1271" y="2150"/>
              <a:ext cx="0" cy="194"/>
            </a:xfrm>
            <a:prstGeom prst="line">
              <a:avLst/>
            </a:prstGeom>
            <a:no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24" name="Line 77">
              <a:extLst>
                <a:ext uri="{FF2B5EF4-FFF2-40B4-BE49-F238E27FC236}">
                  <a16:creationId xmlns:a16="http://schemas.microsoft.com/office/drawing/2014/main" id="{8F76B4ED-EB5B-BDB4-6112-848FA5DA1E10}"/>
                </a:ext>
              </a:extLst>
            </p:cNvPr>
            <p:cNvSpPr>
              <a:spLocks noChangeAspect="1" noChangeShapeType="1"/>
            </p:cNvSpPr>
            <p:nvPr/>
          </p:nvSpPr>
          <p:spPr bwMode="auto">
            <a:xfrm rot="21600000">
              <a:off x="534" y="2270"/>
              <a:ext cx="737" cy="0"/>
            </a:xfrm>
            <a:prstGeom prst="line">
              <a:avLst/>
            </a:prstGeom>
            <a:noFill/>
            <a:ln w="9525">
              <a:solidFill>
                <a:srgbClr val="000000"/>
              </a:solidFill>
              <a:round/>
              <a:headEnd type="stealth" w="med" len="lg"/>
              <a:tailEnd type="stealth" w="med" len="lg"/>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26" name="Text Box 78">
              <a:extLst>
                <a:ext uri="{FF2B5EF4-FFF2-40B4-BE49-F238E27FC236}">
                  <a16:creationId xmlns:a16="http://schemas.microsoft.com/office/drawing/2014/main" id="{5063F0EB-08DB-C328-D993-DAFBE9AE92F7}"/>
                </a:ext>
              </a:extLst>
            </p:cNvPr>
            <p:cNvSpPr txBox="1">
              <a:spLocks noChangeAspect="1" noChangeArrowheads="1"/>
            </p:cNvSpPr>
            <p:nvPr/>
          </p:nvSpPr>
          <p:spPr bwMode="auto">
            <a:xfrm rot="21600000">
              <a:off x="752" y="2030"/>
              <a:ext cx="299" cy="43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r>
                <a:rPr lang="en-US" altLang="zh-CN" i="1">
                  <a:solidFill>
                    <a:schemeClr val="tx1"/>
                  </a:solidFill>
                  <a:ea typeface="宋体" panose="02010600030101010101" pitchFamily="2" charset="-122"/>
                </a:rPr>
                <a:t>a</a:t>
              </a:r>
              <a:endParaRPr lang="en-US" altLang="zh-CN" i="1">
                <a:solidFill>
                  <a:schemeClr val="tx1"/>
                </a:solidFill>
                <a:latin typeface="" pitchFamily="18" charset="-52"/>
                <a:ea typeface="宋体" panose="02010600030101010101" pitchFamily="2" charset="-122"/>
              </a:endParaRPr>
            </a:p>
          </p:txBody>
        </p:sp>
        <p:sp>
          <p:nvSpPr>
            <p:cNvPr id="128" name="Line 79">
              <a:extLst>
                <a:ext uri="{FF2B5EF4-FFF2-40B4-BE49-F238E27FC236}">
                  <a16:creationId xmlns:a16="http://schemas.microsoft.com/office/drawing/2014/main" id="{5D4341FC-9356-F85C-4DE0-8DEE6D091E3E}"/>
                </a:ext>
              </a:extLst>
            </p:cNvPr>
            <p:cNvSpPr>
              <a:spLocks noChangeAspect="1" noChangeShapeType="1"/>
            </p:cNvSpPr>
            <p:nvPr/>
          </p:nvSpPr>
          <p:spPr bwMode="auto">
            <a:xfrm rot="21600000">
              <a:off x="1271" y="2271"/>
              <a:ext cx="737" cy="0"/>
            </a:xfrm>
            <a:prstGeom prst="line">
              <a:avLst/>
            </a:prstGeom>
            <a:noFill/>
            <a:ln w="9525">
              <a:solidFill>
                <a:srgbClr val="000000"/>
              </a:solidFill>
              <a:round/>
              <a:headEnd type="stealth" w="med" len="lg"/>
              <a:tailEnd type="stealth" w="med" len="lg"/>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65" name="Text Box 80">
              <a:extLst>
                <a:ext uri="{FF2B5EF4-FFF2-40B4-BE49-F238E27FC236}">
                  <a16:creationId xmlns:a16="http://schemas.microsoft.com/office/drawing/2014/main" id="{88B11327-1115-5728-CF1B-AC651B476E53}"/>
                </a:ext>
              </a:extLst>
            </p:cNvPr>
            <p:cNvSpPr txBox="1">
              <a:spLocks noChangeAspect="1" noChangeArrowheads="1"/>
            </p:cNvSpPr>
            <p:nvPr/>
          </p:nvSpPr>
          <p:spPr bwMode="auto">
            <a:xfrm rot="21600000">
              <a:off x="1489" y="2031"/>
              <a:ext cx="299" cy="43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r>
                <a:rPr lang="en-US" altLang="zh-CN" i="1">
                  <a:solidFill>
                    <a:schemeClr val="tx1"/>
                  </a:solidFill>
                  <a:ea typeface="宋体" panose="02010600030101010101" pitchFamily="2" charset="-122"/>
                </a:rPr>
                <a:t>a</a:t>
              </a:r>
              <a:endParaRPr lang="en-US" altLang="zh-CN" i="1">
                <a:solidFill>
                  <a:schemeClr val="tx1"/>
                </a:solidFill>
                <a:latin typeface="" pitchFamily="18" charset="-52"/>
                <a:ea typeface="宋体" panose="02010600030101010101" pitchFamily="2" charset="-122"/>
              </a:endParaRPr>
            </a:p>
          </p:txBody>
        </p:sp>
        <p:sp>
          <p:nvSpPr>
            <p:cNvPr id="166" name="Text Box 81">
              <a:extLst>
                <a:ext uri="{FF2B5EF4-FFF2-40B4-BE49-F238E27FC236}">
                  <a16:creationId xmlns:a16="http://schemas.microsoft.com/office/drawing/2014/main" id="{2D5C14DA-9096-E5B7-19FD-9C33FD669A5D}"/>
                </a:ext>
              </a:extLst>
            </p:cNvPr>
            <p:cNvSpPr txBox="1">
              <a:spLocks noChangeAspect="1" noChangeArrowheads="1"/>
            </p:cNvSpPr>
            <p:nvPr/>
          </p:nvSpPr>
          <p:spPr bwMode="auto">
            <a:xfrm>
              <a:off x="1951" y="2312"/>
              <a:ext cx="320" cy="29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just"/>
              <a:r>
                <a:rPr lang="en-US" altLang="zh-CN" i="1">
                  <a:solidFill>
                    <a:schemeClr val="tx1"/>
                  </a:solidFill>
                  <a:ea typeface="宋体" panose="02010600030101010101" pitchFamily="2" charset="-122"/>
                </a:rPr>
                <a:t>D</a:t>
              </a:r>
              <a:endParaRPr lang="en-US" altLang="zh-CN" i="1">
                <a:solidFill>
                  <a:schemeClr val="tx1"/>
                </a:solidFill>
                <a:latin typeface="" pitchFamily="18" charset="-52"/>
                <a:ea typeface="宋体" panose="02010600030101010101" pitchFamily="2" charset="-122"/>
              </a:endParaRPr>
            </a:p>
          </p:txBody>
        </p:sp>
        <p:sp>
          <p:nvSpPr>
            <p:cNvPr id="167" name="Text Box 82">
              <a:extLst>
                <a:ext uri="{FF2B5EF4-FFF2-40B4-BE49-F238E27FC236}">
                  <a16:creationId xmlns:a16="http://schemas.microsoft.com/office/drawing/2014/main" id="{2DAD3062-13FF-6CD7-351B-78F76F5D4E2C}"/>
                </a:ext>
              </a:extLst>
            </p:cNvPr>
            <p:cNvSpPr txBox="1">
              <a:spLocks noChangeAspect="1" noChangeArrowheads="1"/>
            </p:cNvSpPr>
            <p:nvPr/>
          </p:nvSpPr>
          <p:spPr bwMode="auto">
            <a:xfrm>
              <a:off x="1028" y="2982"/>
              <a:ext cx="320" cy="29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just"/>
              <a:r>
                <a:rPr lang="en-US" altLang="zh-CN" i="1">
                  <a:solidFill>
                    <a:schemeClr val="tx1"/>
                  </a:solidFill>
                  <a:ea typeface="宋体" panose="02010600030101010101" pitchFamily="2" charset="-122"/>
                </a:rPr>
                <a:t>E</a:t>
              </a:r>
              <a:endParaRPr lang="en-US" altLang="zh-CN" i="1">
                <a:solidFill>
                  <a:schemeClr val="tx1"/>
                </a:solidFill>
                <a:latin typeface="" pitchFamily="18" charset="-52"/>
                <a:ea typeface="宋体" panose="02010600030101010101" pitchFamily="2" charset="-122"/>
              </a:endParaRPr>
            </a:p>
          </p:txBody>
        </p:sp>
      </p:grpSp>
    </p:spTree>
    <p:extLst>
      <p:ext uri="{BB962C8B-B14F-4D97-AF65-F5344CB8AC3E}">
        <p14:creationId xmlns:p14="http://schemas.microsoft.com/office/powerpoint/2010/main" val="477123858"/>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10" fill="hold" nodeType="withEffect">
                                  <p:stCondLst>
                                    <p:cond delay="1000"/>
                                  </p:stCondLst>
                                  <p:childTnLst>
                                    <p:set>
                                      <p:cBhvr>
                                        <p:cTn id="6" dur="1" fill="hold">
                                          <p:stCondLst>
                                            <p:cond delay="0"/>
                                          </p:stCondLst>
                                        </p:cTn>
                                        <p:tgtEl>
                                          <p:spTgt spid="104"/>
                                        </p:tgtEl>
                                        <p:attrNameLst>
                                          <p:attrName>style.visibility</p:attrName>
                                        </p:attrNameLst>
                                      </p:cBhvr>
                                      <p:to>
                                        <p:strVal val="visible"/>
                                      </p:to>
                                    </p:set>
                                    <p:anim calcmode="lin" valueType="num">
                                      <p:cBhvr>
                                        <p:cTn id="7" dur="5000" fill="hold"/>
                                        <p:tgtEl>
                                          <p:spTgt spid="104"/>
                                        </p:tgtEl>
                                        <p:attrNameLst>
                                          <p:attrName>ppt_w</p:attrName>
                                        </p:attrNameLst>
                                      </p:cBhvr>
                                      <p:tavLst>
                                        <p:tav tm="0" fmla="#ppt_w*sin(2.5*pi*$)">
                                          <p:val>
                                            <p:fltVal val="0"/>
                                          </p:val>
                                        </p:tav>
                                        <p:tav tm="100000">
                                          <p:val>
                                            <p:fltVal val="1"/>
                                          </p:val>
                                        </p:tav>
                                      </p:tavLst>
                                    </p:anim>
                                    <p:anim calcmode="lin" valueType="num">
                                      <p:cBhvr>
                                        <p:cTn id="8" dur="5000" fill="hold"/>
                                        <p:tgtEl>
                                          <p:spTgt spid="104"/>
                                        </p:tgtEl>
                                        <p:attrNameLst>
                                          <p:attrName>ppt_h</p:attrName>
                                        </p:attrNameLst>
                                      </p:cBhvr>
                                      <p:tavLst>
                                        <p:tav tm="0">
                                          <p:val>
                                            <p:strVal val="#ppt_h"/>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2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1"/>
                                        </p:tgtEl>
                                        <p:attrNameLst>
                                          <p:attrName>style.visibility</p:attrName>
                                        </p:attrNameLst>
                                      </p:cBhvr>
                                      <p:to>
                                        <p:strVal val="visible"/>
                                      </p:to>
                                    </p:set>
                                  </p:childTnLst>
                                </p:cTn>
                              </p:par>
                              <p:par>
                                <p:cTn id="17" presetID="0" presetClass="path" presetSubtype="0" accel="50000" decel="50000" fill="hold" nodeType="withEffect">
                                  <p:stCondLst>
                                    <p:cond delay="0"/>
                                  </p:stCondLst>
                                  <p:childTnLst>
                                    <p:animMotion origin="layout" path="M -0.35451 0.00208 L -1.94444E-6 -1.48148E-6 " pathEditMode="relative" ptsTypes="AA">
                                      <p:cBhvr>
                                        <p:cTn id="18" dur="3000" fill="hold"/>
                                        <p:tgtEl>
                                          <p:spTgt spid="21"/>
                                        </p:tgtEl>
                                        <p:attrNameLst>
                                          <p:attrName>ppt_x</p:attrName>
                                          <p:attrName>ppt_y</p:attrName>
                                        </p:attrNameLst>
                                      </p:cBhvr>
                                    </p:animMotion>
                                  </p:childTnLst>
                                </p:cTn>
                              </p:par>
                            </p:childTnLst>
                          </p:cTn>
                        </p:par>
                        <p:par>
                          <p:cTn id="19" fill="hold">
                            <p:stCondLst>
                              <p:cond delay="3000"/>
                            </p:stCondLst>
                            <p:childTnLst>
                              <p:par>
                                <p:cTn id="20" presetID="1" presetClass="entr" presetSubtype="0" fill="hold" nodeType="afterEffect">
                                  <p:stCondLst>
                                    <p:cond delay="0"/>
                                  </p:stCondLst>
                                  <p:childTnLst>
                                    <p:set>
                                      <p:cBhvr>
                                        <p:cTn id="21" dur="1" fill="hold">
                                          <p:stCondLst>
                                            <p:cond delay="0"/>
                                          </p:stCondLst>
                                        </p:cTn>
                                        <p:tgtEl>
                                          <p:spTgt spid="31"/>
                                        </p:tgtEl>
                                        <p:attrNameLst>
                                          <p:attrName>style.visibility</p:attrName>
                                        </p:attrNameLst>
                                      </p:cBhvr>
                                      <p:to>
                                        <p:strVal val="visible"/>
                                      </p:to>
                                    </p:set>
                                  </p:childTnLst>
                                </p:cTn>
                              </p:par>
                              <p:par>
                                <p:cTn id="22" presetID="0" presetClass="path" presetSubtype="0" accel="50000" decel="50000" fill="hold" nodeType="withEffect">
                                  <p:stCondLst>
                                    <p:cond delay="0"/>
                                  </p:stCondLst>
                                  <p:childTnLst>
                                    <p:animMotion origin="layout" path="M -0.61059 0.0162 L 5.55556E-7 -1.73472E-18 " pathEditMode="relative" ptsTypes="AA">
                                      <p:cBhvr>
                                        <p:cTn id="23" dur="5000" fill="hold"/>
                                        <p:tgtEl>
                                          <p:spTgt spid="31"/>
                                        </p:tgtEl>
                                        <p:attrNameLst>
                                          <p:attrName>ppt_x</p:attrName>
                                          <p:attrName>ppt_y</p:attrName>
                                        </p:attrNameLst>
                                      </p:cBhvr>
                                    </p:animMotion>
                                  </p:childTnLst>
                                </p:cTn>
                              </p:par>
                            </p:childTnLst>
                          </p:cTn>
                        </p:par>
                      </p:childTnLst>
                    </p:cTn>
                  </p:par>
                  <p:par>
                    <p:cTn id="24" fill="hold">
                      <p:stCondLst>
                        <p:cond delay="indefinite"/>
                      </p:stCondLst>
                      <p:childTnLst>
                        <p:par>
                          <p:cTn id="25" fill="hold">
                            <p:stCondLst>
                              <p:cond delay="0"/>
                            </p:stCondLst>
                            <p:childTnLst>
                              <p:par>
                                <p:cTn id="26" presetID="12" presetClass="entr" presetSubtype="4" fill="hold" nodeType="click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slide(fromBottom)">
                                      <p:cBhvr>
                                        <p:cTn id="28" dur="3000"/>
                                        <p:tgtEl>
                                          <p:spTgt spid="12"/>
                                        </p:tgtEl>
                                      </p:cBhvr>
                                    </p:animEffect>
                                  </p:childTnLst>
                                  <p:subTnLst>
                                    <p:audio>
                                      <p:cMediaNode>
                                        <p:cTn display="0" masterRel="sameClick">
                                          <p:stCondLst>
                                            <p:cond evt="begin" delay="0">
                                              <p:tn val="26"/>
                                            </p:cond>
                                          </p:stCondLst>
                                          <p:endCondLst>
                                            <p:cond evt="onStopAudio" delay="0">
                                              <p:tgtEl>
                                                <p:sldTgt/>
                                              </p:tgtEl>
                                            </p:cond>
                                          </p:endCondLst>
                                        </p:cTn>
                                        <p:tgtEl>
                                          <p:sndTgt r:embed="rId3" name="CHIMES.WAV"/>
                                        </p:tgtEl>
                                      </p:cMediaNode>
                                    </p:audio>
                                  </p:subTnLst>
                                </p:cTn>
                              </p:par>
                            </p:childTnLst>
                          </p:cTn>
                        </p:par>
                        <p:par>
                          <p:cTn id="29" fill="hold">
                            <p:stCondLst>
                              <p:cond delay="3000"/>
                            </p:stCondLst>
                            <p:childTnLst>
                              <p:par>
                                <p:cTn id="30" presetID="20" presetClass="entr" presetSubtype="0" fill="hold" grpId="0" nodeType="afterEffect">
                                  <p:stCondLst>
                                    <p:cond delay="0"/>
                                  </p:stCondLst>
                                  <p:childTnLst>
                                    <p:set>
                                      <p:cBhvr>
                                        <p:cTn id="31" dur="1" fill="hold">
                                          <p:stCondLst>
                                            <p:cond delay="0"/>
                                          </p:stCondLst>
                                        </p:cTn>
                                        <p:tgtEl>
                                          <p:spTgt spid="16"/>
                                        </p:tgtEl>
                                        <p:attrNameLst>
                                          <p:attrName>style.visibility</p:attrName>
                                        </p:attrNameLst>
                                      </p:cBhvr>
                                      <p:to>
                                        <p:strVal val="visible"/>
                                      </p:to>
                                    </p:set>
                                    <p:animEffect transition="in" filter="wedge">
                                      <p:cBhvr>
                                        <p:cTn id="32" dur="2000"/>
                                        <p:tgtEl>
                                          <p:spTgt spid="16"/>
                                        </p:tgtEl>
                                      </p:cBhvr>
                                    </p:animEffect>
                                  </p:childTnLst>
                                  <p:subTnLst>
                                    <p:audio>
                                      <p:cMediaNode>
                                        <p:cTn display="0" masterRel="sameClick">
                                          <p:stCondLst>
                                            <p:cond evt="begin" delay="0">
                                              <p:tn val="30"/>
                                            </p:cond>
                                          </p:stCondLst>
                                          <p:endCondLst>
                                            <p:cond evt="onStopAudio" delay="0">
                                              <p:tgtEl>
                                                <p:sldTgt/>
                                              </p:tgtEl>
                                            </p:cond>
                                          </p:endCondLst>
                                        </p:cTn>
                                        <p:tgtEl>
                                          <p:sndTgt r:embed="rId3" name="CHIMES.WAV"/>
                                        </p:tgtEl>
                                      </p:cMediaNode>
                                    </p:audio>
                                  </p:subTnLst>
                                </p:cTn>
                              </p:par>
                            </p:childTnLst>
                          </p:cTn>
                        </p:par>
                        <p:par>
                          <p:cTn id="33" fill="hold">
                            <p:stCondLst>
                              <p:cond delay="5000"/>
                            </p:stCondLst>
                            <p:childTnLst>
                              <p:par>
                                <p:cTn id="34" presetID="12" presetClass="entr" presetSubtype="8" fill="hold" nodeType="afterEffect">
                                  <p:stCondLst>
                                    <p:cond delay="0"/>
                                  </p:stCondLst>
                                  <p:childTnLst>
                                    <p:set>
                                      <p:cBhvr>
                                        <p:cTn id="35" dur="1" fill="hold">
                                          <p:stCondLst>
                                            <p:cond delay="0"/>
                                          </p:stCondLst>
                                        </p:cTn>
                                        <p:tgtEl>
                                          <p:spTgt spid="11"/>
                                        </p:tgtEl>
                                        <p:attrNameLst>
                                          <p:attrName>style.visibility</p:attrName>
                                        </p:attrNameLst>
                                      </p:cBhvr>
                                      <p:to>
                                        <p:strVal val="visible"/>
                                      </p:to>
                                    </p:set>
                                    <p:animEffect transition="in" filter="slide(fromLeft)">
                                      <p:cBhvr>
                                        <p:cTn id="36" dur="3000"/>
                                        <p:tgtEl>
                                          <p:spTgt spid="11"/>
                                        </p:tgtEl>
                                      </p:cBhvr>
                                    </p:animEffect>
                                  </p:childTnLst>
                                  <p:subTnLst>
                                    <p:audio>
                                      <p:cMediaNode>
                                        <p:cTn display="0" masterRel="sameClick">
                                          <p:stCondLst>
                                            <p:cond evt="begin" delay="0">
                                              <p:tn val="34"/>
                                            </p:cond>
                                          </p:stCondLst>
                                          <p:endCondLst>
                                            <p:cond evt="onStopAudio" delay="0">
                                              <p:tgtEl>
                                                <p:sldTgt/>
                                              </p:tgtEl>
                                            </p:cond>
                                          </p:endCondLst>
                                        </p:cTn>
                                        <p:tgtEl>
                                          <p:sndTgt r:embed="rId3" name="CHIMES.WAV"/>
                                        </p:tgtEl>
                                      </p:cMediaNode>
                                    </p:audio>
                                  </p:subTnLst>
                                </p:cTn>
                              </p:par>
                            </p:childTnLst>
                          </p:cTn>
                        </p:par>
                        <p:par>
                          <p:cTn id="37" fill="hold">
                            <p:stCondLst>
                              <p:cond delay="8000"/>
                            </p:stCondLst>
                            <p:childTnLst>
                              <p:par>
                                <p:cTn id="38" presetID="20" presetClass="entr" presetSubtype="0" fill="hold" grpId="0" nodeType="afterEffect">
                                  <p:stCondLst>
                                    <p:cond delay="0"/>
                                  </p:stCondLst>
                                  <p:childTnLst>
                                    <p:set>
                                      <p:cBhvr>
                                        <p:cTn id="39" dur="1" fill="hold">
                                          <p:stCondLst>
                                            <p:cond delay="0"/>
                                          </p:stCondLst>
                                        </p:cTn>
                                        <p:tgtEl>
                                          <p:spTgt spid="13"/>
                                        </p:tgtEl>
                                        <p:attrNameLst>
                                          <p:attrName>style.visibility</p:attrName>
                                        </p:attrNameLst>
                                      </p:cBhvr>
                                      <p:to>
                                        <p:strVal val="visible"/>
                                      </p:to>
                                    </p:set>
                                    <p:animEffect transition="in" filter="wedge">
                                      <p:cBhvr>
                                        <p:cTn id="40" dur="2000"/>
                                        <p:tgtEl>
                                          <p:spTgt spid="13"/>
                                        </p:tgtEl>
                                      </p:cBhvr>
                                    </p:animEffect>
                                  </p:childTnLst>
                                  <p:subTnLst>
                                    <p:audio>
                                      <p:cMediaNode>
                                        <p:cTn display="0" masterRel="sameClick">
                                          <p:stCondLst>
                                            <p:cond evt="begin" delay="0">
                                              <p:tn val="38"/>
                                            </p:cond>
                                          </p:stCondLst>
                                          <p:endCondLst>
                                            <p:cond evt="onStopAudio" delay="0">
                                              <p:tgtEl>
                                                <p:sldTgt/>
                                              </p:tgtEl>
                                            </p:cond>
                                          </p:endCondLst>
                                        </p:cTn>
                                        <p:tgtEl>
                                          <p:sndTgt r:embed="rId3" name="CHIMES.WAV"/>
                                        </p:tgtEl>
                                      </p:cMediaNode>
                                    </p:audio>
                                  </p:subTnLst>
                                </p:cTn>
                              </p:par>
                            </p:childTnLst>
                          </p:cTn>
                        </p:par>
                        <p:par>
                          <p:cTn id="41" fill="hold">
                            <p:stCondLst>
                              <p:cond delay="10000"/>
                            </p:stCondLst>
                            <p:childTnLst>
                              <p:par>
                                <p:cTn id="42" presetID="12" presetClass="entr" presetSubtype="4" fill="hold" nodeType="afterEffect">
                                  <p:stCondLst>
                                    <p:cond delay="0"/>
                                  </p:stCondLst>
                                  <p:childTnLst>
                                    <p:set>
                                      <p:cBhvr>
                                        <p:cTn id="43" dur="1" fill="hold">
                                          <p:stCondLst>
                                            <p:cond delay="0"/>
                                          </p:stCondLst>
                                        </p:cTn>
                                        <p:tgtEl>
                                          <p:spTgt spid="6"/>
                                        </p:tgtEl>
                                        <p:attrNameLst>
                                          <p:attrName>style.visibility</p:attrName>
                                        </p:attrNameLst>
                                      </p:cBhvr>
                                      <p:to>
                                        <p:strVal val="visible"/>
                                      </p:to>
                                    </p:set>
                                    <p:animEffect transition="in" filter="slide(fromBottom)">
                                      <p:cBhvr>
                                        <p:cTn id="44" dur="3000"/>
                                        <p:tgtEl>
                                          <p:spTgt spid="6"/>
                                        </p:tgtEl>
                                      </p:cBhvr>
                                    </p:animEffect>
                                  </p:childTnLst>
                                  <p:subTnLst>
                                    <p:audio>
                                      <p:cMediaNode>
                                        <p:cTn display="0" masterRel="sameClick">
                                          <p:stCondLst>
                                            <p:cond evt="begin" delay="0">
                                              <p:tn val="42"/>
                                            </p:cond>
                                          </p:stCondLst>
                                          <p:endCondLst>
                                            <p:cond evt="onStopAudio" delay="0">
                                              <p:tgtEl>
                                                <p:sldTgt/>
                                              </p:tgtEl>
                                            </p:cond>
                                          </p:endCondLst>
                                        </p:cTn>
                                        <p:tgtEl>
                                          <p:sndTgt r:embed="rId3" name="CHIMES.WAV"/>
                                        </p:tgtEl>
                                      </p:cMediaNode>
                                    </p:audio>
                                  </p:subTnLst>
                                </p:cTn>
                              </p:par>
                            </p:childTnLst>
                          </p:cTn>
                        </p:par>
                        <p:par>
                          <p:cTn id="45" fill="hold">
                            <p:stCondLst>
                              <p:cond delay="13000"/>
                            </p:stCondLst>
                            <p:childTnLst>
                              <p:par>
                                <p:cTn id="46" presetID="20" presetClass="entr" presetSubtype="0" fill="hold" grpId="0" nodeType="afterEffect">
                                  <p:stCondLst>
                                    <p:cond delay="0"/>
                                  </p:stCondLst>
                                  <p:childTnLst>
                                    <p:set>
                                      <p:cBhvr>
                                        <p:cTn id="47" dur="1" fill="hold">
                                          <p:stCondLst>
                                            <p:cond delay="0"/>
                                          </p:stCondLst>
                                        </p:cTn>
                                        <p:tgtEl>
                                          <p:spTgt spid="10"/>
                                        </p:tgtEl>
                                        <p:attrNameLst>
                                          <p:attrName>style.visibility</p:attrName>
                                        </p:attrNameLst>
                                      </p:cBhvr>
                                      <p:to>
                                        <p:strVal val="visible"/>
                                      </p:to>
                                    </p:set>
                                    <p:animEffect transition="in" filter="wedge">
                                      <p:cBhvr>
                                        <p:cTn id="48" dur="2000"/>
                                        <p:tgtEl>
                                          <p:spTgt spid="10"/>
                                        </p:tgtEl>
                                      </p:cBhvr>
                                    </p:animEffect>
                                  </p:childTnLst>
                                  <p:subTnLst>
                                    <p:audio>
                                      <p:cMediaNode>
                                        <p:cTn display="0" masterRel="sameClick">
                                          <p:stCondLst>
                                            <p:cond evt="begin" delay="0">
                                              <p:tn val="46"/>
                                            </p:cond>
                                          </p:stCondLst>
                                          <p:endCondLst>
                                            <p:cond evt="onStopAudio" delay="0">
                                              <p:tgtEl>
                                                <p:sldTgt/>
                                              </p:tgtEl>
                                            </p:cond>
                                          </p:endCondLst>
                                        </p:cTn>
                                        <p:tgtEl>
                                          <p:sndTgt r:embed="rId3" name="CHIMES.WAV"/>
                                        </p:tgtEl>
                                      </p:cMediaNode>
                                    </p:audio>
                                  </p:subTnLst>
                                </p:cTn>
                              </p:par>
                            </p:childTnLst>
                          </p:cTn>
                        </p:par>
                        <p:par>
                          <p:cTn id="49" fill="hold">
                            <p:stCondLst>
                              <p:cond delay="15000"/>
                            </p:stCondLst>
                            <p:childTnLst>
                              <p:par>
                                <p:cTn id="50" presetID="12" presetClass="entr" presetSubtype="2" fill="hold" nodeType="afterEffect">
                                  <p:stCondLst>
                                    <p:cond delay="0"/>
                                  </p:stCondLst>
                                  <p:childTnLst>
                                    <p:set>
                                      <p:cBhvr>
                                        <p:cTn id="51" dur="1" fill="hold">
                                          <p:stCondLst>
                                            <p:cond delay="0"/>
                                          </p:stCondLst>
                                        </p:cTn>
                                        <p:tgtEl>
                                          <p:spTgt spid="5"/>
                                        </p:tgtEl>
                                        <p:attrNameLst>
                                          <p:attrName>style.visibility</p:attrName>
                                        </p:attrNameLst>
                                      </p:cBhvr>
                                      <p:to>
                                        <p:strVal val="visible"/>
                                      </p:to>
                                    </p:set>
                                    <p:animEffect transition="in" filter="slide(fromRight)">
                                      <p:cBhvr>
                                        <p:cTn id="52" dur="3000"/>
                                        <p:tgtEl>
                                          <p:spTgt spid="5"/>
                                        </p:tgtEl>
                                      </p:cBhvr>
                                    </p:animEffect>
                                  </p:childTnLst>
                                  <p:subTnLst>
                                    <p:audio>
                                      <p:cMediaNode>
                                        <p:cTn display="0" masterRel="sameClick">
                                          <p:stCondLst>
                                            <p:cond evt="begin" delay="0">
                                              <p:tn val="50"/>
                                            </p:cond>
                                          </p:stCondLst>
                                          <p:endCondLst>
                                            <p:cond evt="onStopAudio" delay="0">
                                              <p:tgtEl>
                                                <p:sldTgt/>
                                              </p:tgtEl>
                                            </p:cond>
                                          </p:endCondLst>
                                        </p:cTn>
                                        <p:tgtEl>
                                          <p:sndTgt r:embed="rId3" name="CHIMES.WAV"/>
                                        </p:tgtEl>
                                      </p:cMediaNode>
                                    </p:audio>
                                  </p:subTnLst>
                                </p:cTn>
                              </p:par>
                            </p:childTnLst>
                          </p:cTn>
                        </p:par>
                        <p:par>
                          <p:cTn id="53" fill="hold">
                            <p:stCondLst>
                              <p:cond delay="18000"/>
                            </p:stCondLst>
                            <p:childTnLst>
                              <p:par>
                                <p:cTn id="54" presetID="20" presetClass="entr" presetSubtype="0" fill="hold" grpId="0" nodeType="afterEffect">
                                  <p:stCondLst>
                                    <p:cond delay="0"/>
                                  </p:stCondLst>
                                  <p:childTnLst>
                                    <p:set>
                                      <p:cBhvr>
                                        <p:cTn id="55" dur="1" fill="hold">
                                          <p:stCondLst>
                                            <p:cond delay="0"/>
                                          </p:stCondLst>
                                        </p:cTn>
                                        <p:tgtEl>
                                          <p:spTgt spid="9"/>
                                        </p:tgtEl>
                                        <p:attrNameLst>
                                          <p:attrName>style.visibility</p:attrName>
                                        </p:attrNameLst>
                                      </p:cBhvr>
                                      <p:to>
                                        <p:strVal val="visible"/>
                                      </p:to>
                                    </p:set>
                                    <p:animEffect transition="in" filter="wedge">
                                      <p:cBhvr>
                                        <p:cTn id="56" dur="2000"/>
                                        <p:tgtEl>
                                          <p:spTgt spid="9"/>
                                        </p:tgtEl>
                                      </p:cBhvr>
                                    </p:animEffect>
                                  </p:childTnLst>
                                  <p:subTnLst>
                                    <p:audio>
                                      <p:cMediaNode>
                                        <p:cTn display="0" masterRel="sameClick">
                                          <p:stCondLst>
                                            <p:cond evt="begin" delay="0">
                                              <p:tn val="54"/>
                                            </p:cond>
                                          </p:stCondLst>
                                          <p:endCondLst>
                                            <p:cond evt="onStopAudio" delay="0">
                                              <p:tgtEl>
                                                <p:sldTgt/>
                                              </p:tgtEl>
                                            </p:cond>
                                          </p:endCondLst>
                                        </p:cTn>
                                        <p:tgtEl>
                                          <p:sndTgt r:embed="rId3" name="CHIMES.WAV"/>
                                        </p:tgtEl>
                                      </p:cMediaNode>
                                    </p:audio>
                                  </p:subTnLst>
                                </p:cTn>
                              </p:par>
                            </p:childTnLst>
                          </p:cTn>
                        </p:par>
                      </p:childTnLst>
                    </p:cTn>
                  </p:par>
                  <p:par>
                    <p:cTn id="57" fill="hold">
                      <p:stCondLst>
                        <p:cond delay="indefinite"/>
                      </p:stCondLst>
                      <p:childTnLst>
                        <p:par>
                          <p:cTn id="58" fill="hold">
                            <p:stCondLst>
                              <p:cond delay="0"/>
                            </p:stCondLst>
                            <p:childTnLst>
                              <p:par>
                                <p:cTn id="59" presetID="12" presetClass="entr" presetSubtype="4" fill="hold" nodeType="clickEffect">
                                  <p:stCondLst>
                                    <p:cond delay="0"/>
                                  </p:stCondLst>
                                  <p:childTnLst>
                                    <p:set>
                                      <p:cBhvr>
                                        <p:cTn id="60" dur="1" fill="hold">
                                          <p:stCondLst>
                                            <p:cond delay="0"/>
                                          </p:stCondLst>
                                        </p:cTn>
                                        <p:tgtEl>
                                          <p:spTgt spid="20"/>
                                        </p:tgtEl>
                                        <p:attrNameLst>
                                          <p:attrName>style.visibility</p:attrName>
                                        </p:attrNameLst>
                                      </p:cBhvr>
                                      <p:to>
                                        <p:strVal val="visible"/>
                                      </p:to>
                                    </p:set>
                                    <p:animEffect transition="in" filter="slide(fromBottom)">
                                      <p:cBhvr>
                                        <p:cTn id="61" dur="3000"/>
                                        <p:tgtEl>
                                          <p:spTgt spid="20"/>
                                        </p:tgtEl>
                                      </p:cBhvr>
                                    </p:animEffect>
                                  </p:childTnLst>
                                  <p:subTnLst>
                                    <p:audio>
                                      <p:cMediaNode>
                                        <p:cTn display="0" masterRel="sameClick">
                                          <p:stCondLst>
                                            <p:cond evt="begin" delay="0">
                                              <p:tn val="59"/>
                                            </p:cond>
                                          </p:stCondLst>
                                          <p:endCondLst>
                                            <p:cond evt="onStopAudio" delay="0">
                                              <p:tgtEl>
                                                <p:sldTgt/>
                                              </p:tgtEl>
                                            </p:cond>
                                          </p:endCondLst>
                                        </p:cTn>
                                        <p:tgtEl>
                                          <p:sndTgt r:embed="rId3" name="CHIMES.WAV"/>
                                        </p:tgtEl>
                                      </p:cMediaNode>
                                    </p:audio>
                                  </p:subTnLst>
                                </p:cTn>
                              </p:par>
                            </p:childTnLst>
                          </p:cTn>
                        </p:par>
                        <p:par>
                          <p:cTn id="62" fill="hold">
                            <p:stCondLst>
                              <p:cond delay="3000"/>
                            </p:stCondLst>
                            <p:childTnLst>
                              <p:par>
                                <p:cTn id="63" presetID="20" presetClass="entr" presetSubtype="0" fill="hold" grpId="0" nodeType="afterEffect">
                                  <p:stCondLst>
                                    <p:cond delay="0"/>
                                  </p:stCondLst>
                                  <p:childTnLst>
                                    <p:set>
                                      <p:cBhvr>
                                        <p:cTn id="64" dur="1" fill="hold">
                                          <p:stCondLst>
                                            <p:cond delay="0"/>
                                          </p:stCondLst>
                                        </p:cTn>
                                        <p:tgtEl>
                                          <p:spTgt spid="17"/>
                                        </p:tgtEl>
                                        <p:attrNameLst>
                                          <p:attrName>style.visibility</p:attrName>
                                        </p:attrNameLst>
                                      </p:cBhvr>
                                      <p:to>
                                        <p:strVal val="visible"/>
                                      </p:to>
                                    </p:set>
                                    <p:animEffect transition="in" filter="wedge">
                                      <p:cBhvr>
                                        <p:cTn id="65" dur="2000"/>
                                        <p:tgtEl>
                                          <p:spTgt spid="17"/>
                                        </p:tgtEl>
                                      </p:cBhvr>
                                    </p:animEffect>
                                  </p:childTnLst>
                                  <p:subTnLst>
                                    <p:audio>
                                      <p:cMediaNode>
                                        <p:cTn display="0" masterRel="sameClick">
                                          <p:stCondLst>
                                            <p:cond evt="begin" delay="0">
                                              <p:tn val="63"/>
                                            </p:cond>
                                          </p:stCondLst>
                                          <p:endCondLst>
                                            <p:cond evt="onStopAudio" delay="0">
                                              <p:tgtEl>
                                                <p:sldTgt/>
                                              </p:tgtEl>
                                            </p:cond>
                                          </p:endCondLst>
                                        </p:cTn>
                                        <p:tgtEl>
                                          <p:sndTgt r:embed="rId3" name="CHIMES.WAV"/>
                                        </p:tgtEl>
                                      </p:cMediaNode>
                                    </p:audio>
                                  </p:subTnLst>
                                </p:cTn>
                              </p:par>
                            </p:childTnLst>
                          </p:cTn>
                        </p:par>
                        <p:par>
                          <p:cTn id="66" fill="hold">
                            <p:stCondLst>
                              <p:cond delay="5000"/>
                            </p:stCondLst>
                            <p:childTnLst>
                              <p:par>
                                <p:cTn id="67" presetID="12" presetClass="entr" presetSubtype="8" fill="hold" nodeType="afterEffect">
                                  <p:stCondLst>
                                    <p:cond delay="0"/>
                                  </p:stCondLst>
                                  <p:childTnLst>
                                    <p:set>
                                      <p:cBhvr>
                                        <p:cTn id="68" dur="1" fill="hold">
                                          <p:stCondLst>
                                            <p:cond delay="0"/>
                                          </p:stCondLst>
                                        </p:cTn>
                                        <p:tgtEl>
                                          <p:spTgt spid="19"/>
                                        </p:tgtEl>
                                        <p:attrNameLst>
                                          <p:attrName>style.visibility</p:attrName>
                                        </p:attrNameLst>
                                      </p:cBhvr>
                                      <p:to>
                                        <p:strVal val="visible"/>
                                      </p:to>
                                    </p:set>
                                    <p:animEffect transition="in" filter="slide(fromLeft)">
                                      <p:cBhvr>
                                        <p:cTn id="69" dur="3000"/>
                                        <p:tgtEl>
                                          <p:spTgt spid="19"/>
                                        </p:tgtEl>
                                      </p:cBhvr>
                                    </p:animEffect>
                                  </p:childTnLst>
                                  <p:subTnLst>
                                    <p:audio>
                                      <p:cMediaNode>
                                        <p:cTn display="0" masterRel="sameClick">
                                          <p:stCondLst>
                                            <p:cond evt="begin" delay="0">
                                              <p:tn val="67"/>
                                            </p:cond>
                                          </p:stCondLst>
                                          <p:endCondLst>
                                            <p:cond evt="onStopAudio" delay="0">
                                              <p:tgtEl>
                                                <p:sldTgt/>
                                              </p:tgtEl>
                                            </p:cond>
                                          </p:endCondLst>
                                        </p:cTn>
                                        <p:tgtEl>
                                          <p:sndTgt r:embed="rId3" name="CHIMES.WAV"/>
                                        </p:tgtEl>
                                      </p:cMediaNode>
                                    </p:audio>
                                  </p:subTnLst>
                                </p:cTn>
                              </p:par>
                            </p:childTnLst>
                          </p:cTn>
                        </p:par>
                        <p:par>
                          <p:cTn id="70" fill="hold">
                            <p:stCondLst>
                              <p:cond delay="8000"/>
                            </p:stCondLst>
                            <p:childTnLst>
                              <p:par>
                                <p:cTn id="71" presetID="20" presetClass="entr" presetSubtype="0" fill="hold" grpId="0" nodeType="afterEffect">
                                  <p:stCondLst>
                                    <p:cond delay="0"/>
                                  </p:stCondLst>
                                  <p:childTnLst>
                                    <p:set>
                                      <p:cBhvr>
                                        <p:cTn id="72" dur="1" fill="hold">
                                          <p:stCondLst>
                                            <p:cond delay="0"/>
                                          </p:stCondLst>
                                        </p:cTn>
                                        <p:tgtEl>
                                          <p:spTgt spid="18"/>
                                        </p:tgtEl>
                                        <p:attrNameLst>
                                          <p:attrName>style.visibility</p:attrName>
                                        </p:attrNameLst>
                                      </p:cBhvr>
                                      <p:to>
                                        <p:strVal val="visible"/>
                                      </p:to>
                                    </p:set>
                                    <p:animEffect transition="in" filter="wedge">
                                      <p:cBhvr>
                                        <p:cTn id="73" dur="2000"/>
                                        <p:tgtEl>
                                          <p:spTgt spid="18"/>
                                        </p:tgtEl>
                                      </p:cBhvr>
                                    </p:animEffect>
                                  </p:childTnLst>
                                  <p:subTnLst>
                                    <p:audio>
                                      <p:cMediaNode>
                                        <p:cTn display="0" masterRel="sameClick">
                                          <p:stCondLst>
                                            <p:cond evt="begin" delay="0">
                                              <p:tn val="71"/>
                                            </p:cond>
                                          </p:stCondLst>
                                          <p:endCondLst>
                                            <p:cond evt="onStopAudio" delay="0">
                                              <p:tgtEl>
                                                <p:sldTgt/>
                                              </p:tgtEl>
                                            </p:cond>
                                          </p:endCondLst>
                                        </p:cTn>
                                        <p:tgtEl>
                                          <p:sndTgt r:embed="rId3" name="CHIMES.WAV"/>
                                        </p:tgtEl>
                                      </p:cMediaNode>
                                    </p:audio>
                                  </p:subTnLst>
                                </p:cTn>
                              </p:par>
                            </p:childTnLst>
                          </p:cTn>
                        </p:par>
                        <p:par>
                          <p:cTn id="74" fill="hold">
                            <p:stCondLst>
                              <p:cond delay="10000"/>
                            </p:stCondLst>
                            <p:childTnLst>
                              <p:par>
                                <p:cTn id="75" presetID="12" presetClass="entr" presetSubtype="8" fill="hold" nodeType="afterEffect">
                                  <p:stCondLst>
                                    <p:cond delay="0"/>
                                  </p:stCondLst>
                                  <p:childTnLst>
                                    <p:set>
                                      <p:cBhvr>
                                        <p:cTn id="76" dur="1" fill="hold">
                                          <p:stCondLst>
                                            <p:cond delay="0"/>
                                          </p:stCondLst>
                                        </p:cTn>
                                        <p:tgtEl>
                                          <p:spTgt spid="8"/>
                                        </p:tgtEl>
                                        <p:attrNameLst>
                                          <p:attrName>style.visibility</p:attrName>
                                        </p:attrNameLst>
                                      </p:cBhvr>
                                      <p:to>
                                        <p:strVal val="visible"/>
                                      </p:to>
                                    </p:set>
                                    <p:animEffect transition="in" filter="slide(fromLeft)">
                                      <p:cBhvr>
                                        <p:cTn id="77" dur="3000"/>
                                        <p:tgtEl>
                                          <p:spTgt spid="8"/>
                                        </p:tgtEl>
                                      </p:cBhvr>
                                    </p:animEffect>
                                  </p:childTnLst>
                                  <p:subTnLst>
                                    <p:audio>
                                      <p:cMediaNode>
                                        <p:cTn display="0" masterRel="sameClick">
                                          <p:stCondLst>
                                            <p:cond evt="begin" delay="0">
                                              <p:tn val="75"/>
                                            </p:cond>
                                          </p:stCondLst>
                                          <p:endCondLst>
                                            <p:cond evt="onStopAudio" delay="0">
                                              <p:tgtEl>
                                                <p:sldTgt/>
                                              </p:tgtEl>
                                            </p:cond>
                                          </p:endCondLst>
                                        </p:cTn>
                                        <p:tgtEl>
                                          <p:sndTgt r:embed="rId3" name="CHIMES.WAV"/>
                                        </p:tgtEl>
                                      </p:cMediaNode>
                                    </p:audio>
                                  </p:subTnLst>
                                </p:cTn>
                              </p:par>
                            </p:childTnLst>
                          </p:cTn>
                        </p:par>
                        <p:par>
                          <p:cTn id="78" fill="hold">
                            <p:stCondLst>
                              <p:cond delay="13000"/>
                            </p:stCondLst>
                            <p:childTnLst>
                              <p:par>
                                <p:cTn id="79" presetID="20" presetClass="entr" presetSubtype="0" fill="hold" grpId="0" nodeType="afterEffect">
                                  <p:stCondLst>
                                    <p:cond delay="300"/>
                                  </p:stCondLst>
                                  <p:childTnLst>
                                    <p:set>
                                      <p:cBhvr>
                                        <p:cTn id="80" dur="1" fill="hold">
                                          <p:stCondLst>
                                            <p:cond delay="0"/>
                                          </p:stCondLst>
                                        </p:cTn>
                                        <p:tgtEl>
                                          <p:spTgt spid="3"/>
                                        </p:tgtEl>
                                        <p:attrNameLst>
                                          <p:attrName>style.visibility</p:attrName>
                                        </p:attrNameLst>
                                      </p:cBhvr>
                                      <p:to>
                                        <p:strVal val="visible"/>
                                      </p:to>
                                    </p:set>
                                    <p:animEffect transition="in" filter="wedge">
                                      <p:cBhvr>
                                        <p:cTn id="81" dur="2000"/>
                                        <p:tgtEl>
                                          <p:spTgt spid="3"/>
                                        </p:tgtEl>
                                      </p:cBhvr>
                                    </p:animEffect>
                                  </p:childTnLst>
                                  <p:subTnLst>
                                    <p:audio>
                                      <p:cMediaNode>
                                        <p:cTn display="0" masterRel="sameClick">
                                          <p:stCondLst>
                                            <p:cond evt="begin" delay="0">
                                              <p:tn val="79"/>
                                            </p:cond>
                                          </p:stCondLst>
                                          <p:endCondLst>
                                            <p:cond evt="onStopAudio" delay="0">
                                              <p:tgtEl>
                                                <p:sldTgt/>
                                              </p:tgtEl>
                                            </p:cond>
                                          </p:endCondLst>
                                        </p:cTn>
                                        <p:tgtEl>
                                          <p:sndTgt r:embed="rId3" name="CHIMES.WAV"/>
                                        </p:tgtEl>
                                      </p:cMediaNode>
                                    </p:audio>
                                  </p:subTnLst>
                                </p:cTn>
                              </p:par>
                            </p:childTnLst>
                          </p:cTn>
                        </p:par>
                        <p:par>
                          <p:cTn id="82" fill="hold">
                            <p:stCondLst>
                              <p:cond delay="15300"/>
                            </p:stCondLst>
                            <p:childTnLst>
                              <p:par>
                                <p:cTn id="83" presetID="17" presetClass="entr" presetSubtype="1" fill="hold" nodeType="afterEffect">
                                  <p:stCondLst>
                                    <p:cond delay="300"/>
                                  </p:stCondLst>
                                  <p:childTnLst>
                                    <p:set>
                                      <p:cBhvr>
                                        <p:cTn id="84" dur="1" fill="hold">
                                          <p:stCondLst>
                                            <p:cond delay="0"/>
                                          </p:stCondLst>
                                        </p:cTn>
                                        <p:tgtEl>
                                          <p:spTgt spid="2"/>
                                        </p:tgtEl>
                                        <p:attrNameLst>
                                          <p:attrName>style.visibility</p:attrName>
                                        </p:attrNameLst>
                                      </p:cBhvr>
                                      <p:to>
                                        <p:strVal val="visible"/>
                                      </p:to>
                                    </p:set>
                                    <p:anim calcmode="lin" valueType="num">
                                      <p:cBhvr>
                                        <p:cTn id="85" dur="5000" fill="hold"/>
                                        <p:tgtEl>
                                          <p:spTgt spid="2"/>
                                        </p:tgtEl>
                                        <p:attrNameLst>
                                          <p:attrName>ppt_x</p:attrName>
                                        </p:attrNameLst>
                                      </p:cBhvr>
                                      <p:tavLst>
                                        <p:tav tm="0">
                                          <p:val>
                                            <p:strVal val="#ppt_x"/>
                                          </p:val>
                                        </p:tav>
                                        <p:tav tm="100000">
                                          <p:val>
                                            <p:strVal val="#ppt_x"/>
                                          </p:val>
                                        </p:tav>
                                      </p:tavLst>
                                    </p:anim>
                                    <p:anim calcmode="lin" valueType="num">
                                      <p:cBhvr>
                                        <p:cTn id="86" dur="5000" fill="hold"/>
                                        <p:tgtEl>
                                          <p:spTgt spid="2"/>
                                        </p:tgtEl>
                                        <p:attrNameLst>
                                          <p:attrName>ppt_y</p:attrName>
                                        </p:attrNameLst>
                                      </p:cBhvr>
                                      <p:tavLst>
                                        <p:tav tm="0">
                                          <p:val>
                                            <p:strVal val="#ppt_y-#ppt_h/2"/>
                                          </p:val>
                                        </p:tav>
                                        <p:tav tm="100000">
                                          <p:val>
                                            <p:strVal val="#ppt_y"/>
                                          </p:val>
                                        </p:tav>
                                      </p:tavLst>
                                    </p:anim>
                                    <p:anim calcmode="lin" valueType="num">
                                      <p:cBhvr>
                                        <p:cTn id="87" dur="5000" fill="hold"/>
                                        <p:tgtEl>
                                          <p:spTgt spid="2"/>
                                        </p:tgtEl>
                                        <p:attrNameLst>
                                          <p:attrName>ppt_w</p:attrName>
                                        </p:attrNameLst>
                                      </p:cBhvr>
                                      <p:tavLst>
                                        <p:tav tm="0">
                                          <p:val>
                                            <p:strVal val="#ppt_w"/>
                                          </p:val>
                                        </p:tav>
                                        <p:tav tm="100000">
                                          <p:val>
                                            <p:strVal val="#ppt_w"/>
                                          </p:val>
                                        </p:tav>
                                      </p:tavLst>
                                    </p:anim>
                                    <p:anim calcmode="lin" valueType="num">
                                      <p:cBhvr>
                                        <p:cTn id="88" dur="5000" fill="hold"/>
                                        <p:tgtEl>
                                          <p:spTgt spid="2"/>
                                        </p:tgtEl>
                                        <p:attrNameLst>
                                          <p:attrName>ppt_h</p:attrName>
                                        </p:attrNameLst>
                                      </p:cBhvr>
                                      <p:tavLst>
                                        <p:tav tm="0">
                                          <p:val>
                                            <p:fltVal val="0"/>
                                          </p:val>
                                        </p:tav>
                                        <p:tav tm="100000">
                                          <p:val>
                                            <p:strVal val="#ppt_h"/>
                                          </p:val>
                                        </p:tav>
                                      </p:tavLst>
                                    </p:anim>
                                  </p:childTnLst>
                                  <p:subTnLst>
                                    <p:audio>
                                      <p:cMediaNode>
                                        <p:cTn display="0" masterRel="sameClick">
                                          <p:stCondLst>
                                            <p:cond evt="begin" delay="0">
                                              <p:tn val="83"/>
                                            </p:cond>
                                          </p:stCondLst>
                                          <p:endCondLst>
                                            <p:cond evt="onStopAudio" delay="0">
                                              <p:tgtEl>
                                                <p:sldTgt/>
                                              </p:tgtEl>
                                            </p:cond>
                                          </p:endCondLst>
                                        </p:cTn>
                                        <p:tgtEl>
                                          <p:sndTgt r:embed="rId3" name="CHIMES.WAV"/>
                                        </p:tgtEl>
                                      </p:cMediaNode>
                                    </p:audio>
                                  </p:subTnLst>
                                </p:cTn>
                              </p:par>
                            </p:childTnLst>
                          </p:cTn>
                        </p:par>
                        <p:par>
                          <p:cTn id="89" fill="hold">
                            <p:stCondLst>
                              <p:cond delay="20600"/>
                            </p:stCondLst>
                            <p:childTnLst>
                              <p:par>
                                <p:cTn id="90" presetID="20" presetClass="entr" presetSubtype="0" fill="hold" grpId="0" nodeType="afterEffect">
                                  <p:stCondLst>
                                    <p:cond delay="300"/>
                                  </p:stCondLst>
                                  <p:childTnLst>
                                    <p:set>
                                      <p:cBhvr>
                                        <p:cTn id="91" dur="1" fill="hold">
                                          <p:stCondLst>
                                            <p:cond delay="0"/>
                                          </p:stCondLst>
                                        </p:cTn>
                                        <p:tgtEl>
                                          <p:spTgt spid="4"/>
                                        </p:tgtEl>
                                        <p:attrNameLst>
                                          <p:attrName>style.visibility</p:attrName>
                                        </p:attrNameLst>
                                      </p:cBhvr>
                                      <p:to>
                                        <p:strVal val="visible"/>
                                      </p:to>
                                    </p:set>
                                    <p:animEffect transition="in" filter="wedge">
                                      <p:cBhvr>
                                        <p:cTn id="92" dur="2000"/>
                                        <p:tgtEl>
                                          <p:spTgt spid="4"/>
                                        </p:tgtEl>
                                      </p:cBhvr>
                                    </p:animEffect>
                                  </p:childTnLst>
                                  <p:subTnLst>
                                    <p:audio>
                                      <p:cMediaNode>
                                        <p:cTn display="0" masterRel="sameClick">
                                          <p:stCondLst>
                                            <p:cond evt="begin" delay="0">
                                              <p:tn val="90"/>
                                            </p:cond>
                                          </p:stCondLst>
                                          <p:endCondLst>
                                            <p:cond evt="onStopAudio" delay="0">
                                              <p:tgtEl>
                                                <p:sldTgt/>
                                              </p:tgtEl>
                                            </p:cond>
                                          </p:endCondLst>
                                        </p:cTn>
                                        <p:tgtEl>
                                          <p:sndTgt r:embed="rId3"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5" grpId="0"/>
      <p:bldP spid="3" grpId="0" autoUpdateAnimBg="0"/>
      <p:bldP spid="4" grpId="0" autoUpdateAnimBg="0"/>
      <p:bldP spid="9" grpId="0" autoUpdateAnimBg="0"/>
      <p:bldP spid="10" grpId="0" autoUpdateAnimBg="0"/>
      <p:bldP spid="13" grpId="0" autoUpdateAnimBg="0"/>
      <p:bldP spid="16" grpId="0" autoUpdateAnimBg="0"/>
      <p:bldP spid="17" grpId="0" autoUpdateAnimBg="0"/>
      <p:bldP spid="18" grpId="0" autoUpdateAnimBg="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164442" y="91693"/>
            <a:ext cx="5546711" cy="615553"/>
          </a:xfrm>
          <a:prstGeom prst="rect">
            <a:avLst/>
          </a:prstGeom>
        </p:spPr>
        <p:txBody>
          <a:bodyPr wrap="none">
            <a:spAutoFit/>
          </a:bodyPr>
          <a:lstStyle/>
          <a:p>
            <a:pPr>
              <a:defRPr/>
            </a:pPr>
            <a:r>
              <a:rPr kumimoji="1" lang="zh-CN" altLang="en-US" sz="3400" i="0" dirty="0">
                <a:solidFill>
                  <a:srgbClr val="FFFFFF"/>
                </a:solidFill>
                <a:latin typeface="微软雅黑" panose="020B0503020204020204" pitchFamily="34" charset="-122"/>
                <a:ea typeface="微软雅黑" panose="020B0503020204020204" pitchFamily="34" charset="-122"/>
              </a:rPr>
              <a:t>第二章</a:t>
            </a:r>
            <a:r>
              <a:rPr kumimoji="1" lang="en-US" altLang="zh-CN" sz="3400" i="0" dirty="0">
                <a:solidFill>
                  <a:srgbClr val="FFFFFF"/>
                </a:solidFill>
                <a:latin typeface="微软雅黑" panose="020B0503020204020204" pitchFamily="34" charset="-122"/>
                <a:ea typeface="微软雅黑" panose="020B0503020204020204" pitchFamily="34" charset="-122"/>
              </a:rPr>
              <a:t> </a:t>
            </a:r>
            <a:r>
              <a:rPr kumimoji="1" lang="zh-CN" altLang="en-US" sz="3400" i="0" dirty="0">
                <a:solidFill>
                  <a:srgbClr val="FFFFFF"/>
                </a:solidFill>
                <a:latin typeface="微软雅黑" panose="020B0503020204020204" pitchFamily="34" charset="-122"/>
                <a:ea typeface="微软雅黑" panose="020B0503020204020204" pitchFamily="34" charset="-122"/>
              </a:rPr>
              <a:t>平面问题的受力分析</a:t>
            </a:r>
          </a:p>
        </p:txBody>
      </p:sp>
      <p:sp>
        <p:nvSpPr>
          <p:cNvPr id="15" name="Rectangle 61"/>
          <p:cNvSpPr>
            <a:spLocks noChangeArrowheads="1"/>
          </p:cNvSpPr>
          <p:nvPr/>
        </p:nvSpPr>
        <p:spPr bwMode="auto">
          <a:xfrm>
            <a:off x="6467589" y="1593672"/>
            <a:ext cx="5528556" cy="3930941"/>
          </a:xfrm>
          <a:prstGeom prst="rect">
            <a:avLst/>
          </a:prstGeom>
          <a:solidFill>
            <a:srgbClr val="B9CDE5"/>
          </a:solidFill>
          <a:ln>
            <a:noFill/>
          </a:ln>
          <a:effectLst/>
        </p:spPr>
        <p:txBody>
          <a:bodyPr wrap="none" anchor="ctr"/>
          <a:lstStyle/>
          <a:p>
            <a:endParaRPr lang="zh-CN" altLang="en-US"/>
          </a:p>
        </p:txBody>
      </p:sp>
      <p:sp>
        <p:nvSpPr>
          <p:cNvPr id="125" name="Rectangle 5"/>
          <p:cNvSpPr>
            <a:spLocks noChangeArrowheads="1"/>
          </p:cNvSpPr>
          <p:nvPr/>
        </p:nvSpPr>
        <p:spPr bwMode="auto">
          <a:xfrm>
            <a:off x="279412" y="896154"/>
            <a:ext cx="6155284"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just">
              <a:spcBef>
                <a:spcPct val="20000"/>
              </a:spcBef>
              <a:buClr>
                <a:schemeClr val="accent1"/>
              </a:buClr>
              <a:buSzPct val="75000"/>
              <a:buFont typeface="Monotype Sorts" pitchFamily="2" charset="2"/>
              <a:buChar char="•"/>
              <a:defRPr kumimoji="1" sz="2400">
                <a:solidFill>
                  <a:schemeClr val="tx1"/>
                </a:solidFill>
                <a:latin typeface="Impact" panose="020B0806030902050204" pitchFamily="34" charset="0"/>
                <a:ea typeface="宋体" panose="02010600030101010101" pitchFamily="2" charset="-122"/>
              </a:defRPr>
            </a:lvl1pPr>
            <a:lvl2pPr marL="742950" indent="-285750">
              <a:spcBef>
                <a:spcPct val="20000"/>
              </a:spcBef>
              <a:buClr>
                <a:schemeClr val="accent2"/>
              </a:buClr>
              <a:buChar char="•"/>
              <a:defRPr kumimoji="1" sz="2000">
                <a:solidFill>
                  <a:schemeClr val="tx1"/>
                </a:solidFill>
                <a:latin typeface="Impact" panose="020B0806030902050204" pitchFamily="34" charset="0"/>
                <a:ea typeface="宋体" panose="02010600030101010101" pitchFamily="2" charset="-122"/>
              </a:defRPr>
            </a:lvl2pPr>
            <a:lvl3pPr marL="1143000" indent="-228600">
              <a:spcBef>
                <a:spcPct val="20000"/>
              </a:spcBef>
              <a:buChar char="–"/>
              <a:defRPr kumimoji="1" sz="2400">
                <a:solidFill>
                  <a:schemeClr val="tx1"/>
                </a:solidFill>
                <a:latin typeface="Impact" panose="020B0806030902050204" pitchFamily="34" charset="0"/>
                <a:ea typeface="宋体" panose="02010600030101010101" pitchFamily="2" charset="-122"/>
              </a:defRPr>
            </a:lvl3pPr>
            <a:lvl4pPr marL="1600200" indent="-228600">
              <a:spcBef>
                <a:spcPct val="20000"/>
              </a:spcBef>
              <a:buChar char="–"/>
              <a:defRPr kumimoji="1" sz="2000">
                <a:solidFill>
                  <a:schemeClr val="tx1"/>
                </a:solidFill>
                <a:latin typeface="Impact" panose="020B0806030902050204" pitchFamily="34" charset="0"/>
                <a:ea typeface="宋体" panose="02010600030101010101" pitchFamily="2" charset="-122"/>
              </a:defRPr>
            </a:lvl4pPr>
            <a:lvl5pPr marL="2057400" indent="-228600">
              <a:spcBef>
                <a:spcPct val="20000"/>
              </a:spcBef>
              <a:buChar char="»"/>
              <a:defRPr kumimoji="1" sz="2000">
                <a:solidFill>
                  <a:schemeClr val="tx1"/>
                </a:solidFill>
                <a:latin typeface="Impact" panose="020B0806030902050204" pitchFamily="34"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9pPr>
          </a:lstStyle>
          <a:p>
            <a:pPr algn="l">
              <a:spcBef>
                <a:spcPct val="0"/>
              </a:spcBef>
              <a:buClrTx/>
              <a:buSzTx/>
              <a:buNone/>
            </a:pPr>
            <a:r>
              <a:rPr lang="zh-CN" altLang="en-US" i="0" dirty="0">
                <a:solidFill>
                  <a:srgbClr val="0033CC"/>
                </a:solidFill>
                <a:latin typeface="Times New Roman" panose="02020603050405020304" pitchFamily="18" charset="0"/>
                <a:ea typeface="黑体" panose="02010609060101010101" pitchFamily="49" charset="-122"/>
              </a:rPr>
              <a:t>   </a:t>
            </a:r>
            <a:r>
              <a:rPr lang="en-US" altLang="zh-CN" i="0" dirty="0">
                <a:latin typeface="Times New Roman" panose="02020603050405020304" pitchFamily="18" charset="0"/>
                <a:ea typeface="黑体" panose="02010609060101010101" pitchFamily="49" charset="-122"/>
              </a:rPr>
              <a:t> 2</a:t>
            </a:r>
            <a:r>
              <a:rPr lang="zh-CN" altLang="en-US" i="0" dirty="0">
                <a:latin typeface="Times New Roman" panose="02020603050405020304" pitchFamily="18" charset="0"/>
                <a:ea typeface="黑体" panose="02010609060101010101" pitchFamily="49" charset="-122"/>
              </a:rPr>
              <a:t>）四个未知力，不可解；但由三个未知力汇交于一点，可以先求出</a:t>
            </a:r>
            <a:r>
              <a:rPr lang="en-US" altLang="zh-CN" sz="2400" b="1" i="1" dirty="0" err="1">
                <a:latin typeface="+mn-lt"/>
                <a:ea typeface="黑体" panose="02010609060101010101" pitchFamily="49" charset="-122"/>
              </a:rPr>
              <a:t>F</a:t>
            </a:r>
            <a:r>
              <a:rPr lang="en-US" altLang="zh-CN" sz="2400" i="1" baseline="-25000" dirty="0" err="1">
                <a:latin typeface="+mn-lt"/>
                <a:ea typeface="黑体" panose="02010609060101010101" pitchFamily="49" charset="-122"/>
              </a:rPr>
              <a:t>Bx</a:t>
            </a:r>
            <a:r>
              <a:rPr lang="zh-CN" altLang="en-US" i="0" dirty="0">
                <a:latin typeface="+mn-lt"/>
                <a:ea typeface="黑体" panose="02010609060101010101" pitchFamily="49" charset="-122"/>
              </a:rPr>
              <a:t>和</a:t>
            </a:r>
            <a:r>
              <a:rPr lang="en-US" altLang="zh-CN" sz="2400" b="1" i="1" dirty="0" err="1">
                <a:latin typeface="+mn-lt"/>
                <a:ea typeface="黑体" panose="02010609060101010101" pitchFamily="49" charset="-122"/>
              </a:rPr>
              <a:t>F</a:t>
            </a:r>
            <a:r>
              <a:rPr lang="en-US" altLang="zh-CN" sz="2400" i="1" baseline="-25000" dirty="0" err="1">
                <a:latin typeface="+mn-lt"/>
                <a:ea typeface="黑体" panose="02010609060101010101" pitchFamily="49" charset="-122"/>
              </a:rPr>
              <a:t>Cx</a:t>
            </a:r>
            <a:r>
              <a:rPr lang="zh-CN" altLang="en-US" i="0" dirty="0">
                <a:latin typeface="+mn-lt"/>
                <a:ea typeface="黑体" panose="02010609060101010101" pitchFamily="49" charset="-122"/>
              </a:rPr>
              <a:t>，即</a:t>
            </a:r>
            <a:endParaRPr lang="zh-CN" altLang="en-US" i="0" dirty="0">
              <a:latin typeface="Times New Roman" panose="02020603050405020304" pitchFamily="18" charset="0"/>
              <a:ea typeface="黑体" panose="02010609060101010101" pitchFamily="49" charset="-122"/>
            </a:endParaRPr>
          </a:p>
        </p:txBody>
      </p:sp>
      <p:sp>
        <p:nvSpPr>
          <p:cNvPr id="2" name="Line 6">
            <a:extLst>
              <a:ext uri="{FF2B5EF4-FFF2-40B4-BE49-F238E27FC236}">
                <a16:creationId xmlns:a16="http://schemas.microsoft.com/office/drawing/2014/main" id="{500739C0-C60D-2890-E1FF-ED5A9AD9592F}"/>
              </a:ext>
            </a:extLst>
          </p:cNvPr>
          <p:cNvSpPr>
            <a:spLocks noChangeAspect="1" noChangeShapeType="1"/>
          </p:cNvSpPr>
          <p:nvPr/>
        </p:nvSpPr>
        <p:spPr bwMode="auto">
          <a:xfrm>
            <a:off x="7619717" y="1943129"/>
            <a:ext cx="0" cy="409574"/>
          </a:xfrm>
          <a:prstGeom prst="line">
            <a:avLst/>
          </a:prstGeom>
          <a:noFill/>
          <a:ln w="38100">
            <a:solidFill>
              <a:srgbClr val="FF00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 name="Text Box 7">
            <a:extLst>
              <a:ext uri="{FF2B5EF4-FFF2-40B4-BE49-F238E27FC236}">
                <a16:creationId xmlns:a16="http://schemas.microsoft.com/office/drawing/2014/main" id="{445137C8-2C5C-088C-AE11-1E672394A31C}"/>
              </a:ext>
            </a:extLst>
          </p:cNvPr>
          <p:cNvSpPr txBox="1">
            <a:spLocks noChangeAspect="1" noChangeArrowheads="1"/>
          </p:cNvSpPr>
          <p:nvPr/>
        </p:nvSpPr>
        <p:spPr bwMode="auto">
          <a:xfrm>
            <a:off x="7976904" y="1943129"/>
            <a:ext cx="719138" cy="471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r>
              <a:rPr lang="en-US" altLang="zh-CN" b="1" i="1">
                <a:solidFill>
                  <a:srgbClr val="FF0000"/>
                </a:solidFill>
                <a:ea typeface="宋体" panose="02010600030101010101" pitchFamily="2" charset="-122"/>
              </a:rPr>
              <a:t>F</a:t>
            </a:r>
            <a:r>
              <a:rPr lang="en-US" altLang="zh-CN" i="1">
                <a:solidFill>
                  <a:srgbClr val="FF0000"/>
                </a:solidFill>
                <a:ea typeface="宋体" panose="02010600030101010101" pitchFamily="2" charset="-122"/>
              </a:rPr>
              <a:t>'</a:t>
            </a:r>
            <a:r>
              <a:rPr lang="en-US" altLang="zh-CN" i="1" baseline="-25000">
                <a:solidFill>
                  <a:srgbClr val="FF0000"/>
                </a:solidFill>
                <a:ea typeface="宋体" panose="02010600030101010101" pitchFamily="2" charset="-122"/>
              </a:rPr>
              <a:t>Cx</a:t>
            </a:r>
          </a:p>
        </p:txBody>
      </p:sp>
      <p:sp>
        <p:nvSpPr>
          <p:cNvPr id="4" name="Text Box 8">
            <a:extLst>
              <a:ext uri="{FF2B5EF4-FFF2-40B4-BE49-F238E27FC236}">
                <a16:creationId xmlns:a16="http://schemas.microsoft.com/office/drawing/2014/main" id="{330B28F1-668E-B5C3-6FC7-C37298DC4E17}"/>
              </a:ext>
            </a:extLst>
          </p:cNvPr>
          <p:cNvSpPr txBox="1">
            <a:spLocks noChangeAspect="1" noChangeArrowheads="1"/>
          </p:cNvSpPr>
          <p:nvPr/>
        </p:nvSpPr>
        <p:spPr bwMode="auto">
          <a:xfrm>
            <a:off x="6916320" y="1818940"/>
            <a:ext cx="703397" cy="473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r>
              <a:rPr lang="en-US" altLang="zh-CN" b="1" i="1" dirty="0" err="1">
                <a:solidFill>
                  <a:srgbClr val="FF0000"/>
                </a:solidFill>
                <a:ea typeface="宋体" panose="02010600030101010101" pitchFamily="2" charset="-122"/>
              </a:rPr>
              <a:t>F</a:t>
            </a:r>
            <a:r>
              <a:rPr lang="en-US" altLang="zh-CN" i="1" dirty="0" err="1">
                <a:solidFill>
                  <a:srgbClr val="FF0000"/>
                </a:solidFill>
                <a:ea typeface="宋体" panose="02010600030101010101" pitchFamily="2" charset="-122"/>
              </a:rPr>
              <a:t>'</a:t>
            </a:r>
            <a:r>
              <a:rPr lang="en-US" altLang="zh-CN" i="1" baseline="-25000" dirty="0" err="1">
                <a:solidFill>
                  <a:srgbClr val="FF0000"/>
                </a:solidFill>
                <a:ea typeface="宋体" panose="02010600030101010101" pitchFamily="2" charset="-122"/>
              </a:rPr>
              <a:t>Cy</a:t>
            </a:r>
            <a:endParaRPr lang="en-US" altLang="zh-CN" i="1" baseline="-25000" dirty="0">
              <a:solidFill>
                <a:srgbClr val="FF0000"/>
              </a:solidFill>
              <a:ea typeface="宋体" panose="02010600030101010101" pitchFamily="2" charset="-122"/>
            </a:endParaRPr>
          </a:p>
        </p:txBody>
      </p:sp>
      <p:sp>
        <p:nvSpPr>
          <p:cNvPr id="8" name="Line 11">
            <a:extLst>
              <a:ext uri="{FF2B5EF4-FFF2-40B4-BE49-F238E27FC236}">
                <a16:creationId xmlns:a16="http://schemas.microsoft.com/office/drawing/2014/main" id="{A11CB635-CA92-0D65-F1B1-1C51D214A35B}"/>
              </a:ext>
            </a:extLst>
          </p:cNvPr>
          <p:cNvSpPr>
            <a:spLocks noChangeAspect="1" noChangeShapeType="1"/>
          </p:cNvSpPr>
          <p:nvPr/>
        </p:nvSpPr>
        <p:spPr bwMode="auto">
          <a:xfrm>
            <a:off x="7697504" y="2406679"/>
            <a:ext cx="577850" cy="0"/>
          </a:xfrm>
          <a:prstGeom prst="line">
            <a:avLst/>
          </a:prstGeom>
          <a:noFill/>
          <a:ln w="38100">
            <a:solidFill>
              <a:srgbClr val="FF00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7" name="Text Box 18">
            <a:extLst>
              <a:ext uri="{FF2B5EF4-FFF2-40B4-BE49-F238E27FC236}">
                <a16:creationId xmlns:a16="http://schemas.microsoft.com/office/drawing/2014/main" id="{4E15D204-DD50-B268-BA5E-D4E16463162F}"/>
              </a:ext>
            </a:extLst>
          </p:cNvPr>
          <p:cNvSpPr txBox="1">
            <a:spLocks noChangeAspect="1" noChangeArrowheads="1"/>
          </p:cNvSpPr>
          <p:nvPr/>
        </p:nvSpPr>
        <p:spPr bwMode="auto">
          <a:xfrm>
            <a:off x="7599079" y="4986367"/>
            <a:ext cx="833438" cy="598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r>
              <a:rPr lang="en-US" altLang="zh-CN" b="1" i="1">
                <a:solidFill>
                  <a:srgbClr val="FF0000"/>
                </a:solidFill>
                <a:ea typeface="宋体" panose="02010600030101010101" pitchFamily="2" charset="-122"/>
              </a:rPr>
              <a:t>F</a:t>
            </a:r>
            <a:r>
              <a:rPr lang="en-US" altLang="zh-CN" i="1" baseline="-25000">
                <a:solidFill>
                  <a:srgbClr val="FF0000"/>
                </a:solidFill>
                <a:ea typeface="宋体" panose="02010600030101010101" pitchFamily="2" charset="-122"/>
              </a:rPr>
              <a:t>By</a:t>
            </a:r>
          </a:p>
        </p:txBody>
      </p:sp>
      <p:sp>
        <p:nvSpPr>
          <p:cNvPr id="18" name="Text Box 19">
            <a:extLst>
              <a:ext uri="{FF2B5EF4-FFF2-40B4-BE49-F238E27FC236}">
                <a16:creationId xmlns:a16="http://schemas.microsoft.com/office/drawing/2014/main" id="{E314C863-4B79-8236-999B-E4D2CBFCB324}"/>
              </a:ext>
            </a:extLst>
          </p:cNvPr>
          <p:cNvSpPr txBox="1">
            <a:spLocks noChangeAspect="1" noChangeArrowheads="1"/>
          </p:cNvSpPr>
          <p:nvPr/>
        </p:nvSpPr>
        <p:spPr bwMode="auto">
          <a:xfrm>
            <a:off x="6721192" y="4206904"/>
            <a:ext cx="708025" cy="473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r>
              <a:rPr lang="en-US" altLang="zh-CN" b="1" i="1">
                <a:solidFill>
                  <a:srgbClr val="FF0000"/>
                </a:solidFill>
                <a:ea typeface="宋体" panose="02010600030101010101" pitchFamily="2" charset="-122"/>
              </a:rPr>
              <a:t>F</a:t>
            </a:r>
            <a:r>
              <a:rPr lang="en-US" altLang="zh-CN" i="1" baseline="-25000">
                <a:solidFill>
                  <a:srgbClr val="FF0000"/>
                </a:solidFill>
                <a:ea typeface="宋体" panose="02010600030101010101" pitchFamily="2" charset="-122"/>
              </a:rPr>
              <a:t>Bx</a:t>
            </a:r>
          </a:p>
        </p:txBody>
      </p:sp>
      <p:sp>
        <p:nvSpPr>
          <p:cNvPr id="19" name="Line 20">
            <a:extLst>
              <a:ext uri="{FF2B5EF4-FFF2-40B4-BE49-F238E27FC236}">
                <a16:creationId xmlns:a16="http://schemas.microsoft.com/office/drawing/2014/main" id="{84851573-AF11-03B2-4ADE-A8BC09223C94}"/>
              </a:ext>
            </a:extLst>
          </p:cNvPr>
          <p:cNvSpPr>
            <a:spLocks noChangeAspect="1" noChangeShapeType="1"/>
          </p:cNvSpPr>
          <p:nvPr/>
        </p:nvSpPr>
        <p:spPr bwMode="auto">
          <a:xfrm>
            <a:off x="6813555" y="4675217"/>
            <a:ext cx="723612" cy="0"/>
          </a:xfrm>
          <a:prstGeom prst="line">
            <a:avLst/>
          </a:prstGeom>
          <a:noFill/>
          <a:ln w="38100">
            <a:solidFill>
              <a:srgbClr val="FF00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0" name="Line 21">
            <a:extLst>
              <a:ext uri="{FF2B5EF4-FFF2-40B4-BE49-F238E27FC236}">
                <a16:creationId xmlns:a16="http://schemas.microsoft.com/office/drawing/2014/main" id="{69997EFF-3897-349D-D3D4-91FDDD1C137C}"/>
              </a:ext>
            </a:extLst>
          </p:cNvPr>
          <p:cNvSpPr>
            <a:spLocks noChangeAspect="1" noChangeShapeType="1"/>
          </p:cNvSpPr>
          <p:nvPr/>
        </p:nvSpPr>
        <p:spPr bwMode="auto">
          <a:xfrm flipV="1">
            <a:off x="7627654" y="4737129"/>
            <a:ext cx="0" cy="493714"/>
          </a:xfrm>
          <a:prstGeom prst="line">
            <a:avLst/>
          </a:prstGeom>
          <a:noFill/>
          <a:ln w="38100">
            <a:solidFill>
              <a:srgbClr val="FF00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nvGrpSpPr>
          <p:cNvPr id="31" name="Group 32">
            <a:extLst>
              <a:ext uri="{FF2B5EF4-FFF2-40B4-BE49-F238E27FC236}">
                <a16:creationId xmlns:a16="http://schemas.microsoft.com/office/drawing/2014/main" id="{DDADBB0D-5424-360C-99D8-F56D10338012}"/>
              </a:ext>
            </a:extLst>
          </p:cNvPr>
          <p:cNvGrpSpPr>
            <a:grpSpLocks/>
          </p:cNvGrpSpPr>
          <p:nvPr/>
        </p:nvGrpSpPr>
        <p:grpSpPr bwMode="auto">
          <a:xfrm>
            <a:off x="7197442" y="2303492"/>
            <a:ext cx="1441450" cy="2492375"/>
            <a:chOff x="4424" y="1635"/>
            <a:chExt cx="908" cy="1570"/>
          </a:xfrm>
        </p:grpSpPr>
        <p:sp>
          <p:nvSpPr>
            <p:cNvPr id="96" name="Text Box 33">
              <a:extLst>
                <a:ext uri="{FF2B5EF4-FFF2-40B4-BE49-F238E27FC236}">
                  <a16:creationId xmlns:a16="http://schemas.microsoft.com/office/drawing/2014/main" id="{4A05B061-7055-0338-AF87-CF9CFBF2F3CA}"/>
                </a:ext>
              </a:extLst>
            </p:cNvPr>
            <p:cNvSpPr txBox="1">
              <a:spLocks noChangeAspect="1" noChangeArrowheads="1"/>
            </p:cNvSpPr>
            <p:nvPr/>
          </p:nvSpPr>
          <p:spPr bwMode="auto">
            <a:xfrm>
              <a:off x="4708" y="2906"/>
              <a:ext cx="320" cy="29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just"/>
              <a:r>
                <a:rPr lang="en-US" altLang="zh-CN" i="1">
                  <a:solidFill>
                    <a:schemeClr val="tx1"/>
                  </a:solidFill>
                  <a:ea typeface="宋体" panose="02010600030101010101" pitchFamily="2" charset="-122"/>
                </a:rPr>
                <a:t>B</a:t>
              </a:r>
              <a:endParaRPr lang="en-US" altLang="zh-CN" i="1">
                <a:solidFill>
                  <a:schemeClr val="tx1"/>
                </a:solidFill>
                <a:latin typeface="" pitchFamily="18" charset="-52"/>
                <a:ea typeface="宋体" panose="02010600030101010101" pitchFamily="2" charset="-122"/>
              </a:endParaRPr>
            </a:p>
          </p:txBody>
        </p:sp>
        <p:sp>
          <p:nvSpPr>
            <p:cNvPr id="97" name="Text Box 34">
              <a:extLst>
                <a:ext uri="{FF2B5EF4-FFF2-40B4-BE49-F238E27FC236}">
                  <a16:creationId xmlns:a16="http://schemas.microsoft.com/office/drawing/2014/main" id="{E229B8AB-269F-9573-A550-51BEC6F91AB7}"/>
                </a:ext>
              </a:extLst>
            </p:cNvPr>
            <p:cNvSpPr txBox="1">
              <a:spLocks noChangeAspect="1" noChangeArrowheads="1"/>
            </p:cNvSpPr>
            <p:nvPr/>
          </p:nvSpPr>
          <p:spPr bwMode="auto">
            <a:xfrm>
              <a:off x="4424" y="1635"/>
              <a:ext cx="320" cy="29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just"/>
              <a:r>
                <a:rPr lang="en-US" altLang="zh-CN" i="1">
                  <a:solidFill>
                    <a:schemeClr val="tx1"/>
                  </a:solidFill>
                  <a:ea typeface="宋体" panose="02010600030101010101" pitchFamily="2" charset="-122"/>
                </a:rPr>
                <a:t>C</a:t>
              </a:r>
              <a:endParaRPr lang="en-US" altLang="zh-CN" i="1">
                <a:solidFill>
                  <a:schemeClr val="tx1"/>
                </a:solidFill>
                <a:latin typeface="" pitchFamily="18" charset="-52"/>
                <a:ea typeface="宋体" panose="02010600030101010101" pitchFamily="2" charset="-122"/>
              </a:endParaRPr>
            </a:p>
          </p:txBody>
        </p:sp>
        <p:sp>
          <p:nvSpPr>
            <p:cNvPr id="98" name="Line 35">
              <a:extLst>
                <a:ext uri="{FF2B5EF4-FFF2-40B4-BE49-F238E27FC236}">
                  <a16:creationId xmlns:a16="http://schemas.microsoft.com/office/drawing/2014/main" id="{1A325F7B-E640-1E76-5C9C-DB24E8752DB8}"/>
                </a:ext>
              </a:extLst>
            </p:cNvPr>
            <p:cNvSpPr>
              <a:spLocks noChangeAspect="1" noChangeShapeType="1"/>
            </p:cNvSpPr>
            <p:nvPr/>
          </p:nvSpPr>
          <p:spPr bwMode="auto">
            <a:xfrm rot="5400000">
              <a:off x="3950" y="2386"/>
              <a:ext cx="1480" cy="2"/>
            </a:xfrm>
            <a:prstGeom prst="line">
              <a:avLst/>
            </a:prstGeom>
            <a:noFill/>
            <a:ln w="762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99" name="Oval 36">
              <a:extLst>
                <a:ext uri="{FF2B5EF4-FFF2-40B4-BE49-F238E27FC236}">
                  <a16:creationId xmlns:a16="http://schemas.microsoft.com/office/drawing/2014/main" id="{FF93CE3C-B057-E04F-08F6-1D7A009EDBEE}"/>
                </a:ext>
              </a:extLst>
            </p:cNvPr>
            <p:cNvSpPr>
              <a:spLocks noChangeArrowheads="1"/>
            </p:cNvSpPr>
            <p:nvPr/>
          </p:nvSpPr>
          <p:spPr bwMode="auto">
            <a:xfrm>
              <a:off x="4651" y="1659"/>
              <a:ext cx="82" cy="82"/>
            </a:xfrm>
            <a:prstGeom prst="ellipse">
              <a:avLst/>
            </a:prstGeom>
            <a:solidFill>
              <a:srgbClr val="FF0000"/>
            </a:solidFill>
            <a:ln w="28575" algn="ctr">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00" name="Text Box 37">
              <a:extLst>
                <a:ext uri="{FF2B5EF4-FFF2-40B4-BE49-F238E27FC236}">
                  <a16:creationId xmlns:a16="http://schemas.microsoft.com/office/drawing/2014/main" id="{A8B2DEA9-2F07-544F-003E-2C346001D24F}"/>
                </a:ext>
              </a:extLst>
            </p:cNvPr>
            <p:cNvSpPr txBox="1">
              <a:spLocks noChangeAspect="1" noChangeArrowheads="1"/>
            </p:cNvSpPr>
            <p:nvPr/>
          </p:nvSpPr>
          <p:spPr bwMode="auto">
            <a:xfrm>
              <a:off x="5055" y="2084"/>
              <a:ext cx="277" cy="3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r>
                <a:rPr lang="en-US" altLang="zh-CN" b="1" i="1">
                  <a:solidFill>
                    <a:srgbClr val="FF0000"/>
                  </a:solidFill>
                  <a:ea typeface="宋体" panose="02010600030101010101" pitchFamily="2" charset="-122"/>
                </a:rPr>
                <a:t>F</a:t>
              </a:r>
              <a:endParaRPr lang="en-US" altLang="zh-CN" i="1" baseline="-25000">
                <a:solidFill>
                  <a:srgbClr val="FF0000"/>
                </a:solidFill>
                <a:ea typeface="宋体" panose="02010600030101010101" pitchFamily="2" charset="-122"/>
              </a:endParaRPr>
            </a:p>
          </p:txBody>
        </p:sp>
        <p:sp>
          <p:nvSpPr>
            <p:cNvPr id="101" name="Line 38">
              <a:extLst>
                <a:ext uri="{FF2B5EF4-FFF2-40B4-BE49-F238E27FC236}">
                  <a16:creationId xmlns:a16="http://schemas.microsoft.com/office/drawing/2014/main" id="{1DCF7341-1C49-D6E3-25C7-2777E549B278}"/>
                </a:ext>
              </a:extLst>
            </p:cNvPr>
            <p:cNvSpPr>
              <a:spLocks noChangeAspect="1" noChangeShapeType="1"/>
            </p:cNvSpPr>
            <p:nvPr/>
          </p:nvSpPr>
          <p:spPr bwMode="auto">
            <a:xfrm flipH="1">
              <a:off x="4687" y="2355"/>
              <a:ext cx="506" cy="0"/>
            </a:xfrm>
            <a:prstGeom prst="line">
              <a:avLst/>
            </a:prstGeom>
            <a:noFill/>
            <a:ln w="38100">
              <a:solidFill>
                <a:srgbClr val="FF00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02" name="Text Box 39">
              <a:extLst>
                <a:ext uri="{FF2B5EF4-FFF2-40B4-BE49-F238E27FC236}">
                  <a16:creationId xmlns:a16="http://schemas.microsoft.com/office/drawing/2014/main" id="{8EB901FC-0E30-04A8-F36E-63FE5E5BA4F0}"/>
                </a:ext>
              </a:extLst>
            </p:cNvPr>
            <p:cNvSpPr txBox="1">
              <a:spLocks noChangeAspect="1" noChangeArrowheads="1"/>
            </p:cNvSpPr>
            <p:nvPr/>
          </p:nvSpPr>
          <p:spPr bwMode="auto">
            <a:xfrm>
              <a:off x="4458" y="2195"/>
              <a:ext cx="320" cy="29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just"/>
              <a:r>
                <a:rPr lang="en-US" altLang="zh-CN" i="1">
                  <a:solidFill>
                    <a:schemeClr val="tx1"/>
                  </a:solidFill>
                  <a:ea typeface="宋体" panose="02010600030101010101" pitchFamily="2" charset="-122"/>
                </a:rPr>
                <a:t>E</a:t>
              </a:r>
              <a:endParaRPr lang="en-US" altLang="zh-CN" i="1">
                <a:solidFill>
                  <a:schemeClr val="tx1"/>
                </a:solidFill>
                <a:latin typeface="" pitchFamily="18" charset="-52"/>
                <a:ea typeface="宋体" panose="02010600030101010101" pitchFamily="2" charset="-122"/>
              </a:endParaRPr>
            </a:p>
          </p:txBody>
        </p:sp>
        <p:sp>
          <p:nvSpPr>
            <p:cNvPr id="103" name="Oval 40">
              <a:extLst>
                <a:ext uri="{FF2B5EF4-FFF2-40B4-BE49-F238E27FC236}">
                  <a16:creationId xmlns:a16="http://schemas.microsoft.com/office/drawing/2014/main" id="{8698F498-7971-1E38-0B2D-C5E91378ADBB}"/>
                </a:ext>
              </a:extLst>
            </p:cNvPr>
            <p:cNvSpPr>
              <a:spLocks noChangeArrowheads="1"/>
            </p:cNvSpPr>
            <p:nvPr/>
          </p:nvSpPr>
          <p:spPr bwMode="auto">
            <a:xfrm>
              <a:off x="4651" y="3091"/>
              <a:ext cx="82" cy="82"/>
            </a:xfrm>
            <a:prstGeom prst="ellipse">
              <a:avLst/>
            </a:prstGeom>
            <a:solidFill>
              <a:srgbClr val="FF0000"/>
            </a:solidFill>
            <a:ln w="28575" algn="ctr">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sp>
        <p:nvSpPr>
          <p:cNvPr id="105" name="Line 9">
            <a:extLst>
              <a:ext uri="{FF2B5EF4-FFF2-40B4-BE49-F238E27FC236}">
                <a16:creationId xmlns:a16="http://schemas.microsoft.com/office/drawing/2014/main" id="{27CE7AC1-DB57-DB82-09AD-C88D60CC5E3E}"/>
              </a:ext>
            </a:extLst>
          </p:cNvPr>
          <p:cNvSpPr>
            <a:spLocks noChangeAspect="1" noChangeShapeType="1"/>
          </p:cNvSpPr>
          <p:nvPr/>
        </p:nvSpPr>
        <p:spPr bwMode="auto">
          <a:xfrm flipH="1">
            <a:off x="10264096" y="2495758"/>
            <a:ext cx="576263" cy="0"/>
          </a:xfrm>
          <a:prstGeom prst="line">
            <a:avLst/>
          </a:prstGeom>
          <a:noFill/>
          <a:ln w="38100">
            <a:solidFill>
              <a:srgbClr val="FF00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16" name="Line 10">
            <a:extLst>
              <a:ext uri="{FF2B5EF4-FFF2-40B4-BE49-F238E27FC236}">
                <a16:creationId xmlns:a16="http://schemas.microsoft.com/office/drawing/2014/main" id="{45D5CDA3-1512-763D-9B4E-F6724B1A960B}"/>
              </a:ext>
            </a:extLst>
          </p:cNvPr>
          <p:cNvSpPr>
            <a:spLocks noChangeAspect="1" noChangeShapeType="1"/>
          </p:cNvSpPr>
          <p:nvPr/>
        </p:nvSpPr>
        <p:spPr bwMode="auto">
          <a:xfrm flipV="1">
            <a:off x="10235521" y="2562433"/>
            <a:ext cx="0" cy="577850"/>
          </a:xfrm>
          <a:prstGeom prst="line">
            <a:avLst/>
          </a:prstGeom>
          <a:noFill/>
          <a:ln w="38100">
            <a:solidFill>
              <a:srgbClr val="FF00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27" name="Text Box 12">
            <a:extLst>
              <a:ext uri="{FF2B5EF4-FFF2-40B4-BE49-F238E27FC236}">
                <a16:creationId xmlns:a16="http://schemas.microsoft.com/office/drawing/2014/main" id="{3CDC4680-6E64-1C8F-19A1-C510FD68ADB3}"/>
              </a:ext>
            </a:extLst>
          </p:cNvPr>
          <p:cNvSpPr txBox="1">
            <a:spLocks noChangeAspect="1" noChangeArrowheads="1"/>
          </p:cNvSpPr>
          <p:nvPr/>
        </p:nvSpPr>
        <p:spPr bwMode="auto">
          <a:xfrm>
            <a:off x="10453009" y="2402095"/>
            <a:ext cx="863600" cy="573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r>
              <a:rPr lang="en-US" altLang="zh-CN" b="1" i="1">
                <a:solidFill>
                  <a:srgbClr val="FF0000"/>
                </a:solidFill>
                <a:ea typeface="宋体" panose="02010600030101010101" pitchFamily="2" charset="-122"/>
              </a:rPr>
              <a:t>F</a:t>
            </a:r>
            <a:r>
              <a:rPr lang="en-US" altLang="zh-CN" i="1" baseline="-25000">
                <a:solidFill>
                  <a:srgbClr val="FF0000"/>
                </a:solidFill>
                <a:ea typeface="宋体" panose="02010600030101010101" pitchFamily="2" charset="-122"/>
              </a:rPr>
              <a:t>Cx</a:t>
            </a:r>
          </a:p>
        </p:txBody>
      </p:sp>
      <p:sp>
        <p:nvSpPr>
          <p:cNvPr id="129" name="Text Box 13">
            <a:extLst>
              <a:ext uri="{FF2B5EF4-FFF2-40B4-BE49-F238E27FC236}">
                <a16:creationId xmlns:a16="http://schemas.microsoft.com/office/drawing/2014/main" id="{A3D1ABE5-BCAE-07EB-C25E-84FC5941753F}"/>
              </a:ext>
            </a:extLst>
          </p:cNvPr>
          <p:cNvSpPr txBox="1">
            <a:spLocks noChangeAspect="1" noChangeArrowheads="1"/>
          </p:cNvSpPr>
          <p:nvPr/>
        </p:nvSpPr>
        <p:spPr bwMode="auto">
          <a:xfrm>
            <a:off x="9689421" y="2892633"/>
            <a:ext cx="86995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b="1" i="1">
                <a:solidFill>
                  <a:srgbClr val="FF0000"/>
                </a:solidFill>
                <a:ea typeface="宋体" panose="02010600030101010101" pitchFamily="2" charset="-122"/>
              </a:rPr>
              <a:t>F</a:t>
            </a:r>
            <a:r>
              <a:rPr lang="en-US" altLang="zh-CN" i="1" baseline="-25000">
                <a:solidFill>
                  <a:srgbClr val="FF0000"/>
                </a:solidFill>
                <a:ea typeface="宋体" panose="02010600030101010101" pitchFamily="2" charset="-122"/>
              </a:rPr>
              <a:t>Cy</a:t>
            </a:r>
          </a:p>
        </p:txBody>
      </p:sp>
      <p:sp>
        <p:nvSpPr>
          <p:cNvPr id="130" name="Line 14">
            <a:extLst>
              <a:ext uri="{FF2B5EF4-FFF2-40B4-BE49-F238E27FC236}">
                <a16:creationId xmlns:a16="http://schemas.microsoft.com/office/drawing/2014/main" id="{8BE24311-5A11-88C4-5829-F4D4E4F78D5E}"/>
              </a:ext>
            </a:extLst>
          </p:cNvPr>
          <p:cNvSpPr>
            <a:spLocks noChangeAspect="1" noChangeShapeType="1"/>
          </p:cNvSpPr>
          <p:nvPr/>
        </p:nvSpPr>
        <p:spPr bwMode="auto">
          <a:xfrm>
            <a:off x="9122684" y="4686508"/>
            <a:ext cx="684212" cy="0"/>
          </a:xfrm>
          <a:prstGeom prst="line">
            <a:avLst/>
          </a:prstGeom>
          <a:noFill/>
          <a:ln w="38100">
            <a:solidFill>
              <a:srgbClr val="FF00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31" name="Line 15">
            <a:extLst>
              <a:ext uri="{FF2B5EF4-FFF2-40B4-BE49-F238E27FC236}">
                <a16:creationId xmlns:a16="http://schemas.microsoft.com/office/drawing/2014/main" id="{FEAB12AD-A05D-AA79-7517-C0E41C9D2F66}"/>
              </a:ext>
            </a:extLst>
          </p:cNvPr>
          <p:cNvSpPr>
            <a:spLocks noChangeAspect="1" noChangeShapeType="1"/>
          </p:cNvSpPr>
          <p:nvPr/>
        </p:nvSpPr>
        <p:spPr bwMode="auto">
          <a:xfrm flipV="1">
            <a:off x="9108396" y="4675395"/>
            <a:ext cx="0" cy="522289"/>
          </a:xfrm>
          <a:prstGeom prst="line">
            <a:avLst/>
          </a:prstGeom>
          <a:noFill/>
          <a:ln w="38100">
            <a:solidFill>
              <a:srgbClr val="FF00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32" name="Text Box 16">
            <a:extLst>
              <a:ext uri="{FF2B5EF4-FFF2-40B4-BE49-F238E27FC236}">
                <a16:creationId xmlns:a16="http://schemas.microsoft.com/office/drawing/2014/main" id="{CB9046D2-DEAA-810B-D306-27E06AFC087D}"/>
              </a:ext>
            </a:extLst>
          </p:cNvPr>
          <p:cNvSpPr txBox="1">
            <a:spLocks noChangeAspect="1" noChangeArrowheads="1"/>
          </p:cNvSpPr>
          <p:nvPr/>
        </p:nvSpPr>
        <p:spPr bwMode="auto">
          <a:xfrm>
            <a:off x="9419546" y="4237245"/>
            <a:ext cx="668338" cy="481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r>
              <a:rPr lang="en-US" altLang="zh-CN" b="1" i="1">
                <a:solidFill>
                  <a:srgbClr val="FF0000"/>
                </a:solidFill>
                <a:ea typeface="宋体" panose="02010600030101010101" pitchFamily="2" charset="-122"/>
              </a:rPr>
              <a:t>F</a:t>
            </a:r>
            <a:r>
              <a:rPr lang="en-US" altLang="zh-CN" i="1" baseline="-25000">
                <a:solidFill>
                  <a:srgbClr val="FF0000"/>
                </a:solidFill>
                <a:ea typeface="宋体" panose="02010600030101010101" pitchFamily="2" charset="-122"/>
              </a:rPr>
              <a:t>Ax</a:t>
            </a:r>
          </a:p>
        </p:txBody>
      </p:sp>
      <p:sp>
        <p:nvSpPr>
          <p:cNvPr id="133" name="Text Box 17">
            <a:extLst>
              <a:ext uri="{FF2B5EF4-FFF2-40B4-BE49-F238E27FC236}">
                <a16:creationId xmlns:a16="http://schemas.microsoft.com/office/drawing/2014/main" id="{A9598DD9-5EEA-ADAF-FCF0-A43F4827D973}"/>
              </a:ext>
            </a:extLst>
          </p:cNvPr>
          <p:cNvSpPr txBox="1">
            <a:spLocks noChangeAspect="1" noChangeArrowheads="1"/>
          </p:cNvSpPr>
          <p:nvPr/>
        </p:nvSpPr>
        <p:spPr bwMode="auto">
          <a:xfrm>
            <a:off x="9089346" y="4991308"/>
            <a:ext cx="700088" cy="379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r>
              <a:rPr lang="en-US" altLang="zh-CN" b="1" i="1">
                <a:solidFill>
                  <a:srgbClr val="FF0000"/>
                </a:solidFill>
                <a:ea typeface="宋体" panose="02010600030101010101" pitchFamily="2" charset="-122"/>
              </a:rPr>
              <a:t>F</a:t>
            </a:r>
            <a:r>
              <a:rPr lang="en-US" altLang="zh-CN" i="1" baseline="-25000">
                <a:solidFill>
                  <a:srgbClr val="FF0000"/>
                </a:solidFill>
                <a:ea typeface="宋体" panose="02010600030101010101" pitchFamily="2" charset="-122"/>
              </a:rPr>
              <a:t>Ay</a:t>
            </a:r>
          </a:p>
        </p:txBody>
      </p:sp>
      <p:grpSp>
        <p:nvGrpSpPr>
          <p:cNvPr id="134" name="Group 22">
            <a:extLst>
              <a:ext uri="{FF2B5EF4-FFF2-40B4-BE49-F238E27FC236}">
                <a16:creationId xmlns:a16="http://schemas.microsoft.com/office/drawing/2014/main" id="{03757D4F-4CD5-F066-86FC-15E7AA1DD4E3}"/>
              </a:ext>
            </a:extLst>
          </p:cNvPr>
          <p:cNvGrpSpPr>
            <a:grpSpLocks/>
          </p:cNvGrpSpPr>
          <p:nvPr/>
        </p:nvGrpSpPr>
        <p:grpSpPr bwMode="auto">
          <a:xfrm>
            <a:off x="8778196" y="1743283"/>
            <a:ext cx="3282950" cy="3325812"/>
            <a:chOff x="568" y="1756"/>
            <a:chExt cx="2068" cy="2095"/>
          </a:xfrm>
        </p:grpSpPr>
        <p:sp>
          <p:nvSpPr>
            <p:cNvPr id="135" name="Line 23">
              <a:extLst>
                <a:ext uri="{FF2B5EF4-FFF2-40B4-BE49-F238E27FC236}">
                  <a16:creationId xmlns:a16="http://schemas.microsoft.com/office/drawing/2014/main" id="{B65E0774-7AD5-DDF8-E8CE-FD45927B79B8}"/>
                </a:ext>
              </a:extLst>
            </p:cNvPr>
            <p:cNvSpPr>
              <a:spLocks noChangeShapeType="1"/>
            </p:cNvSpPr>
            <p:nvPr/>
          </p:nvSpPr>
          <p:spPr bwMode="auto">
            <a:xfrm rot="10800000">
              <a:off x="767" y="2157"/>
              <a:ext cx="1490" cy="2"/>
            </a:xfrm>
            <a:prstGeom prst="line">
              <a:avLst/>
            </a:prstGeom>
            <a:noFill/>
            <a:ln w="762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36" name="Text Box 24">
              <a:extLst>
                <a:ext uri="{FF2B5EF4-FFF2-40B4-BE49-F238E27FC236}">
                  <a16:creationId xmlns:a16="http://schemas.microsoft.com/office/drawing/2014/main" id="{134C9508-297A-3F13-6052-164F01187722}"/>
                </a:ext>
              </a:extLst>
            </p:cNvPr>
            <p:cNvSpPr txBox="1">
              <a:spLocks noChangeAspect="1" noChangeArrowheads="1"/>
            </p:cNvSpPr>
            <p:nvPr/>
          </p:nvSpPr>
          <p:spPr bwMode="auto">
            <a:xfrm>
              <a:off x="2214" y="1756"/>
              <a:ext cx="422"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just"/>
              <a:r>
                <a:rPr lang="en-US" altLang="zh-CN" b="1" i="1" dirty="0">
                  <a:solidFill>
                    <a:srgbClr val="FF0000"/>
                  </a:solidFill>
                  <a:ea typeface="宋体" panose="02010600030101010101" pitchFamily="2" charset="-122"/>
                </a:rPr>
                <a:t>F</a:t>
              </a:r>
              <a:r>
                <a:rPr lang="en-US" altLang="zh-CN" i="0" baseline="-25000" dirty="0">
                  <a:solidFill>
                    <a:srgbClr val="FF0000"/>
                  </a:solidFill>
                  <a:ea typeface="宋体" panose="02010600030101010101" pitchFamily="2" charset="-122"/>
                </a:rPr>
                <a:t>1</a:t>
              </a:r>
            </a:p>
          </p:txBody>
        </p:sp>
        <p:sp>
          <p:nvSpPr>
            <p:cNvPr id="137" name="Text Box 25">
              <a:extLst>
                <a:ext uri="{FF2B5EF4-FFF2-40B4-BE49-F238E27FC236}">
                  <a16:creationId xmlns:a16="http://schemas.microsoft.com/office/drawing/2014/main" id="{49146FBC-A385-8865-338C-4C392540FBF0}"/>
                </a:ext>
              </a:extLst>
            </p:cNvPr>
            <p:cNvSpPr txBox="1">
              <a:spLocks noChangeAspect="1" noChangeArrowheads="1"/>
            </p:cNvSpPr>
            <p:nvPr/>
          </p:nvSpPr>
          <p:spPr bwMode="auto">
            <a:xfrm>
              <a:off x="568" y="3451"/>
              <a:ext cx="444" cy="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just"/>
              <a:r>
                <a:rPr lang="en-US" altLang="zh-CN" i="1">
                  <a:solidFill>
                    <a:schemeClr val="tx1"/>
                  </a:solidFill>
                  <a:ea typeface="宋体" panose="02010600030101010101" pitchFamily="2" charset="-122"/>
                </a:rPr>
                <a:t>A</a:t>
              </a:r>
              <a:endParaRPr lang="en-US" altLang="zh-CN" i="1">
                <a:solidFill>
                  <a:schemeClr val="tx1"/>
                </a:solidFill>
                <a:latin typeface="" pitchFamily="18" charset="-52"/>
                <a:ea typeface="宋体" panose="02010600030101010101" pitchFamily="2" charset="-122"/>
              </a:endParaRPr>
            </a:p>
          </p:txBody>
        </p:sp>
        <p:sp>
          <p:nvSpPr>
            <p:cNvPr id="138" name="Line 26">
              <a:extLst>
                <a:ext uri="{FF2B5EF4-FFF2-40B4-BE49-F238E27FC236}">
                  <a16:creationId xmlns:a16="http://schemas.microsoft.com/office/drawing/2014/main" id="{BE53A905-4080-8439-1823-760D2DDF468C}"/>
                </a:ext>
              </a:extLst>
            </p:cNvPr>
            <p:cNvSpPr>
              <a:spLocks noChangeAspect="1" noChangeShapeType="1"/>
            </p:cNvSpPr>
            <p:nvPr/>
          </p:nvSpPr>
          <p:spPr bwMode="auto">
            <a:xfrm>
              <a:off x="2248" y="1861"/>
              <a:ext cx="0" cy="323"/>
            </a:xfrm>
            <a:prstGeom prst="line">
              <a:avLst/>
            </a:prstGeom>
            <a:noFill/>
            <a:ln w="38100">
              <a:solidFill>
                <a:srgbClr val="FF00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39" name="Text Box 27">
              <a:extLst>
                <a:ext uri="{FF2B5EF4-FFF2-40B4-BE49-F238E27FC236}">
                  <a16:creationId xmlns:a16="http://schemas.microsoft.com/office/drawing/2014/main" id="{7DEEBC1A-7366-C524-BBA4-6729DD28A235}"/>
                </a:ext>
              </a:extLst>
            </p:cNvPr>
            <p:cNvSpPr txBox="1">
              <a:spLocks noChangeAspect="1" noChangeArrowheads="1"/>
            </p:cNvSpPr>
            <p:nvPr/>
          </p:nvSpPr>
          <p:spPr bwMode="auto">
            <a:xfrm>
              <a:off x="1239" y="2160"/>
              <a:ext cx="320" cy="29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just"/>
              <a:r>
                <a:rPr lang="en-US" altLang="zh-CN" i="1">
                  <a:solidFill>
                    <a:schemeClr val="tx1"/>
                  </a:solidFill>
                  <a:ea typeface="宋体" panose="02010600030101010101" pitchFamily="2" charset="-122"/>
                </a:rPr>
                <a:t>C</a:t>
              </a:r>
              <a:endParaRPr lang="en-US" altLang="zh-CN" i="1">
                <a:solidFill>
                  <a:schemeClr val="tx1"/>
                </a:solidFill>
                <a:latin typeface="" pitchFamily="18" charset="-52"/>
                <a:ea typeface="宋体" panose="02010600030101010101" pitchFamily="2" charset="-122"/>
              </a:endParaRPr>
            </a:p>
          </p:txBody>
        </p:sp>
        <p:sp>
          <p:nvSpPr>
            <p:cNvPr id="140" name="Oval 28">
              <a:extLst>
                <a:ext uri="{FF2B5EF4-FFF2-40B4-BE49-F238E27FC236}">
                  <a16:creationId xmlns:a16="http://schemas.microsoft.com/office/drawing/2014/main" id="{B005773C-7EE0-E02F-F414-EC4A342D07F2}"/>
                </a:ext>
              </a:extLst>
            </p:cNvPr>
            <p:cNvSpPr>
              <a:spLocks noChangeArrowheads="1"/>
            </p:cNvSpPr>
            <p:nvPr/>
          </p:nvSpPr>
          <p:spPr bwMode="auto">
            <a:xfrm>
              <a:off x="1466" y="2184"/>
              <a:ext cx="82" cy="82"/>
            </a:xfrm>
            <a:prstGeom prst="ellipse">
              <a:avLst/>
            </a:prstGeom>
            <a:solidFill>
              <a:srgbClr val="FF0000"/>
            </a:solidFill>
            <a:ln w="28575" algn="ctr">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41" name="Line 29">
              <a:extLst>
                <a:ext uri="{FF2B5EF4-FFF2-40B4-BE49-F238E27FC236}">
                  <a16:creationId xmlns:a16="http://schemas.microsoft.com/office/drawing/2014/main" id="{9D87FE95-4D49-4AC8-E484-68B6B5D472B2}"/>
                </a:ext>
              </a:extLst>
            </p:cNvPr>
            <p:cNvSpPr>
              <a:spLocks noChangeShapeType="1"/>
            </p:cNvSpPr>
            <p:nvPr/>
          </p:nvSpPr>
          <p:spPr bwMode="auto">
            <a:xfrm rot="5400000">
              <a:off x="72" y="2883"/>
              <a:ext cx="1430" cy="2"/>
            </a:xfrm>
            <a:prstGeom prst="line">
              <a:avLst/>
            </a:prstGeom>
            <a:noFill/>
            <a:ln w="762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42" name="Oval 30">
              <a:extLst>
                <a:ext uri="{FF2B5EF4-FFF2-40B4-BE49-F238E27FC236}">
                  <a16:creationId xmlns:a16="http://schemas.microsoft.com/office/drawing/2014/main" id="{0E44653E-24F4-E512-7CE0-D35BA0781602}"/>
                </a:ext>
              </a:extLst>
            </p:cNvPr>
            <p:cNvSpPr>
              <a:spLocks noChangeArrowheads="1"/>
            </p:cNvSpPr>
            <p:nvPr/>
          </p:nvSpPr>
          <p:spPr bwMode="auto">
            <a:xfrm>
              <a:off x="745" y="3580"/>
              <a:ext cx="82" cy="82"/>
            </a:xfrm>
            <a:prstGeom prst="ellipse">
              <a:avLst/>
            </a:prstGeom>
            <a:solidFill>
              <a:srgbClr val="FF0000"/>
            </a:solidFill>
            <a:ln w="28575" algn="ctr">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43" name="Text Box 31">
              <a:extLst>
                <a:ext uri="{FF2B5EF4-FFF2-40B4-BE49-F238E27FC236}">
                  <a16:creationId xmlns:a16="http://schemas.microsoft.com/office/drawing/2014/main" id="{CBDDE52C-9A84-2EA2-DE18-B6F1DB12C4E9}"/>
                </a:ext>
              </a:extLst>
            </p:cNvPr>
            <p:cNvSpPr txBox="1">
              <a:spLocks noChangeAspect="1" noChangeArrowheads="1"/>
            </p:cNvSpPr>
            <p:nvPr/>
          </p:nvSpPr>
          <p:spPr bwMode="auto">
            <a:xfrm>
              <a:off x="2196" y="2059"/>
              <a:ext cx="320" cy="29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just"/>
              <a:r>
                <a:rPr lang="en-US" altLang="zh-CN" i="1">
                  <a:solidFill>
                    <a:schemeClr val="tx1"/>
                  </a:solidFill>
                  <a:ea typeface="宋体" panose="02010600030101010101" pitchFamily="2" charset="-122"/>
                </a:rPr>
                <a:t>D</a:t>
              </a:r>
              <a:endParaRPr lang="en-US" altLang="zh-CN" i="1">
                <a:solidFill>
                  <a:schemeClr val="tx1"/>
                </a:solidFill>
                <a:latin typeface="" pitchFamily="18" charset="-52"/>
                <a:ea typeface="宋体" panose="02010600030101010101" pitchFamily="2" charset="-122"/>
              </a:endParaRPr>
            </a:p>
          </p:txBody>
        </p:sp>
      </p:grpSp>
      <p:sp>
        <p:nvSpPr>
          <p:cNvPr id="144" name="Text Box 25">
            <a:extLst>
              <a:ext uri="{FF2B5EF4-FFF2-40B4-BE49-F238E27FC236}">
                <a16:creationId xmlns:a16="http://schemas.microsoft.com/office/drawing/2014/main" id="{10A9FFE0-9621-2B74-1E39-C907F004475B}"/>
              </a:ext>
            </a:extLst>
          </p:cNvPr>
          <p:cNvSpPr txBox="1">
            <a:spLocks noChangeArrowheads="1"/>
          </p:cNvSpPr>
          <p:nvPr/>
        </p:nvSpPr>
        <p:spPr bwMode="auto">
          <a:xfrm>
            <a:off x="-94409" y="1593672"/>
            <a:ext cx="6763941" cy="5762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just">
              <a:lnSpc>
                <a:spcPct val="150000"/>
              </a:lnSpc>
            </a:pPr>
            <a:r>
              <a:rPr lang="en-US" altLang="zh-CN" b="1" dirty="0">
                <a:solidFill>
                  <a:schemeClr val="tx1"/>
                </a:solidFill>
                <a:ea typeface="宋体" panose="02010600030101010101" pitchFamily="2" charset="-122"/>
              </a:rPr>
              <a:t>      </a:t>
            </a:r>
            <a:r>
              <a:rPr lang="en-US" altLang="zh-CN" dirty="0">
                <a:solidFill>
                  <a:schemeClr val="tx1"/>
                </a:solidFill>
                <a:ea typeface="宋体" panose="02010600030101010101" pitchFamily="2" charset="-122"/>
              </a:rPr>
              <a:t> ∑</a:t>
            </a:r>
            <a:r>
              <a:rPr lang="en-US" altLang="zh-CN" i="1" dirty="0">
                <a:solidFill>
                  <a:schemeClr val="tx1"/>
                </a:solidFill>
                <a:ea typeface="宋体" panose="02010600030101010101" pitchFamily="2" charset="-122"/>
              </a:rPr>
              <a:t>M</a:t>
            </a:r>
            <a:r>
              <a:rPr lang="en-US" altLang="zh-CN" i="1" baseline="-25000" dirty="0">
                <a:solidFill>
                  <a:schemeClr val="tx1"/>
                </a:solidFill>
                <a:ea typeface="宋体" panose="02010600030101010101" pitchFamily="2" charset="-122"/>
              </a:rPr>
              <a:t>C</a:t>
            </a:r>
            <a:r>
              <a:rPr lang="zh-CN" altLang="en-US" i="0" dirty="0">
                <a:solidFill>
                  <a:schemeClr val="tx1"/>
                </a:solidFill>
                <a:ea typeface="宋体" panose="02010600030101010101" pitchFamily="2" charset="-122"/>
              </a:rPr>
              <a:t>＝</a:t>
            </a:r>
            <a:r>
              <a:rPr lang="en-US" altLang="zh-CN" b="0" i="0" dirty="0">
                <a:solidFill>
                  <a:schemeClr val="tx1"/>
                </a:solidFill>
                <a:ea typeface="宋体" panose="02010600030101010101" pitchFamily="2" charset="-122"/>
              </a:rPr>
              <a:t>0</a:t>
            </a:r>
            <a:r>
              <a:rPr lang="en-US" altLang="zh-CN" b="0" i="0" dirty="0">
                <a:solidFill>
                  <a:schemeClr val="tx1"/>
                </a:solidFill>
              </a:rPr>
              <a:t>,</a:t>
            </a:r>
            <a:r>
              <a:rPr lang="en-US" altLang="zh-CN" dirty="0">
                <a:solidFill>
                  <a:schemeClr val="tx1"/>
                </a:solidFill>
              </a:rPr>
              <a:t> </a:t>
            </a:r>
            <a:r>
              <a:rPr lang="en-US" altLang="zh-CN" i="1" dirty="0">
                <a:solidFill>
                  <a:schemeClr val="tx1"/>
                </a:solidFill>
                <a:ea typeface="宋体" panose="02010600030101010101" pitchFamily="2" charset="-122"/>
              </a:rPr>
              <a:t>F</a:t>
            </a:r>
            <a:r>
              <a:rPr lang="en-US" altLang="zh-CN" i="1" baseline="-25000" dirty="0">
                <a:solidFill>
                  <a:schemeClr val="tx1"/>
                </a:solidFill>
                <a:ea typeface="宋体" panose="02010600030101010101" pitchFamily="2" charset="-122"/>
              </a:rPr>
              <a:t>Bx</a:t>
            </a:r>
            <a:r>
              <a:rPr lang="en-US" altLang="zh-CN" i="0" dirty="0">
                <a:solidFill>
                  <a:schemeClr val="tx1"/>
                </a:solidFill>
                <a:sym typeface="Symbol" panose="05050102010706020507" pitchFamily="18" charset="2"/>
              </a:rPr>
              <a:t></a:t>
            </a:r>
            <a:r>
              <a:rPr lang="en-US" altLang="zh-CN" dirty="0">
                <a:solidFill>
                  <a:schemeClr val="tx1"/>
                </a:solidFill>
                <a:ea typeface="宋体" panose="02010600030101010101" pitchFamily="2" charset="-122"/>
              </a:rPr>
              <a:t>2</a:t>
            </a:r>
            <a:r>
              <a:rPr lang="en-US" altLang="zh-CN" i="1" dirty="0">
                <a:solidFill>
                  <a:schemeClr val="tx1"/>
                </a:solidFill>
                <a:ea typeface="宋体" panose="02010600030101010101" pitchFamily="2" charset="-122"/>
              </a:rPr>
              <a:t>a</a:t>
            </a:r>
            <a:r>
              <a:rPr lang="en-US" altLang="zh-CN" dirty="0">
                <a:solidFill>
                  <a:schemeClr val="tx1"/>
                </a:solidFill>
                <a:latin typeface="宋体" panose="02010600030101010101" pitchFamily="2" charset="-122"/>
                <a:ea typeface="宋体" panose="02010600030101010101" pitchFamily="2" charset="-122"/>
              </a:rPr>
              <a:t>-</a:t>
            </a:r>
            <a:r>
              <a:rPr lang="en-US" altLang="zh-CN" i="1" dirty="0">
                <a:solidFill>
                  <a:schemeClr val="tx1"/>
                </a:solidFill>
                <a:ea typeface="宋体" panose="02010600030101010101" pitchFamily="2" charset="-122"/>
              </a:rPr>
              <a:t>F</a:t>
            </a:r>
            <a:r>
              <a:rPr lang="en-US" altLang="zh-CN" i="0" dirty="0">
                <a:solidFill>
                  <a:schemeClr val="tx1"/>
                </a:solidFill>
                <a:sym typeface="Symbol" panose="05050102010706020507" pitchFamily="18" charset="2"/>
              </a:rPr>
              <a:t></a:t>
            </a:r>
            <a:r>
              <a:rPr lang="en-US" altLang="zh-CN" i="1" dirty="0">
                <a:solidFill>
                  <a:schemeClr val="tx1"/>
                </a:solidFill>
                <a:ea typeface="宋体" panose="02010600030101010101" pitchFamily="2" charset="-122"/>
              </a:rPr>
              <a:t>a</a:t>
            </a:r>
            <a:r>
              <a:rPr lang="zh-CN" altLang="en-US" b="0" i="0" dirty="0">
                <a:solidFill>
                  <a:schemeClr val="tx1"/>
                </a:solidFill>
              </a:rPr>
              <a:t>＝</a:t>
            </a:r>
            <a:r>
              <a:rPr lang="en-US" altLang="zh-CN" b="0" i="0" dirty="0">
                <a:solidFill>
                  <a:schemeClr val="tx1"/>
                </a:solidFill>
              </a:rPr>
              <a:t>0</a:t>
            </a:r>
            <a:r>
              <a:rPr lang="en-US" altLang="zh-CN" b="0" i="0" dirty="0">
                <a:solidFill>
                  <a:schemeClr val="tx1"/>
                </a:solidFill>
                <a:ea typeface="宋体" panose="02010600030101010101" pitchFamily="2" charset="-122"/>
              </a:rPr>
              <a:t>,</a:t>
            </a:r>
            <a:r>
              <a:rPr lang="en-US" altLang="zh-CN" dirty="0">
                <a:solidFill>
                  <a:schemeClr val="tx1"/>
                </a:solidFill>
                <a:ea typeface="宋体" panose="02010600030101010101" pitchFamily="2" charset="-122"/>
              </a:rPr>
              <a:t>  </a:t>
            </a:r>
            <a:r>
              <a:rPr lang="en-US" altLang="zh-CN" i="1" dirty="0" err="1">
                <a:solidFill>
                  <a:schemeClr val="tx1"/>
                </a:solidFill>
                <a:ea typeface="宋体" panose="02010600030101010101" pitchFamily="2" charset="-122"/>
              </a:rPr>
              <a:t>F</a:t>
            </a:r>
            <a:r>
              <a:rPr lang="en-US" altLang="zh-CN" i="1" baseline="-25000" dirty="0" err="1">
                <a:solidFill>
                  <a:schemeClr val="tx1"/>
                </a:solidFill>
                <a:ea typeface="宋体" panose="02010600030101010101" pitchFamily="2" charset="-122"/>
              </a:rPr>
              <a:t>Bx</a:t>
            </a:r>
            <a:r>
              <a:rPr lang="zh-CN" altLang="en-US" b="0" i="0" dirty="0">
                <a:solidFill>
                  <a:schemeClr val="tx1"/>
                </a:solidFill>
              </a:rPr>
              <a:t>＝</a:t>
            </a:r>
            <a:r>
              <a:rPr lang="en-US" altLang="zh-CN" i="1" dirty="0">
                <a:solidFill>
                  <a:schemeClr val="tx1"/>
                </a:solidFill>
                <a:ea typeface="宋体" panose="02010600030101010101" pitchFamily="2" charset="-122"/>
              </a:rPr>
              <a:t>F</a:t>
            </a:r>
            <a:r>
              <a:rPr lang="en-US" altLang="zh-CN" i="0" dirty="0">
                <a:solidFill>
                  <a:schemeClr val="tx1"/>
                </a:solidFill>
              </a:rPr>
              <a:t>/</a:t>
            </a:r>
            <a:r>
              <a:rPr lang="en-US" altLang="zh-CN" i="0" dirty="0">
                <a:solidFill>
                  <a:schemeClr val="tx1"/>
                </a:solidFill>
                <a:ea typeface="宋体" panose="02010600030101010101" pitchFamily="2" charset="-122"/>
              </a:rPr>
              <a:t>2</a:t>
            </a:r>
            <a:r>
              <a:rPr lang="en-US" altLang="zh-CN" dirty="0">
                <a:solidFill>
                  <a:schemeClr val="tx1"/>
                </a:solidFill>
                <a:ea typeface="宋体" panose="02010600030101010101" pitchFamily="2" charset="-122"/>
              </a:rPr>
              <a:t>   </a:t>
            </a:r>
            <a:r>
              <a:rPr lang="zh-CN" altLang="en-US" i="0" dirty="0">
                <a:solidFill>
                  <a:schemeClr val="tx1"/>
                </a:solidFill>
              </a:rPr>
              <a:t>（ → ）</a:t>
            </a:r>
          </a:p>
        </p:txBody>
      </p:sp>
      <p:sp>
        <p:nvSpPr>
          <p:cNvPr id="145" name="Text Box 3">
            <a:extLst>
              <a:ext uri="{FF2B5EF4-FFF2-40B4-BE49-F238E27FC236}">
                <a16:creationId xmlns:a16="http://schemas.microsoft.com/office/drawing/2014/main" id="{DCE0AFFE-FC2D-F641-BD4E-1998B8A665D2}"/>
              </a:ext>
            </a:extLst>
          </p:cNvPr>
          <p:cNvSpPr txBox="1">
            <a:spLocks noChangeArrowheads="1"/>
          </p:cNvSpPr>
          <p:nvPr/>
        </p:nvSpPr>
        <p:spPr bwMode="auto">
          <a:xfrm>
            <a:off x="432154" y="2053552"/>
            <a:ext cx="6275388" cy="5762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lnSpc>
                <a:spcPct val="150000"/>
              </a:lnSpc>
            </a:pPr>
            <a:r>
              <a:rPr lang="en-US" altLang="zh-CN" dirty="0">
                <a:solidFill>
                  <a:schemeClr val="tx1"/>
                </a:solidFill>
                <a:ea typeface="宋体" panose="02010600030101010101" pitchFamily="2" charset="-122"/>
              </a:rPr>
              <a:t>∑</a:t>
            </a:r>
            <a:r>
              <a:rPr lang="en-US" altLang="zh-CN" i="1" dirty="0" err="1">
                <a:solidFill>
                  <a:schemeClr val="tx1"/>
                </a:solidFill>
                <a:ea typeface="宋体" panose="02010600030101010101" pitchFamily="2" charset="-122"/>
              </a:rPr>
              <a:t>F</a:t>
            </a:r>
            <a:r>
              <a:rPr lang="en-US" altLang="zh-CN" i="1" baseline="-25000" dirty="0" err="1">
                <a:solidFill>
                  <a:schemeClr val="tx1"/>
                </a:solidFill>
                <a:ea typeface="宋体" panose="02010600030101010101" pitchFamily="2" charset="-122"/>
              </a:rPr>
              <a:t>x</a:t>
            </a:r>
            <a:r>
              <a:rPr lang="zh-CN" altLang="en-US" b="0" i="0" dirty="0">
                <a:solidFill>
                  <a:schemeClr val="tx1"/>
                </a:solidFill>
              </a:rPr>
              <a:t>＝</a:t>
            </a:r>
            <a:r>
              <a:rPr lang="en-US" altLang="zh-CN" b="0" i="0" dirty="0">
                <a:solidFill>
                  <a:schemeClr val="tx1"/>
                </a:solidFill>
              </a:rPr>
              <a:t>0,</a:t>
            </a:r>
            <a:r>
              <a:rPr lang="zh-CN" altLang="en-US" i="0" dirty="0">
                <a:solidFill>
                  <a:schemeClr val="tx1"/>
                </a:solidFill>
                <a:ea typeface="宋体" panose="02010600030101010101" pitchFamily="2" charset="-122"/>
              </a:rPr>
              <a:t> </a:t>
            </a:r>
            <a:r>
              <a:rPr lang="en-US" altLang="zh-CN" i="1" dirty="0" err="1">
                <a:solidFill>
                  <a:schemeClr val="tx1"/>
                </a:solidFill>
                <a:ea typeface="宋体" panose="02010600030101010101" pitchFamily="2" charset="-122"/>
              </a:rPr>
              <a:t>F</a:t>
            </a:r>
            <a:r>
              <a:rPr lang="en-US" altLang="zh-CN" i="1" dirty="0" err="1">
                <a:solidFill>
                  <a:schemeClr val="tx1"/>
                </a:solidFill>
                <a:ea typeface="宋体" panose="02010600030101010101" pitchFamily="2" charset="-122"/>
                <a:cs typeface="Times New Roman" panose="02020603050405020304" pitchFamily="18" charset="0"/>
              </a:rPr>
              <a:t>'</a:t>
            </a:r>
            <a:r>
              <a:rPr lang="en-US" altLang="zh-CN" i="1" baseline="-25000" dirty="0" err="1">
                <a:solidFill>
                  <a:schemeClr val="tx1"/>
                </a:solidFill>
                <a:ea typeface="宋体" panose="02010600030101010101" pitchFamily="2" charset="-122"/>
              </a:rPr>
              <a:t>Cx</a:t>
            </a:r>
            <a:r>
              <a:rPr lang="en-US" altLang="zh-CN" dirty="0" err="1">
                <a:solidFill>
                  <a:schemeClr val="tx1"/>
                </a:solidFill>
                <a:latin typeface="宋体" panose="02010600030101010101" pitchFamily="2" charset="-122"/>
                <a:ea typeface="宋体" panose="02010600030101010101" pitchFamily="2" charset="-122"/>
              </a:rPr>
              <a:t>-</a:t>
            </a:r>
            <a:r>
              <a:rPr lang="en-US" altLang="zh-CN" i="1" dirty="0" err="1">
                <a:solidFill>
                  <a:schemeClr val="tx1"/>
                </a:solidFill>
                <a:ea typeface="宋体" panose="02010600030101010101" pitchFamily="2" charset="-122"/>
              </a:rPr>
              <a:t>F</a:t>
            </a:r>
            <a:r>
              <a:rPr lang="en-US" altLang="zh-CN" i="0" dirty="0" err="1">
                <a:solidFill>
                  <a:schemeClr val="tx1"/>
                </a:solidFill>
              </a:rPr>
              <a:t>+</a:t>
            </a:r>
            <a:r>
              <a:rPr lang="en-US" altLang="zh-CN" i="1" dirty="0" err="1">
                <a:solidFill>
                  <a:schemeClr val="tx1"/>
                </a:solidFill>
                <a:ea typeface="宋体" panose="02010600030101010101" pitchFamily="2" charset="-122"/>
              </a:rPr>
              <a:t>F</a:t>
            </a:r>
            <a:r>
              <a:rPr lang="en-US" altLang="zh-CN" i="1" baseline="-25000" dirty="0" err="1">
                <a:solidFill>
                  <a:schemeClr val="tx1"/>
                </a:solidFill>
                <a:ea typeface="宋体" panose="02010600030101010101" pitchFamily="2" charset="-122"/>
              </a:rPr>
              <a:t>Bx</a:t>
            </a:r>
            <a:r>
              <a:rPr lang="zh-CN" altLang="en-US" b="0" i="0" dirty="0">
                <a:solidFill>
                  <a:schemeClr val="tx1"/>
                </a:solidFill>
              </a:rPr>
              <a:t>＝</a:t>
            </a:r>
            <a:r>
              <a:rPr lang="en-US" altLang="zh-CN" b="0" i="0" dirty="0">
                <a:solidFill>
                  <a:schemeClr val="tx1"/>
                </a:solidFill>
              </a:rPr>
              <a:t>0, </a:t>
            </a:r>
            <a:r>
              <a:rPr lang="en-US" altLang="zh-CN" i="1" dirty="0" err="1">
                <a:solidFill>
                  <a:schemeClr val="tx1"/>
                </a:solidFill>
                <a:ea typeface="宋体" panose="02010600030101010101" pitchFamily="2" charset="-122"/>
              </a:rPr>
              <a:t>F</a:t>
            </a:r>
            <a:r>
              <a:rPr lang="en-US" altLang="zh-CN" i="1" dirty="0" err="1">
                <a:solidFill>
                  <a:schemeClr val="tx1"/>
                </a:solidFill>
                <a:ea typeface="宋体" panose="02010600030101010101" pitchFamily="2" charset="-122"/>
                <a:cs typeface="Times New Roman" panose="02020603050405020304" pitchFamily="18" charset="0"/>
              </a:rPr>
              <a:t>'</a:t>
            </a:r>
            <a:r>
              <a:rPr lang="en-US" altLang="zh-CN" i="1" baseline="-25000" dirty="0" err="1">
                <a:solidFill>
                  <a:schemeClr val="tx1"/>
                </a:solidFill>
                <a:ea typeface="宋体" panose="02010600030101010101" pitchFamily="2" charset="-122"/>
              </a:rPr>
              <a:t>Cx</a:t>
            </a:r>
            <a:r>
              <a:rPr lang="zh-CN" altLang="en-US" b="0" i="0" dirty="0">
                <a:solidFill>
                  <a:schemeClr val="tx1"/>
                </a:solidFill>
              </a:rPr>
              <a:t>＝</a:t>
            </a:r>
            <a:r>
              <a:rPr lang="en-US" altLang="zh-CN" i="1" dirty="0">
                <a:solidFill>
                  <a:schemeClr val="tx1"/>
                </a:solidFill>
                <a:ea typeface="宋体" panose="02010600030101010101" pitchFamily="2" charset="-122"/>
              </a:rPr>
              <a:t>F</a:t>
            </a:r>
            <a:r>
              <a:rPr lang="en-US" altLang="zh-CN" dirty="0">
                <a:solidFill>
                  <a:schemeClr val="tx1"/>
                </a:solidFill>
                <a:latin typeface="宋体" panose="02010600030101010101" pitchFamily="2" charset="-122"/>
                <a:ea typeface="宋体" panose="02010600030101010101" pitchFamily="2" charset="-122"/>
              </a:rPr>
              <a:t>-</a:t>
            </a:r>
            <a:r>
              <a:rPr lang="en-US" altLang="zh-CN" i="1" dirty="0" err="1">
                <a:solidFill>
                  <a:schemeClr val="tx1"/>
                </a:solidFill>
                <a:ea typeface="宋体" panose="02010600030101010101" pitchFamily="2" charset="-122"/>
              </a:rPr>
              <a:t>F</a:t>
            </a:r>
            <a:r>
              <a:rPr lang="en-US" altLang="zh-CN" i="1" baseline="-25000" dirty="0" err="1">
                <a:solidFill>
                  <a:schemeClr val="tx1"/>
                </a:solidFill>
                <a:ea typeface="宋体" panose="02010600030101010101" pitchFamily="2" charset="-122"/>
              </a:rPr>
              <a:t>Bx</a:t>
            </a:r>
            <a:r>
              <a:rPr lang="en-US" altLang="zh-CN" dirty="0">
                <a:solidFill>
                  <a:schemeClr val="tx1"/>
                </a:solidFill>
                <a:ea typeface="宋体" panose="02010600030101010101" pitchFamily="2" charset="-122"/>
              </a:rPr>
              <a:t> </a:t>
            </a:r>
            <a:r>
              <a:rPr lang="zh-CN" altLang="en-US" b="0" i="0" dirty="0">
                <a:solidFill>
                  <a:schemeClr val="tx1"/>
                </a:solidFill>
              </a:rPr>
              <a:t>＝</a:t>
            </a:r>
            <a:r>
              <a:rPr lang="en-US" altLang="zh-CN" i="1" dirty="0">
                <a:solidFill>
                  <a:schemeClr val="tx1"/>
                </a:solidFill>
              </a:rPr>
              <a:t>F</a:t>
            </a:r>
            <a:r>
              <a:rPr lang="en-US" altLang="zh-CN" i="0" dirty="0">
                <a:solidFill>
                  <a:schemeClr val="tx1"/>
                </a:solidFill>
              </a:rPr>
              <a:t>/2</a:t>
            </a:r>
          </a:p>
        </p:txBody>
      </p:sp>
      <p:sp>
        <p:nvSpPr>
          <p:cNvPr id="146" name="Text Box 26">
            <a:extLst>
              <a:ext uri="{FF2B5EF4-FFF2-40B4-BE49-F238E27FC236}">
                <a16:creationId xmlns:a16="http://schemas.microsoft.com/office/drawing/2014/main" id="{1FCCE18F-F97A-56F0-C196-27921C08B2EF}"/>
              </a:ext>
            </a:extLst>
          </p:cNvPr>
          <p:cNvSpPr txBox="1">
            <a:spLocks noChangeArrowheads="1"/>
          </p:cNvSpPr>
          <p:nvPr/>
        </p:nvSpPr>
        <p:spPr bwMode="auto">
          <a:xfrm>
            <a:off x="425947" y="2549971"/>
            <a:ext cx="4625689" cy="5762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just">
              <a:lnSpc>
                <a:spcPct val="150000"/>
              </a:lnSpc>
            </a:pPr>
            <a:r>
              <a:rPr lang="en-US" altLang="zh-CN" dirty="0">
                <a:solidFill>
                  <a:schemeClr val="tx1"/>
                </a:solidFill>
                <a:ea typeface="宋体" panose="02010600030101010101" pitchFamily="2" charset="-122"/>
              </a:rPr>
              <a:t>∑</a:t>
            </a:r>
            <a:r>
              <a:rPr lang="en-US" altLang="zh-CN" i="1" dirty="0" err="1">
                <a:solidFill>
                  <a:schemeClr val="tx1"/>
                </a:solidFill>
                <a:ea typeface="宋体" panose="02010600030101010101" pitchFamily="2" charset="-122"/>
              </a:rPr>
              <a:t>F</a:t>
            </a:r>
            <a:r>
              <a:rPr lang="en-US" altLang="zh-CN" i="1" baseline="-25000" dirty="0" err="1">
                <a:solidFill>
                  <a:schemeClr val="tx1"/>
                </a:solidFill>
                <a:ea typeface="宋体" panose="02010600030101010101" pitchFamily="2" charset="-122"/>
              </a:rPr>
              <a:t>y</a:t>
            </a:r>
            <a:r>
              <a:rPr lang="zh-CN" altLang="en-US" b="0" i="0" dirty="0">
                <a:solidFill>
                  <a:schemeClr val="tx1"/>
                </a:solidFill>
              </a:rPr>
              <a:t>＝</a:t>
            </a:r>
            <a:r>
              <a:rPr lang="en-US" altLang="zh-CN" b="0" i="0" dirty="0">
                <a:solidFill>
                  <a:schemeClr val="tx1"/>
                </a:solidFill>
              </a:rPr>
              <a:t>0, </a:t>
            </a:r>
            <a:r>
              <a:rPr lang="en-US" altLang="zh-CN" i="1" dirty="0" err="1">
                <a:solidFill>
                  <a:schemeClr val="tx1"/>
                </a:solidFill>
                <a:ea typeface="宋体" panose="02010600030101010101" pitchFamily="2" charset="-122"/>
              </a:rPr>
              <a:t>F</a:t>
            </a:r>
            <a:r>
              <a:rPr lang="en-US" altLang="zh-CN" i="1" baseline="-25000" dirty="0" err="1">
                <a:solidFill>
                  <a:schemeClr val="tx1"/>
                </a:solidFill>
                <a:ea typeface="宋体" panose="02010600030101010101" pitchFamily="2" charset="-122"/>
              </a:rPr>
              <a:t>By</a:t>
            </a:r>
            <a:r>
              <a:rPr lang="en-US" altLang="zh-CN" dirty="0" err="1">
                <a:solidFill>
                  <a:schemeClr val="tx1"/>
                </a:solidFill>
                <a:latin typeface="宋体" panose="02010600030101010101" pitchFamily="2" charset="-122"/>
                <a:ea typeface="宋体" panose="02010600030101010101" pitchFamily="2" charset="-122"/>
              </a:rPr>
              <a:t>-</a:t>
            </a:r>
            <a:r>
              <a:rPr lang="en-US" altLang="zh-CN" i="1" dirty="0" err="1">
                <a:solidFill>
                  <a:schemeClr val="tx1"/>
                </a:solidFill>
                <a:ea typeface="宋体" panose="02010600030101010101" pitchFamily="2" charset="-122"/>
              </a:rPr>
              <a:t>F</a:t>
            </a:r>
            <a:r>
              <a:rPr lang="en-US" altLang="zh-CN" i="1" dirty="0" err="1">
                <a:solidFill>
                  <a:schemeClr val="tx1"/>
                </a:solidFill>
                <a:ea typeface="宋体" panose="02010600030101010101" pitchFamily="2" charset="-122"/>
                <a:cs typeface="Times New Roman" panose="02020603050405020304" pitchFamily="18" charset="0"/>
              </a:rPr>
              <a:t>'</a:t>
            </a:r>
            <a:r>
              <a:rPr lang="en-US" altLang="zh-CN" i="1" baseline="-25000" dirty="0" err="1">
                <a:solidFill>
                  <a:schemeClr val="tx1"/>
                </a:solidFill>
                <a:ea typeface="宋体" panose="02010600030101010101" pitchFamily="2" charset="-122"/>
              </a:rPr>
              <a:t>Cy</a:t>
            </a:r>
            <a:r>
              <a:rPr lang="zh-CN" altLang="en-US" b="0" i="0" dirty="0">
                <a:solidFill>
                  <a:schemeClr val="tx1"/>
                </a:solidFill>
              </a:rPr>
              <a:t>＝</a:t>
            </a:r>
            <a:r>
              <a:rPr lang="en-US" altLang="zh-CN" b="0" i="0" dirty="0">
                <a:solidFill>
                  <a:schemeClr val="tx1"/>
                </a:solidFill>
              </a:rPr>
              <a:t>0, </a:t>
            </a:r>
            <a:r>
              <a:rPr lang="en-US" altLang="zh-CN" i="1" dirty="0" err="1">
                <a:solidFill>
                  <a:schemeClr val="tx1"/>
                </a:solidFill>
              </a:rPr>
              <a:t>F</a:t>
            </a:r>
            <a:r>
              <a:rPr lang="en-US" altLang="zh-CN" i="1" baseline="-25000" dirty="0" err="1">
                <a:solidFill>
                  <a:schemeClr val="tx1"/>
                </a:solidFill>
              </a:rPr>
              <a:t>By</a:t>
            </a:r>
            <a:r>
              <a:rPr lang="zh-CN" altLang="en-US" b="0" i="0" dirty="0">
                <a:solidFill>
                  <a:schemeClr val="tx1"/>
                </a:solidFill>
              </a:rPr>
              <a:t>＝</a:t>
            </a:r>
            <a:r>
              <a:rPr lang="en-US" altLang="zh-CN" i="1" dirty="0" err="1">
                <a:solidFill>
                  <a:schemeClr val="tx1"/>
                </a:solidFill>
              </a:rPr>
              <a:t>F'</a:t>
            </a:r>
            <a:r>
              <a:rPr lang="en-US" altLang="zh-CN" i="1" baseline="-25000" dirty="0" err="1">
                <a:solidFill>
                  <a:schemeClr val="tx1"/>
                </a:solidFill>
              </a:rPr>
              <a:t>Cy</a:t>
            </a:r>
            <a:endParaRPr lang="en-US" altLang="zh-CN" i="1" baseline="-25000" dirty="0">
              <a:solidFill>
                <a:schemeClr val="tx1"/>
              </a:solidFill>
            </a:endParaRPr>
          </a:p>
        </p:txBody>
      </p:sp>
      <p:sp>
        <p:nvSpPr>
          <p:cNvPr id="147" name="Rectangle 5">
            <a:extLst>
              <a:ext uri="{FF2B5EF4-FFF2-40B4-BE49-F238E27FC236}">
                <a16:creationId xmlns:a16="http://schemas.microsoft.com/office/drawing/2014/main" id="{EA007C9E-1708-869B-E033-1D3BD6AE00E8}"/>
              </a:ext>
            </a:extLst>
          </p:cNvPr>
          <p:cNvSpPr>
            <a:spLocks noChangeArrowheads="1"/>
          </p:cNvSpPr>
          <p:nvPr/>
        </p:nvSpPr>
        <p:spPr bwMode="auto">
          <a:xfrm>
            <a:off x="279412" y="3206199"/>
            <a:ext cx="6155284"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just">
              <a:spcBef>
                <a:spcPct val="20000"/>
              </a:spcBef>
              <a:buClr>
                <a:schemeClr val="accent1"/>
              </a:buClr>
              <a:buSzPct val="75000"/>
              <a:buFont typeface="Monotype Sorts" pitchFamily="2" charset="2"/>
              <a:buChar char="•"/>
              <a:defRPr kumimoji="1" sz="2400">
                <a:solidFill>
                  <a:schemeClr val="tx1"/>
                </a:solidFill>
                <a:latin typeface="Impact" panose="020B0806030902050204" pitchFamily="34" charset="0"/>
                <a:ea typeface="宋体" panose="02010600030101010101" pitchFamily="2" charset="-122"/>
              </a:defRPr>
            </a:lvl1pPr>
            <a:lvl2pPr marL="742950" indent="-285750">
              <a:spcBef>
                <a:spcPct val="20000"/>
              </a:spcBef>
              <a:buClr>
                <a:schemeClr val="accent2"/>
              </a:buClr>
              <a:buChar char="•"/>
              <a:defRPr kumimoji="1" sz="2000">
                <a:solidFill>
                  <a:schemeClr val="tx1"/>
                </a:solidFill>
                <a:latin typeface="Impact" panose="020B0806030902050204" pitchFamily="34" charset="0"/>
                <a:ea typeface="宋体" panose="02010600030101010101" pitchFamily="2" charset="-122"/>
              </a:defRPr>
            </a:lvl2pPr>
            <a:lvl3pPr marL="1143000" indent="-228600">
              <a:spcBef>
                <a:spcPct val="20000"/>
              </a:spcBef>
              <a:buChar char="–"/>
              <a:defRPr kumimoji="1" sz="2400">
                <a:solidFill>
                  <a:schemeClr val="tx1"/>
                </a:solidFill>
                <a:latin typeface="Impact" panose="020B0806030902050204" pitchFamily="34" charset="0"/>
                <a:ea typeface="宋体" panose="02010600030101010101" pitchFamily="2" charset="-122"/>
              </a:defRPr>
            </a:lvl3pPr>
            <a:lvl4pPr marL="1600200" indent="-228600">
              <a:spcBef>
                <a:spcPct val="20000"/>
              </a:spcBef>
              <a:buChar char="–"/>
              <a:defRPr kumimoji="1" sz="2000">
                <a:solidFill>
                  <a:schemeClr val="tx1"/>
                </a:solidFill>
                <a:latin typeface="Impact" panose="020B0806030902050204" pitchFamily="34" charset="0"/>
                <a:ea typeface="宋体" panose="02010600030101010101" pitchFamily="2" charset="-122"/>
              </a:defRPr>
            </a:lvl4pPr>
            <a:lvl5pPr marL="2057400" indent="-228600">
              <a:spcBef>
                <a:spcPct val="20000"/>
              </a:spcBef>
              <a:buChar char="»"/>
              <a:defRPr kumimoji="1" sz="2000">
                <a:solidFill>
                  <a:schemeClr val="tx1"/>
                </a:solidFill>
                <a:latin typeface="Impact" panose="020B0806030902050204" pitchFamily="34"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9pPr>
          </a:lstStyle>
          <a:p>
            <a:pPr algn="l">
              <a:spcBef>
                <a:spcPct val="0"/>
              </a:spcBef>
              <a:buClrTx/>
              <a:buSzTx/>
              <a:buNone/>
            </a:pPr>
            <a:r>
              <a:rPr lang="zh-CN" altLang="en-US" i="0" dirty="0">
                <a:solidFill>
                  <a:srgbClr val="0033CC"/>
                </a:solidFill>
                <a:latin typeface="Times New Roman" panose="02020603050405020304" pitchFamily="18" charset="0"/>
                <a:ea typeface="黑体" panose="02010609060101010101" pitchFamily="49" charset="-122"/>
              </a:rPr>
              <a:t>   </a:t>
            </a:r>
            <a:r>
              <a:rPr lang="en-US" altLang="zh-CN" i="0" dirty="0">
                <a:latin typeface="Times New Roman" panose="02020603050405020304" pitchFamily="18" charset="0"/>
                <a:ea typeface="黑体" panose="02010609060101010101" pitchFamily="49" charset="-122"/>
              </a:rPr>
              <a:t> 3</a:t>
            </a:r>
            <a:r>
              <a:rPr lang="zh-CN" altLang="en-US" i="0" dirty="0">
                <a:latin typeface="Times New Roman" panose="02020603050405020304" pitchFamily="18" charset="0"/>
                <a:ea typeface="黑体" panose="02010609060101010101" pitchFamily="49" charset="-122"/>
              </a:rPr>
              <a:t>）</a:t>
            </a:r>
            <a:r>
              <a:rPr lang="zh-CN" altLang="en-US" i="0" dirty="0">
                <a:latin typeface="+mn-lt"/>
                <a:ea typeface="黑体" panose="02010609060101010101" pitchFamily="49" charset="-122"/>
              </a:rPr>
              <a:t>解出</a:t>
            </a:r>
            <a:r>
              <a:rPr lang="en-US" altLang="zh-CN" dirty="0" err="1">
                <a:latin typeface="+mn-lt"/>
              </a:rPr>
              <a:t>F'</a:t>
            </a:r>
            <a:r>
              <a:rPr lang="en-US" altLang="zh-CN" baseline="-25000" dirty="0" err="1">
                <a:latin typeface="+mn-lt"/>
              </a:rPr>
              <a:t>Cx</a:t>
            </a:r>
            <a:r>
              <a:rPr lang="zh-CN" altLang="en-US" i="0" dirty="0">
                <a:latin typeface="+mn-lt"/>
                <a:ea typeface="黑体" panose="02010609060101010101" pitchFamily="49" charset="-122"/>
              </a:rPr>
              <a:t>出后，图中的</a:t>
            </a:r>
            <a:r>
              <a:rPr lang="en-US" altLang="zh-CN" dirty="0" err="1">
                <a:latin typeface="+mn-lt"/>
              </a:rPr>
              <a:t>F</a:t>
            </a:r>
            <a:r>
              <a:rPr lang="en-US" altLang="zh-CN" baseline="-25000" dirty="0" err="1">
                <a:latin typeface="+mn-lt"/>
              </a:rPr>
              <a:t>Cx</a:t>
            </a:r>
            <a:r>
              <a:rPr lang="zh-CN" altLang="en-US" i="0" dirty="0">
                <a:latin typeface="+mn-lt"/>
                <a:ea typeface="黑体" panose="02010609060101010101" pitchFamily="49" charset="-122"/>
              </a:rPr>
              <a:t>为已知量，因而可解，即</a:t>
            </a:r>
          </a:p>
        </p:txBody>
      </p:sp>
      <p:sp>
        <p:nvSpPr>
          <p:cNvPr id="148" name="Text Box 29">
            <a:extLst>
              <a:ext uri="{FF2B5EF4-FFF2-40B4-BE49-F238E27FC236}">
                <a16:creationId xmlns:a16="http://schemas.microsoft.com/office/drawing/2014/main" id="{34131805-C50A-9228-07DD-7FAE1B3D2591}"/>
              </a:ext>
            </a:extLst>
          </p:cNvPr>
          <p:cNvSpPr txBox="1">
            <a:spLocks noChangeArrowheads="1"/>
          </p:cNvSpPr>
          <p:nvPr/>
        </p:nvSpPr>
        <p:spPr bwMode="auto">
          <a:xfrm>
            <a:off x="451681" y="3872385"/>
            <a:ext cx="5302420" cy="5762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just">
              <a:lnSpc>
                <a:spcPct val="150000"/>
              </a:lnSpc>
            </a:pPr>
            <a:r>
              <a:rPr lang="en-US" altLang="zh-CN" dirty="0">
                <a:solidFill>
                  <a:schemeClr val="tx1"/>
                </a:solidFill>
                <a:ea typeface="宋体" panose="02010600030101010101" pitchFamily="2" charset="-122"/>
              </a:rPr>
              <a:t>∑</a:t>
            </a:r>
            <a:r>
              <a:rPr lang="en-US" altLang="zh-CN" i="1" dirty="0">
                <a:solidFill>
                  <a:schemeClr val="tx1"/>
                </a:solidFill>
                <a:ea typeface="宋体" panose="02010600030101010101" pitchFamily="2" charset="-122"/>
              </a:rPr>
              <a:t>M</a:t>
            </a:r>
            <a:r>
              <a:rPr lang="en-US" altLang="zh-CN" i="1" baseline="-25000" dirty="0">
                <a:solidFill>
                  <a:schemeClr val="tx1"/>
                </a:solidFill>
                <a:ea typeface="宋体" panose="02010600030101010101" pitchFamily="2" charset="-122"/>
              </a:rPr>
              <a:t>A</a:t>
            </a:r>
            <a:r>
              <a:rPr lang="zh-CN" altLang="en-US" b="0" i="0" dirty="0">
                <a:solidFill>
                  <a:schemeClr val="tx1"/>
                </a:solidFill>
                <a:ea typeface="宋体" panose="02010600030101010101" pitchFamily="2" charset="-122"/>
              </a:rPr>
              <a:t>＝</a:t>
            </a:r>
            <a:r>
              <a:rPr lang="en-US" altLang="zh-CN" b="0" i="0" dirty="0">
                <a:solidFill>
                  <a:schemeClr val="tx1"/>
                </a:solidFill>
                <a:ea typeface="宋体" panose="02010600030101010101" pitchFamily="2" charset="-122"/>
              </a:rPr>
              <a:t>0</a:t>
            </a:r>
            <a:r>
              <a:rPr lang="en-US" altLang="zh-CN" b="0" i="0" dirty="0">
                <a:solidFill>
                  <a:schemeClr val="tx1"/>
                </a:solidFill>
              </a:rPr>
              <a:t>,</a:t>
            </a:r>
            <a:r>
              <a:rPr lang="en-US" altLang="zh-CN" i="0" dirty="0">
                <a:solidFill>
                  <a:schemeClr val="tx1"/>
                </a:solidFill>
              </a:rPr>
              <a:t> </a:t>
            </a:r>
            <a:r>
              <a:rPr lang="en-US" altLang="zh-CN" i="1" dirty="0">
                <a:solidFill>
                  <a:schemeClr val="tx1"/>
                </a:solidFill>
                <a:ea typeface="宋体" panose="02010600030101010101" pitchFamily="2" charset="-122"/>
              </a:rPr>
              <a:t>F</a:t>
            </a:r>
            <a:r>
              <a:rPr lang="en-US" altLang="zh-CN" i="1" baseline="-25000" dirty="0">
                <a:solidFill>
                  <a:schemeClr val="tx1"/>
                </a:solidFill>
                <a:ea typeface="宋体" panose="02010600030101010101" pitchFamily="2" charset="-122"/>
              </a:rPr>
              <a:t>Cy</a:t>
            </a:r>
            <a:r>
              <a:rPr lang="en-US" altLang="zh-CN" i="0" dirty="0">
                <a:solidFill>
                  <a:schemeClr val="tx1"/>
                </a:solidFill>
                <a:sym typeface="Symbol" panose="05050102010706020507" pitchFamily="18" charset="2"/>
              </a:rPr>
              <a:t></a:t>
            </a:r>
            <a:r>
              <a:rPr lang="en-US" altLang="zh-CN" i="1" dirty="0">
                <a:solidFill>
                  <a:schemeClr val="tx1"/>
                </a:solidFill>
                <a:ea typeface="宋体" panose="02010600030101010101" pitchFamily="2" charset="-122"/>
              </a:rPr>
              <a:t>a</a:t>
            </a:r>
            <a:r>
              <a:rPr lang="en-US" altLang="zh-CN" dirty="0">
                <a:solidFill>
                  <a:schemeClr val="tx1"/>
                </a:solidFill>
                <a:latin typeface="宋体" panose="02010600030101010101" pitchFamily="2" charset="-122"/>
                <a:ea typeface="宋体" panose="02010600030101010101" pitchFamily="2" charset="-122"/>
              </a:rPr>
              <a:t>+</a:t>
            </a:r>
            <a:r>
              <a:rPr lang="en-US" altLang="zh-CN" i="1" dirty="0">
                <a:solidFill>
                  <a:schemeClr val="tx1"/>
                </a:solidFill>
                <a:ea typeface="宋体" panose="02010600030101010101" pitchFamily="2" charset="-122"/>
              </a:rPr>
              <a:t>F</a:t>
            </a:r>
            <a:r>
              <a:rPr lang="en-US" altLang="zh-CN" i="1" baseline="-25000" dirty="0">
                <a:solidFill>
                  <a:schemeClr val="tx1"/>
                </a:solidFill>
                <a:ea typeface="宋体" panose="02010600030101010101" pitchFamily="2" charset="-122"/>
              </a:rPr>
              <a:t>Cx</a:t>
            </a:r>
            <a:r>
              <a:rPr lang="en-US" altLang="zh-CN" i="0" dirty="0">
                <a:solidFill>
                  <a:schemeClr val="tx1"/>
                </a:solidFill>
                <a:sym typeface="Symbol" panose="05050102010706020507" pitchFamily="18" charset="2"/>
              </a:rPr>
              <a:t></a:t>
            </a:r>
            <a:r>
              <a:rPr lang="en-US" altLang="zh-CN" i="0" dirty="0">
                <a:solidFill>
                  <a:schemeClr val="tx1"/>
                </a:solidFill>
              </a:rPr>
              <a:t>2</a:t>
            </a:r>
            <a:r>
              <a:rPr lang="en-US" altLang="zh-CN" i="1" dirty="0">
                <a:solidFill>
                  <a:schemeClr val="tx1"/>
                </a:solidFill>
                <a:ea typeface="宋体" panose="02010600030101010101" pitchFamily="2" charset="-122"/>
              </a:rPr>
              <a:t>a</a:t>
            </a:r>
            <a:r>
              <a:rPr lang="en-US" altLang="zh-CN" dirty="0">
                <a:solidFill>
                  <a:schemeClr val="tx1"/>
                </a:solidFill>
                <a:latin typeface="宋体" panose="02010600030101010101" pitchFamily="2" charset="-122"/>
                <a:ea typeface="宋体" panose="02010600030101010101" pitchFamily="2" charset="-122"/>
              </a:rPr>
              <a:t>-</a:t>
            </a:r>
            <a:r>
              <a:rPr lang="en-US" altLang="zh-CN" i="1" dirty="0">
                <a:solidFill>
                  <a:schemeClr val="tx1"/>
                </a:solidFill>
                <a:ea typeface="宋体" panose="02010600030101010101" pitchFamily="2" charset="-122"/>
              </a:rPr>
              <a:t>F</a:t>
            </a:r>
            <a:r>
              <a:rPr lang="en-US" altLang="zh-CN" baseline="-25000" dirty="0">
                <a:solidFill>
                  <a:schemeClr val="tx1"/>
                </a:solidFill>
                <a:ea typeface="宋体" panose="02010600030101010101" pitchFamily="2" charset="-122"/>
              </a:rPr>
              <a:t>1</a:t>
            </a:r>
            <a:r>
              <a:rPr lang="en-US" altLang="zh-CN" i="0" dirty="0">
                <a:solidFill>
                  <a:schemeClr val="tx1"/>
                </a:solidFill>
                <a:sym typeface="Symbol" panose="05050102010706020507" pitchFamily="18" charset="2"/>
              </a:rPr>
              <a:t></a:t>
            </a:r>
            <a:r>
              <a:rPr lang="en-US" altLang="zh-CN" i="0" dirty="0">
                <a:solidFill>
                  <a:schemeClr val="tx1"/>
                </a:solidFill>
              </a:rPr>
              <a:t>2</a:t>
            </a:r>
            <a:r>
              <a:rPr lang="en-US" altLang="zh-CN" i="1" dirty="0">
                <a:solidFill>
                  <a:schemeClr val="tx1"/>
                </a:solidFill>
                <a:ea typeface="宋体" panose="02010600030101010101" pitchFamily="2" charset="-122"/>
              </a:rPr>
              <a:t>a</a:t>
            </a:r>
            <a:r>
              <a:rPr lang="zh-CN" altLang="en-US" b="0" i="0" dirty="0">
                <a:solidFill>
                  <a:schemeClr val="tx1"/>
                </a:solidFill>
              </a:rPr>
              <a:t>＝</a:t>
            </a:r>
            <a:r>
              <a:rPr lang="en-US" altLang="zh-CN" b="0" i="0" dirty="0">
                <a:solidFill>
                  <a:schemeClr val="tx1"/>
                </a:solidFill>
              </a:rPr>
              <a:t>0</a:t>
            </a:r>
          </a:p>
        </p:txBody>
      </p:sp>
      <p:sp>
        <p:nvSpPr>
          <p:cNvPr id="149" name="Text Box 29">
            <a:extLst>
              <a:ext uri="{FF2B5EF4-FFF2-40B4-BE49-F238E27FC236}">
                <a16:creationId xmlns:a16="http://schemas.microsoft.com/office/drawing/2014/main" id="{819FA30E-D8E4-75C6-63E6-1C80EF3544FD}"/>
              </a:ext>
            </a:extLst>
          </p:cNvPr>
          <p:cNvSpPr txBox="1">
            <a:spLocks noChangeArrowheads="1"/>
          </p:cNvSpPr>
          <p:nvPr/>
        </p:nvSpPr>
        <p:spPr bwMode="auto">
          <a:xfrm>
            <a:off x="445835" y="4341367"/>
            <a:ext cx="5183529" cy="5762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just">
              <a:lnSpc>
                <a:spcPct val="150000"/>
              </a:lnSpc>
            </a:pPr>
            <a:r>
              <a:rPr lang="en-US" altLang="zh-CN" i="1" dirty="0" err="1">
                <a:solidFill>
                  <a:schemeClr val="tx1"/>
                </a:solidFill>
              </a:rPr>
              <a:t>F</a:t>
            </a:r>
            <a:r>
              <a:rPr lang="en-US" altLang="zh-CN" i="1" baseline="-25000" dirty="0" err="1">
                <a:solidFill>
                  <a:schemeClr val="tx1"/>
                </a:solidFill>
              </a:rPr>
              <a:t>Cy</a:t>
            </a:r>
            <a:r>
              <a:rPr lang="en-US" altLang="zh-CN" i="1" baseline="-25000" dirty="0">
                <a:solidFill>
                  <a:schemeClr val="tx1"/>
                </a:solidFill>
              </a:rPr>
              <a:t> </a:t>
            </a:r>
            <a:r>
              <a:rPr lang="zh-CN" altLang="en-US" dirty="0">
                <a:solidFill>
                  <a:schemeClr val="tx1"/>
                </a:solidFill>
              </a:rPr>
              <a:t>＝</a:t>
            </a:r>
            <a:r>
              <a:rPr lang="zh-CN" altLang="en-US" i="1" baseline="-25000" dirty="0">
                <a:solidFill>
                  <a:schemeClr val="tx1"/>
                </a:solidFill>
              </a:rPr>
              <a:t> </a:t>
            </a:r>
            <a:r>
              <a:rPr lang="en-US" altLang="zh-CN" i="0" dirty="0">
                <a:solidFill>
                  <a:schemeClr val="tx1"/>
                </a:solidFill>
              </a:rPr>
              <a:t>2</a:t>
            </a:r>
            <a:r>
              <a:rPr lang="en-US" altLang="zh-CN" i="1" dirty="0">
                <a:solidFill>
                  <a:schemeClr val="tx1"/>
                </a:solidFill>
              </a:rPr>
              <a:t>F</a:t>
            </a:r>
            <a:r>
              <a:rPr lang="en-US" altLang="zh-CN" baseline="-25000" dirty="0">
                <a:solidFill>
                  <a:schemeClr val="tx1"/>
                </a:solidFill>
              </a:rPr>
              <a:t>1</a:t>
            </a:r>
            <a:r>
              <a:rPr lang="en-US" altLang="zh-CN" dirty="0">
                <a:solidFill>
                  <a:schemeClr val="tx1"/>
                </a:solidFill>
                <a:latin typeface="宋体" panose="02010600030101010101" pitchFamily="2" charset="-122"/>
                <a:ea typeface="宋体" panose="02010600030101010101" pitchFamily="2" charset="-122"/>
              </a:rPr>
              <a:t>-</a:t>
            </a:r>
            <a:r>
              <a:rPr lang="en-US" altLang="zh-CN" i="0" dirty="0">
                <a:solidFill>
                  <a:schemeClr val="tx1"/>
                </a:solidFill>
              </a:rPr>
              <a:t>2</a:t>
            </a:r>
            <a:r>
              <a:rPr lang="en-US" altLang="zh-CN" i="1" dirty="0">
                <a:solidFill>
                  <a:schemeClr val="tx1"/>
                </a:solidFill>
              </a:rPr>
              <a:t>F</a:t>
            </a:r>
            <a:r>
              <a:rPr lang="en-US" altLang="zh-CN" i="1" baseline="-25000" dirty="0">
                <a:solidFill>
                  <a:schemeClr val="tx1"/>
                </a:solidFill>
              </a:rPr>
              <a:t>Cx </a:t>
            </a:r>
            <a:r>
              <a:rPr lang="zh-CN" altLang="en-US" i="0" dirty="0">
                <a:solidFill>
                  <a:schemeClr val="tx1"/>
                </a:solidFill>
                <a:ea typeface="宋体" panose="02010600030101010101" pitchFamily="2" charset="-122"/>
              </a:rPr>
              <a:t>＝</a:t>
            </a:r>
            <a:r>
              <a:rPr lang="zh-CN" altLang="en-US" i="1" baseline="-25000" dirty="0">
                <a:solidFill>
                  <a:schemeClr val="tx1"/>
                </a:solidFill>
              </a:rPr>
              <a:t> </a:t>
            </a:r>
            <a:r>
              <a:rPr lang="en-US" altLang="zh-CN" i="0" dirty="0">
                <a:solidFill>
                  <a:schemeClr val="tx1"/>
                </a:solidFill>
              </a:rPr>
              <a:t>4</a:t>
            </a:r>
            <a:r>
              <a:rPr lang="en-US" altLang="zh-CN" i="1" dirty="0">
                <a:solidFill>
                  <a:schemeClr val="tx1"/>
                </a:solidFill>
                <a:ea typeface="宋体" panose="02010600030101010101" pitchFamily="2" charset="-122"/>
              </a:rPr>
              <a:t>F </a:t>
            </a:r>
            <a:r>
              <a:rPr lang="en-US" altLang="zh-CN" dirty="0">
                <a:solidFill>
                  <a:schemeClr val="tx1"/>
                </a:solidFill>
                <a:latin typeface="宋体" panose="02010600030101010101" pitchFamily="2" charset="-122"/>
                <a:ea typeface="宋体" panose="02010600030101010101" pitchFamily="2" charset="-122"/>
              </a:rPr>
              <a:t>-</a:t>
            </a:r>
            <a:r>
              <a:rPr lang="en-US" altLang="zh-CN" i="0" dirty="0">
                <a:solidFill>
                  <a:schemeClr val="tx1"/>
                </a:solidFill>
              </a:rPr>
              <a:t>2</a:t>
            </a:r>
            <a:r>
              <a:rPr lang="en-US" altLang="zh-CN" i="1" dirty="0">
                <a:solidFill>
                  <a:schemeClr val="tx1"/>
                </a:solidFill>
                <a:ea typeface="宋体" panose="02010600030101010101" pitchFamily="2" charset="-122"/>
              </a:rPr>
              <a:t>F</a:t>
            </a:r>
            <a:r>
              <a:rPr lang="en-US" altLang="zh-CN" i="1" baseline="-25000" dirty="0">
                <a:solidFill>
                  <a:schemeClr val="tx1"/>
                </a:solidFill>
                <a:ea typeface="宋体" panose="02010600030101010101" pitchFamily="2" charset="-122"/>
              </a:rPr>
              <a:t>Cx</a:t>
            </a:r>
            <a:r>
              <a:rPr lang="zh-CN" altLang="en-US" i="0" dirty="0">
                <a:solidFill>
                  <a:schemeClr val="tx1"/>
                </a:solidFill>
              </a:rPr>
              <a:t>＝</a:t>
            </a:r>
            <a:r>
              <a:rPr lang="en-US" altLang="zh-CN" i="0" dirty="0">
                <a:solidFill>
                  <a:schemeClr val="tx1"/>
                </a:solidFill>
              </a:rPr>
              <a:t>3</a:t>
            </a:r>
            <a:r>
              <a:rPr lang="en-US" altLang="zh-CN" i="1" dirty="0">
                <a:solidFill>
                  <a:schemeClr val="tx1"/>
                </a:solidFill>
                <a:ea typeface="宋体" panose="02010600030101010101" pitchFamily="2" charset="-122"/>
              </a:rPr>
              <a:t>F</a:t>
            </a:r>
            <a:endParaRPr lang="zh-CN" altLang="en-US" i="0" dirty="0">
              <a:solidFill>
                <a:schemeClr val="tx1"/>
              </a:solidFill>
            </a:endParaRPr>
          </a:p>
        </p:txBody>
      </p:sp>
      <p:sp>
        <p:nvSpPr>
          <p:cNvPr id="150" name="Text Box 29">
            <a:extLst>
              <a:ext uri="{FF2B5EF4-FFF2-40B4-BE49-F238E27FC236}">
                <a16:creationId xmlns:a16="http://schemas.microsoft.com/office/drawing/2014/main" id="{2B8840E2-869B-4EB5-3BA2-5D2945F69187}"/>
              </a:ext>
            </a:extLst>
          </p:cNvPr>
          <p:cNvSpPr txBox="1">
            <a:spLocks noChangeArrowheads="1"/>
          </p:cNvSpPr>
          <p:nvPr/>
        </p:nvSpPr>
        <p:spPr bwMode="auto">
          <a:xfrm>
            <a:off x="398398" y="4813977"/>
            <a:ext cx="3960440" cy="5762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just">
              <a:lnSpc>
                <a:spcPct val="150000"/>
              </a:lnSpc>
            </a:pPr>
            <a:r>
              <a:rPr lang="en-US" altLang="zh-CN" dirty="0">
                <a:solidFill>
                  <a:schemeClr val="tx1"/>
                </a:solidFill>
                <a:ea typeface="宋体" panose="02010600030101010101" pitchFamily="2" charset="-122"/>
              </a:rPr>
              <a:t>∑</a:t>
            </a:r>
            <a:r>
              <a:rPr lang="en-US" altLang="zh-CN" i="1" dirty="0" err="1">
                <a:solidFill>
                  <a:schemeClr val="tx1"/>
                </a:solidFill>
                <a:ea typeface="宋体" panose="02010600030101010101" pitchFamily="2" charset="-122"/>
              </a:rPr>
              <a:t>F</a:t>
            </a:r>
            <a:r>
              <a:rPr lang="en-US" altLang="zh-CN" i="1" baseline="-25000" dirty="0" err="1">
                <a:solidFill>
                  <a:schemeClr val="tx1"/>
                </a:solidFill>
                <a:ea typeface="宋体" panose="02010600030101010101" pitchFamily="2" charset="-122"/>
              </a:rPr>
              <a:t>y</a:t>
            </a:r>
            <a:r>
              <a:rPr lang="zh-CN" altLang="en-US" i="0" dirty="0">
                <a:solidFill>
                  <a:schemeClr val="tx1"/>
                </a:solidFill>
              </a:rPr>
              <a:t>＝</a:t>
            </a:r>
            <a:r>
              <a:rPr lang="en-US" altLang="zh-CN" i="0" dirty="0">
                <a:solidFill>
                  <a:schemeClr val="tx1"/>
                </a:solidFill>
              </a:rPr>
              <a:t>0</a:t>
            </a:r>
            <a:r>
              <a:rPr lang="en-US" altLang="zh-CN" b="0" i="0" dirty="0">
                <a:solidFill>
                  <a:schemeClr val="tx1"/>
                </a:solidFill>
                <a:ea typeface="宋体" panose="02010600030101010101" pitchFamily="2" charset="-122"/>
              </a:rPr>
              <a:t>,</a:t>
            </a:r>
            <a:r>
              <a:rPr lang="en-US" altLang="zh-CN" dirty="0">
                <a:solidFill>
                  <a:schemeClr val="tx1"/>
                </a:solidFill>
                <a:ea typeface="宋体" panose="02010600030101010101" pitchFamily="2" charset="-122"/>
              </a:rPr>
              <a:t> </a:t>
            </a:r>
            <a:r>
              <a:rPr lang="en-US" altLang="zh-CN" i="1" dirty="0">
                <a:solidFill>
                  <a:schemeClr val="tx1"/>
                </a:solidFill>
                <a:ea typeface="宋体" panose="02010600030101010101" pitchFamily="2" charset="-122"/>
              </a:rPr>
              <a:t>F</a:t>
            </a:r>
            <a:r>
              <a:rPr lang="en-US" altLang="zh-CN" i="1" baseline="-25000" dirty="0">
                <a:solidFill>
                  <a:schemeClr val="tx1"/>
                </a:solidFill>
                <a:ea typeface="宋体" panose="02010600030101010101" pitchFamily="2" charset="-122"/>
              </a:rPr>
              <a:t>Ay</a:t>
            </a:r>
            <a:r>
              <a:rPr lang="en-US" altLang="zh-CN" dirty="0">
                <a:solidFill>
                  <a:schemeClr val="tx1"/>
                </a:solidFill>
                <a:ea typeface="宋体" panose="02010600030101010101" pitchFamily="2" charset="-122"/>
              </a:rPr>
              <a:t>+</a:t>
            </a:r>
            <a:r>
              <a:rPr lang="en-US" altLang="zh-CN" i="1" dirty="0">
                <a:solidFill>
                  <a:schemeClr val="tx1"/>
                </a:solidFill>
                <a:ea typeface="宋体" panose="02010600030101010101" pitchFamily="2" charset="-122"/>
              </a:rPr>
              <a:t>F</a:t>
            </a:r>
            <a:r>
              <a:rPr lang="en-US" altLang="zh-CN" i="1" baseline="-25000" dirty="0">
                <a:solidFill>
                  <a:schemeClr val="tx1"/>
                </a:solidFill>
                <a:ea typeface="宋体" panose="02010600030101010101" pitchFamily="2" charset="-122"/>
              </a:rPr>
              <a:t>Cy</a:t>
            </a:r>
            <a:r>
              <a:rPr lang="en-US" altLang="zh-CN" dirty="0">
                <a:solidFill>
                  <a:schemeClr val="tx1"/>
                </a:solidFill>
                <a:latin typeface="宋体" panose="02010600030101010101" pitchFamily="2" charset="-122"/>
                <a:ea typeface="宋体" panose="02010600030101010101" pitchFamily="2" charset="-122"/>
              </a:rPr>
              <a:t>-</a:t>
            </a:r>
            <a:r>
              <a:rPr lang="en-US" altLang="zh-CN" i="1" dirty="0">
                <a:solidFill>
                  <a:schemeClr val="tx1"/>
                </a:solidFill>
                <a:ea typeface="宋体" panose="02010600030101010101" pitchFamily="2" charset="-122"/>
              </a:rPr>
              <a:t>F</a:t>
            </a:r>
            <a:r>
              <a:rPr lang="en-US" altLang="zh-CN" baseline="-25000" dirty="0">
                <a:solidFill>
                  <a:schemeClr val="tx1"/>
                </a:solidFill>
                <a:ea typeface="宋体" panose="02010600030101010101" pitchFamily="2" charset="-122"/>
              </a:rPr>
              <a:t>1</a:t>
            </a:r>
            <a:r>
              <a:rPr lang="zh-CN" altLang="en-US" b="0" i="0" dirty="0">
                <a:solidFill>
                  <a:schemeClr val="tx1"/>
                </a:solidFill>
                <a:ea typeface="宋体" panose="02010600030101010101" pitchFamily="2" charset="-122"/>
              </a:rPr>
              <a:t>＝</a:t>
            </a:r>
            <a:r>
              <a:rPr lang="en-US" altLang="zh-CN" b="0" i="0" dirty="0">
                <a:solidFill>
                  <a:schemeClr val="tx1"/>
                </a:solidFill>
                <a:ea typeface="宋体" panose="02010600030101010101" pitchFamily="2" charset="-122"/>
              </a:rPr>
              <a:t>0</a:t>
            </a:r>
            <a:r>
              <a:rPr lang="en-US" altLang="zh-CN" dirty="0">
                <a:solidFill>
                  <a:schemeClr val="tx1"/>
                </a:solidFill>
                <a:ea typeface="宋体" panose="02010600030101010101" pitchFamily="2" charset="-122"/>
              </a:rPr>
              <a:t>      </a:t>
            </a:r>
          </a:p>
        </p:txBody>
      </p:sp>
      <p:sp>
        <p:nvSpPr>
          <p:cNvPr id="151" name="Text Box 29">
            <a:extLst>
              <a:ext uri="{FF2B5EF4-FFF2-40B4-BE49-F238E27FC236}">
                <a16:creationId xmlns:a16="http://schemas.microsoft.com/office/drawing/2014/main" id="{B6460C05-CB90-B129-B860-6828DF62D778}"/>
              </a:ext>
            </a:extLst>
          </p:cNvPr>
          <p:cNvSpPr txBox="1">
            <a:spLocks noChangeArrowheads="1"/>
          </p:cNvSpPr>
          <p:nvPr/>
        </p:nvSpPr>
        <p:spPr bwMode="auto">
          <a:xfrm>
            <a:off x="397265" y="5275029"/>
            <a:ext cx="6427788" cy="5762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lnSpc>
                <a:spcPct val="150000"/>
              </a:lnSpc>
            </a:pPr>
            <a:r>
              <a:rPr lang="en-US" altLang="zh-CN" i="1" dirty="0" err="1">
                <a:solidFill>
                  <a:schemeClr val="tx1"/>
                </a:solidFill>
                <a:ea typeface="宋体" panose="02010600030101010101" pitchFamily="2" charset="-122"/>
              </a:rPr>
              <a:t>F</a:t>
            </a:r>
            <a:r>
              <a:rPr lang="en-US" altLang="zh-CN" i="1" baseline="-25000" dirty="0" err="1">
                <a:solidFill>
                  <a:schemeClr val="tx1"/>
                </a:solidFill>
                <a:ea typeface="宋体" panose="02010600030101010101" pitchFamily="2" charset="-122"/>
              </a:rPr>
              <a:t>Ay</a:t>
            </a:r>
            <a:r>
              <a:rPr lang="zh-CN" altLang="en-US" i="0" dirty="0">
                <a:solidFill>
                  <a:schemeClr val="tx1"/>
                </a:solidFill>
              </a:rPr>
              <a:t>＝</a:t>
            </a:r>
            <a:r>
              <a:rPr lang="en-US" altLang="zh-CN" i="1" dirty="0">
                <a:solidFill>
                  <a:schemeClr val="tx1"/>
                </a:solidFill>
                <a:ea typeface="宋体" panose="02010600030101010101" pitchFamily="2" charset="-122"/>
              </a:rPr>
              <a:t>F</a:t>
            </a:r>
            <a:r>
              <a:rPr lang="en-US" altLang="zh-CN" baseline="-25000" dirty="0">
                <a:solidFill>
                  <a:schemeClr val="tx1"/>
                </a:solidFill>
                <a:ea typeface="宋体" panose="02010600030101010101" pitchFamily="2" charset="-122"/>
              </a:rPr>
              <a:t>1</a:t>
            </a:r>
            <a:r>
              <a:rPr lang="en-US" altLang="zh-CN" dirty="0">
                <a:solidFill>
                  <a:schemeClr val="tx1"/>
                </a:solidFill>
                <a:latin typeface="宋体" panose="02010600030101010101" pitchFamily="2" charset="-122"/>
                <a:ea typeface="宋体" panose="02010600030101010101" pitchFamily="2" charset="-122"/>
              </a:rPr>
              <a:t>-</a:t>
            </a:r>
            <a:r>
              <a:rPr lang="en-US" altLang="zh-CN" i="1" dirty="0">
                <a:solidFill>
                  <a:schemeClr val="tx1"/>
                </a:solidFill>
                <a:ea typeface="宋体" panose="02010600030101010101" pitchFamily="2" charset="-122"/>
              </a:rPr>
              <a:t>F</a:t>
            </a:r>
            <a:r>
              <a:rPr lang="en-US" altLang="zh-CN" i="1" baseline="-25000" dirty="0">
                <a:solidFill>
                  <a:schemeClr val="tx1"/>
                </a:solidFill>
                <a:ea typeface="宋体" panose="02010600030101010101" pitchFamily="2" charset="-122"/>
              </a:rPr>
              <a:t>Cy</a:t>
            </a:r>
            <a:r>
              <a:rPr lang="zh-CN" altLang="en-US" i="0" dirty="0">
                <a:solidFill>
                  <a:schemeClr val="tx1"/>
                </a:solidFill>
              </a:rPr>
              <a:t>＝</a:t>
            </a:r>
            <a:r>
              <a:rPr lang="en-US" altLang="zh-CN" i="0" dirty="0">
                <a:solidFill>
                  <a:schemeClr val="tx1"/>
                </a:solidFill>
              </a:rPr>
              <a:t>2</a:t>
            </a:r>
            <a:r>
              <a:rPr lang="en-US" altLang="zh-CN" i="1" dirty="0">
                <a:solidFill>
                  <a:schemeClr val="tx1"/>
                </a:solidFill>
              </a:rPr>
              <a:t>F</a:t>
            </a:r>
            <a:r>
              <a:rPr lang="en-US" altLang="zh-CN" i="1" dirty="0">
                <a:solidFill>
                  <a:schemeClr val="tx1"/>
                </a:solidFill>
                <a:latin typeface="宋体" panose="02010600030101010101" pitchFamily="2" charset="-122"/>
                <a:ea typeface="宋体" panose="02010600030101010101" pitchFamily="2" charset="-122"/>
              </a:rPr>
              <a:t>-</a:t>
            </a:r>
            <a:r>
              <a:rPr lang="en-US" altLang="zh-CN" i="0" dirty="0">
                <a:solidFill>
                  <a:schemeClr val="tx1"/>
                </a:solidFill>
              </a:rPr>
              <a:t>3</a:t>
            </a:r>
            <a:r>
              <a:rPr lang="en-US" altLang="zh-CN" i="1" dirty="0">
                <a:solidFill>
                  <a:schemeClr val="tx1"/>
                </a:solidFill>
              </a:rPr>
              <a:t>F</a:t>
            </a:r>
            <a:r>
              <a:rPr lang="en-US" altLang="zh-CN" dirty="0">
                <a:solidFill>
                  <a:schemeClr val="tx1"/>
                </a:solidFill>
                <a:ea typeface="宋体" panose="02010600030101010101" pitchFamily="2" charset="-122"/>
              </a:rPr>
              <a:t> =</a:t>
            </a:r>
            <a:r>
              <a:rPr lang="en-US" altLang="zh-CN" i="1" dirty="0">
                <a:solidFill>
                  <a:schemeClr val="tx1"/>
                </a:solidFill>
                <a:latin typeface="宋体" panose="02010600030101010101" pitchFamily="2" charset="-122"/>
                <a:ea typeface="宋体" panose="02010600030101010101" pitchFamily="2" charset="-122"/>
              </a:rPr>
              <a:t>-</a:t>
            </a:r>
            <a:r>
              <a:rPr lang="en-US" altLang="zh-CN" i="1" dirty="0">
                <a:solidFill>
                  <a:schemeClr val="tx1"/>
                </a:solidFill>
              </a:rPr>
              <a:t>F</a:t>
            </a:r>
            <a:r>
              <a:rPr lang="en-US" altLang="zh-CN" dirty="0">
                <a:solidFill>
                  <a:schemeClr val="tx1"/>
                </a:solidFill>
                <a:ea typeface="宋体" panose="02010600030101010101" pitchFamily="2" charset="-122"/>
              </a:rPr>
              <a:t> </a:t>
            </a:r>
            <a:r>
              <a:rPr lang="zh-CN" altLang="en-US" i="0" dirty="0">
                <a:solidFill>
                  <a:schemeClr val="tx1"/>
                </a:solidFill>
              </a:rPr>
              <a:t>（↓）</a:t>
            </a:r>
          </a:p>
        </p:txBody>
      </p:sp>
      <p:sp>
        <p:nvSpPr>
          <p:cNvPr id="152" name="Text Box 30">
            <a:extLst>
              <a:ext uri="{FF2B5EF4-FFF2-40B4-BE49-F238E27FC236}">
                <a16:creationId xmlns:a16="http://schemas.microsoft.com/office/drawing/2014/main" id="{2B50177D-227A-898A-7539-0AF5F5B4CF7B}"/>
              </a:ext>
            </a:extLst>
          </p:cNvPr>
          <p:cNvSpPr txBox="1">
            <a:spLocks noChangeArrowheads="1"/>
          </p:cNvSpPr>
          <p:nvPr/>
        </p:nvSpPr>
        <p:spPr bwMode="auto">
          <a:xfrm>
            <a:off x="427487" y="5744011"/>
            <a:ext cx="6100561" cy="5762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just">
              <a:lnSpc>
                <a:spcPct val="150000"/>
              </a:lnSpc>
            </a:pPr>
            <a:r>
              <a:rPr lang="en-US" altLang="zh-CN" dirty="0">
                <a:solidFill>
                  <a:schemeClr val="tx1"/>
                </a:solidFill>
                <a:ea typeface="宋体" panose="02010600030101010101" pitchFamily="2" charset="-122"/>
              </a:rPr>
              <a:t>∑</a:t>
            </a:r>
            <a:r>
              <a:rPr lang="en-US" altLang="zh-CN" i="1" dirty="0" err="1">
                <a:solidFill>
                  <a:schemeClr val="tx1"/>
                </a:solidFill>
                <a:ea typeface="宋体" panose="02010600030101010101" pitchFamily="2" charset="-122"/>
              </a:rPr>
              <a:t>F</a:t>
            </a:r>
            <a:r>
              <a:rPr lang="en-US" altLang="zh-CN" i="1" baseline="-25000" dirty="0" err="1">
                <a:solidFill>
                  <a:schemeClr val="tx1"/>
                </a:solidFill>
                <a:ea typeface="宋体" panose="02010600030101010101" pitchFamily="2" charset="-122"/>
              </a:rPr>
              <a:t>x</a:t>
            </a:r>
            <a:r>
              <a:rPr lang="zh-CN" altLang="en-US" b="0" i="0" dirty="0">
                <a:solidFill>
                  <a:schemeClr val="tx1"/>
                </a:solidFill>
                <a:ea typeface="宋体" panose="02010600030101010101" pitchFamily="2" charset="-122"/>
              </a:rPr>
              <a:t>＝</a:t>
            </a:r>
            <a:r>
              <a:rPr lang="en-US" altLang="zh-CN" b="0" i="0" dirty="0">
                <a:solidFill>
                  <a:schemeClr val="tx1"/>
                </a:solidFill>
                <a:ea typeface="宋体" panose="02010600030101010101" pitchFamily="2" charset="-122"/>
              </a:rPr>
              <a:t>0,</a:t>
            </a:r>
            <a:r>
              <a:rPr lang="en-US" altLang="zh-CN" i="0" dirty="0">
                <a:solidFill>
                  <a:schemeClr val="tx1"/>
                </a:solidFill>
                <a:ea typeface="宋体" panose="02010600030101010101" pitchFamily="2" charset="-122"/>
              </a:rPr>
              <a:t> </a:t>
            </a:r>
            <a:r>
              <a:rPr lang="en-US" altLang="zh-CN" i="1" dirty="0" err="1">
                <a:solidFill>
                  <a:schemeClr val="tx1"/>
                </a:solidFill>
                <a:ea typeface="宋体" panose="02010600030101010101" pitchFamily="2" charset="-122"/>
              </a:rPr>
              <a:t>F</a:t>
            </a:r>
            <a:r>
              <a:rPr lang="en-US" altLang="zh-CN" i="1" baseline="-25000" dirty="0" err="1">
                <a:solidFill>
                  <a:schemeClr val="tx1"/>
                </a:solidFill>
                <a:ea typeface="宋体" panose="02010600030101010101" pitchFamily="2" charset="-122"/>
              </a:rPr>
              <a:t>Ax</a:t>
            </a:r>
            <a:r>
              <a:rPr lang="en-US" altLang="zh-CN" dirty="0" err="1">
                <a:solidFill>
                  <a:schemeClr val="tx1"/>
                </a:solidFill>
                <a:latin typeface="宋体" panose="02010600030101010101" pitchFamily="2" charset="-122"/>
                <a:ea typeface="宋体" panose="02010600030101010101" pitchFamily="2" charset="-122"/>
              </a:rPr>
              <a:t>-</a:t>
            </a:r>
            <a:r>
              <a:rPr lang="en-US" altLang="zh-CN" i="1" dirty="0" err="1">
                <a:solidFill>
                  <a:schemeClr val="tx1"/>
                </a:solidFill>
                <a:ea typeface="宋体" panose="02010600030101010101" pitchFamily="2" charset="-122"/>
              </a:rPr>
              <a:t>F</a:t>
            </a:r>
            <a:r>
              <a:rPr lang="en-US" altLang="zh-CN" i="1" baseline="-25000" dirty="0" err="1">
                <a:solidFill>
                  <a:schemeClr val="tx1"/>
                </a:solidFill>
                <a:ea typeface="宋体" panose="02010600030101010101" pitchFamily="2" charset="-122"/>
              </a:rPr>
              <a:t>Cx</a:t>
            </a:r>
            <a:r>
              <a:rPr lang="zh-CN" altLang="en-US" b="0" i="0" dirty="0">
                <a:solidFill>
                  <a:schemeClr val="tx1"/>
                </a:solidFill>
              </a:rPr>
              <a:t>＝</a:t>
            </a:r>
            <a:r>
              <a:rPr lang="en-US" altLang="zh-CN" b="0" i="0" dirty="0">
                <a:solidFill>
                  <a:schemeClr val="tx1"/>
                </a:solidFill>
              </a:rPr>
              <a:t>0</a:t>
            </a:r>
            <a:r>
              <a:rPr lang="en-US" altLang="zh-CN" i="0" dirty="0">
                <a:solidFill>
                  <a:schemeClr val="tx1"/>
                </a:solidFill>
              </a:rPr>
              <a:t>, </a:t>
            </a:r>
            <a:r>
              <a:rPr lang="en-US" altLang="zh-CN" i="1" dirty="0" err="1">
                <a:solidFill>
                  <a:schemeClr val="tx1"/>
                </a:solidFill>
                <a:ea typeface="宋体" panose="02010600030101010101" pitchFamily="2" charset="-122"/>
              </a:rPr>
              <a:t>F</a:t>
            </a:r>
            <a:r>
              <a:rPr lang="en-US" altLang="zh-CN" i="1" baseline="-25000" dirty="0" err="1">
                <a:solidFill>
                  <a:schemeClr val="tx1"/>
                </a:solidFill>
                <a:ea typeface="宋体" panose="02010600030101010101" pitchFamily="2" charset="-122"/>
              </a:rPr>
              <a:t>Ax</a:t>
            </a:r>
            <a:r>
              <a:rPr lang="zh-CN" altLang="en-US" i="0" dirty="0">
                <a:solidFill>
                  <a:schemeClr val="tx1"/>
                </a:solidFill>
              </a:rPr>
              <a:t>＝</a:t>
            </a:r>
            <a:r>
              <a:rPr lang="en-US" altLang="zh-CN" i="1" dirty="0" err="1">
                <a:solidFill>
                  <a:schemeClr val="tx1"/>
                </a:solidFill>
                <a:ea typeface="宋体" panose="02010600030101010101" pitchFamily="2" charset="-122"/>
              </a:rPr>
              <a:t>F</a:t>
            </a:r>
            <a:r>
              <a:rPr lang="en-US" altLang="zh-CN" i="1" baseline="-25000" dirty="0" err="1">
                <a:solidFill>
                  <a:schemeClr val="tx1"/>
                </a:solidFill>
                <a:ea typeface="宋体" panose="02010600030101010101" pitchFamily="2" charset="-122"/>
              </a:rPr>
              <a:t>Cx</a:t>
            </a:r>
            <a:r>
              <a:rPr lang="en-US" altLang="zh-CN" i="1" baseline="-25000" dirty="0">
                <a:solidFill>
                  <a:schemeClr val="tx1"/>
                </a:solidFill>
                <a:ea typeface="宋体" panose="02010600030101010101" pitchFamily="2" charset="-122"/>
              </a:rPr>
              <a:t> </a:t>
            </a:r>
            <a:r>
              <a:rPr lang="zh-CN" altLang="en-US" i="0" dirty="0">
                <a:solidFill>
                  <a:schemeClr val="tx1"/>
                </a:solidFill>
              </a:rPr>
              <a:t>＝</a:t>
            </a:r>
            <a:r>
              <a:rPr lang="en-US" altLang="zh-CN" i="1" dirty="0">
                <a:solidFill>
                  <a:schemeClr val="tx1"/>
                </a:solidFill>
              </a:rPr>
              <a:t>F</a:t>
            </a:r>
            <a:r>
              <a:rPr lang="en-US" altLang="zh-CN" i="0" dirty="0">
                <a:solidFill>
                  <a:schemeClr val="tx1"/>
                </a:solidFill>
              </a:rPr>
              <a:t>/2    </a:t>
            </a:r>
            <a:r>
              <a:rPr lang="zh-CN" altLang="en-US" i="0" dirty="0">
                <a:solidFill>
                  <a:schemeClr val="tx1"/>
                </a:solidFill>
              </a:rPr>
              <a:t>（→） </a:t>
            </a:r>
          </a:p>
        </p:txBody>
      </p:sp>
      <p:sp>
        <p:nvSpPr>
          <p:cNvPr id="153" name="Text Box 31">
            <a:extLst>
              <a:ext uri="{FF2B5EF4-FFF2-40B4-BE49-F238E27FC236}">
                <a16:creationId xmlns:a16="http://schemas.microsoft.com/office/drawing/2014/main" id="{9667F3F8-DAB2-32D7-596E-1BA333A7CC10}"/>
              </a:ext>
            </a:extLst>
          </p:cNvPr>
          <p:cNvSpPr txBox="1">
            <a:spLocks noChangeArrowheads="1"/>
          </p:cNvSpPr>
          <p:nvPr/>
        </p:nvSpPr>
        <p:spPr bwMode="auto">
          <a:xfrm>
            <a:off x="7324044" y="5690088"/>
            <a:ext cx="4063577" cy="5762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just">
              <a:lnSpc>
                <a:spcPct val="150000"/>
              </a:lnSpc>
            </a:pPr>
            <a:r>
              <a:rPr lang="en-US" altLang="zh-CN" i="1" dirty="0" err="1">
                <a:solidFill>
                  <a:schemeClr val="tx1"/>
                </a:solidFill>
              </a:rPr>
              <a:t>F</a:t>
            </a:r>
            <a:r>
              <a:rPr lang="en-US" altLang="zh-CN" i="1" baseline="-25000" dirty="0" err="1">
                <a:solidFill>
                  <a:schemeClr val="tx1"/>
                </a:solidFill>
              </a:rPr>
              <a:t>By</a:t>
            </a:r>
            <a:r>
              <a:rPr lang="zh-CN" altLang="en-US" i="0" dirty="0">
                <a:solidFill>
                  <a:schemeClr val="tx1"/>
                </a:solidFill>
              </a:rPr>
              <a:t>＝</a:t>
            </a:r>
            <a:r>
              <a:rPr lang="en-US" altLang="zh-CN" i="1" dirty="0" err="1">
                <a:solidFill>
                  <a:schemeClr val="tx1"/>
                </a:solidFill>
              </a:rPr>
              <a:t>F'</a:t>
            </a:r>
            <a:r>
              <a:rPr lang="en-US" altLang="zh-CN" i="1" baseline="-25000" dirty="0" err="1">
                <a:solidFill>
                  <a:schemeClr val="tx1"/>
                </a:solidFill>
              </a:rPr>
              <a:t>Cy</a:t>
            </a:r>
            <a:r>
              <a:rPr lang="zh-CN" altLang="en-US" i="0" dirty="0">
                <a:solidFill>
                  <a:schemeClr val="tx1"/>
                </a:solidFill>
              </a:rPr>
              <a:t>＝</a:t>
            </a:r>
            <a:r>
              <a:rPr lang="en-US" altLang="zh-CN" i="1" dirty="0" err="1">
                <a:solidFill>
                  <a:schemeClr val="tx1"/>
                </a:solidFill>
              </a:rPr>
              <a:t>F</a:t>
            </a:r>
            <a:r>
              <a:rPr lang="en-US" altLang="zh-CN" i="1" baseline="-25000" dirty="0" err="1">
                <a:solidFill>
                  <a:schemeClr val="tx1"/>
                </a:solidFill>
              </a:rPr>
              <a:t>Cy</a:t>
            </a:r>
            <a:r>
              <a:rPr lang="zh-CN" altLang="en-US" i="0" dirty="0">
                <a:solidFill>
                  <a:schemeClr val="tx1"/>
                </a:solidFill>
              </a:rPr>
              <a:t>＝</a:t>
            </a:r>
            <a:r>
              <a:rPr lang="en-US" altLang="zh-CN" i="0" dirty="0">
                <a:solidFill>
                  <a:schemeClr val="tx1"/>
                </a:solidFill>
              </a:rPr>
              <a:t>3</a:t>
            </a:r>
            <a:r>
              <a:rPr lang="en-US" altLang="zh-CN" i="1" dirty="0">
                <a:solidFill>
                  <a:schemeClr val="tx1"/>
                </a:solidFill>
              </a:rPr>
              <a:t>F </a:t>
            </a:r>
            <a:r>
              <a:rPr lang="zh-CN" altLang="en-US" i="0" dirty="0">
                <a:solidFill>
                  <a:schemeClr val="tx1"/>
                </a:solidFill>
              </a:rPr>
              <a:t>（↑）</a:t>
            </a:r>
          </a:p>
        </p:txBody>
      </p:sp>
    </p:spTree>
    <p:extLst>
      <p:ext uri="{BB962C8B-B14F-4D97-AF65-F5344CB8AC3E}">
        <p14:creationId xmlns:p14="http://schemas.microsoft.com/office/powerpoint/2010/main" val="4200450546"/>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0"/>
                                          </p:stCondLst>
                                        </p:cTn>
                                        <p:tgtEl>
                                          <p:spTgt spid="31"/>
                                        </p:tgtEl>
                                        <p:attrNameLst>
                                          <p:attrName>style.visibility</p:attrName>
                                        </p:attrNameLst>
                                      </p:cBhvr>
                                      <p:to>
                                        <p:strVal val="visible"/>
                                      </p:to>
                                    </p:set>
                                  </p:childTnLst>
                                </p:cTn>
                              </p:par>
                              <p:par>
                                <p:cTn id="7" presetID="0" presetClass="path" presetSubtype="0" accel="50000" decel="50000" fill="hold" nodeType="withEffect">
                                  <p:stCondLst>
                                    <p:cond delay="0"/>
                                  </p:stCondLst>
                                  <p:childTnLst>
                                    <p:animMotion origin="layout" path="M -0.61059 0.0162 L 5.55556E-7 -1.73472E-18 " pathEditMode="relative" ptsTypes="AA">
                                      <p:cBhvr>
                                        <p:cTn id="8" dur="5000" fill="hold"/>
                                        <p:tgtEl>
                                          <p:spTgt spid="31"/>
                                        </p:tgtEl>
                                        <p:attrNameLst>
                                          <p:attrName>ppt_x</p:attrName>
                                          <p:attrName>ppt_y</p:attrName>
                                        </p:attrNameLst>
                                      </p:cBhvr>
                                    </p:animMotion>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nodeType="clickEffect">
                                  <p:stCondLst>
                                    <p:cond delay="0"/>
                                  </p:stCondLst>
                                  <p:childTnLst>
                                    <p:set>
                                      <p:cBhvr>
                                        <p:cTn id="12" dur="1" fill="hold">
                                          <p:stCondLst>
                                            <p:cond delay="0"/>
                                          </p:stCondLst>
                                        </p:cTn>
                                        <p:tgtEl>
                                          <p:spTgt spid="20"/>
                                        </p:tgtEl>
                                        <p:attrNameLst>
                                          <p:attrName>style.visibility</p:attrName>
                                        </p:attrNameLst>
                                      </p:cBhvr>
                                      <p:to>
                                        <p:strVal val="visible"/>
                                      </p:to>
                                    </p:set>
                                    <p:animEffect transition="in" filter="slide(fromBottom)">
                                      <p:cBhvr>
                                        <p:cTn id="13" dur="3000"/>
                                        <p:tgtEl>
                                          <p:spTgt spid="20"/>
                                        </p:tgtEl>
                                      </p:cBhvr>
                                    </p:animEffect>
                                  </p:childTnLst>
                                  <p:subTnLst>
                                    <p:audio>
                                      <p:cMediaNode>
                                        <p:cTn display="0" masterRel="sameClick">
                                          <p:stCondLst>
                                            <p:cond evt="begin" delay="0">
                                              <p:tn val="11"/>
                                            </p:cond>
                                          </p:stCondLst>
                                          <p:endCondLst>
                                            <p:cond evt="onStopAudio" delay="0">
                                              <p:tgtEl>
                                                <p:sldTgt/>
                                              </p:tgtEl>
                                            </p:cond>
                                          </p:endCondLst>
                                        </p:cTn>
                                        <p:tgtEl>
                                          <p:sndTgt r:embed="rId3" name="CHIMES.WAV"/>
                                        </p:tgtEl>
                                      </p:cMediaNode>
                                    </p:audio>
                                  </p:subTnLst>
                                </p:cTn>
                              </p:par>
                            </p:childTnLst>
                          </p:cTn>
                        </p:par>
                        <p:par>
                          <p:cTn id="14" fill="hold">
                            <p:stCondLst>
                              <p:cond delay="3000"/>
                            </p:stCondLst>
                            <p:childTnLst>
                              <p:par>
                                <p:cTn id="15" presetID="20" presetClass="entr" presetSubtype="0" fill="hold" grpId="0" nodeType="afterEffect">
                                  <p:stCondLst>
                                    <p:cond delay="0"/>
                                  </p:stCondLst>
                                  <p:childTnLst>
                                    <p:set>
                                      <p:cBhvr>
                                        <p:cTn id="16" dur="1" fill="hold">
                                          <p:stCondLst>
                                            <p:cond delay="0"/>
                                          </p:stCondLst>
                                        </p:cTn>
                                        <p:tgtEl>
                                          <p:spTgt spid="17"/>
                                        </p:tgtEl>
                                        <p:attrNameLst>
                                          <p:attrName>style.visibility</p:attrName>
                                        </p:attrNameLst>
                                      </p:cBhvr>
                                      <p:to>
                                        <p:strVal val="visible"/>
                                      </p:to>
                                    </p:set>
                                    <p:animEffect transition="in" filter="wedge">
                                      <p:cBhvr>
                                        <p:cTn id="17" dur="2000"/>
                                        <p:tgtEl>
                                          <p:spTgt spid="17"/>
                                        </p:tgtEl>
                                      </p:cBhvr>
                                    </p:animEffect>
                                  </p:childTnLst>
                                  <p:subTnLst>
                                    <p:audio>
                                      <p:cMediaNode>
                                        <p:cTn display="0" masterRel="sameClick">
                                          <p:stCondLst>
                                            <p:cond evt="begin" delay="0">
                                              <p:tn val="15"/>
                                            </p:cond>
                                          </p:stCondLst>
                                          <p:endCondLst>
                                            <p:cond evt="onStopAudio" delay="0">
                                              <p:tgtEl>
                                                <p:sldTgt/>
                                              </p:tgtEl>
                                            </p:cond>
                                          </p:endCondLst>
                                        </p:cTn>
                                        <p:tgtEl>
                                          <p:sndTgt r:embed="rId3" name="CHIMES.WAV"/>
                                        </p:tgtEl>
                                      </p:cMediaNode>
                                    </p:audio>
                                  </p:subTnLst>
                                </p:cTn>
                              </p:par>
                            </p:childTnLst>
                          </p:cTn>
                        </p:par>
                        <p:par>
                          <p:cTn id="18" fill="hold">
                            <p:stCondLst>
                              <p:cond delay="5000"/>
                            </p:stCondLst>
                            <p:childTnLst>
                              <p:par>
                                <p:cTn id="19" presetID="12" presetClass="entr" presetSubtype="8" fill="hold" nodeType="afterEffect">
                                  <p:stCondLst>
                                    <p:cond delay="0"/>
                                  </p:stCondLst>
                                  <p:childTnLst>
                                    <p:set>
                                      <p:cBhvr>
                                        <p:cTn id="20" dur="1" fill="hold">
                                          <p:stCondLst>
                                            <p:cond delay="0"/>
                                          </p:stCondLst>
                                        </p:cTn>
                                        <p:tgtEl>
                                          <p:spTgt spid="19"/>
                                        </p:tgtEl>
                                        <p:attrNameLst>
                                          <p:attrName>style.visibility</p:attrName>
                                        </p:attrNameLst>
                                      </p:cBhvr>
                                      <p:to>
                                        <p:strVal val="visible"/>
                                      </p:to>
                                    </p:set>
                                    <p:animEffect transition="in" filter="slide(fromLeft)">
                                      <p:cBhvr>
                                        <p:cTn id="21" dur="3000"/>
                                        <p:tgtEl>
                                          <p:spTgt spid="19"/>
                                        </p:tgtEl>
                                      </p:cBhvr>
                                    </p:animEffect>
                                  </p:childTnLst>
                                  <p:subTnLst>
                                    <p:audio>
                                      <p:cMediaNode>
                                        <p:cTn display="0" masterRel="sameClick">
                                          <p:stCondLst>
                                            <p:cond evt="begin" delay="0">
                                              <p:tn val="19"/>
                                            </p:cond>
                                          </p:stCondLst>
                                          <p:endCondLst>
                                            <p:cond evt="onStopAudio" delay="0">
                                              <p:tgtEl>
                                                <p:sldTgt/>
                                              </p:tgtEl>
                                            </p:cond>
                                          </p:endCondLst>
                                        </p:cTn>
                                        <p:tgtEl>
                                          <p:sndTgt r:embed="rId3" name="CHIMES.WAV"/>
                                        </p:tgtEl>
                                      </p:cMediaNode>
                                    </p:audio>
                                  </p:subTnLst>
                                </p:cTn>
                              </p:par>
                            </p:childTnLst>
                          </p:cTn>
                        </p:par>
                        <p:par>
                          <p:cTn id="22" fill="hold">
                            <p:stCondLst>
                              <p:cond delay="8000"/>
                            </p:stCondLst>
                            <p:childTnLst>
                              <p:par>
                                <p:cTn id="23" presetID="20" presetClass="entr" presetSubtype="0" fill="hold" grpId="0" nodeType="afterEffect">
                                  <p:stCondLst>
                                    <p:cond delay="0"/>
                                  </p:stCondLst>
                                  <p:childTnLst>
                                    <p:set>
                                      <p:cBhvr>
                                        <p:cTn id="24" dur="1" fill="hold">
                                          <p:stCondLst>
                                            <p:cond delay="0"/>
                                          </p:stCondLst>
                                        </p:cTn>
                                        <p:tgtEl>
                                          <p:spTgt spid="18"/>
                                        </p:tgtEl>
                                        <p:attrNameLst>
                                          <p:attrName>style.visibility</p:attrName>
                                        </p:attrNameLst>
                                      </p:cBhvr>
                                      <p:to>
                                        <p:strVal val="visible"/>
                                      </p:to>
                                    </p:set>
                                    <p:animEffect transition="in" filter="wedge">
                                      <p:cBhvr>
                                        <p:cTn id="25" dur="2000"/>
                                        <p:tgtEl>
                                          <p:spTgt spid="18"/>
                                        </p:tgtEl>
                                      </p:cBhvr>
                                    </p:animEffect>
                                  </p:childTnLst>
                                  <p:subTnLst>
                                    <p:audio>
                                      <p:cMediaNode>
                                        <p:cTn display="0" masterRel="sameClick">
                                          <p:stCondLst>
                                            <p:cond evt="begin" delay="0">
                                              <p:tn val="23"/>
                                            </p:cond>
                                          </p:stCondLst>
                                          <p:endCondLst>
                                            <p:cond evt="onStopAudio" delay="0">
                                              <p:tgtEl>
                                                <p:sldTgt/>
                                              </p:tgtEl>
                                            </p:cond>
                                          </p:endCondLst>
                                        </p:cTn>
                                        <p:tgtEl>
                                          <p:sndTgt r:embed="rId3" name="CHIMES.WAV"/>
                                        </p:tgtEl>
                                      </p:cMediaNode>
                                    </p:audio>
                                  </p:subTnLst>
                                </p:cTn>
                              </p:par>
                            </p:childTnLst>
                          </p:cTn>
                        </p:par>
                        <p:par>
                          <p:cTn id="26" fill="hold">
                            <p:stCondLst>
                              <p:cond delay="10000"/>
                            </p:stCondLst>
                            <p:childTnLst>
                              <p:par>
                                <p:cTn id="27" presetID="12" presetClass="entr" presetSubtype="8" fill="hold" nodeType="afterEffect">
                                  <p:stCondLst>
                                    <p:cond delay="0"/>
                                  </p:stCondLst>
                                  <p:childTnLst>
                                    <p:set>
                                      <p:cBhvr>
                                        <p:cTn id="28" dur="1" fill="hold">
                                          <p:stCondLst>
                                            <p:cond delay="0"/>
                                          </p:stCondLst>
                                        </p:cTn>
                                        <p:tgtEl>
                                          <p:spTgt spid="8"/>
                                        </p:tgtEl>
                                        <p:attrNameLst>
                                          <p:attrName>style.visibility</p:attrName>
                                        </p:attrNameLst>
                                      </p:cBhvr>
                                      <p:to>
                                        <p:strVal val="visible"/>
                                      </p:to>
                                    </p:set>
                                    <p:animEffect transition="in" filter="slide(fromLeft)">
                                      <p:cBhvr>
                                        <p:cTn id="29" dur="3000"/>
                                        <p:tgtEl>
                                          <p:spTgt spid="8"/>
                                        </p:tgtEl>
                                      </p:cBhvr>
                                    </p:animEffect>
                                  </p:childTnLst>
                                  <p:subTnLst>
                                    <p:audio>
                                      <p:cMediaNode>
                                        <p:cTn display="0" masterRel="sameClick">
                                          <p:stCondLst>
                                            <p:cond evt="begin" delay="0">
                                              <p:tn val="27"/>
                                            </p:cond>
                                          </p:stCondLst>
                                          <p:endCondLst>
                                            <p:cond evt="onStopAudio" delay="0">
                                              <p:tgtEl>
                                                <p:sldTgt/>
                                              </p:tgtEl>
                                            </p:cond>
                                          </p:endCondLst>
                                        </p:cTn>
                                        <p:tgtEl>
                                          <p:sndTgt r:embed="rId3" name="CHIMES.WAV"/>
                                        </p:tgtEl>
                                      </p:cMediaNode>
                                    </p:audio>
                                  </p:subTnLst>
                                </p:cTn>
                              </p:par>
                            </p:childTnLst>
                          </p:cTn>
                        </p:par>
                        <p:par>
                          <p:cTn id="30" fill="hold">
                            <p:stCondLst>
                              <p:cond delay="13000"/>
                            </p:stCondLst>
                            <p:childTnLst>
                              <p:par>
                                <p:cTn id="31" presetID="20" presetClass="entr" presetSubtype="0" fill="hold" grpId="0" nodeType="afterEffect">
                                  <p:stCondLst>
                                    <p:cond delay="300"/>
                                  </p:stCondLst>
                                  <p:childTnLst>
                                    <p:set>
                                      <p:cBhvr>
                                        <p:cTn id="32" dur="1" fill="hold">
                                          <p:stCondLst>
                                            <p:cond delay="0"/>
                                          </p:stCondLst>
                                        </p:cTn>
                                        <p:tgtEl>
                                          <p:spTgt spid="3"/>
                                        </p:tgtEl>
                                        <p:attrNameLst>
                                          <p:attrName>style.visibility</p:attrName>
                                        </p:attrNameLst>
                                      </p:cBhvr>
                                      <p:to>
                                        <p:strVal val="visible"/>
                                      </p:to>
                                    </p:set>
                                    <p:animEffect transition="in" filter="wedge">
                                      <p:cBhvr>
                                        <p:cTn id="33" dur="2000"/>
                                        <p:tgtEl>
                                          <p:spTgt spid="3"/>
                                        </p:tgtEl>
                                      </p:cBhvr>
                                    </p:animEffect>
                                  </p:childTnLst>
                                  <p:subTnLst>
                                    <p:audio>
                                      <p:cMediaNode>
                                        <p:cTn display="0" masterRel="sameClick">
                                          <p:stCondLst>
                                            <p:cond evt="begin" delay="0">
                                              <p:tn val="31"/>
                                            </p:cond>
                                          </p:stCondLst>
                                          <p:endCondLst>
                                            <p:cond evt="onStopAudio" delay="0">
                                              <p:tgtEl>
                                                <p:sldTgt/>
                                              </p:tgtEl>
                                            </p:cond>
                                          </p:endCondLst>
                                        </p:cTn>
                                        <p:tgtEl>
                                          <p:sndTgt r:embed="rId3" name="CHIMES.WAV"/>
                                        </p:tgtEl>
                                      </p:cMediaNode>
                                    </p:audio>
                                  </p:subTnLst>
                                </p:cTn>
                              </p:par>
                            </p:childTnLst>
                          </p:cTn>
                        </p:par>
                        <p:par>
                          <p:cTn id="34" fill="hold">
                            <p:stCondLst>
                              <p:cond delay="15300"/>
                            </p:stCondLst>
                            <p:childTnLst>
                              <p:par>
                                <p:cTn id="35" presetID="17" presetClass="entr" presetSubtype="1" fill="hold" nodeType="afterEffect">
                                  <p:stCondLst>
                                    <p:cond delay="300"/>
                                  </p:stCondLst>
                                  <p:childTnLst>
                                    <p:set>
                                      <p:cBhvr>
                                        <p:cTn id="36" dur="1" fill="hold">
                                          <p:stCondLst>
                                            <p:cond delay="0"/>
                                          </p:stCondLst>
                                        </p:cTn>
                                        <p:tgtEl>
                                          <p:spTgt spid="2"/>
                                        </p:tgtEl>
                                        <p:attrNameLst>
                                          <p:attrName>style.visibility</p:attrName>
                                        </p:attrNameLst>
                                      </p:cBhvr>
                                      <p:to>
                                        <p:strVal val="visible"/>
                                      </p:to>
                                    </p:set>
                                    <p:anim calcmode="lin" valueType="num">
                                      <p:cBhvr>
                                        <p:cTn id="37" dur="5000" fill="hold"/>
                                        <p:tgtEl>
                                          <p:spTgt spid="2"/>
                                        </p:tgtEl>
                                        <p:attrNameLst>
                                          <p:attrName>ppt_x</p:attrName>
                                        </p:attrNameLst>
                                      </p:cBhvr>
                                      <p:tavLst>
                                        <p:tav tm="0">
                                          <p:val>
                                            <p:strVal val="#ppt_x"/>
                                          </p:val>
                                        </p:tav>
                                        <p:tav tm="100000">
                                          <p:val>
                                            <p:strVal val="#ppt_x"/>
                                          </p:val>
                                        </p:tav>
                                      </p:tavLst>
                                    </p:anim>
                                    <p:anim calcmode="lin" valueType="num">
                                      <p:cBhvr>
                                        <p:cTn id="38" dur="5000" fill="hold"/>
                                        <p:tgtEl>
                                          <p:spTgt spid="2"/>
                                        </p:tgtEl>
                                        <p:attrNameLst>
                                          <p:attrName>ppt_y</p:attrName>
                                        </p:attrNameLst>
                                      </p:cBhvr>
                                      <p:tavLst>
                                        <p:tav tm="0">
                                          <p:val>
                                            <p:strVal val="#ppt_y-#ppt_h/2"/>
                                          </p:val>
                                        </p:tav>
                                        <p:tav tm="100000">
                                          <p:val>
                                            <p:strVal val="#ppt_y"/>
                                          </p:val>
                                        </p:tav>
                                      </p:tavLst>
                                    </p:anim>
                                    <p:anim calcmode="lin" valueType="num">
                                      <p:cBhvr>
                                        <p:cTn id="39" dur="5000" fill="hold"/>
                                        <p:tgtEl>
                                          <p:spTgt spid="2"/>
                                        </p:tgtEl>
                                        <p:attrNameLst>
                                          <p:attrName>ppt_w</p:attrName>
                                        </p:attrNameLst>
                                      </p:cBhvr>
                                      <p:tavLst>
                                        <p:tav tm="0">
                                          <p:val>
                                            <p:strVal val="#ppt_w"/>
                                          </p:val>
                                        </p:tav>
                                        <p:tav tm="100000">
                                          <p:val>
                                            <p:strVal val="#ppt_w"/>
                                          </p:val>
                                        </p:tav>
                                      </p:tavLst>
                                    </p:anim>
                                    <p:anim calcmode="lin" valueType="num">
                                      <p:cBhvr>
                                        <p:cTn id="40" dur="5000" fill="hold"/>
                                        <p:tgtEl>
                                          <p:spTgt spid="2"/>
                                        </p:tgtEl>
                                        <p:attrNameLst>
                                          <p:attrName>ppt_h</p:attrName>
                                        </p:attrNameLst>
                                      </p:cBhvr>
                                      <p:tavLst>
                                        <p:tav tm="0">
                                          <p:val>
                                            <p:fltVal val="0"/>
                                          </p:val>
                                        </p:tav>
                                        <p:tav tm="100000">
                                          <p:val>
                                            <p:strVal val="#ppt_h"/>
                                          </p:val>
                                        </p:tav>
                                      </p:tavLst>
                                    </p:anim>
                                  </p:childTnLst>
                                  <p:subTnLst>
                                    <p:audio>
                                      <p:cMediaNode>
                                        <p:cTn display="0" masterRel="sameClick">
                                          <p:stCondLst>
                                            <p:cond evt="begin" delay="0">
                                              <p:tn val="35"/>
                                            </p:cond>
                                          </p:stCondLst>
                                          <p:endCondLst>
                                            <p:cond evt="onStopAudio" delay="0">
                                              <p:tgtEl>
                                                <p:sldTgt/>
                                              </p:tgtEl>
                                            </p:cond>
                                          </p:endCondLst>
                                        </p:cTn>
                                        <p:tgtEl>
                                          <p:sndTgt r:embed="rId3" name="CHIMES.WAV"/>
                                        </p:tgtEl>
                                      </p:cMediaNode>
                                    </p:audio>
                                  </p:subTnLst>
                                </p:cTn>
                              </p:par>
                            </p:childTnLst>
                          </p:cTn>
                        </p:par>
                        <p:par>
                          <p:cTn id="41" fill="hold">
                            <p:stCondLst>
                              <p:cond delay="20600"/>
                            </p:stCondLst>
                            <p:childTnLst>
                              <p:par>
                                <p:cTn id="42" presetID="20" presetClass="entr" presetSubtype="0" fill="hold" grpId="0" nodeType="afterEffect">
                                  <p:stCondLst>
                                    <p:cond delay="300"/>
                                  </p:stCondLst>
                                  <p:childTnLst>
                                    <p:set>
                                      <p:cBhvr>
                                        <p:cTn id="43" dur="1" fill="hold">
                                          <p:stCondLst>
                                            <p:cond delay="0"/>
                                          </p:stCondLst>
                                        </p:cTn>
                                        <p:tgtEl>
                                          <p:spTgt spid="4"/>
                                        </p:tgtEl>
                                        <p:attrNameLst>
                                          <p:attrName>style.visibility</p:attrName>
                                        </p:attrNameLst>
                                      </p:cBhvr>
                                      <p:to>
                                        <p:strVal val="visible"/>
                                      </p:to>
                                    </p:set>
                                    <p:animEffect transition="in" filter="wedge">
                                      <p:cBhvr>
                                        <p:cTn id="44" dur="2000"/>
                                        <p:tgtEl>
                                          <p:spTgt spid="4"/>
                                        </p:tgtEl>
                                      </p:cBhvr>
                                    </p:animEffect>
                                  </p:childTnLst>
                                  <p:subTnLst>
                                    <p:audio>
                                      <p:cMediaNode>
                                        <p:cTn display="0" masterRel="sameClick">
                                          <p:stCondLst>
                                            <p:cond evt="begin" delay="0">
                                              <p:tn val="42"/>
                                            </p:cond>
                                          </p:stCondLst>
                                          <p:endCondLst>
                                            <p:cond evt="onStopAudio" delay="0">
                                              <p:tgtEl>
                                                <p:sldTgt/>
                                              </p:tgtEl>
                                            </p:cond>
                                          </p:endCondLst>
                                        </p:cTn>
                                        <p:tgtEl>
                                          <p:sndTgt r:embed="rId3" name="CHIMES.WAV"/>
                                        </p:tgtEl>
                                      </p:cMediaNode>
                                    </p:audio>
                                  </p:sub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134"/>
                                        </p:tgtEl>
                                        <p:attrNameLst>
                                          <p:attrName>style.visibility</p:attrName>
                                        </p:attrNameLst>
                                      </p:cBhvr>
                                      <p:to>
                                        <p:strVal val="visible"/>
                                      </p:to>
                                    </p:set>
                                  </p:childTnLst>
                                </p:cTn>
                              </p:par>
                              <p:par>
                                <p:cTn id="49" presetID="0" presetClass="path" presetSubtype="0" accel="50000" decel="50000" fill="hold" nodeType="withEffect">
                                  <p:stCondLst>
                                    <p:cond delay="0"/>
                                  </p:stCondLst>
                                  <p:childTnLst>
                                    <p:animMotion origin="layout" path="M -0.35451 0.00208 L -1.94444E-6 -1.48148E-6 " pathEditMode="relative" ptsTypes="AA">
                                      <p:cBhvr>
                                        <p:cTn id="50" dur="3000" fill="hold"/>
                                        <p:tgtEl>
                                          <p:spTgt spid="134"/>
                                        </p:tgtEl>
                                        <p:attrNameLst>
                                          <p:attrName>ppt_x</p:attrName>
                                          <p:attrName>ppt_y</p:attrName>
                                        </p:attrNameLst>
                                      </p:cBhvr>
                                    </p:animMotion>
                                  </p:childTnLst>
                                </p:cTn>
                              </p:par>
                            </p:childTnLst>
                          </p:cTn>
                        </p:par>
                      </p:childTnLst>
                    </p:cTn>
                  </p:par>
                  <p:par>
                    <p:cTn id="51" fill="hold">
                      <p:stCondLst>
                        <p:cond delay="indefinite"/>
                      </p:stCondLst>
                      <p:childTnLst>
                        <p:par>
                          <p:cTn id="52" fill="hold">
                            <p:stCondLst>
                              <p:cond delay="0"/>
                            </p:stCondLst>
                            <p:childTnLst>
                              <p:par>
                                <p:cTn id="53" presetID="12" presetClass="entr" presetSubtype="4" fill="hold" nodeType="clickEffect">
                                  <p:stCondLst>
                                    <p:cond delay="0"/>
                                  </p:stCondLst>
                                  <p:childTnLst>
                                    <p:set>
                                      <p:cBhvr>
                                        <p:cTn id="54" dur="1" fill="hold">
                                          <p:stCondLst>
                                            <p:cond delay="0"/>
                                          </p:stCondLst>
                                        </p:cTn>
                                        <p:tgtEl>
                                          <p:spTgt spid="131"/>
                                        </p:tgtEl>
                                        <p:attrNameLst>
                                          <p:attrName>style.visibility</p:attrName>
                                        </p:attrNameLst>
                                      </p:cBhvr>
                                      <p:to>
                                        <p:strVal val="visible"/>
                                      </p:to>
                                    </p:set>
                                    <p:animEffect transition="in" filter="slide(fromBottom)">
                                      <p:cBhvr>
                                        <p:cTn id="55" dur="3000"/>
                                        <p:tgtEl>
                                          <p:spTgt spid="131"/>
                                        </p:tgtEl>
                                      </p:cBhvr>
                                    </p:animEffect>
                                  </p:childTnLst>
                                  <p:subTnLst>
                                    <p:audio>
                                      <p:cMediaNode>
                                        <p:cTn display="0" masterRel="sameClick">
                                          <p:stCondLst>
                                            <p:cond evt="begin" delay="0">
                                              <p:tn val="53"/>
                                            </p:cond>
                                          </p:stCondLst>
                                          <p:endCondLst>
                                            <p:cond evt="onStopAudio" delay="0">
                                              <p:tgtEl>
                                                <p:sldTgt/>
                                              </p:tgtEl>
                                            </p:cond>
                                          </p:endCondLst>
                                        </p:cTn>
                                        <p:tgtEl>
                                          <p:sndTgt r:embed="rId3" name="CHIMES.WAV"/>
                                        </p:tgtEl>
                                      </p:cMediaNode>
                                    </p:audio>
                                  </p:subTnLst>
                                </p:cTn>
                              </p:par>
                            </p:childTnLst>
                          </p:cTn>
                        </p:par>
                        <p:par>
                          <p:cTn id="56" fill="hold">
                            <p:stCondLst>
                              <p:cond delay="3000"/>
                            </p:stCondLst>
                            <p:childTnLst>
                              <p:par>
                                <p:cTn id="57" presetID="20" presetClass="entr" presetSubtype="0" fill="hold" grpId="0" nodeType="afterEffect">
                                  <p:stCondLst>
                                    <p:cond delay="0"/>
                                  </p:stCondLst>
                                  <p:childTnLst>
                                    <p:set>
                                      <p:cBhvr>
                                        <p:cTn id="58" dur="1" fill="hold">
                                          <p:stCondLst>
                                            <p:cond delay="0"/>
                                          </p:stCondLst>
                                        </p:cTn>
                                        <p:tgtEl>
                                          <p:spTgt spid="133"/>
                                        </p:tgtEl>
                                        <p:attrNameLst>
                                          <p:attrName>style.visibility</p:attrName>
                                        </p:attrNameLst>
                                      </p:cBhvr>
                                      <p:to>
                                        <p:strVal val="visible"/>
                                      </p:to>
                                    </p:set>
                                    <p:animEffect transition="in" filter="wedge">
                                      <p:cBhvr>
                                        <p:cTn id="59" dur="2000"/>
                                        <p:tgtEl>
                                          <p:spTgt spid="133"/>
                                        </p:tgtEl>
                                      </p:cBhvr>
                                    </p:animEffect>
                                  </p:childTnLst>
                                  <p:subTnLst>
                                    <p:audio>
                                      <p:cMediaNode>
                                        <p:cTn display="0" masterRel="sameClick">
                                          <p:stCondLst>
                                            <p:cond evt="begin" delay="0">
                                              <p:tn val="57"/>
                                            </p:cond>
                                          </p:stCondLst>
                                          <p:endCondLst>
                                            <p:cond evt="onStopAudio" delay="0">
                                              <p:tgtEl>
                                                <p:sldTgt/>
                                              </p:tgtEl>
                                            </p:cond>
                                          </p:endCondLst>
                                        </p:cTn>
                                        <p:tgtEl>
                                          <p:sndTgt r:embed="rId3" name="CHIMES.WAV"/>
                                        </p:tgtEl>
                                      </p:cMediaNode>
                                    </p:audio>
                                  </p:subTnLst>
                                </p:cTn>
                              </p:par>
                            </p:childTnLst>
                          </p:cTn>
                        </p:par>
                        <p:par>
                          <p:cTn id="60" fill="hold">
                            <p:stCondLst>
                              <p:cond delay="5000"/>
                            </p:stCondLst>
                            <p:childTnLst>
                              <p:par>
                                <p:cTn id="61" presetID="12" presetClass="entr" presetSubtype="8" fill="hold" nodeType="afterEffect">
                                  <p:stCondLst>
                                    <p:cond delay="0"/>
                                  </p:stCondLst>
                                  <p:childTnLst>
                                    <p:set>
                                      <p:cBhvr>
                                        <p:cTn id="62" dur="1" fill="hold">
                                          <p:stCondLst>
                                            <p:cond delay="0"/>
                                          </p:stCondLst>
                                        </p:cTn>
                                        <p:tgtEl>
                                          <p:spTgt spid="130"/>
                                        </p:tgtEl>
                                        <p:attrNameLst>
                                          <p:attrName>style.visibility</p:attrName>
                                        </p:attrNameLst>
                                      </p:cBhvr>
                                      <p:to>
                                        <p:strVal val="visible"/>
                                      </p:to>
                                    </p:set>
                                    <p:animEffect transition="in" filter="slide(fromLeft)">
                                      <p:cBhvr>
                                        <p:cTn id="63" dur="3000"/>
                                        <p:tgtEl>
                                          <p:spTgt spid="130"/>
                                        </p:tgtEl>
                                      </p:cBhvr>
                                    </p:animEffect>
                                  </p:childTnLst>
                                  <p:subTnLst>
                                    <p:audio>
                                      <p:cMediaNode>
                                        <p:cTn display="0" masterRel="sameClick">
                                          <p:stCondLst>
                                            <p:cond evt="begin" delay="0">
                                              <p:tn val="61"/>
                                            </p:cond>
                                          </p:stCondLst>
                                          <p:endCondLst>
                                            <p:cond evt="onStopAudio" delay="0">
                                              <p:tgtEl>
                                                <p:sldTgt/>
                                              </p:tgtEl>
                                            </p:cond>
                                          </p:endCondLst>
                                        </p:cTn>
                                        <p:tgtEl>
                                          <p:sndTgt r:embed="rId3" name="CHIMES.WAV"/>
                                        </p:tgtEl>
                                      </p:cMediaNode>
                                    </p:audio>
                                  </p:subTnLst>
                                </p:cTn>
                              </p:par>
                            </p:childTnLst>
                          </p:cTn>
                        </p:par>
                        <p:par>
                          <p:cTn id="64" fill="hold">
                            <p:stCondLst>
                              <p:cond delay="8000"/>
                            </p:stCondLst>
                            <p:childTnLst>
                              <p:par>
                                <p:cTn id="65" presetID="20" presetClass="entr" presetSubtype="0" fill="hold" grpId="0" nodeType="afterEffect">
                                  <p:stCondLst>
                                    <p:cond delay="0"/>
                                  </p:stCondLst>
                                  <p:childTnLst>
                                    <p:set>
                                      <p:cBhvr>
                                        <p:cTn id="66" dur="1" fill="hold">
                                          <p:stCondLst>
                                            <p:cond delay="0"/>
                                          </p:stCondLst>
                                        </p:cTn>
                                        <p:tgtEl>
                                          <p:spTgt spid="132"/>
                                        </p:tgtEl>
                                        <p:attrNameLst>
                                          <p:attrName>style.visibility</p:attrName>
                                        </p:attrNameLst>
                                      </p:cBhvr>
                                      <p:to>
                                        <p:strVal val="visible"/>
                                      </p:to>
                                    </p:set>
                                    <p:animEffect transition="in" filter="wedge">
                                      <p:cBhvr>
                                        <p:cTn id="67" dur="2000"/>
                                        <p:tgtEl>
                                          <p:spTgt spid="132"/>
                                        </p:tgtEl>
                                      </p:cBhvr>
                                    </p:animEffect>
                                  </p:childTnLst>
                                  <p:subTnLst>
                                    <p:audio>
                                      <p:cMediaNode>
                                        <p:cTn display="0" masterRel="sameClick">
                                          <p:stCondLst>
                                            <p:cond evt="begin" delay="0">
                                              <p:tn val="65"/>
                                            </p:cond>
                                          </p:stCondLst>
                                          <p:endCondLst>
                                            <p:cond evt="onStopAudio" delay="0">
                                              <p:tgtEl>
                                                <p:sldTgt/>
                                              </p:tgtEl>
                                            </p:cond>
                                          </p:endCondLst>
                                        </p:cTn>
                                        <p:tgtEl>
                                          <p:sndTgt r:embed="rId3" name="CHIMES.WAV"/>
                                        </p:tgtEl>
                                      </p:cMediaNode>
                                    </p:audio>
                                  </p:subTnLst>
                                </p:cTn>
                              </p:par>
                            </p:childTnLst>
                          </p:cTn>
                        </p:par>
                        <p:par>
                          <p:cTn id="68" fill="hold">
                            <p:stCondLst>
                              <p:cond delay="10000"/>
                            </p:stCondLst>
                            <p:childTnLst>
                              <p:par>
                                <p:cTn id="69" presetID="12" presetClass="entr" presetSubtype="4" fill="hold" nodeType="afterEffect">
                                  <p:stCondLst>
                                    <p:cond delay="0"/>
                                  </p:stCondLst>
                                  <p:childTnLst>
                                    <p:set>
                                      <p:cBhvr>
                                        <p:cTn id="70" dur="1" fill="hold">
                                          <p:stCondLst>
                                            <p:cond delay="0"/>
                                          </p:stCondLst>
                                        </p:cTn>
                                        <p:tgtEl>
                                          <p:spTgt spid="116"/>
                                        </p:tgtEl>
                                        <p:attrNameLst>
                                          <p:attrName>style.visibility</p:attrName>
                                        </p:attrNameLst>
                                      </p:cBhvr>
                                      <p:to>
                                        <p:strVal val="visible"/>
                                      </p:to>
                                    </p:set>
                                    <p:animEffect transition="in" filter="slide(fromBottom)">
                                      <p:cBhvr>
                                        <p:cTn id="71" dur="3000"/>
                                        <p:tgtEl>
                                          <p:spTgt spid="116"/>
                                        </p:tgtEl>
                                      </p:cBhvr>
                                    </p:animEffect>
                                  </p:childTnLst>
                                  <p:subTnLst>
                                    <p:audio>
                                      <p:cMediaNode>
                                        <p:cTn display="0" masterRel="sameClick">
                                          <p:stCondLst>
                                            <p:cond evt="begin" delay="0">
                                              <p:tn val="69"/>
                                            </p:cond>
                                          </p:stCondLst>
                                          <p:endCondLst>
                                            <p:cond evt="onStopAudio" delay="0">
                                              <p:tgtEl>
                                                <p:sldTgt/>
                                              </p:tgtEl>
                                            </p:cond>
                                          </p:endCondLst>
                                        </p:cTn>
                                        <p:tgtEl>
                                          <p:sndTgt r:embed="rId3" name="CHIMES.WAV"/>
                                        </p:tgtEl>
                                      </p:cMediaNode>
                                    </p:audio>
                                  </p:subTnLst>
                                </p:cTn>
                              </p:par>
                            </p:childTnLst>
                          </p:cTn>
                        </p:par>
                        <p:par>
                          <p:cTn id="72" fill="hold">
                            <p:stCondLst>
                              <p:cond delay="13000"/>
                            </p:stCondLst>
                            <p:childTnLst>
                              <p:par>
                                <p:cTn id="73" presetID="20" presetClass="entr" presetSubtype="0" fill="hold" grpId="0" nodeType="afterEffect">
                                  <p:stCondLst>
                                    <p:cond delay="0"/>
                                  </p:stCondLst>
                                  <p:childTnLst>
                                    <p:set>
                                      <p:cBhvr>
                                        <p:cTn id="74" dur="1" fill="hold">
                                          <p:stCondLst>
                                            <p:cond delay="0"/>
                                          </p:stCondLst>
                                        </p:cTn>
                                        <p:tgtEl>
                                          <p:spTgt spid="129"/>
                                        </p:tgtEl>
                                        <p:attrNameLst>
                                          <p:attrName>style.visibility</p:attrName>
                                        </p:attrNameLst>
                                      </p:cBhvr>
                                      <p:to>
                                        <p:strVal val="visible"/>
                                      </p:to>
                                    </p:set>
                                    <p:animEffect transition="in" filter="wedge">
                                      <p:cBhvr>
                                        <p:cTn id="75" dur="2000"/>
                                        <p:tgtEl>
                                          <p:spTgt spid="129"/>
                                        </p:tgtEl>
                                      </p:cBhvr>
                                    </p:animEffect>
                                  </p:childTnLst>
                                  <p:subTnLst>
                                    <p:audio>
                                      <p:cMediaNode>
                                        <p:cTn display="0" masterRel="sameClick">
                                          <p:stCondLst>
                                            <p:cond evt="begin" delay="0">
                                              <p:tn val="73"/>
                                            </p:cond>
                                          </p:stCondLst>
                                          <p:endCondLst>
                                            <p:cond evt="onStopAudio" delay="0">
                                              <p:tgtEl>
                                                <p:sldTgt/>
                                              </p:tgtEl>
                                            </p:cond>
                                          </p:endCondLst>
                                        </p:cTn>
                                        <p:tgtEl>
                                          <p:sndTgt r:embed="rId3" name="CHIMES.WAV"/>
                                        </p:tgtEl>
                                      </p:cMediaNode>
                                    </p:audio>
                                  </p:subTnLst>
                                </p:cTn>
                              </p:par>
                            </p:childTnLst>
                          </p:cTn>
                        </p:par>
                        <p:par>
                          <p:cTn id="76" fill="hold">
                            <p:stCondLst>
                              <p:cond delay="15000"/>
                            </p:stCondLst>
                            <p:childTnLst>
                              <p:par>
                                <p:cTn id="77" presetID="12" presetClass="entr" presetSubtype="2" fill="hold" nodeType="afterEffect">
                                  <p:stCondLst>
                                    <p:cond delay="0"/>
                                  </p:stCondLst>
                                  <p:childTnLst>
                                    <p:set>
                                      <p:cBhvr>
                                        <p:cTn id="78" dur="1" fill="hold">
                                          <p:stCondLst>
                                            <p:cond delay="0"/>
                                          </p:stCondLst>
                                        </p:cTn>
                                        <p:tgtEl>
                                          <p:spTgt spid="105"/>
                                        </p:tgtEl>
                                        <p:attrNameLst>
                                          <p:attrName>style.visibility</p:attrName>
                                        </p:attrNameLst>
                                      </p:cBhvr>
                                      <p:to>
                                        <p:strVal val="visible"/>
                                      </p:to>
                                    </p:set>
                                    <p:animEffect transition="in" filter="slide(fromRight)">
                                      <p:cBhvr>
                                        <p:cTn id="79" dur="3000"/>
                                        <p:tgtEl>
                                          <p:spTgt spid="105"/>
                                        </p:tgtEl>
                                      </p:cBhvr>
                                    </p:animEffect>
                                  </p:childTnLst>
                                  <p:subTnLst>
                                    <p:audio>
                                      <p:cMediaNode>
                                        <p:cTn display="0" masterRel="sameClick">
                                          <p:stCondLst>
                                            <p:cond evt="begin" delay="0">
                                              <p:tn val="77"/>
                                            </p:cond>
                                          </p:stCondLst>
                                          <p:endCondLst>
                                            <p:cond evt="onStopAudio" delay="0">
                                              <p:tgtEl>
                                                <p:sldTgt/>
                                              </p:tgtEl>
                                            </p:cond>
                                          </p:endCondLst>
                                        </p:cTn>
                                        <p:tgtEl>
                                          <p:sndTgt r:embed="rId3" name="CHIMES.WAV"/>
                                        </p:tgtEl>
                                      </p:cMediaNode>
                                    </p:audio>
                                  </p:subTnLst>
                                </p:cTn>
                              </p:par>
                            </p:childTnLst>
                          </p:cTn>
                        </p:par>
                        <p:par>
                          <p:cTn id="80" fill="hold">
                            <p:stCondLst>
                              <p:cond delay="18000"/>
                            </p:stCondLst>
                            <p:childTnLst>
                              <p:par>
                                <p:cTn id="81" presetID="20" presetClass="entr" presetSubtype="0" fill="hold" grpId="0" nodeType="afterEffect">
                                  <p:stCondLst>
                                    <p:cond delay="0"/>
                                  </p:stCondLst>
                                  <p:childTnLst>
                                    <p:set>
                                      <p:cBhvr>
                                        <p:cTn id="82" dur="1" fill="hold">
                                          <p:stCondLst>
                                            <p:cond delay="0"/>
                                          </p:stCondLst>
                                        </p:cTn>
                                        <p:tgtEl>
                                          <p:spTgt spid="127"/>
                                        </p:tgtEl>
                                        <p:attrNameLst>
                                          <p:attrName>style.visibility</p:attrName>
                                        </p:attrNameLst>
                                      </p:cBhvr>
                                      <p:to>
                                        <p:strVal val="visible"/>
                                      </p:to>
                                    </p:set>
                                    <p:animEffect transition="in" filter="wedge">
                                      <p:cBhvr>
                                        <p:cTn id="83" dur="2000"/>
                                        <p:tgtEl>
                                          <p:spTgt spid="127"/>
                                        </p:tgtEl>
                                      </p:cBhvr>
                                    </p:animEffect>
                                  </p:childTnLst>
                                  <p:subTnLst>
                                    <p:audio>
                                      <p:cMediaNode>
                                        <p:cTn display="0" masterRel="sameClick">
                                          <p:stCondLst>
                                            <p:cond evt="begin" delay="0">
                                              <p:tn val="81"/>
                                            </p:cond>
                                          </p:stCondLst>
                                          <p:endCondLst>
                                            <p:cond evt="onStopAudio" delay="0">
                                              <p:tgtEl>
                                                <p:sldTgt/>
                                              </p:tgtEl>
                                            </p:cond>
                                          </p:endCondLst>
                                        </p:cTn>
                                        <p:tgtEl>
                                          <p:sndTgt r:embed="rId3" name="CHIMES.WAV"/>
                                        </p:tgtEl>
                                      </p:cMediaNode>
                                    </p:audio>
                                  </p:subTnLst>
                                </p:cTn>
                              </p:par>
                            </p:childTnLst>
                          </p:cTn>
                        </p:par>
                      </p:childTnLst>
                    </p:cTn>
                  </p:par>
                  <p:par>
                    <p:cTn id="84" fill="hold">
                      <p:stCondLst>
                        <p:cond delay="indefinite"/>
                      </p:stCondLst>
                      <p:childTnLst>
                        <p:par>
                          <p:cTn id="85" fill="hold">
                            <p:stCondLst>
                              <p:cond delay="0"/>
                            </p:stCondLst>
                            <p:childTnLst>
                              <p:par>
                                <p:cTn id="86" presetID="22" presetClass="entr" presetSubtype="8" fill="hold" grpId="0" nodeType="clickEffect">
                                  <p:stCondLst>
                                    <p:cond delay="0"/>
                                  </p:stCondLst>
                                  <p:iterate type="lt">
                                    <p:tmPct val="100000"/>
                                  </p:iterate>
                                  <p:childTnLst>
                                    <p:set>
                                      <p:cBhvr>
                                        <p:cTn id="87" dur="1" fill="hold">
                                          <p:stCondLst>
                                            <p:cond delay="0"/>
                                          </p:stCondLst>
                                        </p:cTn>
                                        <p:tgtEl>
                                          <p:spTgt spid="144">
                                            <p:txEl>
                                              <p:pRg st="0" end="0"/>
                                            </p:txEl>
                                          </p:spTgt>
                                        </p:tgtEl>
                                        <p:attrNameLst>
                                          <p:attrName>style.visibility</p:attrName>
                                        </p:attrNameLst>
                                      </p:cBhvr>
                                      <p:to>
                                        <p:strVal val="visible"/>
                                      </p:to>
                                    </p:set>
                                    <p:animEffect transition="in" filter="wipe(left)">
                                      <p:cBhvr>
                                        <p:cTn id="88" dur="75"/>
                                        <p:tgtEl>
                                          <p:spTgt spid="144">
                                            <p:txEl>
                                              <p:pRg st="0" end="0"/>
                                            </p:txEl>
                                          </p:spTgt>
                                        </p:tgtEl>
                                      </p:cBhvr>
                                    </p:animEffect>
                                  </p:childTnLst>
                                  <p:subTnLst>
                                    <p:audio>
                                      <p:cMediaNode>
                                        <p:cTn display="0" masterRel="sameClick">
                                          <p:stCondLst>
                                            <p:cond evt="begin" delay="0">
                                              <p:tn val="86"/>
                                            </p:cond>
                                          </p:stCondLst>
                                          <p:endCondLst>
                                            <p:cond evt="onStopAudio" delay="0">
                                              <p:tgtEl>
                                                <p:sldTgt/>
                                              </p:tgtEl>
                                            </p:cond>
                                          </p:endCondLst>
                                        </p:cTn>
                                        <p:tgtEl>
                                          <p:sndTgt r:embed="rId4" name="TYPE.WAV"/>
                                        </p:tgtEl>
                                      </p:cMediaNode>
                                    </p:audio>
                                  </p:subTnLst>
                                </p:cTn>
                              </p:par>
                            </p:childTnLst>
                          </p:cTn>
                        </p:par>
                      </p:childTnLst>
                    </p:cTn>
                  </p:par>
                  <p:par>
                    <p:cTn id="89" fill="hold">
                      <p:stCondLst>
                        <p:cond delay="indefinite"/>
                      </p:stCondLst>
                      <p:childTnLst>
                        <p:par>
                          <p:cTn id="90" fill="hold">
                            <p:stCondLst>
                              <p:cond delay="0"/>
                            </p:stCondLst>
                            <p:childTnLst>
                              <p:par>
                                <p:cTn id="91" presetID="22" presetClass="entr" presetSubtype="8" fill="hold" grpId="0" nodeType="clickEffect">
                                  <p:stCondLst>
                                    <p:cond delay="0"/>
                                  </p:stCondLst>
                                  <p:iterate type="wd">
                                    <p:tmPct val="100000"/>
                                  </p:iterate>
                                  <p:childTnLst>
                                    <p:set>
                                      <p:cBhvr>
                                        <p:cTn id="92" dur="1" fill="hold">
                                          <p:stCondLst>
                                            <p:cond delay="0"/>
                                          </p:stCondLst>
                                        </p:cTn>
                                        <p:tgtEl>
                                          <p:spTgt spid="145">
                                            <p:txEl>
                                              <p:pRg st="0" end="0"/>
                                            </p:txEl>
                                          </p:spTgt>
                                        </p:tgtEl>
                                        <p:attrNameLst>
                                          <p:attrName>style.visibility</p:attrName>
                                        </p:attrNameLst>
                                      </p:cBhvr>
                                      <p:to>
                                        <p:strVal val="visible"/>
                                      </p:to>
                                    </p:set>
                                    <p:animEffect transition="in" filter="wipe(left)">
                                      <p:cBhvr>
                                        <p:cTn id="93" dur="300"/>
                                        <p:tgtEl>
                                          <p:spTgt spid="145">
                                            <p:txEl>
                                              <p:pRg st="0" end="0"/>
                                            </p:txEl>
                                          </p:spTgt>
                                        </p:tgtEl>
                                      </p:cBhvr>
                                    </p:animEffect>
                                  </p:childTnLst>
                                  <p:subTnLst>
                                    <p:audio>
                                      <p:cMediaNode>
                                        <p:cTn display="0" masterRel="sameClick">
                                          <p:stCondLst>
                                            <p:cond evt="begin" delay="0">
                                              <p:tn val="91"/>
                                            </p:cond>
                                          </p:stCondLst>
                                          <p:endCondLst>
                                            <p:cond evt="onStopAudio" delay="0">
                                              <p:tgtEl>
                                                <p:sldTgt/>
                                              </p:tgtEl>
                                            </p:cond>
                                          </p:endCondLst>
                                        </p:cTn>
                                        <p:tgtEl>
                                          <p:sndTgt r:embed="rId4" name="TYPE.WAV"/>
                                        </p:tgtEl>
                                      </p:cMediaNode>
                                    </p:audio>
                                  </p:subTnLst>
                                </p:cTn>
                              </p:par>
                            </p:childTnLst>
                          </p:cTn>
                        </p:par>
                      </p:childTnLst>
                    </p:cTn>
                  </p:par>
                  <p:par>
                    <p:cTn id="94" fill="hold">
                      <p:stCondLst>
                        <p:cond delay="indefinite"/>
                      </p:stCondLst>
                      <p:childTnLst>
                        <p:par>
                          <p:cTn id="95" fill="hold">
                            <p:stCondLst>
                              <p:cond delay="0"/>
                            </p:stCondLst>
                            <p:childTnLst>
                              <p:par>
                                <p:cTn id="96" presetID="22" presetClass="entr" presetSubtype="8" fill="hold" grpId="0" nodeType="clickEffect">
                                  <p:stCondLst>
                                    <p:cond delay="0"/>
                                  </p:stCondLst>
                                  <p:iterate type="wd">
                                    <p:tmPct val="100000"/>
                                  </p:iterate>
                                  <p:childTnLst>
                                    <p:set>
                                      <p:cBhvr>
                                        <p:cTn id="97" dur="1" fill="hold">
                                          <p:stCondLst>
                                            <p:cond delay="0"/>
                                          </p:stCondLst>
                                        </p:cTn>
                                        <p:tgtEl>
                                          <p:spTgt spid="146">
                                            <p:txEl>
                                              <p:pRg st="0" end="0"/>
                                            </p:txEl>
                                          </p:spTgt>
                                        </p:tgtEl>
                                        <p:attrNameLst>
                                          <p:attrName>style.visibility</p:attrName>
                                        </p:attrNameLst>
                                      </p:cBhvr>
                                      <p:to>
                                        <p:strVal val="visible"/>
                                      </p:to>
                                    </p:set>
                                    <p:animEffect transition="in" filter="wipe(left)">
                                      <p:cBhvr>
                                        <p:cTn id="98" dur="300"/>
                                        <p:tgtEl>
                                          <p:spTgt spid="146">
                                            <p:txEl>
                                              <p:pRg st="0" end="0"/>
                                            </p:txEl>
                                          </p:spTgt>
                                        </p:tgtEl>
                                      </p:cBhvr>
                                    </p:animEffect>
                                  </p:childTnLst>
                                  <p:subTnLst>
                                    <p:audio>
                                      <p:cMediaNode>
                                        <p:cTn display="0" masterRel="sameClick">
                                          <p:stCondLst>
                                            <p:cond evt="begin" delay="0">
                                              <p:tn val="96"/>
                                            </p:cond>
                                          </p:stCondLst>
                                          <p:endCondLst>
                                            <p:cond evt="onStopAudio" delay="0">
                                              <p:tgtEl>
                                                <p:sldTgt/>
                                              </p:tgtEl>
                                            </p:cond>
                                          </p:endCondLst>
                                        </p:cTn>
                                        <p:tgtEl>
                                          <p:sndTgt r:embed="rId4" name="TYPE.WAV"/>
                                        </p:tgtEl>
                                      </p:cMediaNode>
                                    </p:audio>
                                  </p:subTnLst>
                                </p:cTn>
                              </p:par>
                            </p:childTnLst>
                          </p:cTn>
                        </p:par>
                      </p:childTnLst>
                    </p:cTn>
                  </p:par>
                  <p:par>
                    <p:cTn id="99" fill="hold">
                      <p:stCondLst>
                        <p:cond delay="indefinite"/>
                      </p:stCondLst>
                      <p:childTnLst>
                        <p:par>
                          <p:cTn id="100" fill="hold">
                            <p:stCondLst>
                              <p:cond delay="0"/>
                            </p:stCondLst>
                            <p:childTnLst>
                              <p:par>
                                <p:cTn id="101" presetID="1" presetClass="entr" presetSubtype="0" fill="hold" grpId="0" nodeType="clickEffect">
                                  <p:stCondLst>
                                    <p:cond delay="0"/>
                                  </p:stCondLst>
                                  <p:childTnLst>
                                    <p:set>
                                      <p:cBhvr>
                                        <p:cTn id="102" dur="1" fill="hold">
                                          <p:stCondLst>
                                            <p:cond delay="0"/>
                                          </p:stCondLst>
                                        </p:cTn>
                                        <p:tgtEl>
                                          <p:spTgt spid="147"/>
                                        </p:tgtEl>
                                        <p:attrNameLst>
                                          <p:attrName>style.visibility</p:attrName>
                                        </p:attrNameLst>
                                      </p:cBhvr>
                                      <p:to>
                                        <p:strVal val="visible"/>
                                      </p:to>
                                    </p:set>
                                  </p:childTnLst>
                                </p:cTn>
                              </p:par>
                            </p:childTnLst>
                          </p:cTn>
                        </p:par>
                      </p:childTnLst>
                    </p:cTn>
                  </p:par>
                  <p:par>
                    <p:cTn id="103" fill="hold">
                      <p:stCondLst>
                        <p:cond delay="indefinite"/>
                      </p:stCondLst>
                      <p:childTnLst>
                        <p:par>
                          <p:cTn id="104" fill="hold">
                            <p:stCondLst>
                              <p:cond delay="0"/>
                            </p:stCondLst>
                            <p:childTnLst>
                              <p:par>
                                <p:cTn id="105" presetID="22" presetClass="entr" presetSubtype="8" fill="hold" grpId="0" nodeType="clickEffect">
                                  <p:stCondLst>
                                    <p:cond delay="0"/>
                                  </p:stCondLst>
                                  <p:iterate type="wd">
                                    <p:tmPct val="100000"/>
                                  </p:iterate>
                                  <p:childTnLst>
                                    <p:set>
                                      <p:cBhvr>
                                        <p:cTn id="106" dur="1" fill="hold">
                                          <p:stCondLst>
                                            <p:cond delay="0"/>
                                          </p:stCondLst>
                                        </p:cTn>
                                        <p:tgtEl>
                                          <p:spTgt spid="148">
                                            <p:txEl>
                                              <p:pRg st="0" end="0"/>
                                            </p:txEl>
                                          </p:spTgt>
                                        </p:tgtEl>
                                        <p:attrNameLst>
                                          <p:attrName>style.visibility</p:attrName>
                                        </p:attrNameLst>
                                      </p:cBhvr>
                                      <p:to>
                                        <p:strVal val="visible"/>
                                      </p:to>
                                    </p:set>
                                    <p:animEffect transition="in" filter="wipe(left)">
                                      <p:cBhvr>
                                        <p:cTn id="107" dur="300"/>
                                        <p:tgtEl>
                                          <p:spTgt spid="148">
                                            <p:txEl>
                                              <p:pRg st="0" end="0"/>
                                            </p:txEl>
                                          </p:spTgt>
                                        </p:tgtEl>
                                      </p:cBhvr>
                                    </p:animEffect>
                                  </p:childTnLst>
                                  <p:subTnLst>
                                    <p:audio>
                                      <p:cMediaNode>
                                        <p:cTn display="0" masterRel="sameClick">
                                          <p:stCondLst>
                                            <p:cond evt="begin" delay="0">
                                              <p:tn val="105"/>
                                            </p:cond>
                                          </p:stCondLst>
                                          <p:endCondLst>
                                            <p:cond evt="onStopAudio" delay="0">
                                              <p:tgtEl>
                                                <p:sldTgt/>
                                              </p:tgtEl>
                                            </p:cond>
                                          </p:endCondLst>
                                        </p:cTn>
                                        <p:tgtEl>
                                          <p:sndTgt r:embed="rId4" name="TYPE.WAV"/>
                                        </p:tgtEl>
                                      </p:cMediaNode>
                                    </p:audio>
                                  </p:subTnLst>
                                </p:cTn>
                              </p:par>
                            </p:childTnLst>
                          </p:cTn>
                        </p:par>
                      </p:childTnLst>
                    </p:cTn>
                  </p:par>
                  <p:par>
                    <p:cTn id="108" fill="hold">
                      <p:stCondLst>
                        <p:cond delay="indefinite"/>
                      </p:stCondLst>
                      <p:childTnLst>
                        <p:par>
                          <p:cTn id="109" fill="hold">
                            <p:stCondLst>
                              <p:cond delay="0"/>
                            </p:stCondLst>
                            <p:childTnLst>
                              <p:par>
                                <p:cTn id="110" presetID="22" presetClass="entr" presetSubtype="8" fill="hold" grpId="0" nodeType="clickEffect">
                                  <p:stCondLst>
                                    <p:cond delay="0"/>
                                  </p:stCondLst>
                                  <p:iterate type="wd">
                                    <p:tmPct val="100000"/>
                                  </p:iterate>
                                  <p:childTnLst>
                                    <p:set>
                                      <p:cBhvr>
                                        <p:cTn id="111" dur="1" fill="hold">
                                          <p:stCondLst>
                                            <p:cond delay="0"/>
                                          </p:stCondLst>
                                        </p:cTn>
                                        <p:tgtEl>
                                          <p:spTgt spid="149">
                                            <p:txEl>
                                              <p:pRg st="0" end="0"/>
                                            </p:txEl>
                                          </p:spTgt>
                                        </p:tgtEl>
                                        <p:attrNameLst>
                                          <p:attrName>style.visibility</p:attrName>
                                        </p:attrNameLst>
                                      </p:cBhvr>
                                      <p:to>
                                        <p:strVal val="visible"/>
                                      </p:to>
                                    </p:set>
                                    <p:animEffect transition="in" filter="wipe(left)">
                                      <p:cBhvr>
                                        <p:cTn id="112" dur="300"/>
                                        <p:tgtEl>
                                          <p:spTgt spid="149">
                                            <p:txEl>
                                              <p:pRg st="0" end="0"/>
                                            </p:txEl>
                                          </p:spTgt>
                                        </p:tgtEl>
                                      </p:cBhvr>
                                    </p:animEffect>
                                  </p:childTnLst>
                                  <p:subTnLst>
                                    <p:audio>
                                      <p:cMediaNode>
                                        <p:cTn display="0" masterRel="sameClick">
                                          <p:stCondLst>
                                            <p:cond evt="begin" delay="0">
                                              <p:tn val="110"/>
                                            </p:cond>
                                          </p:stCondLst>
                                          <p:endCondLst>
                                            <p:cond evt="onStopAudio" delay="0">
                                              <p:tgtEl>
                                                <p:sldTgt/>
                                              </p:tgtEl>
                                            </p:cond>
                                          </p:endCondLst>
                                        </p:cTn>
                                        <p:tgtEl>
                                          <p:sndTgt r:embed="rId4" name="TYPE.WAV"/>
                                        </p:tgtEl>
                                      </p:cMediaNode>
                                    </p:audio>
                                  </p:subTnLst>
                                </p:cTn>
                              </p:par>
                            </p:childTnLst>
                          </p:cTn>
                        </p:par>
                      </p:childTnLst>
                    </p:cTn>
                  </p:par>
                  <p:par>
                    <p:cTn id="113" fill="hold">
                      <p:stCondLst>
                        <p:cond delay="indefinite"/>
                      </p:stCondLst>
                      <p:childTnLst>
                        <p:par>
                          <p:cTn id="114" fill="hold">
                            <p:stCondLst>
                              <p:cond delay="0"/>
                            </p:stCondLst>
                            <p:childTnLst>
                              <p:par>
                                <p:cTn id="115" presetID="22" presetClass="entr" presetSubtype="8" fill="hold" grpId="0" nodeType="clickEffect">
                                  <p:stCondLst>
                                    <p:cond delay="0"/>
                                  </p:stCondLst>
                                  <p:iterate type="wd">
                                    <p:tmPct val="100000"/>
                                  </p:iterate>
                                  <p:childTnLst>
                                    <p:set>
                                      <p:cBhvr>
                                        <p:cTn id="116" dur="1" fill="hold">
                                          <p:stCondLst>
                                            <p:cond delay="0"/>
                                          </p:stCondLst>
                                        </p:cTn>
                                        <p:tgtEl>
                                          <p:spTgt spid="150">
                                            <p:txEl>
                                              <p:pRg st="0" end="0"/>
                                            </p:txEl>
                                          </p:spTgt>
                                        </p:tgtEl>
                                        <p:attrNameLst>
                                          <p:attrName>style.visibility</p:attrName>
                                        </p:attrNameLst>
                                      </p:cBhvr>
                                      <p:to>
                                        <p:strVal val="visible"/>
                                      </p:to>
                                    </p:set>
                                    <p:animEffect transition="in" filter="wipe(left)">
                                      <p:cBhvr>
                                        <p:cTn id="117" dur="300"/>
                                        <p:tgtEl>
                                          <p:spTgt spid="150">
                                            <p:txEl>
                                              <p:pRg st="0" end="0"/>
                                            </p:txEl>
                                          </p:spTgt>
                                        </p:tgtEl>
                                      </p:cBhvr>
                                    </p:animEffect>
                                  </p:childTnLst>
                                  <p:subTnLst>
                                    <p:audio>
                                      <p:cMediaNode>
                                        <p:cTn display="0" masterRel="sameClick">
                                          <p:stCondLst>
                                            <p:cond evt="begin" delay="0">
                                              <p:tn val="115"/>
                                            </p:cond>
                                          </p:stCondLst>
                                          <p:endCondLst>
                                            <p:cond evt="onStopAudio" delay="0">
                                              <p:tgtEl>
                                                <p:sldTgt/>
                                              </p:tgtEl>
                                            </p:cond>
                                          </p:endCondLst>
                                        </p:cTn>
                                        <p:tgtEl>
                                          <p:sndTgt r:embed="rId4" name="TYPE.WAV"/>
                                        </p:tgtEl>
                                      </p:cMediaNode>
                                    </p:audio>
                                  </p:subTnLst>
                                </p:cTn>
                              </p:par>
                            </p:childTnLst>
                          </p:cTn>
                        </p:par>
                      </p:childTnLst>
                    </p:cTn>
                  </p:par>
                  <p:par>
                    <p:cTn id="118" fill="hold">
                      <p:stCondLst>
                        <p:cond delay="indefinite"/>
                      </p:stCondLst>
                      <p:childTnLst>
                        <p:par>
                          <p:cTn id="119" fill="hold">
                            <p:stCondLst>
                              <p:cond delay="0"/>
                            </p:stCondLst>
                            <p:childTnLst>
                              <p:par>
                                <p:cTn id="120" presetID="22" presetClass="entr" presetSubtype="8" fill="hold" grpId="0" nodeType="clickEffect">
                                  <p:stCondLst>
                                    <p:cond delay="0"/>
                                  </p:stCondLst>
                                  <p:iterate type="wd">
                                    <p:tmPct val="100000"/>
                                  </p:iterate>
                                  <p:childTnLst>
                                    <p:set>
                                      <p:cBhvr>
                                        <p:cTn id="121" dur="1" fill="hold">
                                          <p:stCondLst>
                                            <p:cond delay="0"/>
                                          </p:stCondLst>
                                        </p:cTn>
                                        <p:tgtEl>
                                          <p:spTgt spid="151">
                                            <p:txEl>
                                              <p:pRg st="0" end="0"/>
                                            </p:txEl>
                                          </p:spTgt>
                                        </p:tgtEl>
                                        <p:attrNameLst>
                                          <p:attrName>style.visibility</p:attrName>
                                        </p:attrNameLst>
                                      </p:cBhvr>
                                      <p:to>
                                        <p:strVal val="visible"/>
                                      </p:to>
                                    </p:set>
                                    <p:animEffect transition="in" filter="wipe(left)">
                                      <p:cBhvr>
                                        <p:cTn id="122" dur="300"/>
                                        <p:tgtEl>
                                          <p:spTgt spid="151">
                                            <p:txEl>
                                              <p:pRg st="0" end="0"/>
                                            </p:txEl>
                                          </p:spTgt>
                                        </p:tgtEl>
                                      </p:cBhvr>
                                    </p:animEffect>
                                  </p:childTnLst>
                                  <p:subTnLst>
                                    <p:audio>
                                      <p:cMediaNode>
                                        <p:cTn display="0" masterRel="sameClick">
                                          <p:stCondLst>
                                            <p:cond evt="begin" delay="0">
                                              <p:tn val="120"/>
                                            </p:cond>
                                          </p:stCondLst>
                                          <p:endCondLst>
                                            <p:cond evt="onStopAudio" delay="0">
                                              <p:tgtEl>
                                                <p:sldTgt/>
                                              </p:tgtEl>
                                            </p:cond>
                                          </p:endCondLst>
                                        </p:cTn>
                                        <p:tgtEl>
                                          <p:sndTgt r:embed="rId4" name="TYPE.WAV"/>
                                        </p:tgtEl>
                                      </p:cMediaNode>
                                    </p:audio>
                                  </p:subTnLst>
                                </p:cTn>
                              </p:par>
                            </p:childTnLst>
                          </p:cTn>
                        </p:par>
                      </p:childTnLst>
                    </p:cTn>
                  </p:par>
                  <p:par>
                    <p:cTn id="123" fill="hold">
                      <p:stCondLst>
                        <p:cond delay="indefinite"/>
                      </p:stCondLst>
                      <p:childTnLst>
                        <p:par>
                          <p:cTn id="124" fill="hold">
                            <p:stCondLst>
                              <p:cond delay="0"/>
                            </p:stCondLst>
                            <p:childTnLst>
                              <p:par>
                                <p:cTn id="125" presetID="22" presetClass="entr" presetSubtype="8" fill="hold" grpId="0" nodeType="clickEffect">
                                  <p:stCondLst>
                                    <p:cond delay="0"/>
                                  </p:stCondLst>
                                  <p:iterate type="wd">
                                    <p:tmPct val="100000"/>
                                  </p:iterate>
                                  <p:childTnLst>
                                    <p:set>
                                      <p:cBhvr>
                                        <p:cTn id="126" dur="1" fill="hold">
                                          <p:stCondLst>
                                            <p:cond delay="0"/>
                                          </p:stCondLst>
                                        </p:cTn>
                                        <p:tgtEl>
                                          <p:spTgt spid="152">
                                            <p:txEl>
                                              <p:pRg st="0" end="0"/>
                                            </p:txEl>
                                          </p:spTgt>
                                        </p:tgtEl>
                                        <p:attrNameLst>
                                          <p:attrName>style.visibility</p:attrName>
                                        </p:attrNameLst>
                                      </p:cBhvr>
                                      <p:to>
                                        <p:strVal val="visible"/>
                                      </p:to>
                                    </p:set>
                                    <p:animEffect transition="in" filter="wipe(left)">
                                      <p:cBhvr>
                                        <p:cTn id="127" dur="300"/>
                                        <p:tgtEl>
                                          <p:spTgt spid="152">
                                            <p:txEl>
                                              <p:pRg st="0" end="0"/>
                                            </p:txEl>
                                          </p:spTgt>
                                        </p:tgtEl>
                                      </p:cBhvr>
                                    </p:animEffect>
                                  </p:childTnLst>
                                  <p:subTnLst>
                                    <p:audio>
                                      <p:cMediaNode>
                                        <p:cTn display="0" masterRel="sameClick">
                                          <p:stCondLst>
                                            <p:cond evt="begin" delay="0">
                                              <p:tn val="125"/>
                                            </p:cond>
                                          </p:stCondLst>
                                          <p:endCondLst>
                                            <p:cond evt="onStopAudio" delay="0">
                                              <p:tgtEl>
                                                <p:sldTgt/>
                                              </p:tgtEl>
                                            </p:cond>
                                          </p:endCondLst>
                                        </p:cTn>
                                        <p:tgtEl>
                                          <p:sndTgt r:embed="rId4" name="TYPE.WAV"/>
                                        </p:tgtEl>
                                      </p:cMediaNode>
                                    </p:audio>
                                  </p:subTnLst>
                                </p:cTn>
                              </p:par>
                            </p:childTnLst>
                          </p:cTn>
                        </p:par>
                      </p:childTnLst>
                    </p:cTn>
                  </p:par>
                  <p:par>
                    <p:cTn id="128" fill="hold">
                      <p:stCondLst>
                        <p:cond delay="indefinite"/>
                      </p:stCondLst>
                      <p:childTnLst>
                        <p:par>
                          <p:cTn id="129" fill="hold">
                            <p:stCondLst>
                              <p:cond delay="0"/>
                            </p:stCondLst>
                            <p:childTnLst>
                              <p:par>
                                <p:cTn id="130" presetID="22" presetClass="entr" presetSubtype="8" fill="hold" grpId="0" nodeType="clickEffect">
                                  <p:stCondLst>
                                    <p:cond delay="0"/>
                                  </p:stCondLst>
                                  <p:iterate type="lt">
                                    <p:tmPct val="40000"/>
                                  </p:iterate>
                                  <p:childTnLst>
                                    <p:set>
                                      <p:cBhvr>
                                        <p:cTn id="131" dur="1" fill="hold">
                                          <p:stCondLst>
                                            <p:cond delay="0"/>
                                          </p:stCondLst>
                                        </p:cTn>
                                        <p:tgtEl>
                                          <p:spTgt spid="153"/>
                                        </p:tgtEl>
                                        <p:attrNameLst>
                                          <p:attrName>style.visibility</p:attrName>
                                        </p:attrNameLst>
                                      </p:cBhvr>
                                      <p:to>
                                        <p:strVal val="visible"/>
                                      </p:to>
                                    </p:set>
                                    <p:animEffect transition="in" filter="wipe(left)">
                                      <p:cBhvr>
                                        <p:cTn id="132" dur="500"/>
                                        <p:tgtEl>
                                          <p:spTgt spid="1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utoUpdateAnimBg="0"/>
      <p:bldP spid="4" grpId="0" autoUpdateAnimBg="0"/>
      <p:bldP spid="17" grpId="0" autoUpdateAnimBg="0"/>
      <p:bldP spid="18" grpId="0" autoUpdateAnimBg="0"/>
      <p:bldP spid="127" grpId="0" autoUpdateAnimBg="0"/>
      <p:bldP spid="129" grpId="0" autoUpdateAnimBg="0"/>
      <p:bldP spid="132" grpId="0" autoUpdateAnimBg="0"/>
      <p:bldP spid="133" grpId="0" autoUpdateAnimBg="0"/>
      <p:bldP spid="144" grpId="0" build="p" autoUpdateAnimBg="0"/>
      <p:bldP spid="145" grpId="0" build="p" autoUpdateAnimBg="0"/>
      <p:bldP spid="146" grpId="0" build="p" autoUpdateAnimBg="0"/>
      <p:bldP spid="147" grpId="0"/>
      <p:bldP spid="148" grpId="0" build="p" autoUpdateAnimBg="0"/>
      <p:bldP spid="149" grpId="0" build="p" autoUpdateAnimBg="0"/>
      <p:bldP spid="150" grpId="0" build="p" autoUpdateAnimBg="0"/>
      <p:bldP spid="151" grpId="0" build="p" autoUpdateAnimBg="0"/>
      <p:bldP spid="152" grpId="0" build="p" autoUpdateAnimBg="0"/>
      <p:bldP spid="153"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164442" y="91693"/>
            <a:ext cx="5546711" cy="615553"/>
          </a:xfrm>
          <a:prstGeom prst="rect">
            <a:avLst/>
          </a:prstGeom>
        </p:spPr>
        <p:txBody>
          <a:bodyPr wrap="none">
            <a:spAutoFit/>
          </a:bodyPr>
          <a:lstStyle/>
          <a:p>
            <a:pPr>
              <a:defRPr/>
            </a:pPr>
            <a:r>
              <a:rPr kumimoji="1" lang="zh-CN" altLang="en-US" sz="3400" i="0" dirty="0">
                <a:solidFill>
                  <a:srgbClr val="FFFFFF"/>
                </a:solidFill>
                <a:latin typeface="微软雅黑" panose="020B0503020204020204" pitchFamily="34" charset="-122"/>
                <a:ea typeface="微软雅黑" panose="020B0503020204020204" pitchFamily="34" charset="-122"/>
              </a:rPr>
              <a:t>第二章</a:t>
            </a:r>
            <a:r>
              <a:rPr kumimoji="1" lang="en-US" altLang="zh-CN" sz="3400" i="0" dirty="0">
                <a:solidFill>
                  <a:srgbClr val="FFFFFF"/>
                </a:solidFill>
                <a:latin typeface="微软雅黑" panose="020B0503020204020204" pitchFamily="34" charset="-122"/>
                <a:ea typeface="微软雅黑" panose="020B0503020204020204" pitchFamily="34" charset="-122"/>
              </a:rPr>
              <a:t> </a:t>
            </a:r>
            <a:r>
              <a:rPr kumimoji="1" lang="zh-CN" altLang="en-US" sz="3400" i="0" dirty="0">
                <a:solidFill>
                  <a:srgbClr val="FFFFFF"/>
                </a:solidFill>
                <a:latin typeface="微软雅黑" panose="020B0503020204020204" pitchFamily="34" charset="-122"/>
                <a:ea typeface="微软雅黑" panose="020B0503020204020204" pitchFamily="34" charset="-122"/>
              </a:rPr>
              <a:t>平面问题的受力分析</a:t>
            </a:r>
          </a:p>
        </p:txBody>
      </p:sp>
      <p:sp>
        <p:nvSpPr>
          <p:cNvPr id="5" name="Rectangle 2"/>
          <p:cNvSpPr>
            <a:spLocks noChangeArrowheads="1"/>
          </p:cNvSpPr>
          <p:nvPr/>
        </p:nvSpPr>
        <p:spPr bwMode="auto">
          <a:xfrm>
            <a:off x="164442" y="928670"/>
            <a:ext cx="9747982" cy="5539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zh-CN" sz="3000" i="0" dirty="0">
                <a:solidFill>
                  <a:schemeClr val="accent6">
                    <a:lumMod val="75000"/>
                  </a:schemeClr>
                </a:solidFill>
                <a:latin typeface="+mn-lt"/>
                <a:ea typeface="微软雅黑" panose="020B0503020204020204" pitchFamily="34" charset="-122"/>
              </a:rPr>
              <a:t>§2-5  </a:t>
            </a:r>
            <a:r>
              <a:rPr lang="zh-CN" altLang="en-US" sz="3000" i="0" dirty="0">
                <a:solidFill>
                  <a:schemeClr val="accent6">
                    <a:lumMod val="75000"/>
                  </a:schemeClr>
                </a:solidFill>
                <a:latin typeface="+mn-lt"/>
                <a:ea typeface="微软雅黑" panose="020B0503020204020204" pitchFamily="34" charset="-122"/>
              </a:rPr>
              <a:t>考虑摩擦时的平衡问题</a:t>
            </a:r>
          </a:p>
        </p:txBody>
      </p:sp>
      <p:pic>
        <p:nvPicPr>
          <p:cNvPr id="8" name="Picture 9" descr="皮带轮">
            <a:extLst>
              <a:ext uri="{FF2B5EF4-FFF2-40B4-BE49-F238E27FC236}">
                <a16:creationId xmlns:a16="http://schemas.microsoft.com/office/drawing/2014/main" id="{54F395DC-77C4-4DC6-5DE2-B37802BC409E}"/>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3086"/>
          <a:stretch/>
        </p:blipFill>
        <p:spPr bwMode="auto">
          <a:xfrm>
            <a:off x="766702" y="1844824"/>
            <a:ext cx="3528392" cy="2619153"/>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pic>
        <p:nvPicPr>
          <p:cNvPr id="10" name="Picture 7" descr="MianFanBu_ChuanSongDai">
            <a:extLst>
              <a:ext uri="{FF2B5EF4-FFF2-40B4-BE49-F238E27FC236}">
                <a16:creationId xmlns:a16="http://schemas.microsoft.com/office/drawing/2014/main" id="{BFAD7B7A-EFA4-023B-2535-F07D5A76AE4B}"/>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10285"/>
          <a:stretch/>
        </p:blipFill>
        <p:spPr bwMode="auto">
          <a:xfrm>
            <a:off x="4583832" y="1844824"/>
            <a:ext cx="3382963" cy="2630569"/>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pic>
        <p:nvPicPr>
          <p:cNvPr id="12" name="Picture 6" descr="z2">
            <a:extLst>
              <a:ext uri="{FF2B5EF4-FFF2-40B4-BE49-F238E27FC236}">
                <a16:creationId xmlns:a16="http://schemas.microsoft.com/office/drawing/2014/main" id="{FB97A99A-347B-E981-412E-C304740C7C6A}"/>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t="13098" b="7795"/>
          <a:stretch/>
        </p:blipFill>
        <p:spPr bwMode="auto">
          <a:xfrm>
            <a:off x="8255533" y="1831119"/>
            <a:ext cx="3136647" cy="2630570"/>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
        <p:nvSpPr>
          <p:cNvPr id="16" name="Text Box 9">
            <a:extLst>
              <a:ext uri="{FF2B5EF4-FFF2-40B4-BE49-F238E27FC236}">
                <a16:creationId xmlns:a16="http://schemas.microsoft.com/office/drawing/2014/main" id="{8822F913-A4FC-FF2A-A081-7815A545B980}"/>
              </a:ext>
            </a:extLst>
          </p:cNvPr>
          <p:cNvSpPr txBox="1">
            <a:spLocks noChangeArrowheads="1"/>
          </p:cNvSpPr>
          <p:nvPr/>
        </p:nvSpPr>
        <p:spPr bwMode="auto">
          <a:xfrm>
            <a:off x="1055440" y="4581128"/>
            <a:ext cx="10081120" cy="15997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just">
              <a:spcBef>
                <a:spcPct val="20000"/>
              </a:spcBef>
              <a:buClr>
                <a:schemeClr val="accent1"/>
              </a:buClr>
              <a:buSzPct val="75000"/>
              <a:buFont typeface="Monotype Sorts" pitchFamily="2" charset="2"/>
              <a:buChar char="•"/>
              <a:defRPr kumimoji="1" sz="2400">
                <a:solidFill>
                  <a:schemeClr val="tx1"/>
                </a:solidFill>
                <a:latin typeface="Impact" panose="020B0806030902050204" pitchFamily="34" charset="0"/>
                <a:ea typeface="宋体" panose="02010600030101010101" pitchFamily="2" charset="-122"/>
              </a:defRPr>
            </a:lvl1pPr>
            <a:lvl2pPr marL="742950" indent="-285750">
              <a:spcBef>
                <a:spcPct val="20000"/>
              </a:spcBef>
              <a:buClr>
                <a:schemeClr val="accent2"/>
              </a:buClr>
              <a:buChar char="•"/>
              <a:defRPr kumimoji="1" sz="2000">
                <a:solidFill>
                  <a:schemeClr val="tx1"/>
                </a:solidFill>
                <a:latin typeface="Impact" panose="020B0806030902050204" pitchFamily="34" charset="0"/>
                <a:ea typeface="宋体" panose="02010600030101010101" pitchFamily="2" charset="-122"/>
              </a:defRPr>
            </a:lvl2pPr>
            <a:lvl3pPr marL="1143000" indent="-228600">
              <a:spcBef>
                <a:spcPct val="20000"/>
              </a:spcBef>
              <a:buChar char="–"/>
              <a:defRPr kumimoji="1" sz="2400">
                <a:solidFill>
                  <a:schemeClr val="tx1"/>
                </a:solidFill>
                <a:latin typeface="Impact" panose="020B0806030902050204" pitchFamily="34" charset="0"/>
                <a:ea typeface="宋体" panose="02010600030101010101" pitchFamily="2" charset="-122"/>
              </a:defRPr>
            </a:lvl3pPr>
            <a:lvl4pPr marL="1600200" indent="-228600">
              <a:spcBef>
                <a:spcPct val="20000"/>
              </a:spcBef>
              <a:buChar char="–"/>
              <a:defRPr kumimoji="1" sz="2000">
                <a:solidFill>
                  <a:schemeClr val="tx1"/>
                </a:solidFill>
                <a:latin typeface="Impact" panose="020B0806030902050204" pitchFamily="34" charset="0"/>
                <a:ea typeface="宋体" panose="02010600030101010101" pitchFamily="2" charset="-122"/>
              </a:defRPr>
            </a:lvl4pPr>
            <a:lvl5pPr marL="2057400" indent="-228600">
              <a:spcBef>
                <a:spcPct val="20000"/>
              </a:spcBef>
              <a:buChar char="»"/>
              <a:defRPr kumimoji="1" sz="2000">
                <a:solidFill>
                  <a:schemeClr val="tx1"/>
                </a:solidFill>
                <a:latin typeface="Impact" panose="020B0806030902050204" pitchFamily="34"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9pPr>
          </a:lstStyle>
          <a:p>
            <a:pPr>
              <a:lnSpc>
                <a:spcPct val="120000"/>
              </a:lnSpc>
              <a:spcBef>
                <a:spcPct val="0"/>
              </a:spcBef>
              <a:buClrTx/>
              <a:buSzTx/>
              <a:buNone/>
            </a:pPr>
            <a:r>
              <a:rPr lang="zh-CN" altLang="en-US" sz="2800" i="0" dirty="0">
                <a:latin typeface="微软雅黑" panose="020B0503020204020204" pitchFamily="34" charset="-122"/>
                <a:ea typeface="微软雅黑" panose="020B0503020204020204" pitchFamily="34" charset="-122"/>
              </a:rPr>
              <a:t>摩擦是一种普遍存在的现象。在一些问题中，由于其不成为主要因素，故设想了一种理想化的状态，常将摩擦忽略不计，但在大多数工程技术问题中，它仍是一个不容忽略的重要因素。</a:t>
            </a:r>
          </a:p>
        </p:txBody>
      </p:sp>
    </p:spTree>
    <p:extLst>
      <p:ext uri="{BB962C8B-B14F-4D97-AF65-F5344CB8AC3E}">
        <p14:creationId xmlns:p14="http://schemas.microsoft.com/office/powerpoint/2010/main" val="2510758806"/>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utoUpdateAnimBg="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164442" y="91693"/>
            <a:ext cx="5546711" cy="615553"/>
          </a:xfrm>
          <a:prstGeom prst="rect">
            <a:avLst/>
          </a:prstGeom>
        </p:spPr>
        <p:txBody>
          <a:bodyPr wrap="none">
            <a:spAutoFit/>
          </a:bodyPr>
          <a:lstStyle/>
          <a:p>
            <a:pPr>
              <a:defRPr/>
            </a:pPr>
            <a:r>
              <a:rPr kumimoji="1" lang="zh-CN" altLang="en-US" sz="3400" i="0" dirty="0">
                <a:solidFill>
                  <a:srgbClr val="FFFFFF"/>
                </a:solidFill>
                <a:latin typeface="微软雅黑" panose="020B0503020204020204" pitchFamily="34" charset="-122"/>
                <a:ea typeface="微软雅黑" panose="020B0503020204020204" pitchFamily="34" charset="-122"/>
              </a:rPr>
              <a:t>第二章</a:t>
            </a:r>
            <a:r>
              <a:rPr kumimoji="1" lang="en-US" altLang="zh-CN" sz="3400" i="0" dirty="0">
                <a:solidFill>
                  <a:srgbClr val="FFFFFF"/>
                </a:solidFill>
                <a:latin typeface="微软雅黑" panose="020B0503020204020204" pitchFamily="34" charset="-122"/>
                <a:ea typeface="微软雅黑" panose="020B0503020204020204" pitchFamily="34" charset="-122"/>
              </a:rPr>
              <a:t> </a:t>
            </a:r>
            <a:r>
              <a:rPr kumimoji="1" lang="zh-CN" altLang="en-US" sz="3400" i="0" dirty="0">
                <a:solidFill>
                  <a:srgbClr val="FFFFFF"/>
                </a:solidFill>
                <a:latin typeface="微软雅黑" panose="020B0503020204020204" pitchFamily="34" charset="-122"/>
                <a:ea typeface="微软雅黑" panose="020B0503020204020204" pitchFamily="34" charset="-122"/>
              </a:rPr>
              <a:t>平面问题的受力分析</a:t>
            </a:r>
          </a:p>
        </p:txBody>
      </p:sp>
      <p:sp>
        <p:nvSpPr>
          <p:cNvPr id="18" name="矩形 17"/>
          <p:cNvSpPr/>
          <p:nvPr/>
        </p:nvSpPr>
        <p:spPr>
          <a:xfrm>
            <a:off x="3887703" y="856028"/>
            <a:ext cx="1723549" cy="599331"/>
          </a:xfrm>
          <a:prstGeom prst="rect">
            <a:avLst/>
          </a:prstGeom>
        </p:spPr>
        <p:txBody>
          <a:bodyPr wrap="none">
            <a:spAutoFit/>
          </a:bodyPr>
          <a:lstStyle/>
          <a:p>
            <a:pPr>
              <a:lnSpc>
                <a:spcPct val="120000"/>
              </a:lnSpc>
            </a:pPr>
            <a:r>
              <a:rPr lang="zh-CN" altLang="en-US" sz="3000" i="0" dirty="0">
                <a:solidFill>
                  <a:srgbClr val="4F81BD"/>
                </a:solidFill>
                <a:latin typeface="微软雅黑" panose="020B0503020204020204" pitchFamily="34" charset="-122"/>
                <a:ea typeface="微软雅黑" panose="020B0503020204020204" pitchFamily="34" charset="-122"/>
              </a:rPr>
              <a:t>滑动摩擦</a:t>
            </a:r>
          </a:p>
        </p:txBody>
      </p:sp>
      <p:sp>
        <p:nvSpPr>
          <p:cNvPr id="3" name="矩形 10">
            <a:extLst>
              <a:ext uri="{FF2B5EF4-FFF2-40B4-BE49-F238E27FC236}">
                <a16:creationId xmlns:a16="http://schemas.microsoft.com/office/drawing/2014/main" id="{FB9C18E5-6816-016D-55C1-71DFA07BC0AD}"/>
              </a:ext>
            </a:extLst>
          </p:cNvPr>
          <p:cNvSpPr>
            <a:spLocks noChangeArrowheads="1"/>
          </p:cNvSpPr>
          <p:nvPr/>
        </p:nvSpPr>
        <p:spPr bwMode="auto">
          <a:xfrm>
            <a:off x="911424" y="1455359"/>
            <a:ext cx="10369152" cy="10826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nSpc>
                <a:spcPct val="120000"/>
              </a:lnSpc>
            </a:pPr>
            <a:r>
              <a:rPr kumimoji="1" lang="zh-CN" altLang="en-US" sz="2800" i="0" dirty="0">
                <a:solidFill>
                  <a:srgbClr val="FF0000"/>
                </a:solidFill>
                <a:latin typeface="微软雅黑" panose="020B0503020204020204" pitchFamily="34" charset="-122"/>
                <a:ea typeface="微软雅黑" panose="020B0503020204020204" pitchFamily="34" charset="-122"/>
              </a:rPr>
              <a:t>滑动摩擦力：</a:t>
            </a:r>
            <a:r>
              <a:rPr kumimoji="1" lang="zh-CN" altLang="en-US" sz="2800" i="0" dirty="0">
                <a:latin typeface="微软雅黑" panose="020B0503020204020204" pitchFamily="34" charset="-122"/>
                <a:ea typeface="微软雅黑" panose="020B0503020204020204" pitchFamily="34" charset="-122"/>
              </a:rPr>
              <a:t>两个表面粗糙的物体，当接触表面之间有相对滑动趋势或者相对滑动时，彼此作用有阻碍相对滑动的阻力。</a:t>
            </a:r>
          </a:p>
        </p:txBody>
      </p:sp>
      <p:sp>
        <p:nvSpPr>
          <p:cNvPr id="9" name="Rectangle 61">
            <a:extLst>
              <a:ext uri="{FF2B5EF4-FFF2-40B4-BE49-F238E27FC236}">
                <a16:creationId xmlns:a16="http://schemas.microsoft.com/office/drawing/2014/main" id="{73C9FF17-C75A-8DBC-5351-D7589ADCC51D}"/>
              </a:ext>
            </a:extLst>
          </p:cNvPr>
          <p:cNvSpPr>
            <a:spLocks noChangeArrowheads="1"/>
          </p:cNvSpPr>
          <p:nvPr/>
        </p:nvSpPr>
        <p:spPr bwMode="auto">
          <a:xfrm>
            <a:off x="7893584" y="3717032"/>
            <a:ext cx="4035064" cy="2432715"/>
          </a:xfrm>
          <a:prstGeom prst="rect">
            <a:avLst/>
          </a:prstGeom>
          <a:solidFill>
            <a:srgbClr val="B9CDE5"/>
          </a:solidFill>
          <a:ln>
            <a:noFill/>
          </a:ln>
          <a:effectLst/>
        </p:spPr>
        <p:txBody>
          <a:bodyPr wrap="none" anchor="ctr"/>
          <a:lstStyle/>
          <a:p>
            <a:endParaRPr lang="zh-CN" altLang="en-US"/>
          </a:p>
        </p:txBody>
      </p:sp>
      <p:grpSp>
        <p:nvGrpSpPr>
          <p:cNvPr id="10" name="Group 14">
            <a:extLst>
              <a:ext uri="{FF2B5EF4-FFF2-40B4-BE49-F238E27FC236}">
                <a16:creationId xmlns:a16="http://schemas.microsoft.com/office/drawing/2014/main" id="{C2D61BFD-FA42-0B14-FE3A-34ED91BEE101}"/>
              </a:ext>
            </a:extLst>
          </p:cNvPr>
          <p:cNvGrpSpPr>
            <a:grpSpLocks/>
          </p:cNvGrpSpPr>
          <p:nvPr/>
        </p:nvGrpSpPr>
        <p:grpSpPr bwMode="auto">
          <a:xfrm>
            <a:off x="8544272" y="4095964"/>
            <a:ext cx="2971800" cy="1143000"/>
            <a:chOff x="1056" y="1248"/>
            <a:chExt cx="1872" cy="720"/>
          </a:xfrm>
        </p:grpSpPr>
        <p:sp>
          <p:nvSpPr>
            <p:cNvPr id="11" name="Line 15">
              <a:extLst>
                <a:ext uri="{FF2B5EF4-FFF2-40B4-BE49-F238E27FC236}">
                  <a16:creationId xmlns:a16="http://schemas.microsoft.com/office/drawing/2014/main" id="{15A57509-388A-2918-9BAC-BA2FE161CC42}"/>
                </a:ext>
              </a:extLst>
            </p:cNvPr>
            <p:cNvSpPr>
              <a:spLocks noChangeShapeType="1"/>
            </p:cNvSpPr>
            <p:nvPr/>
          </p:nvSpPr>
          <p:spPr bwMode="auto">
            <a:xfrm flipH="1">
              <a:off x="1776" y="1920"/>
              <a:ext cx="96" cy="4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12" name="Group 16">
              <a:extLst>
                <a:ext uri="{FF2B5EF4-FFF2-40B4-BE49-F238E27FC236}">
                  <a16:creationId xmlns:a16="http://schemas.microsoft.com/office/drawing/2014/main" id="{F1BE1A96-454E-96AB-F506-9E26EB152A6E}"/>
                </a:ext>
              </a:extLst>
            </p:cNvPr>
            <p:cNvGrpSpPr>
              <a:grpSpLocks/>
            </p:cNvGrpSpPr>
            <p:nvPr/>
          </p:nvGrpSpPr>
          <p:grpSpPr bwMode="auto">
            <a:xfrm>
              <a:off x="1056" y="1248"/>
              <a:ext cx="1872" cy="720"/>
              <a:chOff x="2688" y="624"/>
              <a:chExt cx="1872" cy="720"/>
            </a:xfrm>
          </p:grpSpPr>
          <p:sp>
            <p:nvSpPr>
              <p:cNvPr id="13" name="Rectangle 17">
                <a:extLst>
                  <a:ext uri="{FF2B5EF4-FFF2-40B4-BE49-F238E27FC236}">
                    <a16:creationId xmlns:a16="http://schemas.microsoft.com/office/drawing/2014/main" id="{F45AEEB4-4738-00F9-B1A9-32714398E044}"/>
                  </a:ext>
                </a:extLst>
              </p:cNvPr>
              <p:cNvSpPr>
                <a:spLocks noChangeArrowheads="1"/>
              </p:cNvSpPr>
              <p:nvPr/>
            </p:nvSpPr>
            <p:spPr bwMode="auto">
              <a:xfrm>
                <a:off x="2880" y="624"/>
                <a:ext cx="1248" cy="672"/>
              </a:xfrm>
              <a:prstGeom prst="rect">
                <a:avLst/>
              </a:prstGeom>
              <a:solidFill>
                <a:srgbClr val="99CC00"/>
              </a:solidFill>
              <a:ln w="9525">
                <a:solidFill>
                  <a:schemeClr val="tx1"/>
                </a:solidFill>
                <a:miter lim="800000"/>
                <a:headEnd/>
                <a:tailEnd/>
              </a:ln>
            </p:spPr>
            <p:txBody>
              <a:bodyPr wrap="none" anchor="ct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endParaRPr lang="zh-CN" altLang="en-US"/>
              </a:p>
            </p:txBody>
          </p:sp>
          <p:sp>
            <p:nvSpPr>
              <p:cNvPr id="16" name="Line 18">
                <a:extLst>
                  <a:ext uri="{FF2B5EF4-FFF2-40B4-BE49-F238E27FC236}">
                    <a16:creationId xmlns:a16="http://schemas.microsoft.com/office/drawing/2014/main" id="{512AE847-5F38-6682-6063-54D3B8FDC5DB}"/>
                  </a:ext>
                </a:extLst>
              </p:cNvPr>
              <p:cNvSpPr>
                <a:spLocks noChangeShapeType="1"/>
              </p:cNvSpPr>
              <p:nvPr/>
            </p:nvSpPr>
            <p:spPr bwMode="auto">
              <a:xfrm>
                <a:off x="2688" y="1296"/>
                <a:ext cx="182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7" name="Line 19">
                <a:extLst>
                  <a:ext uri="{FF2B5EF4-FFF2-40B4-BE49-F238E27FC236}">
                    <a16:creationId xmlns:a16="http://schemas.microsoft.com/office/drawing/2014/main" id="{C074F34D-A115-E98F-E886-C6CBDA929993}"/>
                  </a:ext>
                </a:extLst>
              </p:cNvPr>
              <p:cNvSpPr>
                <a:spLocks noChangeShapeType="1"/>
              </p:cNvSpPr>
              <p:nvPr/>
            </p:nvSpPr>
            <p:spPr bwMode="auto">
              <a:xfrm flipH="1">
                <a:off x="2736" y="1296"/>
                <a:ext cx="96" cy="4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 name="Line 20">
                <a:extLst>
                  <a:ext uri="{FF2B5EF4-FFF2-40B4-BE49-F238E27FC236}">
                    <a16:creationId xmlns:a16="http://schemas.microsoft.com/office/drawing/2014/main" id="{E0A5A041-A66E-7BCD-F213-40C7D32808CB}"/>
                  </a:ext>
                </a:extLst>
              </p:cNvPr>
              <p:cNvSpPr>
                <a:spLocks noChangeShapeType="1"/>
              </p:cNvSpPr>
              <p:nvPr/>
            </p:nvSpPr>
            <p:spPr bwMode="auto">
              <a:xfrm flipH="1">
                <a:off x="2976" y="1296"/>
                <a:ext cx="96" cy="4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 name="Line 21">
                <a:extLst>
                  <a:ext uri="{FF2B5EF4-FFF2-40B4-BE49-F238E27FC236}">
                    <a16:creationId xmlns:a16="http://schemas.microsoft.com/office/drawing/2014/main" id="{BAA22FB4-431F-7D7E-94FC-9833F9B1397E}"/>
                  </a:ext>
                </a:extLst>
              </p:cNvPr>
              <p:cNvSpPr>
                <a:spLocks noChangeShapeType="1"/>
              </p:cNvSpPr>
              <p:nvPr/>
            </p:nvSpPr>
            <p:spPr bwMode="auto">
              <a:xfrm flipH="1">
                <a:off x="3168" y="1296"/>
                <a:ext cx="96" cy="4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 name="Line 22">
                <a:extLst>
                  <a:ext uri="{FF2B5EF4-FFF2-40B4-BE49-F238E27FC236}">
                    <a16:creationId xmlns:a16="http://schemas.microsoft.com/office/drawing/2014/main" id="{CC5DBC0B-2544-6981-7DB0-7172FA4C7D7C}"/>
                  </a:ext>
                </a:extLst>
              </p:cNvPr>
              <p:cNvSpPr>
                <a:spLocks noChangeShapeType="1"/>
              </p:cNvSpPr>
              <p:nvPr/>
            </p:nvSpPr>
            <p:spPr bwMode="auto">
              <a:xfrm flipH="1">
                <a:off x="3600" y="1296"/>
                <a:ext cx="96" cy="4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 name="Line 23">
                <a:extLst>
                  <a:ext uri="{FF2B5EF4-FFF2-40B4-BE49-F238E27FC236}">
                    <a16:creationId xmlns:a16="http://schemas.microsoft.com/office/drawing/2014/main" id="{B30F9169-E36C-49A9-5E1E-D0526ECD6B4B}"/>
                  </a:ext>
                </a:extLst>
              </p:cNvPr>
              <p:cNvSpPr>
                <a:spLocks noChangeShapeType="1"/>
              </p:cNvSpPr>
              <p:nvPr/>
            </p:nvSpPr>
            <p:spPr bwMode="auto">
              <a:xfrm flipH="1">
                <a:off x="3792" y="1296"/>
                <a:ext cx="96" cy="4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9" name="Line 24">
                <a:extLst>
                  <a:ext uri="{FF2B5EF4-FFF2-40B4-BE49-F238E27FC236}">
                    <a16:creationId xmlns:a16="http://schemas.microsoft.com/office/drawing/2014/main" id="{FA70419E-849A-492F-4442-27FDFF3D2809}"/>
                  </a:ext>
                </a:extLst>
              </p:cNvPr>
              <p:cNvSpPr>
                <a:spLocks noChangeShapeType="1"/>
              </p:cNvSpPr>
              <p:nvPr/>
            </p:nvSpPr>
            <p:spPr bwMode="auto">
              <a:xfrm flipH="1">
                <a:off x="3984" y="1296"/>
                <a:ext cx="96" cy="4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0" name="Line 25">
                <a:extLst>
                  <a:ext uri="{FF2B5EF4-FFF2-40B4-BE49-F238E27FC236}">
                    <a16:creationId xmlns:a16="http://schemas.microsoft.com/office/drawing/2014/main" id="{575BAFCB-D57C-B652-03F8-756A31870D9F}"/>
                  </a:ext>
                </a:extLst>
              </p:cNvPr>
              <p:cNvSpPr>
                <a:spLocks noChangeShapeType="1"/>
              </p:cNvSpPr>
              <p:nvPr/>
            </p:nvSpPr>
            <p:spPr bwMode="auto">
              <a:xfrm flipH="1">
                <a:off x="4128" y="1296"/>
                <a:ext cx="96" cy="4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1" name="Line 26">
                <a:extLst>
                  <a:ext uri="{FF2B5EF4-FFF2-40B4-BE49-F238E27FC236}">
                    <a16:creationId xmlns:a16="http://schemas.microsoft.com/office/drawing/2014/main" id="{084D975A-FD4A-EF29-7A7E-E7806340E206}"/>
                  </a:ext>
                </a:extLst>
              </p:cNvPr>
              <p:cNvSpPr>
                <a:spLocks noChangeShapeType="1"/>
              </p:cNvSpPr>
              <p:nvPr/>
            </p:nvSpPr>
            <p:spPr bwMode="auto">
              <a:xfrm flipH="1">
                <a:off x="4272" y="1296"/>
                <a:ext cx="96" cy="4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2" name="Line 27">
                <a:extLst>
                  <a:ext uri="{FF2B5EF4-FFF2-40B4-BE49-F238E27FC236}">
                    <a16:creationId xmlns:a16="http://schemas.microsoft.com/office/drawing/2014/main" id="{8D0F22A3-60B9-2B3B-89D2-E6069F22FF59}"/>
                  </a:ext>
                </a:extLst>
              </p:cNvPr>
              <p:cNvSpPr>
                <a:spLocks noChangeShapeType="1"/>
              </p:cNvSpPr>
              <p:nvPr/>
            </p:nvSpPr>
            <p:spPr bwMode="auto">
              <a:xfrm flipH="1">
                <a:off x="4464" y="1296"/>
                <a:ext cx="96" cy="4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grpSp>
        <p:nvGrpSpPr>
          <p:cNvPr id="33" name="Group 28">
            <a:extLst>
              <a:ext uri="{FF2B5EF4-FFF2-40B4-BE49-F238E27FC236}">
                <a16:creationId xmlns:a16="http://schemas.microsoft.com/office/drawing/2014/main" id="{86CA9C4D-DCB8-6A47-BAD2-A9DBFBCAF352}"/>
              </a:ext>
            </a:extLst>
          </p:cNvPr>
          <p:cNvGrpSpPr>
            <a:grpSpLocks/>
          </p:cNvGrpSpPr>
          <p:nvPr/>
        </p:nvGrpSpPr>
        <p:grpSpPr bwMode="auto">
          <a:xfrm>
            <a:off x="8849072" y="4172164"/>
            <a:ext cx="1371600" cy="1524000"/>
            <a:chOff x="3936" y="1248"/>
            <a:chExt cx="864" cy="960"/>
          </a:xfrm>
        </p:grpSpPr>
        <p:sp>
          <p:nvSpPr>
            <p:cNvPr id="34" name="Line 29">
              <a:extLst>
                <a:ext uri="{FF2B5EF4-FFF2-40B4-BE49-F238E27FC236}">
                  <a16:creationId xmlns:a16="http://schemas.microsoft.com/office/drawing/2014/main" id="{5D551477-0382-88CD-13D2-A7623BBBD80F}"/>
                </a:ext>
              </a:extLst>
            </p:cNvPr>
            <p:cNvSpPr>
              <a:spLocks noChangeShapeType="1"/>
            </p:cNvSpPr>
            <p:nvPr/>
          </p:nvSpPr>
          <p:spPr bwMode="auto">
            <a:xfrm flipH="1">
              <a:off x="4272" y="1920"/>
              <a:ext cx="528" cy="0"/>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5" name="Line 30">
              <a:extLst>
                <a:ext uri="{FF2B5EF4-FFF2-40B4-BE49-F238E27FC236}">
                  <a16:creationId xmlns:a16="http://schemas.microsoft.com/office/drawing/2014/main" id="{961D1FE3-932C-4B75-09D5-A1D0F429F7E2}"/>
                </a:ext>
              </a:extLst>
            </p:cNvPr>
            <p:cNvSpPr>
              <a:spLocks noChangeShapeType="1"/>
            </p:cNvSpPr>
            <p:nvPr/>
          </p:nvSpPr>
          <p:spPr bwMode="auto">
            <a:xfrm>
              <a:off x="3936" y="1536"/>
              <a:ext cx="480" cy="0"/>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6" name="Text Box 31">
              <a:extLst>
                <a:ext uri="{FF2B5EF4-FFF2-40B4-BE49-F238E27FC236}">
                  <a16:creationId xmlns:a16="http://schemas.microsoft.com/office/drawing/2014/main" id="{2613BD43-610B-3265-2D1B-A768A224F3D8}"/>
                </a:ext>
              </a:extLst>
            </p:cNvPr>
            <p:cNvSpPr txBox="1">
              <a:spLocks noChangeArrowheads="1"/>
            </p:cNvSpPr>
            <p:nvPr/>
          </p:nvSpPr>
          <p:spPr bwMode="auto">
            <a:xfrm>
              <a:off x="3936" y="1248"/>
              <a:ext cx="52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spcBef>
                  <a:spcPct val="50000"/>
                </a:spcBef>
              </a:pPr>
              <a:r>
                <a:rPr lang="en-US" altLang="zh-CN">
                  <a:solidFill>
                    <a:srgbClr val="800000"/>
                  </a:solidFill>
                </a:rPr>
                <a:t>F</a:t>
              </a:r>
            </a:p>
          </p:txBody>
        </p:sp>
        <p:sp>
          <p:nvSpPr>
            <p:cNvPr id="37" name="Text Box 32">
              <a:extLst>
                <a:ext uri="{FF2B5EF4-FFF2-40B4-BE49-F238E27FC236}">
                  <a16:creationId xmlns:a16="http://schemas.microsoft.com/office/drawing/2014/main" id="{0591AF2D-4B61-FE8C-1912-45130E0489BB}"/>
                </a:ext>
              </a:extLst>
            </p:cNvPr>
            <p:cNvSpPr txBox="1">
              <a:spLocks noChangeArrowheads="1"/>
            </p:cNvSpPr>
            <p:nvPr/>
          </p:nvSpPr>
          <p:spPr bwMode="auto">
            <a:xfrm>
              <a:off x="4176" y="1920"/>
              <a:ext cx="52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spcBef>
                  <a:spcPct val="50000"/>
                </a:spcBef>
              </a:pPr>
              <a:r>
                <a:rPr lang="en-US" altLang="zh-CN" dirty="0">
                  <a:solidFill>
                    <a:srgbClr val="800000"/>
                  </a:solidFill>
                </a:rPr>
                <a:t>F</a:t>
              </a:r>
              <a:r>
                <a:rPr lang="en-US" altLang="zh-CN" i="0" baseline="-25000" dirty="0">
                  <a:solidFill>
                    <a:srgbClr val="800000"/>
                  </a:solidFill>
                </a:rPr>
                <a:t>f</a:t>
              </a:r>
            </a:p>
          </p:txBody>
        </p:sp>
      </p:grpSp>
      <p:grpSp>
        <p:nvGrpSpPr>
          <p:cNvPr id="38" name="Group 33">
            <a:extLst>
              <a:ext uri="{FF2B5EF4-FFF2-40B4-BE49-F238E27FC236}">
                <a16:creationId xmlns:a16="http://schemas.microsoft.com/office/drawing/2014/main" id="{C1F1D86B-DF07-EC66-6338-61A54BEAF599}"/>
              </a:ext>
            </a:extLst>
          </p:cNvPr>
          <p:cNvGrpSpPr>
            <a:grpSpLocks/>
          </p:cNvGrpSpPr>
          <p:nvPr/>
        </p:nvGrpSpPr>
        <p:grpSpPr bwMode="auto">
          <a:xfrm>
            <a:off x="9839672" y="4324564"/>
            <a:ext cx="990600" cy="1447800"/>
            <a:chOff x="4560" y="1344"/>
            <a:chExt cx="624" cy="912"/>
          </a:xfrm>
        </p:grpSpPr>
        <p:sp>
          <p:nvSpPr>
            <p:cNvPr id="39" name="Line 34">
              <a:extLst>
                <a:ext uri="{FF2B5EF4-FFF2-40B4-BE49-F238E27FC236}">
                  <a16:creationId xmlns:a16="http://schemas.microsoft.com/office/drawing/2014/main" id="{DF4E91B7-C8C9-3986-8BEF-F636BAC81673}"/>
                </a:ext>
              </a:extLst>
            </p:cNvPr>
            <p:cNvSpPr>
              <a:spLocks noChangeShapeType="1"/>
            </p:cNvSpPr>
            <p:nvPr/>
          </p:nvSpPr>
          <p:spPr bwMode="auto">
            <a:xfrm flipV="1">
              <a:off x="4608" y="1920"/>
              <a:ext cx="0" cy="336"/>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0" name="Line 35">
              <a:extLst>
                <a:ext uri="{FF2B5EF4-FFF2-40B4-BE49-F238E27FC236}">
                  <a16:creationId xmlns:a16="http://schemas.microsoft.com/office/drawing/2014/main" id="{E55D3AC9-E86E-6B83-FB44-015D121CAA4C}"/>
                </a:ext>
              </a:extLst>
            </p:cNvPr>
            <p:cNvSpPr>
              <a:spLocks noChangeShapeType="1"/>
            </p:cNvSpPr>
            <p:nvPr/>
          </p:nvSpPr>
          <p:spPr bwMode="auto">
            <a:xfrm>
              <a:off x="4560" y="1344"/>
              <a:ext cx="0" cy="336"/>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1" name="Text Box 36">
              <a:extLst>
                <a:ext uri="{FF2B5EF4-FFF2-40B4-BE49-F238E27FC236}">
                  <a16:creationId xmlns:a16="http://schemas.microsoft.com/office/drawing/2014/main" id="{12FF8388-04F0-6DBC-F232-893CAB2DFB09}"/>
                </a:ext>
              </a:extLst>
            </p:cNvPr>
            <p:cNvSpPr txBox="1">
              <a:spLocks noChangeArrowheads="1"/>
            </p:cNvSpPr>
            <p:nvPr/>
          </p:nvSpPr>
          <p:spPr bwMode="auto">
            <a:xfrm>
              <a:off x="4608" y="1536"/>
              <a:ext cx="38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spcBef>
                  <a:spcPct val="50000"/>
                </a:spcBef>
              </a:pPr>
              <a:r>
                <a:rPr lang="en-US" altLang="zh-CN">
                  <a:solidFill>
                    <a:srgbClr val="800000"/>
                  </a:solidFill>
                </a:rPr>
                <a:t>P</a:t>
              </a:r>
            </a:p>
          </p:txBody>
        </p:sp>
        <p:sp>
          <p:nvSpPr>
            <p:cNvPr id="42" name="Text Box 37">
              <a:extLst>
                <a:ext uri="{FF2B5EF4-FFF2-40B4-BE49-F238E27FC236}">
                  <a16:creationId xmlns:a16="http://schemas.microsoft.com/office/drawing/2014/main" id="{8ED46B41-DA31-9003-0DF5-93F95CD954C0}"/>
                </a:ext>
              </a:extLst>
            </p:cNvPr>
            <p:cNvSpPr txBox="1">
              <a:spLocks noChangeArrowheads="1"/>
            </p:cNvSpPr>
            <p:nvPr/>
          </p:nvSpPr>
          <p:spPr bwMode="auto">
            <a:xfrm>
              <a:off x="4656" y="1968"/>
              <a:ext cx="52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spcBef>
                  <a:spcPct val="50000"/>
                </a:spcBef>
              </a:pPr>
              <a:r>
                <a:rPr lang="en-US" altLang="zh-CN" dirty="0">
                  <a:solidFill>
                    <a:srgbClr val="800000"/>
                  </a:solidFill>
                </a:rPr>
                <a:t>F</a:t>
              </a:r>
              <a:r>
                <a:rPr lang="en-US" altLang="zh-CN" i="0" baseline="-25000" dirty="0">
                  <a:solidFill>
                    <a:srgbClr val="800000"/>
                  </a:solidFill>
                </a:rPr>
                <a:t>N</a:t>
              </a:r>
              <a:endParaRPr lang="en-US" altLang="zh-CN" i="0" dirty="0">
                <a:solidFill>
                  <a:srgbClr val="800000"/>
                </a:solidFill>
              </a:endParaRPr>
            </a:p>
          </p:txBody>
        </p:sp>
      </p:grpSp>
      <p:sp>
        <p:nvSpPr>
          <p:cNvPr id="43" name="矩形 10">
            <a:extLst>
              <a:ext uri="{FF2B5EF4-FFF2-40B4-BE49-F238E27FC236}">
                <a16:creationId xmlns:a16="http://schemas.microsoft.com/office/drawing/2014/main" id="{D2E1ADC9-5245-EB4E-4566-02209EA73140}"/>
              </a:ext>
            </a:extLst>
          </p:cNvPr>
          <p:cNvSpPr>
            <a:spLocks noChangeArrowheads="1"/>
          </p:cNvSpPr>
          <p:nvPr/>
        </p:nvSpPr>
        <p:spPr bwMode="auto">
          <a:xfrm>
            <a:off x="911424" y="2518343"/>
            <a:ext cx="10369152" cy="15997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nSpc>
                <a:spcPct val="120000"/>
              </a:lnSpc>
            </a:pPr>
            <a:r>
              <a:rPr kumimoji="1" lang="zh-CN" altLang="en-US" sz="2800" i="0" dirty="0">
                <a:solidFill>
                  <a:srgbClr val="FF0000"/>
                </a:solidFill>
                <a:latin typeface="微软雅黑" panose="020B0503020204020204" pitchFamily="34" charset="-122"/>
                <a:ea typeface="微软雅黑" panose="020B0503020204020204" pitchFamily="34" charset="-122"/>
              </a:rPr>
              <a:t>静滑动摩擦力：</a:t>
            </a:r>
            <a:r>
              <a:rPr kumimoji="1" lang="zh-CN" altLang="en-US" sz="2800" i="0" dirty="0">
                <a:latin typeface="微软雅黑" panose="020B0503020204020204" pitchFamily="34" charset="-122"/>
                <a:ea typeface="微软雅黑" panose="020B0503020204020204" pitchFamily="34" charset="-122"/>
              </a:rPr>
              <a:t>两物体接触表面有相对滑动趋势时，仍保持平衡，沿接触表面产生的切向阻力。属于被动，未知的约束力，与作用在物体上的主动力有关，由平衡条件确定。</a:t>
            </a:r>
            <a:endParaRPr kumimoji="1" lang="en-US" altLang="zh-CN" sz="2800" i="0" dirty="0">
              <a:latin typeface="微软雅黑" panose="020B0503020204020204" pitchFamily="34" charset="-122"/>
              <a:ea typeface="微软雅黑" panose="020B0503020204020204" pitchFamily="34" charset="-122"/>
            </a:endParaRPr>
          </a:p>
        </p:txBody>
      </p:sp>
      <p:sp>
        <p:nvSpPr>
          <p:cNvPr id="45" name="文本框 44">
            <a:extLst>
              <a:ext uri="{FF2B5EF4-FFF2-40B4-BE49-F238E27FC236}">
                <a16:creationId xmlns:a16="http://schemas.microsoft.com/office/drawing/2014/main" id="{C51AE824-A574-CA54-8F66-4EC40DEBDF67}"/>
              </a:ext>
            </a:extLst>
          </p:cNvPr>
          <p:cNvSpPr txBox="1"/>
          <p:nvPr/>
        </p:nvSpPr>
        <p:spPr>
          <a:xfrm>
            <a:off x="905655" y="4724560"/>
            <a:ext cx="6982537" cy="1028808"/>
          </a:xfrm>
          <a:prstGeom prst="rect">
            <a:avLst/>
          </a:prstGeom>
          <a:noFill/>
        </p:spPr>
        <p:txBody>
          <a:bodyPr wrap="square">
            <a:spAutoFit/>
          </a:bodyPr>
          <a:lstStyle/>
          <a:p>
            <a:pPr>
              <a:spcBef>
                <a:spcPct val="50000"/>
              </a:spcBef>
            </a:pPr>
            <a:r>
              <a:rPr kumimoji="1" lang="zh-CN" altLang="en-US" sz="2800" i="0" dirty="0">
                <a:solidFill>
                  <a:schemeClr val="tx1"/>
                </a:solidFill>
                <a:latin typeface="微软雅黑" panose="020B0503020204020204" pitchFamily="34" charset="-122"/>
                <a:ea typeface="微软雅黑" panose="020B0503020204020204" pitchFamily="34" charset="-122"/>
              </a:rPr>
              <a:t>与一般约束力的不同：</a:t>
            </a:r>
            <a:r>
              <a:rPr lang="zh-CN" altLang="en-US" sz="2800" i="0" dirty="0">
                <a:latin typeface="微软雅黑" panose="020B0503020204020204" pitchFamily="34" charset="-122"/>
                <a:ea typeface="微软雅黑" panose="020B0503020204020204" pitchFamily="34" charset="-122"/>
              </a:rPr>
              <a:t>静摩擦力具有最大值</a:t>
            </a:r>
          </a:p>
          <a:p>
            <a:pPr eaLnBrk="1" hangingPunct="1">
              <a:lnSpc>
                <a:spcPct val="130000"/>
              </a:lnSpc>
              <a:buNone/>
            </a:pPr>
            <a:endParaRPr kumimoji="1" lang="zh-CN" altLang="en-US" sz="2800" i="0" dirty="0">
              <a:solidFill>
                <a:schemeClr val="tx1"/>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149336609"/>
      </p:ext>
    </p:extLst>
  </p:cSld>
  <p:clrMapOvr>
    <a:masterClrMapping/>
  </p:clrMapOvr>
  <p:transition spd="slow"/>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164442" y="91693"/>
            <a:ext cx="5546711" cy="615553"/>
          </a:xfrm>
          <a:prstGeom prst="rect">
            <a:avLst/>
          </a:prstGeom>
        </p:spPr>
        <p:txBody>
          <a:bodyPr wrap="none">
            <a:spAutoFit/>
          </a:bodyPr>
          <a:lstStyle/>
          <a:p>
            <a:pPr>
              <a:defRPr/>
            </a:pPr>
            <a:r>
              <a:rPr kumimoji="1" lang="zh-CN" altLang="en-US" sz="3400" i="0" dirty="0">
                <a:solidFill>
                  <a:srgbClr val="FFFFFF"/>
                </a:solidFill>
                <a:latin typeface="微软雅黑" panose="020B0503020204020204" pitchFamily="34" charset="-122"/>
                <a:ea typeface="微软雅黑" panose="020B0503020204020204" pitchFamily="34" charset="-122"/>
              </a:rPr>
              <a:t>第二章</a:t>
            </a:r>
            <a:r>
              <a:rPr kumimoji="1" lang="en-US" altLang="zh-CN" sz="3400" i="0" dirty="0">
                <a:solidFill>
                  <a:srgbClr val="FFFFFF"/>
                </a:solidFill>
                <a:latin typeface="微软雅黑" panose="020B0503020204020204" pitchFamily="34" charset="-122"/>
                <a:ea typeface="微软雅黑" panose="020B0503020204020204" pitchFamily="34" charset="-122"/>
              </a:rPr>
              <a:t> </a:t>
            </a:r>
            <a:r>
              <a:rPr kumimoji="1" lang="zh-CN" altLang="en-US" sz="3400" i="0" dirty="0">
                <a:solidFill>
                  <a:srgbClr val="FFFFFF"/>
                </a:solidFill>
                <a:latin typeface="微软雅黑" panose="020B0503020204020204" pitchFamily="34" charset="-122"/>
                <a:ea typeface="微软雅黑" panose="020B0503020204020204" pitchFamily="34" charset="-122"/>
              </a:rPr>
              <a:t>平面问题的受力分析</a:t>
            </a:r>
          </a:p>
        </p:txBody>
      </p:sp>
      <p:sp>
        <p:nvSpPr>
          <p:cNvPr id="3" name="矩形 10">
            <a:extLst>
              <a:ext uri="{FF2B5EF4-FFF2-40B4-BE49-F238E27FC236}">
                <a16:creationId xmlns:a16="http://schemas.microsoft.com/office/drawing/2014/main" id="{FB9C18E5-6816-016D-55C1-71DFA07BC0AD}"/>
              </a:ext>
            </a:extLst>
          </p:cNvPr>
          <p:cNvSpPr>
            <a:spLocks noChangeArrowheads="1"/>
          </p:cNvSpPr>
          <p:nvPr/>
        </p:nvSpPr>
        <p:spPr bwMode="auto">
          <a:xfrm>
            <a:off x="2812914" y="913734"/>
            <a:ext cx="2130958" cy="5656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nSpc>
                <a:spcPct val="120000"/>
              </a:lnSpc>
            </a:pPr>
            <a:r>
              <a:rPr kumimoji="1" lang="zh-CN" altLang="en-US" sz="2800" i="0" dirty="0">
                <a:solidFill>
                  <a:srgbClr val="FF0000"/>
                </a:solidFill>
                <a:latin typeface="微软雅黑" panose="020B0503020204020204" pitchFamily="34" charset="-122"/>
                <a:ea typeface="微软雅黑" panose="020B0503020204020204" pitchFamily="34" charset="-122"/>
              </a:rPr>
              <a:t>库仑实验</a:t>
            </a:r>
            <a:endParaRPr kumimoji="1" lang="zh-CN" altLang="en-US" sz="2800" i="0" dirty="0">
              <a:latin typeface="微软雅黑" panose="020B0503020204020204" pitchFamily="34" charset="-122"/>
              <a:ea typeface="微软雅黑" panose="020B0503020204020204" pitchFamily="34" charset="-122"/>
            </a:endParaRPr>
          </a:p>
        </p:txBody>
      </p:sp>
      <p:sp>
        <p:nvSpPr>
          <p:cNvPr id="9" name="Rectangle 61">
            <a:extLst>
              <a:ext uri="{FF2B5EF4-FFF2-40B4-BE49-F238E27FC236}">
                <a16:creationId xmlns:a16="http://schemas.microsoft.com/office/drawing/2014/main" id="{73C9FF17-C75A-8DBC-5351-D7589ADCC51D}"/>
              </a:ext>
            </a:extLst>
          </p:cNvPr>
          <p:cNvSpPr>
            <a:spLocks noChangeArrowheads="1"/>
          </p:cNvSpPr>
          <p:nvPr/>
        </p:nvSpPr>
        <p:spPr bwMode="auto">
          <a:xfrm>
            <a:off x="7528162" y="980728"/>
            <a:ext cx="4544502" cy="5169019"/>
          </a:xfrm>
          <a:prstGeom prst="rect">
            <a:avLst/>
          </a:prstGeom>
          <a:solidFill>
            <a:srgbClr val="B9CDE5"/>
          </a:solidFill>
          <a:ln>
            <a:noFill/>
          </a:ln>
          <a:effectLst/>
        </p:spPr>
        <p:txBody>
          <a:bodyPr wrap="none" anchor="ctr"/>
          <a:lstStyle/>
          <a:p>
            <a:endParaRPr lang="zh-CN" altLang="en-US"/>
          </a:p>
        </p:txBody>
      </p:sp>
      <p:sp>
        <p:nvSpPr>
          <p:cNvPr id="45" name="文本框 44">
            <a:extLst>
              <a:ext uri="{FF2B5EF4-FFF2-40B4-BE49-F238E27FC236}">
                <a16:creationId xmlns:a16="http://schemas.microsoft.com/office/drawing/2014/main" id="{C51AE824-A574-CA54-8F66-4EC40DEBDF67}"/>
              </a:ext>
            </a:extLst>
          </p:cNvPr>
          <p:cNvSpPr txBox="1"/>
          <p:nvPr/>
        </p:nvSpPr>
        <p:spPr>
          <a:xfrm>
            <a:off x="483141" y="1501294"/>
            <a:ext cx="6982537" cy="954107"/>
          </a:xfrm>
          <a:prstGeom prst="rect">
            <a:avLst/>
          </a:prstGeom>
          <a:noFill/>
        </p:spPr>
        <p:txBody>
          <a:bodyPr wrap="square">
            <a:spAutoFit/>
          </a:bodyPr>
          <a:lstStyle/>
          <a:p>
            <a:pPr>
              <a:spcBef>
                <a:spcPct val="50000"/>
              </a:spcBef>
            </a:pPr>
            <a:r>
              <a:rPr lang="en-US" altLang="zh-CN" sz="2800" i="0" dirty="0">
                <a:solidFill>
                  <a:schemeClr val="tx1"/>
                </a:solidFill>
                <a:latin typeface="+mj-lt"/>
              </a:rPr>
              <a:t>1</a:t>
            </a:r>
            <a:r>
              <a:rPr lang="zh-CN" altLang="en-US" sz="2800" i="0" dirty="0">
                <a:solidFill>
                  <a:schemeClr val="tx1"/>
                </a:solidFill>
                <a:latin typeface="+mj-lt"/>
              </a:rPr>
              <a:t>）</a:t>
            </a:r>
            <a:r>
              <a:rPr lang="zh-CN" altLang="en-US" sz="2800" i="0" dirty="0">
                <a:solidFill>
                  <a:schemeClr val="tx1"/>
                </a:solidFill>
                <a:latin typeface="+mn-lt"/>
                <a:ea typeface="微软雅黑" panose="020B0503020204020204" pitchFamily="34" charset="-122"/>
              </a:rPr>
              <a:t>用一个较小的力</a:t>
            </a:r>
            <a:r>
              <a:rPr lang="en-US" altLang="zh-CN" sz="2800" b="1" i="1" dirty="0">
                <a:solidFill>
                  <a:schemeClr val="tx1"/>
                </a:solidFill>
                <a:latin typeface="+mn-lt"/>
              </a:rPr>
              <a:t>F</a:t>
            </a:r>
            <a:r>
              <a:rPr lang="en-US" altLang="zh-CN" sz="2800" i="0" baseline="-25000" dirty="0">
                <a:solidFill>
                  <a:schemeClr val="tx1"/>
                </a:solidFill>
                <a:latin typeface="+mn-lt"/>
              </a:rPr>
              <a:t>T</a:t>
            </a:r>
            <a:r>
              <a:rPr lang="zh-CN" altLang="en-US" sz="2800" i="0" dirty="0">
                <a:solidFill>
                  <a:schemeClr val="tx1"/>
                </a:solidFill>
                <a:latin typeface="+mn-lt"/>
                <a:ea typeface="微软雅黑" panose="020B0503020204020204" pitchFamily="34" charset="-122"/>
              </a:rPr>
              <a:t>去拉重力为</a:t>
            </a:r>
            <a:r>
              <a:rPr lang="en-US" altLang="zh-CN" sz="2800" b="1" i="1" dirty="0">
                <a:solidFill>
                  <a:schemeClr val="tx1"/>
                </a:solidFill>
                <a:latin typeface="+mn-lt"/>
              </a:rPr>
              <a:t>W</a:t>
            </a:r>
            <a:r>
              <a:rPr lang="zh-CN" altLang="en-US" sz="2800" i="0" dirty="0">
                <a:solidFill>
                  <a:schemeClr val="tx1"/>
                </a:solidFill>
                <a:latin typeface="+mn-lt"/>
                <a:ea typeface="微软雅黑" panose="020B0503020204020204" pitchFamily="34" charset="-122"/>
              </a:rPr>
              <a:t>的物体时，物体保持平衡，</a:t>
            </a:r>
            <a:r>
              <a:rPr lang="en-US" altLang="zh-CN" sz="2800" b="1" i="1" dirty="0">
                <a:solidFill>
                  <a:schemeClr val="tx1"/>
                </a:solidFill>
                <a:latin typeface="+mn-lt"/>
              </a:rPr>
              <a:t>F</a:t>
            </a:r>
            <a:r>
              <a:rPr lang="en-US" altLang="zh-CN" sz="2800" i="0" baseline="-25000" dirty="0">
                <a:solidFill>
                  <a:schemeClr val="tx1"/>
                </a:solidFill>
                <a:latin typeface="+mn-lt"/>
              </a:rPr>
              <a:t>f</a:t>
            </a:r>
            <a:r>
              <a:rPr lang="en-US" altLang="zh-CN" sz="2800" b="1" i="1" dirty="0">
                <a:solidFill>
                  <a:schemeClr val="tx1"/>
                </a:solidFill>
                <a:latin typeface="+mn-lt"/>
              </a:rPr>
              <a:t> =F</a:t>
            </a:r>
            <a:r>
              <a:rPr lang="en-US" altLang="zh-CN" sz="2800" i="0" baseline="-25000" dirty="0">
                <a:solidFill>
                  <a:schemeClr val="tx1"/>
                </a:solidFill>
                <a:latin typeface="+mn-lt"/>
              </a:rPr>
              <a:t>T </a:t>
            </a:r>
            <a:r>
              <a:rPr lang="zh-CN" altLang="en-US" sz="2800" i="0" dirty="0">
                <a:solidFill>
                  <a:schemeClr val="tx1"/>
                </a:solidFill>
                <a:latin typeface="+mn-lt"/>
                <a:ea typeface="微软雅黑" panose="020B0503020204020204" pitchFamily="34" charset="-122"/>
              </a:rPr>
              <a:t>。</a:t>
            </a:r>
            <a:endParaRPr lang="zh-CN" altLang="en-US" sz="2800" i="0" dirty="0">
              <a:latin typeface="+mn-lt"/>
              <a:ea typeface="微软雅黑" panose="020B0503020204020204" pitchFamily="34" charset="-122"/>
            </a:endParaRPr>
          </a:p>
        </p:txBody>
      </p:sp>
      <p:grpSp>
        <p:nvGrpSpPr>
          <p:cNvPr id="2" name="Group 3">
            <a:extLst>
              <a:ext uri="{FF2B5EF4-FFF2-40B4-BE49-F238E27FC236}">
                <a16:creationId xmlns:a16="http://schemas.microsoft.com/office/drawing/2014/main" id="{241DECAF-2895-0328-E33A-871AEBA10C3E}"/>
              </a:ext>
            </a:extLst>
          </p:cNvPr>
          <p:cNvGrpSpPr>
            <a:grpSpLocks/>
          </p:cNvGrpSpPr>
          <p:nvPr/>
        </p:nvGrpSpPr>
        <p:grpSpPr bwMode="auto">
          <a:xfrm>
            <a:off x="7680176" y="2265096"/>
            <a:ext cx="3314006" cy="817562"/>
            <a:chOff x="1466" y="1780"/>
            <a:chExt cx="2269" cy="515"/>
          </a:xfrm>
        </p:grpSpPr>
        <p:sp>
          <p:nvSpPr>
            <p:cNvPr id="4" name="Freeform 4">
              <a:extLst>
                <a:ext uri="{FF2B5EF4-FFF2-40B4-BE49-F238E27FC236}">
                  <a16:creationId xmlns:a16="http://schemas.microsoft.com/office/drawing/2014/main" id="{521A4C2D-9765-C6DB-9DC5-8D516D115545}"/>
                </a:ext>
              </a:extLst>
            </p:cNvPr>
            <p:cNvSpPr>
              <a:spLocks/>
            </p:cNvSpPr>
            <p:nvPr/>
          </p:nvSpPr>
          <p:spPr bwMode="auto">
            <a:xfrm>
              <a:off x="1466" y="1780"/>
              <a:ext cx="2269" cy="515"/>
            </a:xfrm>
            <a:custGeom>
              <a:avLst/>
              <a:gdLst>
                <a:gd name="T0" fmla="*/ 17 w 2269"/>
                <a:gd name="T1" fmla="*/ 9 h 515"/>
                <a:gd name="T2" fmla="*/ 2269 w 2269"/>
                <a:gd name="T3" fmla="*/ 0 h 515"/>
                <a:gd name="T4" fmla="*/ 2269 w 2269"/>
                <a:gd name="T5" fmla="*/ 507 h 515"/>
                <a:gd name="T6" fmla="*/ 2042 w 2269"/>
                <a:gd name="T7" fmla="*/ 515 h 515"/>
                <a:gd name="T8" fmla="*/ 2042 w 2269"/>
                <a:gd name="T9" fmla="*/ 184 h 515"/>
                <a:gd name="T10" fmla="*/ 0 w 2269"/>
                <a:gd name="T11" fmla="*/ 184 h 515"/>
                <a:gd name="T12" fmla="*/ 17 w 2269"/>
                <a:gd name="T13" fmla="*/ 9 h 515"/>
              </a:gdLst>
              <a:ahLst/>
              <a:cxnLst>
                <a:cxn ang="0">
                  <a:pos x="T0" y="T1"/>
                </a:cxn>
                <a:cxn ang="0">
                  <a:pos x="T2" y="T3"/>
                </a:cxn>
                <a:cxn ang="0">
                  <a:pos x="T4" y="T5"/>
                </a:cxn>
                <a:cxn ang="0">
                  <a:pos x="T6" y="T7"/>
                </a:cxn>
                <a:cxn ang="0">
                  <a:pos x="T8" y="T9"/>
                </a:cxn>
                <a:cxn ang="0">
                  <a:pos x="T10" y="T11"/>
                </a:cxn>
                <a:cxn ang="0">
                  <a:pos x="T12" y="T13"/>
                </a:cxn>
              </a:cxnLst>
              <a:rect l="0" t="0" r="r" b="b"/>
              <a:pathLst>
                <a:path w="2269" h="515">
                  <a:moveTo>
                    <a:pt x="17" y="9"/>
                  </a:moveTo>
                  <a:lnTo>
                    <a:pt x="2269" y="0"/>
                  </a:lnTo>
                  <a:lnTo>
                    <a:pt x="2269" y="507"/>
                  </a:lnTo>
                  <a:lnTo>
                    <a:pt x="2042" y="515"/>
                  </a:lnTo>
                  <a:lnTo>
                    <a:pt x="2042" y="184"/>
                  </a:lnTo>
                  <a:lnTo>
                    <a:pt x="0" y="184"/>
                  </a:lnTo>
                  <a:lnTo>
                    <a:pt x="17" y="9"/>
                  </a:lnTo>
                  <a:close/>
                </a:path>
              </a:pathLst>
            </a:custGeom>
            <a:pattFill prst="wdUpDiag">
              <a:fgClr>
                <a:schemeClr val="bg1"/>
              </a:fgClr>
              <a:bgClr>
                <a:srgbClr val="000099"/>
              </a:bgClr>
            </a:pattFill>
            <a:ln>
              <a:noFill/>
            </a:ln>
            <a:effectLst/>
            <a:extLst>
              <a:ext uri="{91240B29-F687-4F45-9708-019B960494DF}">
                <a14:hiddenLine xmlns:a14="http://schemas.microsoft.com/office/drawing/2010/main" w="9525" cap="flat" cmpd="sng">
                  <a:solidFill>
                    <a:srgbClr val="000000"/>
                  </a:solidFill>
                  <a:prstDash val="solid"/>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5" name="Line 5">
              <a:extLst>
                <a:ext uri="{FF2B5EF4-FFF2-40B4-BE49-F238E27FC236}">
                  <a16:creationId xmlns:a16="http://schemas.microsoft.com/office/drawing/2014/main" id="{435F528D-75AB-4C4D-D3E3-705082437E60}"/>
                </a:ext>
              </a:extLst>
            </p:cNvPr>
            <p:cNvSpPr>
              <a:spLocks noChangeShapeType="1"/>
            </p:cNvSpPr>
            <p:nvPr/>
          </p:nvSpPr>
          <p:spPr bwMode="auto">
            <a:xfrm>
              <a:off x="1466" y="1780"/>
              <a:ext cx="2261" cy="0"/>
            </a:xfrm>
            <a:prstGeom prst="line">
              <a:avLst/>
            </a:prstGeom>
            <a:noFill/>
            <a:ln w="5715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 name="Line 6">
              <a:extLst>
                <a:ext uri="{FF2B5EF4-FFF2-40B4-BE49-F238E27FC236}">
                  <a16:creationId xmlns:a16="http://schemas.microsoft.com/office/drawing/2014/main" id="{F088D4EF-A4F6-2C04-5220-92D9BE42BF8F}"/>
                </a:ext>
              </a:extLst>
            </p:cNvPr>
            <p:cNvSpPr>
              <a:spLocks noChangeShapeType="1"/>
            </p:cNvSpPr>
            <p:nvPr/>
          </p:nvSpPr>
          <p:spPr bwMode="auto">
            <a:xfrm>
              <a:off x="3727" y="1780"/>
              <a:ext cx="0" cy="507"/>
            </a:xfrm>
            <a:prstGeom prst="line">
              <a:avLst/>
            </a:prstGeom>
            <a:noFill/>
            <a:ln w="5715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grpSp>
        <p:nvGrpSpPr>
          <p:cNvPr id="8" name="Group 7">
            <a:extLst>
              <a:ext uri="{FF2B5EF4-FFF2-40B4-BE49-F238E27FC236}">
                <a16:creationId xmlns:a16="http://schemas.microsoft.com/office/drawing/2014/main" id="{59940C75-CC09-3746-CDE2-B4E216E29D49}"/>
              </a:ext>
            </a:extLst>
          </p:cNvPr>
          <p:cNvGrpSpPr>
            <a:grpSpLocks/>
          </p:cNvGrpSpPr>
          <p:nvPr/>
        </p:nvGrpSpPr>
        <p:grpSpPr bwMode="auto">
          <a:xfrm>
            <a:off x="10570319" y="1899971"/>
            <a:ext cx="815975" cy="766762"/>
            <a:chOff x="3468" y="1550"/>
            <a:chExt cx="514" cy="483"/>
          </a:xfrm>
        </p:grpSpPr>
        <p:sp>
          <p:nvSpPr>
            <p:cNvPr id="14" name="Oval 8">
              <a:extLst>
                <a:ext uri="{FF2B5EF4-FFF2-40B4-BE49-F238E27FC236}">
                  <a16:creationId xmlns:a16="http://schemas.microsoft.com/office/drawing/2014/main" id="{2B9BA52A-E04D-E9A6-9E56-EF5FE39CCF99}"/>
                </a:ext>
              </a:extLst>
            </p:cNvPr>
            <p:cNvSpPr>
              <a:spLocks noChangeArrowheads="1"/>
            </p:cNvSpPr>
            <p:nvPr/>
          </p:nvSpPr>
          <p:spPr bwMode="auto">
            <a:xfrm>
              <a:off x="3643" y="1550"/>
              <a:ext cx="339" cy="339"/>
            </a:xfrm>
            <a:prstGeom prst="ellipse">
              <a:avLst/>
            </a:prstGeom>
            <a:gradFill rotWithShape="1">
              <a:gsLst>
                <a:gs pos="0">
                  <a:schemeClr val="accent1">
                    <a:gamma/>
                    <a:shade val="46275"/>
                    <a:invGamma/>
                  </a:schemeClr>
                </a:gs>
                <a:gs pos="100000">
                  <a:schemeClr val="accent1"/>
                </a:gs>
              </a:gsLst>
              <a:path path="shape">
                <a:fillToRect l="50000" t="50000" r="50000" b="50000"/>
              </a:path>
            </a:gradFill>
            <a:ln w="38100">
              <a:solidFill>
                <a:schemeClr val="bg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nvGrpSpPr>
            <p:cNvPr id="15" name="Group 9">
              <a:extLst>
                <a:ext uri="{FF2B5EF4-FFF2-40B4-BE49-F238E27FC236}">
                  <a16:creationId xmlns:a16="http://schemas.microsoft.com/office/drawing/2014/main" id="{DB607737-7AE0-5940-0F7F-CC35F67561E1}"/>
                </a:ext>
              </a:extLst>
            </p:cNvPr>
            <p:cNvGrpSpPr>
              <a:grpSpLocks/>
            </p:cNvGrpSpPr>
            <p:nvPr/>
          </p:nvGrpSpPr>
          <p:grpSpPr bwMode="auto">
            <a:xfrm rot="2874911">
              <a:off x="3522" y="1589"/>
              <a:ext cx="360" cy="468"/>
              <a:chOff x="1377" y="2381"/>
              <a:chExt cx="360" cy="415"/>
            </a:xfrm>
          </p:grpSpPr>
          <p:sp>
            <p:nvSpPr>
              <p:cNvPr id="25" name="Arc 10">
                <a:extLst>
                  <a:ext uri="{FF2B5EF4-FFF2-40B4-BE49-F238E27FC236}">
                    <a16:creationId xmlns:a16="http://schemas.microsoft.com/office/drawing/2014/main" id="{474DBB9A-29CA-C5FB-75F8-E52C5EFBA7DC}"/>
                  </a:ext>
                </a:extLst>
              </p:cNvPr>
              <p:cNvSpPr>
                <a:spLocks/>
              </p:cNvSpPr>
              <p:nvPr/>
            </p:nvSpPr>
            <p:spPr bwMode="auto">
              <a:xfrm>
                <a:off x="1467" y="2381"/>
                <a:ext cx="189" cy="174"/>
              </a:xfrm>
              <a:custGeom>
                <a:avLst/>
                <a:gdLst>
                  <a:gd name="G0" fmla="+- 18048 0 0"/>
                  <a:gd name="G1" fmla="+- 21600 0 0"/>
                  <a:gd name="G2" fmla="+- 21600 0 0"/>
                  <a:gd name="T0" fmla="*/ 0 w 36026"/>
                  <a:gd name="T1" fmla="*/ 9733 h 21600"/>
                  <a:gd name="T2" fmla="*/ 36026 w 36026"/>
                  <a:gd name="T3" fmla="*/ 9627 h 21600"/>
                  <a:gd name="T4" fmla="*/ 18048 w 36026"/>
                  <a:gd name="T5" fmla="*/ 21600 h 21600"/>
                </a:gdLst>
                <a:ahLst/>
                <a:cxnLst>
                  <a:cxn ang="0">
                    <a:pos x="T0" y="T1"/>
                  </a:cxn>
                  <a:cxn ang="0">
                    <a:pos x="T2" y="T3"/>
                  </a:cxn>
                  <a:cxn ang="0">
                    <a:pos x="T4" y="T5"/>
                  </a:cxn>
                </a:cxnLst>
                <a:rect l="0" t="0" r="r" b="b"/>
                <a:pathLst>
                  <a:path w="36026" h="21600" fill="none" extrusionOk="0">
                    <a:moveTo>
                      <a:pt x="-1" y="9732"/>
                    </a:moveTo>
                    <a:cubicBezTo>
                      <a:pt x="3994" y="3657"/>
                      <a:pt x="10777" y="0"/>
                      <a:pt x="18048" y="0"/>
                    </a:cubicBezTo>
                    <a:cubicBezTo>
                      <a:pt x="25273" y="0"/>
                      <a:pt x="32020" y="3612"/>
                      <a:pt x="36025" y="9627"/>
                    </a:cubicBezTo>
                  </a:path>
                  <a:path w="36026" h="21600" stroke="0" extrusionOk="0">
                    <a:moveTo>
                      <a:pt x="-1" y="9732"/>
                    </a:moveTo>
                    <a:cubicBezTo>
                      <a:pt x="3994" y="3657"/>
                      <a:pt x="10777" y="0"/>
                      <a:pt x="18048" y="0"/>
                    </a:cubicBezTo>
                    <a:cubicBezTo>
                      <a:pt x="25273" y="0"/>
                      <a:pt x="32020" y="3612"/>
                      <a:pt x="36025" y="9627"/>
                    </a:cubicBezTo>
                    <a:lnTo>
                      <a:pt x="18048" y="21600"/>
                    </a:lnTo>
                    <a:close/>
                  </a:path>
                </a:pathLst>
              </a:custGeom>
              <a:gradFill rotWithShape="1">
                <a:gsLst>
                  <a:gs pos="0">
                    <a:srgbClr val="FFFF00">
                      <a:gamma/>
                      <a:shade val="46275"/>
                      <a:invGamma/>
                    </a:srgbClr>
                  </a:gs>
                  <a:gs pos="50000">
                    <a:srgbClr val="FFFF00"/>
                  </a:gs>
                  <a:gs pos="100000">
                    <a:srgbClr val="FFFF00">
                      <a:gamma/>
                      <a:shade val="46275"/>
                      <a:invGamma/>
                    </a:srgbClr>
                  </a:gs>
                </a:gsLst>
                <a:lin ang="0" scaled="1"/>
              </a:gradFill>
              <a:ln w="38100">
                <a:solidFill>
                  <a:schemeClr val="bg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6" name="Freeform 11">
                <a:extLst>
                  <a:ext uri="{FF2B5EF4-FFF2-40B4-BE49-F238E27FC236}">
                    <a16:creationId xmlns:a16="http://schemas.microsoft.com/office/drawing/2014/main" id="{25008368-6653-4AB4-AB7D-54522DB5CA9B}"/>
                  </a:ext>
                </a:extLst>
              </p:cNvPr>
              <p:cNvSpPr>
                <a:spLocks/>
              </p:cNvSpPr>
              <p:nvPr/>
            </p:nvSpPr>
            <p:spPr bwMode="auto">
              <a:xfrm>
                <a:off x="1377" y="2436"/>
                <a:ext cx="360" cy="360"/>
              </a:xfrm>
              <a:custGeom>
                <a:avLst/>
                <a:gdLst>
                  <a:gd name="T0" fmla="*/ 95 w 360"/>
                  <a:gd name="T1" fmla="*/ 3 h 360"/>
                  <a:gd name="T2" fmla="*/ 0 w 360"/>
                  <a:gd name="T3" fmla="*/ 360 h 360"/>
                  <a:gd name="T4" fmla="*/ 360 w 360"/>
                  <a:gd name="T5" fmla="*/ 360 h 360"/>
                  <a:gd name="T6" fmla="*/ 272 w 360"/>
                  <a:gd name="T7" fmla="*/ 0 h 360"/>
                </a:gdLst>
                <a:ahLst/>
                <a:cxnLst>
                  <a:cxn ang="0">
                    <a:pos x="T0" y="T1"/>
                  </a:cxn>
                  <a:cxn ang="0">
                    <a:pos x="T2" y="T3"/>
                  </a:cxn>
                  <a:cxn ang="0">
                    <a:pos x="T4" y="T5"/>
                  </a:cxn>
                  <a:cxn ang="0">
                    <a:pos x="T6" y="T7"/>
                  </a:cxn>
                </a:cxnLst>
                <a:rect l="0" t="0" r="r" b="b"/>
                <a:pathLst>
                  <a:path w="360" h="360">
                    <a:moveTo>
                      <a:pt x="95" y="3"/>
                    </a:moveTo>
                    <a:cubicBezTo>
                      <a:pt x="47" y="181"/>
                      <a:pt x="0" y="360"/>
                      <a:pt x="0" y="360"/>
                    </a:cubicBezTo>
                    <a:lnTo>
                      <a:pt x="360" y="360"/>
                    </a:lnTo>
                    <a:lnTo>
                      <a:pt x="272" y="0"/>
                    </a:lnTo>
                  </a:path>
                </a:pathLst>
              </a:custGeom>
              <a:gradFill rotWithShape="1">
                <a:gsLst>
                  <a:gs pos="0">
                    <a:srgbClr val="FFFF00">
                      <a:gamma/>
                      <a:shade val="46275"/>
                      <a:invGamma/>
                    </a:srgbClr>
                  </a:gs>
                  <a:gs pos="50000">
                    <a:srgbClr val="FFFF00"/>
                  </a:gs>
                  <a:gs pos="100000">
                    <a:srgbClr val="FFFF00">
                      <a:gamma/>
                      <a:shade val="46275"/>
                      <a:invGamma/>
                    </a:srgbClr>
                  </a:gs>
                </a:gsLst>
                <a:lin ang="0" scaled="1"/>
              </a:gradFill>
              <a:ln w="38100" cap="flat" cmpd="sng">
                <a:solidFill>
                  <a:schemeClr val="bg1"/>
                </a:solidFill>
                <a:prstDash val="solid"/>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sp>
          <p:nvSpPr>
            <p:cNvPr id="21" name="Oval 12">
              <a:extLst>
                <a:ext uri="{FF2B5EF4-FFF2-40B4-BE49-F238E27FC236}">
                  <a16:creationId xmlns:a16="http://schemas.microsoft.com/office/drawing/2014/main" id="{777703CB-079C-8990-137F-27661028C896}"/>
                </a:ext>
              </a:extLst>
            </p:cNvPr>
            <p:cNvSpPr>
              <a:spLocks noChangeArrowheads="1"/>
            </p:cNvSpPr>
            <p:nvPr/>
          </p:nvSpPr>
          <p:spPr bwMode="auto">
            <a:xfrm>
              <a:off x="3761" y="1685"/>
              <a:ext cx="85" cy="85"/>
            </a:xfrm>
            <a:prstGeom prst="ellipse">
              <a:avLst/>
            </a:prstGeom>
            <a:solidFill>
              <a:srgbClr val="FF0000"/>
            </a:solidFill>
            <a:ln w="9525">
              <a:solidFill>
                <a:schemeClr val="bg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2" name="Oval 13">
              <a:extLst>
                <a:ext uri="{FF2B5EF4-FFF2-40B4-BE49-F238E27FC236}">
                  <a16:creationId xmlns:a16="http://schemas.microsoft.com/office/drawing/2014/main" id="{BACA476D-2AF5-9595-EE2D-B9A0AE898ECA}"/>
                </a:ext>
              </a:extLst>
            </p:cNvPr>
            <p:cNvSpPr>
              <a:spLocks noChangeArrowheads="1"/>
            </p:cNvSpPr>
            <p:nvPr/>
          </p:nvSpPr>
          <p:spPr bwMode="auto">
            <a:xfrm>
              <a:off x="3609" y="1846"/>
              <a:ext cx="68" cy="68"/>
            </a:xfrm>
            <a:prstGeom prst="ellipse">
              <a:avLst/>
            </a:prstGeom>
            <a:solidFill>
              <a:srgbClr val="FF0000"/>
            </a:solidFill>
            <a:ln w="9525">
              <a:solidFill>
                <a:schemeClr val="bg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3" name="Oval 14">
              <a:extLst>
                <a:ext uri="{FF2B5EF4-FFF2-40B4-BE49-F238E27FC236}">
                  <a16:creationId xmlns:a16="http://schemas.microsoft.com/office/drawing/2014/main" id="{D8111F13-F291-4E30-FE00-A869F32F9C09}"/>
                </a:ext>
              </a:extLst>
            </p:cNvPr>
            <p:cNvSpPr>
              <a:spLocks noChangeArrowheads="1"/>
            </p:cNvSpPr>
            <p:nvPr/>
          </p:nvSpPr>
          <p:spPr bwMode="auto">
            <a:xfrm>
              <a:off x="3490" y="1838"/>
              <a:ext cx="68" cy="68"/>
            </a:xfrm>
            <a:prstGeom prst="ellipse">
              <a:avLst/>
            </a:prstGeom>
            <a:solidFill>
              <a:srgbClr val="FF0000"/>
            </a:solidFill>
            <a:ln w="9525">
              <a:solidFill>
                <a:schemeClr val="bg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4" name="Oval 15">
              <a:extLst>
                <a:ext uri="{FF2B5EF4-FFF2-40B4-BE49-F238E27FC236}">
                  <a16:creationId xmlns:a16="http://schemas.microsoft.com/office/drawing/2014/main" id="{A0B1C5DD-241F-F68F-AC89-D8DD9D558123}"/>
                </a:ext>
              </a:extLst>
            </p:cNvPr>
            <p:cNvSpPr>
              <a:spLocks noChangeArrowheads="1"/>
            </p:cNvSpPr>
            <p:nvPr/>
          </p:nvSpPr>
          <p:spPr bwMode="auto">
            <a:xfrm>
              <a:off x="3601" y="1965"/>
              <a:ext cx="68" cy="68"/>
            </a:xfrm>
            <a:prstGeom prst="ellipse">
              <a:avLst/>
            </a:prstGeom>
            <a:solidFill>
              <a:srgbClr val="FF0000"/>
            </a:solidFill>
            <a:ln w="9525">
              <a:solidFill>
                <a:schemeClr val="bg1"/>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grpSp>
        <p:nvGrpSpPr>
          <p:cNvPr id="44" name="Group 16">
            <a:extLst>
              <a:ext uri="{FF2B5EF4-FFF2-40B4-BE49-F238E27FC236}">
                <a16:creationId xmlns:a16="http://schemas.microsoft.com/office/drawing/2014/main" id="{E69D9384-D8EA-595A-159A-9A36F4ED70DA}"/>
              </a:ext>
            </a:extLst>
          </p:cNvPr>
          <p:cNvGrpSpPr>
            <a:grpSpLocks/>
          </p:cNvGrpSpPr>
          <p:nvPr/>
        </p:nvGrpSpPr>
        <p:grpSpPr bwMode="auto">
          <a:xfrm>
            <a:off x="8690147" y="1403083"/>
            <a:ext cx="1169987" cy="833438"/>
            <a:chOff x="1847" y="1237"/>
            <a:chExt cx="737" cy="525"/>
          </a:xfrm>
        </p:grpSpPr>
        <p:sp>
          <p:nvSpPr>
            <p:cNvPr id="46" name="Rectangle 17">
              <a:extLst>
                <a:ext uri="{FF2B5EF4-FFF2-40B4-BE49-F238E27FC236}">
                  <a16:creationId xmlns:a16="http://schemas.microsoft.com/office/drawing/2014/main" id="{FEFFBCAA-77B8-29A9-535C-43DB3A6813DC}"/>
                </a:ext>
              </a:extLst>
            </p:cNvPr>
            <p:cNvSpPr>
              <a:spLocks noChangeArrowheads="1"/>
            </p:cNvSpPr>
            <p:nvPr/>
          </p:nvSpPr>
          <p:spPr bwMode="auto">
            <a:xfrm>
              <a:off x="1847" y="1237"/>
              <a:ext cx="737" cy="525"/>
            </a:xfrm>
            <a:prstGeom prst="rect">
              <a:avLst/>
            </a:prstGeom>
            <a:gradFill rotWithShape="1">
              <a:gsLst>
                <a:gs pos="0">
                  <a:srgbClr val="DDDDDD">
                    <a:gamma/>
                    <a:shade val="46275"/>
                    <a:invGamma/>
                  </a:srgbClr>
                </a:gs>
                <a:gs pos="50000">
                  <a:srgbClr val="DDDDDD"/>
                </a:gs>
                <a:gs pos="100000">
                  <a:srgbClr val="DDDDDD">
                    <a:gamma/>
                    <a:shade val="46275"/>
                    <a:invGamma/>
                  </a:srgbClr>
                </a:gs>
              </a:gsLst>
              <a:lin ang="0" scaled="1"/>
            </a:gradFill>
            <a:ln w="38100">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7" name="Oval 18">
              <a:extLst>
                <a:ext uri="{FF2B5EF4-FFF2-40B4-BE49-F238E27FC236}">
                  <a16:creationId xmlns:a16="http://schemas.microsoft.com/office/drawing/2014/main" id="{6940A2EB-F37E-4163-812D-6240E3D6DEE0}"/>
                </a:ext>
              </a:extLst>
            </p:cNvPr>
            <p:cNvSpPr>
              <a:spLocks noChangeArrowheads="1"/>
            </p:cNvSpPr>
            <p:nvPr/>
          </p:nvSpPr>
          <p:spPr bwMode="auto">
            <a:xfrm>
              <a:off x="2199" y="1492"/>
              <a:ext cx="56" cy="56"/>
            </a:xfrm>
            <a:prstGeom prst="ellipse">
              <a:avLst/>
            </a:prstGeom>
            <a:solidFill>
              <a:schemeClr val="accent1"/>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8" name="Text Box 19">
              <a:extLst>
                <a:ext uri="{FF2B5EF4-FFF2-40B4-BE49-F238E27FC236}">
                  <a16:creationId xmlns:a16="http://schemas.microsoft.com/office/drawing/2014/main" id="{B77F805E-D04C-3CDB-DCAF-03CB3401422C}"/>
                </a:ext>
              </a:extLst>
            </p:cNvPr>
            <p:cNvSpPr txBox="1">
              <a:spLocks noChangeArrowheads="1"/>
            </p:cNvSpPr>
            <p:nvPr/>
          </p:nvSpPr>
          <p:spPr bwMode="auto">
            <a:xfrm>
              <a:off x="1885" y="1327"/>
              <a:ext cx="489"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pPr>
              <a:r>
                <a:rPr lang="en-US" altLang="zh-CN" i="1">
                  <a:solidFill>
                    <a:schemeClr val="tx1"/>
                  </a:solidFill>
                  <a:ea typeface="宋体" panose="02010600030101010101" pitchFamily="2" charset="-122"/>
                </a:rPr>
                <a:t>A</a:t>
              </a:r>
            </a:p>
          </p:txBody>
        </p:sp>
      </p:grpSp>
      <p:sp>
        <p:nvSpPr>
          <p:cNvPr id="49" name="Line 20">
            <a:extLst>
              <a:ext uri="{FF2B5EF4-FFF2-40B4-BE49-F238E27FC236}">
                <a16:creationId xmlns:a16="http://schemas.microsoft.com/office/drawing/2014/main" id="{F17F8264-1480-FACB-E9AB-C334C01F8FC6}"/>
              </a:ext>
            </a:extLst>
          </p:cNvPr>
          <p:cNvSpPr>
            <a:spLocks noChangeShapeType="1"/>
          </p:cNvSpPr>
          <p:nvPr/>
        </p:nvSpPr>
        <p:spPr bwMode="auto">
          <a:xfrm flipH="1">
            <a:off x="9845478" y="1892033"/>
            <a:ext cx="1301104" cy="0"/>
          </a:xfrm>
          <a:prstGeom prst="line">
            <a:avLst/>
          </a:prstGeom>
          <a:noFill/>
          <a:ln w="3810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50" name="Line 21">
            <a:extLst>
              <a:ext uri="{FF2B5EF4-FFF2-40B4-BE49-F238E27FC236}">
                <a16:creationId xmlns:a16="http://schemas.microsoft.com/office/drawing/2014/main" id="{81856CAA-823A-EE95-C80D-F66B173568B1}"/>
              </a:ext>
            </a:extLst>
          </p:cNvPr>
          <p:cNvSpPr>
            <a:spLocks noChangeShapeType="1"/>
          </p:cNvSpPr>
          <p:nvPr/>
        </p:nvSpPr>
        <p:spPr bwMode="auto">
          <a:xfrm>
            <a:off x="11383119" y="2168258"/>
            <a:ext cx="0" cy="1704975"/>
          </a:xfrm>
          <a:prstGeom prst="line">
            <a:avLst/>
          </a:prstGeom>
          <a:noFill/>
          <a:ln w="3810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nvGrpSpPr>
          <p:cNvPr id="51" name="Group 22">
            <a:extLst>
              <a:ext uri="{FF2B5EF4-FFF2-40B4-BE49-F238E27FC236}">
                <a16:creationId xmlns:a16="http://schemas.microsoft.com/office/drawing/2014/main" id="{E884BD48-9028-151A-AD34-89BFAF34DDDD}"/>
              </a:ext>
            </a:extLst>
          </p:cNvPr>
          <p:cNvGrpSpPr>
            <a:grpSpLocks/>
          </p:cNvGrpSpPr>
          <p:nvPr/>
        </p:nvGrpSpPr>
        <p:grpSpPr bwMode="auto">
          <a:xfrm>
            <a:off x="10743357" y="3844658"/>
            <a:ext cx="1247775" cy="892175"/>
            <a:chOff x="3577" y="2775"/>
            <a:chExt cx="786" cy="562"/>
          </a:xfrm>
        </p:grpSpPr>
        <p:sp>
          <p:nvSpPr>
            <p:cNvPr id="52" name="AutoShape 23">
              <a:extLst>
                <a:ext uri="{FF2B5EF4-FFF2-40B4-BE49-F238E27FC236}">
                  <a16:creationId xmlns:a16="http://schemas.microsoft.com/office/drawing/2014/main" id="{48231E74-5D87-5AAF-A095-D56600115313}"/>
                </a:ext>
              </a:extLst>
            </p:cNvPr>
            <p:cNvSpPr>
              <a:spLocks noChangeArrowheads="1"/>
            </p:cNvSpPr>
            <p:nvPr/>
          </p:nvSpPr>
          <p:spPr bwMode="auto">
            <a:xfrm>
              <a:off x="3577" y="3250"/>
              <a:ext cx="786" cy="87"/>
            </a:xfrm>
            <a:custGeom>
              <a:avLst/>
              <a:gdLst>
                <a:gd name="G0" fmla="+- 5400 0 0"/>
                <a:gd name="G1" fmla="+- 21600 0 5400"/>
                <a:gd name="G2" fmla="*/ 5400 1 2"/>
                <a:gd name="G3" fmla="+- 21600 0 G2"/>
                <a:gd name="G4" fmla="+/ 5400 21600 2"/>
                <a:gd name="G5" fmla="+/ G1 0 2"/>
                <a:gd name="G6" fmla="*/ 21600 21600 5400"/>
                <a:gd name="G7" fmla="*/ G6 1 2"/>
                <a:gd name="G8" fmla="+- 21600 0 G7"/>
                <a:gd name="G9" fmla="*/ 21600 1 2"/>
                <a:gd name="G10" fmla="+- 5400 0 G9"/>
                <a:gd name="G11" fmla="?: G10 G8 0"/>
                <a:gd name="G12" fmla="?: G10 G7 21600"/>
                <a:gd name="T0" fmla="*/ 18900 w 21600"/>
                <a:gd name="T1" fmla="*/ 10800 h 21600"/>
                <a:gd name="T2" fmla="*/ 10800 w 21600"/>
                <a:gd name="T3" fmla="*/ 21600 h 21600"/>
                <a:gd name="T4" fmla="*/ 2700 w 21600"/>
                <a:gd name="T5" fmla="*/ 10800 h 21600"/>
                <a:gd name="T6" fmla="*/ 10800 w 21600"/>
                <a:gd name="T7" fmla="*/ 0 h 21600"/>
                <a:gd name="T8" fmla="*/ 4500 w 21600"/>
                <a:gd name="T9" fmla="*/ 4500 h 21600"/>
                <a:gd name="T10" fmla="*/ 17100 w 21600"/>
                <a:gd name="T11" fmla="*/ 17100 h 21600"/>
              </a:gdLst>
              <a:ahLst/>
              <a:cxnLst>
                <a:cxn ang="0">
                  <a:pos x="T0" y="T1"/>
                </a:cxn>
                <a:cxn ang="0">
                  <a:pos x="T2" y="T3"/>
                </a:cxn>
                <a:cxn ang="0">
                  <a:pos x="T4" y="T5"/>
                </a:cxn>
                <a:cxn ang="0">
                  <a:pos x="T6" y="T7"/>
                </a:cxn>
              </a:cxnLst>
              <a:rect l="T8" t="T9" r="T10" b="T11"/>
              <a:pathLst>
                <a:path w="21600" h="21600">
                  <a:moveTo>
                    <a:pt x="0" y="0"/>
                  </a:moveTo>
                  <a:lnTo>
                    <a:pt x="5400" y="21600"/>
                  </a:lnTo>
                  <a:lnTo>
                    <a:pt x="16200" y="21600"/>
                  </a:lnTo>
                  <a:lnTo>
                    <a:pt x="21600" y="0"/>
                  </a:lnTo>
                  <a:close/>
                </a:path>
              </a:pathLst>
            </a:custGeom>
            <a:gradFill rotWithShape="1">
              <a:gsLst>
                <a:gs pos="0">
                  <a:srgbClr val="FF00FF">
                    <a:gamma/>
                    <a:shade val="46275"/>
                    <a:invGamma/>
                  </a:srgbClr>
                </a:gs>
                <a:gs pos="50000">
                  <a:srgbClr val="FF00FF"/>
                </a:gs>
                <a:gs pos="100000">
                  <a:srgbClr val="FF00FF">
                    <a:gamma/>
                    <a:shade val="46275"/>
                    <a:invGamma/>
                  </a:srgbClr>
                </a:gs>
              </a:gsLst>
              <a:lin ang="0" scaled="1"/>
            </a:gradFill>
            <a:ln w="38100" algn="ctr">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53" name="Line 24">
              <a:extLst>
                <a:ext uri="{FF2B5EF4-FFF2-40B4-BE49-F238E27FC236}">
                  <a16:creationId xmlns:a16="http://schemas.microsoft.com/office/drawing/2014/main" id="{19AB47ED-98A5-0904-098B-DBAE26F07C0B}"/>
                </a:ext>
              </a:extLst>
            </p:cNvPr>
            <p:cNvSpPr>
              <a:spLocks noChangeShapeType="1"/>
            </p:cNvSpPr>
            <p:nvPr/>
          </p:nvSpPr>
          <p:spPr bwMode="auto">
            <a:xfrm flipH="1">
              <a:off x="3709" y="2775"/>
              <a:ext cx="262" cy="472"/>
            </a:xfrm>
            <a:prstGeom prst="line">
              <a:avLst/>
            </a:prstGeom>
            <a:noFill/>
            <a:ln w="3810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54" name="Line 25">
              <a:extLst>
                <a:ext uri="{FF2B5EF4-FFF2-40B4-BE49-F238E27FC236}">
                  <a16:creationId xmlns:a16="http://schemas.microsoft.com/office/drawing/2014/main" id="{BD3ED7A1-2055-6DF4-4BED-9EE3200541C1}"/>
                </a:ext>
              </a:extLst>
            </p:cNvPr>
            <p:cNvSpPr>
              <a:spLocks noChangeShapeType="1"/>
            </p:cNvSpPr>
            <p:nvPr/>
          </p:nvSpPr>
          <p:spPr bwMode="auto">
            <a:xfrm>
              <a:off x="3988" y="2775"/>
              <a:ext cx="236" cy="480"/>
            </a:xfrm>
            <a:prstGeom prst="line">
              <a:avLst/>
            </a:prstGeom>
            <a:noFill/>
            <a:ln w="3810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sp>
        <p:nvSpPr>
          <p:cNvPr id="55" name="Rectangle 26">
            <a:extLst>
              <a:ext uri="{FF2B5EF4-FFF2-40B4-BE49-F238E27FC236}">
                <a16:creationId xmlns:a16="http://schemas.microsoft.com/office/drawing/2014/main" id="{CDD244CC-F915-889E-9A62-1AEC22582CC7}"/>
              </a:ext>
            </a:extLst>
          </p:cNvPr>
          <p:cNvSpPr>
            <a:spLocks noChangeArrowheads="1"/>
          </p:cNvSpPr>
          <p:nvPr/>
        </p:nvSpPr>
        <p:spPr bwMode="auto">
          <a:xfrm>
            <a:off x="11200557" y="4244708"/>
            <a:ext cx="374650" cy="346075"/>
          </a:xfrm>
          <a:prstGeom prst="rect">
            <a:avLst/>
          </a:prstGeom>
          <a:gradFill rotWithShape="1">
            <a:gsLst>
              <a:gs pos="0">
                <a:srgbClr val="DDDDDD">
                  <a:gamma/>
                  <a:shade val="46275"/>
                  <a:invGamma/>
                </a:srgbClr>
              </a:gs>
              <a:gs pos="50000">
                <a:srgbClr val="DDDDDD"/>
              </a:gs>
              <a:gs pos="100000">
                <a:srgbClr val="DDDDDD">
                  <a:gamma/>
                  <a:shade val="46275"/>
                  <a:invGamma/>
                </a:srgbClr>
              </a:gs>
            </a:gsLst>
            <a:lin ang="0" scaled="1"/>
          </a:gradFill>
          <a:ln w="38100" algn="ctr">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nvGrpSpPr>
          <p:cNvPr id="56" name="Group 27">
            <a:extLst>
              <a:ext uri="{FF2B5EF4-FFF2-40B4-BE49-F238E27FC236}">
                <a16:creationId xmlns:a16="http://schemas.microsoft.com/office/drawing/2014/main" id="{C07493EA-AAC6-53A4-5429-00F205DEE78C}"/>
              </a:ext>
            </a:extLst>
          </p:cNvPr>
          <p:cNvGrpSpPr>
            <a:grpSpLocks/>
          </p:cNvGrpSpPr>
          <p:nvPr/>
        </p:nvGrpSpPr>
        <p:grpSpPr bwMode="auto">
          <a:xfrm>
            <a:off x="8538828" y="4212959"/>
            <a:ext cx="1169987" cy="833437"/>
            <a:chOff x="1847" y="1237"/>
            <a:chExt cx="737" cy="525"/>
          </a:xfrm>
        </p:grpSpPr>
        <p:sp>
          <p:nvSpPr>
            <p:cNvPr id="57" name="Rectangle 28">
              <a:extLst>
                <a:ext uri="{FF2B5EF4-FFF2-40B4-BE49-F238E27FC236}">
                  <a16:creationId xmlns:a16="http://schemas.microsoft.com/office/drawing/2014/main" id="{335B394F-8A21-9244-0205-49D2B8B0DE79}"/>
                </a:ext>
              </a:extLst>
            </p:cNvPr>
            <p:cNvSpPr>
              <a:spLocks noChangeArrowheads="1"/>
            </p:cNvSpPr>
            <p:nvPr/>
          </p:nvSpPr>
          <p:spPr bwMode="auto">
            <a:xfrm>
              <a:off x="1847" y="1237"/>
              <a:ext cx="737" cy="525"/>
            </a:xfrm>
            <a:prstGeom prst="rect">
              <a:avLst/>
            </a:prstGeom>
            <a:gradFill rotWithShape="1">
              <a:gsLst>
                <a:gs pos="0">
                  <a:srgbClr val="DDDDDD">
                    <a:gamma/>
                    <a:shade val="46275"/>
                    <a:invGamma/>
                  </a:srgbClr>
                </a:gs>
                <a:gs pos="50000">
                  <a:srgbClr val="DDDDDD"/>
                </a:gs>
                <a:gs pos="100000">
                  <a:srgbClr val="DDDDDD">
                    <a:gamma/>
                    <a:shade val="46275"/>
                    <a:invGamma/>
                  </a:srgbClr>
                </a:gs>
              </a:gsLst>
              <a:lin ang="0" scaled="1"/>
            </a:gradFill>
            <a:ln w="38100">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58" name="Oval 29">
              <a:extLst>
                <a:ext uri="{FF2B5EF4-FFF2-40B4-BE49-F238E27FC236}">
                  <a16:creationId xmlns:a16="http://schemas.microsoft.com/office/drawing/2014/main" id="{AFD20607-65A4-22C1-6068-872037F0CEF8}"/>
                </a:ext>
              </a:extLst>
            </p:cNvPr>
            <p:cNvSpPr>
              <a:spLocks noChangeArrowheads="1"/>
            </p:cNvSpPr>
            <p:nvPr/>
          </p:nvSpPr>
          <p:spPr bwMode="auto">
            <a:xfrm>
              <a:off x="2199" y="1492"/>
              <a:ext cx="56" cy="56"/>
            </a:xfrm>
            <a:prstGeom prst="ellipse">
              <a:avLst/>
            </a:prstGeom>
            <a:solidFill>
              <a:schemeClr val="accent1"/>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59" name="Text Box 30">
              <a:extLst>
                <a:ext uri="{FF2B5EF4-FFF2-40B4-BE49-F238E27FC236}">
                  <a16:creationId xmlns:a16="http://schemas.microsoft.com/office/drawing/2014/main" id="{7AF38053-7273-4123-BA73-D560D09E8769}"/>
                </a:ext>
              </a:extLst>
            </p:cNvPr>
            <p:cNvSpPr txBox="1">
              <a:spLocks noChangeArrowheads="1"/>
            </p:cNvSpPr>
            <p:nvPr/>
          </p:nvSpPr>
          <p:spPr bwMode="auto">
            <a:xfrm>
              <a:off x="1885" y="1327"/>
              <a:ext cx="489"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pPr>
              <a:r>
                <a:rPr lang="en-US" altLang="zh-CN" sz="2800" i="1">
                  <a:solidFill>
                    <a:schemeClr val="tx1"/>
                  </a:solidFill>
                  <a:ea typeface="宋体" panose="02010600030101010101" pitchFamily="2" charset="-122"/>
                </a:rPr>
                <a:t>A</a:t>
              </a:r>
            </a:p>
          </p:txBody>
        </p:sp>
      </p:grpSp>
      <p:grpSp>
        <p:nvGrpSpPr>
          <p:cNvPr id="60" name="Group 31">
            <a:extLst>
              <a:ext uri="{FF2B5EF4-FFF2-40B4-BE49-F238E27FC236}">
                <a16:creationId xmlns:a16="http://schemas.microsoft.com/office/drawing/2014/main" id="{8CE686DA-6852-2ECB-33CD-BEB985C6721B}"/>
              </a:ext>
            </a:extLst>
          </p:cNvPr>
          <p:cNvGrpSpPr>
            <a:grpSpLocks/>
          </p:cNvGrpSpPr>
          <p:nvPr/>
        </p:nvGrpSpPr>
        <p:grpSpPr bwMode="auto">
          <a:xfrm>
            <a:off x="8694909" y="1406258"/>
            <a:ext cx="1169988" cy="833438"/>
            <a:chOff x="1847" y="1237"/>
            <a:chExt cx="737" cy="525"/>
          </a:xfrm>
        </p:grpSpPr>
        <p:sp>
          <p:nvSpPr>
            <p:cNvPr id="61" name="Rectangle 32">
              <a:extLst>
                <a:ext uri="{FF2B5EF4-FFF2-40B4-BE49-F238E27FC236}">
                  <a16:creationId xmlns:a16="http://schemas.microsoft.com/office/drawing/2014/main" id="{B9C2D766-B73B-3B68-D26F-978FA6CD52C8}"/>
                </a:ext>
              </a:extLst>
            </p:cNvPr>
            <p:cNvSpPr>
              <a:spLocks noChangeArrowheads="1"/>
            </p:cNvSpPr>
            <p:nvPr/>
          </p:nvSpPr>
          <p:spPr bwMode="auto">
            <a:xfrm>
              <a:off x="1847" y="1237"/>
              <a:ext cx="737" cy="525"/>
            </a:xfrm>
            <a:prstGeom prst="rect">
              <a:avLst/>
            </a:prstGeom>
            <a:gradFill rotWithShape="1">
              <a:gsLst>
                <a:gs pos="0">
                  <a:srgbClr val="DDDDDD">
                    <a:gamma/>
                    <a:shade val="46275"/>
                    <a:invGamma/>
                  </a:srgbClr>
                </a:gs>
                <a:gs pos="50000">
                  <a:srgbClr val="DDDDDD"/>
                </a:gs>
                <a:gs pos="100000">
                  <a:srgbClr val="DDDDDD">
                    <a:gamma/>
                    <a:shade val="46275"/>
                    <a:invGamma/>
                  </a:srgbClr>
                </a:gs>
              </a:gsLst>
              <a:lin ang="0" scaled="1"/>
            </a:gradFill>
            <a:ln w="38100">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62" name="Oval 33">
              <a:extLst>
                <a:ext uri="{FF2B5EF4-FFF2-40B4-BE49-F238E27FC236}">
                  <a16:creationId xmlns:a16="http://schemas.microsoft.com/office/drawing/2014/main" id="{EE62BBBA-F8D0-24B8-201A-DC584086CFD7}"/>
                </a:ext>
              </a:extLst>
            </p:cNvPr>
            <p:cNvSpPr>
              <a:spLocks noChangeArrowheads="1"/>
            </p:cNvSpPr>
            <p:nvPr/>
          </p:nvSpPr>
          <p:spPr bwMode="auto">
            <a:xfrm>
              <a:off x="2199" y="1492"/>
              <a:ext cx="56" cy="56"/>
            </a:xfrm>
            <a:prstGeom prst="ellipse">
              <a:avLst/>
            </a:prstGeom>
            <a:solidFill>
              <a:schemeClr val="accent1"/>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63" name="Text Box 34">
              <a:extLst>
                <a:ext uri="{FF2B5EF4-FFF2-40B4-BE49-F238E27FC236}">
                  <a16:creationId xmlns:a16="http://schemas.microsoft.com/office/drawing/2014/main" id="{C08BB5B5-D185-A000-86D4-013980DFD19B}"/>
                </a:ext>
              </a:extLst>
            </p:cNvPr>
            <p:cNvSpPr txBox="1">
              <a:spLocks noChangeArrowheads="1"/>
            </p:cNvSpPr>
            <p:nvPr/>
          </p:nvSpPr>
          <p:spPr bwMode="auto">
            <a:xfrm>
              <a:off x="1885" y="1327"/>
              <a:ext cx="489"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pPr>
              <a:r>
                <a:rPr lang="en-US" altLang="zh-CN" sz="2800" i="1">
                  <a:solidFill>
                    <a:schemeClr val="tx1"/>
                  </a:solidFill>
                  <a:ea typeface="宋体" panose="02010600030101010101" pitchFamily="2" charset="-122"/>
                </a:rPr>
                <a:t>A</a:t>
              </a:r>
            </a:p>
          </p:txBody>
        </p:sp>
      </p:grpSp>
      <p:sp>
        <p:nvSpPr>
          <p:cNvPr id="64" name="Line 35">
            <a:extLst>
              <a:ext uri="{FF2B5EF4-FFF2-40B4-BE49-F238E27FC236}">
                <a16:creationId xmlns:a16="http://schemas.microsoft.com/office/drawing/2014/main" id="{AFA89642-7101-23D3-6002-04CB92FBE265}"/>
              </a:ext>
            </a:extLst>
          </p:cNvPr>
          <p:cNvSpPr>
            <a:spLocks noChangeShapeType="1"/>
          </p:cNvSpPr>
          <p:nvPr/>
        </p:nvSpPr>
        <p:spPr bwMode="auto">
          <a:xfrm>
            <a:off x="9142078" y="3623996"/>
            <a:ext cx="0" cy="969963"/>
          </a:xfrm>
          <a:prstGeom prst="line">
            <a:avLst/>
          </a:prstGeom>
          <a:noFill/>
          <a:ln w="38100">
            <a:solidFill>
              <a:srgbClr val="FF00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5" name="Text Box 36">
            <a:extLst>
              <a:ext uri="{FF2B5EF4-FFF2-40B4-BE49-F238E27FC236}">
                <a16:creationId xmlns:a16="http://schemas.microsoft.com/office/drawing/2014/main" id="{F3E7419C-D9DE-A3C7-A1EF-4C1BB641D503}"/>
              </a:ext>
            </a:extLst>
          </p:cNvPr>
          <p:cNvSpPr txBox="1">
            <a:spLocks noChangeArrowheads="1"/>
          </p:cNvSpPr>
          <p:nvPr/>
        </p:nvSpPr>
        <p:spPr bwMode="auto">
          <a:xfrm>
            <a:off x="9093406" y="3428734"/>
            <a:ext cx="954087"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pPr>
            <a:r>
              <a:rPr lang="en-US" altLang="zh-CN" sz="3200" b="1" i="1" dirty="0">
                <a:solidFill>
                  <a:srgbClr val="FF0000"/>
                </a:solidFill>
                <a:ea typeface="宋体" panose="02010600030101010101" pitchFamily="2" charset="-122"/>
              </a:rPr>
              <a:t>W</a:t>
            </a:r>
          </a:p>
        </p:txBody>
      </p:sp>
      <p:sp>
        <p:nvSpPr>
          <p:cNvPr id="66" name="Line 37">
            <a:extLst>
              <a:ext uri="{FF2B5EF4-FFF2-40B4-BE49-F238E27FC236}">
                <a16:creationId xmlns:a16="http://schemas.microsoft.com/office/drawing/2014/main" id="{72A89FE1-D70A-B9B9-1150-36DFCD2FB26F}"/>
              </a:ext>
            </a:extLst>
          </p:cNvPr>
          <p:cNvSpPr>
            <a:spLocks noChangeShapeType="1"/>
          </p:cNvSpPr>
          <p:nvPr/>
        </p:nvSpPr>
        <p:spPr bwMode="auto">
          <a:xfrm flipV="1">
            <a:off x="9137315" y="5046396"/>
            <a:ext cx="0" cy="969963"/>
          </a:xfrm>
          <a:prstGeom prst="line">
            <a:avLst/>
          </a:prstGeom>
          <a:noFill/>
          <a:ln w="38100">
            <a:solidFill>
              <a:srgbClr val="FF00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7" name="Text Box 38">
            <a:extLst>
              <a:ext uri="{FF2B5EF4-FFF2-40B4-BE49-F238E27FC236}">
                <a16:creationId xmlns:a16="http://schemas.microsoft.com/office/drawing/2014/main" id="{CFC5496A-6543-EB06-2E0F-5AB578598052}"/>
              </a:ext>
            </a:extLst>
          </p:cNvPr>
          <p:cNvSpPr txBox="1">
            <a:spLocks noChangeArrowheads="1"/>
          </p:cNvSpPr>
          <p:nvPr/>
        </p:nvSpPr>
        <p:spPr bwMode="auto">
          <a:xfrm>
            <a:off x="9120393" y="5516296"/>
            <a:ext cx="9271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pPr>
            <a:r>
              <a:rPr lang="en-US" altLang="zh-CN" sz="3200" b="1" i="1" dirty="0">
                <a:solidFill>
                  <a:srgbClr val="FF0000"/>
                </a:solidFill>
                <a:ea typeface="宋体" panose="02010600030101010101" pitchFamily="2" charset="-122"/>
              </a:rPr>
              <a:t>F</a:t>
            </a:r>
            <a:r>
              <a:rPr lang="en-US" altLang="zh-CN" sz="3200" i="0" baseline="-25000" dirty="0">
                <a:solidFill>
                  <a:srgbClr val="FF0000"/>
                </a:solidFill>
                <a:ea typeface="宋体" panose="02010600030101010101" pitchFamily="2" charset="-122"/>
              </a:rPr>
              <a:t>N</a:t>
            </a:r>
            <a:endParaRPr lang="en-US" altLang="zh-CN" sz="3200" b="1" i="0" dirty="0">
              <a:solidFill>
                <a:srgbClr val="FF0000"/>
              </a:solidFill>
              <a:ea typeface="宋体" panose="02010600030101010101" pitchFamily="2" charset="-122"/>
            </a:endParaRPr>
          </a:p>
        </p:txBody>
      </p:sp>
      <p:sp>
        <p:nvSpPr>
          <p:cNvPr id="68" name="Line 39">
            <a:extLst>
              <a:ext uri="{FF2B5EF4-FFF2-40B4-BE49-F238E27FC236}">
                <a16:creationId xmlns:a16="http://schemas.microsoft.com/office/drawing/2014/main" id="{4303CECE-B912-CFC5-D394-C17EF5DEDD11}"/>
              </a:ext>
            </a:extLst>
          </p:cNvPr>
          <p:cNvSpPr>
            <a:spLocks noChangeShapeType="1"/>
          </p:cNvSpPr>
          <p:nvPr/>
        </p:nvSpPr>
        <p:spPr bwMode="auto">
          <a:xfrm rot="16200000">
            <a:off x="10096166" y="4362183"/>
            <a:ext cx="0" cy="758825"/>
          </a:xfrm>
          <a:prstGeom prst="line">
            <a:avLst/>
          </a:prstGeom>
          <a:noFill/>
          <a:ln w="38100">
            <a:solidFill>
              <a:srgbClr val="FFFF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9" name="Text Box 40">
            <a:extLst>
              <a:ext uri="{FF2B5EF4-FFF2-40B4-BE49-F238E27FC236}">
                <a16:creationId xmlns:a16="http://schemas.microsoft.com/office/drawing/2014/main" id="{5B337A41-6469-C870-29CE-CCA6866CD5D4}"/>
              </a:ext>
            </a:extLst>
          </p:cNvPr>
          <p:cNvSpPr txBox="1">
            <a:spLocks noChangeArrowheads="1"/>
          </p:cNvSpPr>
          <p:nvPr/>
        </p:nvSpPr>
        <p:spPr bwMode="auto">
          <a:xfrm>
            <a:off x="9812003" y="4157396"/>
            <a:ext cx="954087"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pPr>
            <a:r>
              <a:rPr lang="en-US" altLang="zh-CN" sz="3200" b="1" i="1" dirty="0">
                <a:solidFill>
                  <a:srgbClr val="FFFF00"/>
                </a:solidFill>
                <a:ea typeface="宋体" panose="02010600030101010101" pitchFamily="2" charset="-122"/>
              </a:rPr>
              <a:t>F</a:t>
            </a:r>
            <a:r>
              <a:rPr lang="en-US" altLang="zh-CN" sz="3200" i="0" baseline="-25000" dirty="0">
                <a:solidFill>
                  <a:srgbClr val="FFFF00"/>
                </a:solidFill>
                <a:ea typeface="宋体" panose="02010600030101010101" pitchFamily="2" charset="-122"/>
              </a:rPr>
              <a:t>T</a:t>
            </a:r>
            <a:endParaRPr lang="en-US" altLang="zh-CN" sz="3200" b="1" i="0" dirty="0">
              <a:solidFill>
                <a:srgbClr val="FFFF00"/>
              </a:solidFill>
              <a:ea typeface="宋体" panose="02010600030101010101" pitchFamily="2" charset="-122"/>
            </a:endParaRPr>
          </a:p>
        </p:txBody>
      </p:sp>
      <p:sp>
        <p:nvSpPr>
          <p:cNvPr id="70" name="Line 41">
            <a:extLst>
              <a:ext uri="{FF2B5EF4-FFF2-40B4-BE49-F238E27FC236}">
                <a16:creationId xmlns:a16="http://schemas.microsoft.com/office/drawing/2014/main" id="{05ED0C03-CB58-5BD0-5930-9ECE99BA96B0}"/>
              </a:ext>
            </a:extLst>
          </p:cNvPr>
          <p:cNvSpPr>
            <a:spLocks noChangeShapeType="1"/>
          </p:cNvSpPr>
          <p:nvPr/>
        </p:nvSpPr>
        <p:spPr bwMode="auto">
          <a:xfrm rot="5400000" flipH="1">
            <a:off x="8369759" y="4709052"/>
            <a:ext cx="0" cy="744538"/>
          </a:xfrm>
          <a:prstGeom prst="line">
            <a:avLst/>
          </a:prstGeom>
          <a:noFill/>
          <a:ln w="38100">
            <a:solidFill>
              <a:srgbClr val="FFFF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71" name="Text Box 42">
            <a:extLst>
              <a:ext uri="{FF2B5EF4-FFF2-40B4-BE49-F238E27FC236}">
                <a16:creationId xmlns:a16="http://schemas.microsoft.com/office/drawing/2014/main" id="{C16F2FFA-53C0-E4D1-4814-DE3B96E94997}"/>
              </a:ext>
            </a:extLst>
          </p:cNvPr>
          <p:cNvSpPr txBox="1">
            <a:spLocks noChangeArrowheads="1"/>
          </p:cNvSpPr>
          <p:nvPr/>
        </p:nvSpPr>
        <p:spPr bwMode="auto">
          <a:xfrm>
            <a:off x="7465678" y="4482834"/>
            <a:ext cx="954087"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pPr>
            <a:r>
              <a:rPr lang="en-US" altLang="zh-CN" sz="3200" b="1" i="1" dirty="0">
                <a:solidFill>
                  <a:srgbClr val="FFFF00"/>
                </a:solidFill>
                <a:ea typeface="宋体" panose="02010600030101010101" pitchFamily="2" charset="-122"/>
              </a:rPr>
              <a:t>F</a:t>
            </a:r>
            <a:r>
              <a:rPr lang="en-US" altLang="zh-CN" sz="3200" i="0" baseline="-25000" dirty="0">
                <a:solidFill>
                  <a:srgbClr val="FFFF00"/>
                </a:solidFill>
                <a:ea typeface="宋体" panose="02010600030101010101" pitchFamily="2" charset="-122"/>
              </a:rPr>
              <a:t>f</a:t>
            </a:r>
          </a:p>
        </p:txBody>
      </p:sp>
      <p:sp>
        <p:nvSpPr>
          <p:cNvPr id="72" name="文本框 71">
            <a:extLst>
              <a:ext uri="{FF2B5EF4-FFF2-40B4-BE49-F238E27FC236}">
                <a16:creationId xmlns:a16="http://schemas.microsoft.com/office/drawing/2014/main" id="{1E8A3F63-0637-2BD5-A1A2-D0EAB561228D}"/>
              </a:ext>
            </a:extLst>
          </p:cNvPr>
          <p:cNvSpPr txBox="1"/>
          <p:nvPr/>
        </p:nvSpPr>
        <p:spPr>
          <a:xfrm>
            <a:off x="483141" y="2419215"/>
            <a:ext cx="6982537" cy="2806922"/>
          </a:xfrm>
          <a:prstGeom prst="rect">
            <a:avLst/>
          </a:prstGeom>
          <a:noFill/>
        </p:spPr>
        <p:txBody>
          <a:bodyPr wrap="square">
            <a:spAutoFit/>
          </a:bodyPr>
          <a:lstStyle/>
          <a:p>
            <a:pPr>
              <a:lnSpc>
                <a:spcPct val="120000"/>
              </a:lnSpc>
              <a:spcBef>
                <a:spcPct val="50000"/>
              </a:spcBef>
            </a:pPr>
            <a:r>
              <a:rPr lang="en-US" altLang="zh-CN" sz="2800" i="0" dirty="0">
                <a:solidFill>
                  <a:schemeClr val="tx1"/>
                </a:solidFill>
                <a:latin typeface="+mj-lt"/>
              </a:rPr>
              <a:t>2</a:t>
            </a:r>
            <a:r>
              <a:rPr lang="zh-CN" altLang="en-US" sz="2800" i="0" dirty="0">
                <a:solidFill>
                  <a:schemeClr val="tx1"/>
                </a:solidFill>
                <a:latin typeface="+mj-lt"/>
              </a:rPr>
              <a:t>）</a:t>
            </a:r>
            <a:r>
              <a:rPr lang="zh-CN" altLang="en-US" sz="2800" i="0" dirty="0">
                <a:solidFill>
                  <a:schemeClr val="tx1"/>
                </a:solidFill>
                <a:latin typeface="+mn-lt"/>
                <a:ea typeface="微软雅黑" panose="020B0503020204020204" pitchFamily="34" charset="-122"/>
              </a:rPr>
              <a:t>当</a:t>
            </a:r>
            <a:r>
              <a:rPr lang="en-US" altLang="zh-CN" sz="2800" dirty="0">
                <a:solidFill>
                  <a:schemeClr val="tx1"/>
                </a:solidFill>
              </a:rPr>
              <a:t>F</a:t>
            </a:r>
            <a:r>
              <a:rPr lang="en-US" altLang="zh-CN" sz="2800" i="0" baseline="-25000" dirty="0">
                <a:solidFill>
                  <a:schemeClr val="tx1"/>
                </a:solidFill>
              </a:rPr>
              <a:t>T</a:t>
            </a:r>
            <a:r>
              <a:rPr lang="zh-CN" altLang="en-US" sz="2800" i="0" dirty="0">
                <a:solidFill>
                  <a:schemeClr val="tx1"/>
                </a:solidFill>
                <a:latin typeface="+mn-lt"/>
                <a:ea typeface="微软雅黑" panose="020B0503020204020204" pitchFamily="34" charset="-122"/>
              </a:rPr>
              <a:t>逐渐增大，</a:t>
            </a:r>
            <a:r>
              <a:rPr lang="en-US" altLang="zh-CN" sz="2800" dirty="0">
                <a:solidFill>
                  <a:schemeClr val="tx1"/>
                </a:solidFill>
              </a:rPr>
              <a:t>F</a:t>
            </a:r>
            <a:r>
              <a:rPr lang="en-US" altLang="zh-CN" sz="2800" i="0" baseline="-25000" dirty="0">
                <a:solidFill>
                  <a:schemeClr val="tx1"/>
                </a:solidFill>
              </a:rPr>
              <a:t>f</a:t>
            </a:r>
            <a:r>
              <a:rPr lang="zh-CN" altLang="en-US" sz="2800" i="0" dirty="0">
                <a:solidFill>
                  <a:schemeClr val="tx1"/>
                </a:solidFill>
                <a:latin typeface="+mn-lt"/>
                <a:ea typeface="微软雅黑" panose="020B0503020204020204" pitchFamily="34" charset="-122"/>
              </a:rPr>
              <a:t>也随之增加，当</a:t>
            </a:r>
            <a:r>
              <a:rPr lang="en-US" altLang="zh-CN" sz="2800" b="1" i="1" dirty="0" err="1">
                <a:solidFill>
                  <a:schemeClr val="tx1"/>
                </a:solidFill>
              </a:rPr>
              <a:t>F</a:t>
            </a:r>
            <a:r>
              <a:rPr lang="en-US" altLang="zh-CN" sz="2800" i="0" baseline="-25000" dirty="0" err="1">
                <a:solidFill>
                  <a:schemeClr val="tx1"/>
                </a:solidFill>
              </a:rPr>
              <a:t>f</a:t>
            </a:r>
            <a:r>
              <a:rPr lang="en-US" altLang="zh-CN" sz="2800" i="0" baseline="-25000" dirty="0">
                <a:solidFill>
                  <a:schemeClr val="tx1"/>
                </a:solidFill>
              </a:rPr>
              <a:t> </a:t>
            </a:r>
            <a:r>
              <a:rPr lang="zh-CN" altLang="en-US" sz="2800" i="0" dirty="0">
                <a:solidFill>
                  <a:schemeClr val="tx1"/>
                </a:solidFill>
                <a:latin typeface="+mn-lt"/>
                <a:ea typeface="微软雅黑" panose="020B0503020204020204" pitchFamily="34" charset="-122"/>
              </a:rPr>
              <a:t>随</a:t>
            </a:r>
            <a:r>
              <a:rPr lang="en-US" altLang="zh-CN" sz="2800" b="1" i="1" dirty="0">
                <a:solidFill>
                  <a:schemeClr val="tx1"/>
                </a:solidFill>
              </a:rPr>
              <a:t>F</a:t>
            </a:r>
            <a:r>
              <a:rPr lang="en-US" altLang="zh-CN" sz="2800" i="0" baseline="-25000" dirty="0">
                <a:solidFill>
                  <a:schemeClr val="tx1"/>
                </a:solidFill>
              </a:rPr>
              <a:t>T</a:t>
            </a:r>
            <a:r>
              <a:rPr lang="zh-CN" altLang="en-US" sz="2800" i="0" dirty="0">
                <a:solidFill>
                  <a:schemeClr val="tx1"/>
                </a:solidFill>
                <a:latin typeface="+mn-lt"/>
                <a:ea typeface="微软雅黑" panose="020B0503020204020204" pitchFamily="34" charset="-122"/>
              </a:rPr>
              <a:t>增加到某一临界值</a:t>
            </a:r>
            <a:r>
              <a:rPr lang="en-US" altLang="zh-CN" sz="2800" b="1" i="1" dirty="0" err="1">
                <a:solidFill>
                  <a:schemeClr val="tx1"/>
                </a:solidFill>
              </a:rPr>
              <a:t>F</a:t>
            </a:r>
            <a:r>
              <a:rPr lang="en-US" altLang="zh-CN" sz="2800" i="0" baseline="-25000" dirty="0" err="1">
                <a:solidFill>
                  <a:schemeClr val="tx1"/>
                </a:solidFill>
              </a:rPr>
              <a:t>fm</a:t>
            </a:r>
            <a:r>
              <a:rPr lang="zh-CN" altLang="en-US" sz="2800" i="0" dirty="0">
                <a:solidFill>
                  <a:schemeClr val="tx1"/>
                </a:solidFill>
                <a:latin typeface="+mn-lt"/>
                <a:ea typeface="微软雅黑" panose="020B0503020204020204" pitchFamily="34" charset="-122"/>
              </a:rPr>
              <a:t>时，就不会再增加；若</a:t>
            </a:r>
            <a:r>
              <a:rPr lang="en-US" altLang="zh-CN" sz="2800" b="1" i="1" dirty="0">
                <a:solidFill>
                  <a:schemeClr val="tx1"/>
                </a:solidFill>
              </a:rPr>
              <a:t>F</a:t>
            </a:r>
            <a:r>
              <a:rPr lang="en-US" altLang="zh-CN" sz="2800" i="0" baseline="-25000" dirty="0">
                <a:solidFill>
                  <a:schemeClr val="tx1"/>
                </a:solidFill>
              </a:rPr>
              <a:t>T</a:t>
            </a:r>
            <a:r>
              <a:rPr lang="zh-CN" altLang="en-US" sz="2800" i="0" dirty="0">
                <a:solidFill>
                  <a:schemeClr val="tx1"/>
                </a:solidFill>
                <a:latin typeface="+mn-lt"/>
                <a:ea typeface="微软雅黑" panose="020B0503020204020204" pitchFamily="34" charset="-122"/>
              </a:rPr>
              <a:t>继续增加，物体就要开始滑动。因此，静摩擦力</a:t>
            </a:r>
            <a:r>
              <a:rPr lang="en-US" altLang="zh-CN" sz="2800" dirty="0">
                <a:solidFill>
                  <a:schemeClr val="tx1"/>
                </a:solidFill>
              </a:rPr>
              <a:t>F</a:t>
            </a:r>
            <a:r>
              <a:rPr lang="en-US" altLang="zh-CN" sz="2800" i="0" baseline="-25000" dirty="0">
                <a:solidFill>
                  <a:schemeClr val="tx1"/>
                </a:solidFill>
              </a:rPr>
              <a:t>f</a:t>
            </a:r>
            <a:r>
              <a:rPr lang="zh-CN" altLang="en-US" sz="2800" i="0" dirty="0">
                <a:solidFill>
                  <a:schemeClr val="tx1"/>
                </a:solidFill>
                <a:latin typeface="+mn-lt"/>
                <a:ea typeface="微软雅黑" panose="020B0503020204020204" pitchFamily="34" charset="-122"/>
              </a:rPr>
              <a:t>也可称为</a:t>
            </a:r>
            <a:r>
              <a:rPr kumimoji="1" lang="zh-CN" altLang="en-US" sz="2800" i="0" dirty="0">
                <a:latin typeface="微软雅黑" panose="020B0503020204020204" pitchFamily="34" charset="-122"/>
                <a:ea typeface="微软雅黑" panose="020B0503020204020204" pitchFamily="34" charset="-122"/>
              </a:rPr>
              <a:t>切向有限约束反力</a:t>
            </a:r>
            <a:r>
              <a:rPr lang="zh-CN" altLang="en-US" sz="2800" i="0" dirty="0">
                <a:solidFill>
                  <a:schemeClr val="tx1"/>
                </a:solidFill>
                <a:latin typeface="+mn-lt"/>
                <a:ea typeface="微软雅黑" panose="020B0503020204020204" pitchFamily="34" charset="-122"/>
              </a:rPr>
              <a:t>。</a:t>
            </a:r>
          </a:p>
          <a:p>
            <a:pPr>
              <a:spcBef>
                <a:spcPct val="50000"/>
              </a:spcBef>
            </a:pPr>
            <a:endParaRPr lang="zh-CN" altLang="en-US" sz="2800" i="0" dirty="0">
              <a:solidFill>
                <a:schemeClr val="tx1"/>
              </a:solidFill>
              <a:latin typeface="+mn-lt"/>
              <a:ea typeface="微软雅黑" panose="020B0503020204020204" pitchFamily="34" charset="-122"/>
            </a:endParaRPr>
          </a:p>
        </p:txBody>
      </p:sp>
      <p:sp>
        <p:nvSpPr>
          <p:cNvPr id="73" name="文本框 72">
            <a:extLst>
              <a:ext uri="{FF2B5EF4-FFF2-40B4-BE49-F238E27FC236}">
                <a16:creationId xmlns:a16="http://schemas.microsoft.com/office/drawing/2014/main" id="{904821B3-D389-1070-4295-BD66E7B2592A}"/>
              </a:ext>
            </a:extLst>
          </p:cNvPr>
          <p:cNvSpPr txBox="1"/>
          <p:nvPr/>
        </p:nvSpPr>
        <p:spPr>
          <a:xfrm>
            <a:off x="518908" y="4608968"/>
            <a:ext cx="6534952" cy="1728743"/>
          </a:xfrm>
          <a:prstGeom prst="rect">
            <a:avLst/>
          </a:prstGeom>
          <a:noFill/>
        </p:spPr>
        <p:txBody>
          <a:bodyPr wrap="square">
            <a:spAutoFit/>
          </a:bodyPr>
          <a:lstStyle/>
          <a:p>
            <a:pPr>
              <a:spcBef>
                <a:spcPct val="50000"/>
              </a:spcBef>
            </a:pPr>
            <a:r>
              <a:rPr kumimoji="1" lang="zh-CN" altLang="en-US" sz="2800" i="0" dirty="0">
                <a:solidFill>
                  <a:srgbClr val="FF0000"/>
                </a:solidFill>
                <a:latin typeface="微软雅黑" panose="020B0503020204020204" pitchFamily="34" charset="-122"/>
                <a:ea typeface="微软雅黑" panose="020B0503020204020204" pitchFamily="34" charset="-122"/>
              </a:rPr>
              <a:t>最大静摩擦力    </a:t>
            </a:r>
            <a:r>
              <a:rPr lang="en-US" altLang="zh-CN" sz="2800" i="1" dirty="0" err="1">
                <a:solidFill>
                  <a:schemeClr val="tx1"/>
                </a:solidFill>
              </a:rPr>
              <a:t>F</a:t>
            </a:r>
            <a:r>
              <a:rPr lang="en-US" altLang="zh-CN" sz="2800" i="0" baseline="-25000" dirty="0" err="1">
                <a:solidFill>
                  <a:schemeClr val="tx1"/>
                </a:solidFill>
              </a:rPr>
              <a:t>fm</a:t>
            </a:r>
            <a:r>
              <a:rPr lang="en-US" altLang="zh-CN" sz="2800" dirty="0">
                <a:solidFill>
                  <a:schemeClr val="tx1"/>
                </a:solidFill>
              </a:rPr>
              <a:t>=</a:t>
            </a:r>
            <a:r>
              <a:rPr lang="en-US" altLang="zh-CN" sz="2800" i="1" dirty="0" err="1">
                <a:solidFill>
                  <a:schemeClr val="tx1"/>
                </a:solidFill>
              </a:rPr>
              <a:t>f</a:t>
            </a:r>
            <a:r>
              <a:rPr lang="en-US" altLang="zh-CN" sz="2800" i="0" baseline="-25000" dirty="0" err="1">
                <a:solidFill>
                  <a:schemeClr val="tx1"/>
                </a:solidFill>
              </a:rPr>
              <a:t>s</a:t>
            </a:r>
            <a:r>
              <a:rPr lang="en-US" altLang="zh-CN" sz="2800" i="1" dirty="0" err="1">
                <a:solidFill>
                  <a:schemeClr val="tx1"/>
                </a:solidFill>
              </a:rPr>
              <a:t>F</a:t>
            </a:r>
            <a:r>
              <a:rPr lang="en-US" altLang="zh-CN" sz="2800" i="0" baseline="-25000" dirty="0" err="1">
                <a:solidFill>
                  <a:schemeClr val="tx1"/>
                </a:solidFill>
              </a:rPr>
              <a:t>N</a:t>
            </a:r>
            <a:r>
              <a:rPr lang="en-US" altLang="zh-CN" sz="2800" i="0" baseline="-25000" dirty="0">
                <a:solidFill>
                  <a:schemeClr val="tx1"/>
                </a:solidFill>
              </a:rPr>
              <a:t>     </a:t>
            </a:r>
            <a:r>
              <a:rPr kumimoji="1" lang="zh-CN" altLang="en-US" sz="2800" i="0" dirty="0">
                <a:latin typeface="微软雅黑" panose="020B0503020204020204" pitchFamily="34" charset="-122"/>
                <a:ea typeface="微软雅黑" panose="020B0503020204020204" pitchFamily="34" charset="-122"/>
              </a:rPr>
              <a:t>库仑摩擦定律</a:t>
            </a:r>
          </a:p>
          <a:p>
            <a:pPr>
              <a:lnSpc>
                <a:spcPct val="120000"/>
              </a:lnSpc>
              <a:spcBef>
                <a:spcPct val="50000"/>
              </a:spcBef>
            </a:pPr>
            <a:r>
              <a:rPr lang="en-US" altLang="zh-CN" sz="2800" dirty="0">
                <a:solidFill>
                  <a:schemeClr val="tx1"/>
                </a:solidFill>
              </a:rPr>
              <a:t> </a:t>
            </a:r>
            <a:r>
              <a:rPr lang="en-US" altLang="zh-CN" sz="2800" i="1" dirty="0">
                <a:solidFill>
                  <a:schemeClr val="tx1"/>
                </a:solidFill>
              </a:rPr>
              <a:t>f</a:t>
            </a:r>
            <a:r>
              <a:rPr lang="en-US" altLang="zh-CN" sz="2800" i="0" baseline="-25000" dirty="0">
                <a:solidFill>
                  <a:schemeClr val="tx1"/>
                </a:solidFill>
              </a:rPr>
              <a:t>s</a:t>
            </a:r>
            <a:r>
              <a:rPr lang="zh-CN" altLang="en-US" sz="2800" i="0" baseline="-25000" dirty="0">
                <a:solidFill>
                  <a:schemeClr val="tx1"/>
                </a:solidFill>
              </a:rPr>
              <a:t> </a:t>
            </a:r>
            <a:r>
              <a:rPr lang="en-US" altLang="zh-CN" sz="2800" i="0" dirty="0">
                <a:solidFill>
                  <a:schemeClr val="tx1"/>
                </a:solidFill>
                <a:latin typeface="+mn-lt"/>
                <a:ea typeface="微软雅黑" panose="020B0503020204020204" pitchFamily="34" charset="-122"/>
              </a:rPr>
              <a:t>— </a:t>
            </a:r>
            <a:r>
              <a:rPr lang="zh-CN" altLang="en-US" sz="2800" i="0" dirty="0">
                <a:solidFill>
                  <a:schemeClr val="tx1"/>
                </a:solidFill>
                <a:latin typeface="+mn-lt"/>
                <a:ea typeface="微软雅黑" panose="020B0503020204020204" pitchFamily="34" charset="-122"/>
              </a:rPr>
              <a:t>静滑动摩擦因数，与材料的表面状态有关一般要实验测定。</a:t>
            </a:r>
          </a:p>
        </p:txBody>
      </p:sp>
    </p:spTree>
    <p:extLst>
      <p:ext uri="{BB962C8B-B14F-4D97-AF65-F5344CB8AC3E}">
        <p14:creationId xmlns:p14="http://schemas.microsoft.com/office/powerpoint/2010/main" val="4181238178"/>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9"/>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0"/>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5"/>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0"/>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56"/>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64"/>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65"/>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66"/>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67"/>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68"/>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69"/>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70"/>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7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 grpId="0" animBg="1"/>
      <p:bldP spid="50" grpId="0" animBg="1"/>
      <p:bldP spid="55" grpId="0" animBg="1"/>
      <p:bldP spid="64" grpId="0" animBg="1"/>
      <p:bldP spid="65" grpId="0"/>
      <p:bldP spid="66" grpId="0" animBg="1"/>
      <p:bldP spid="67" grpId="0"/>
      <p:bldP spid="68" grpId="0" animBg="1"/>
      <p:bldP spid="69" grpId="0"/>
      <p:bldP spid="70" grpId="0" animBg="1"/>
      <p:bldP spid="71"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164442" y="91693"/>
            <a:ext cx="5546711" cy="615553"/>
          </a:xfrm>
          <a:prstGeom prst="rect">
            <a:avLst/>
          </a:prstGeom>
        </p:spPr>
        <p:txBody>
          <a:bodyPr wrap="none">
            <a:spAutoFit/>
          </a:bodyPr>
          <a:lstStyle/>
          <a:p>
            <a:pPr>
              <a:defRPr/>
            </a:pPr>
            <a:r>
              <a:rPr kumimoji="1" lang="zh-CN" altLang="en-US" sz="3400" i="0" dirty="0">
                <a:solidFill>
                  <a:srgbClr val="FFFFFF"/>
                </a:solidFill>
                <a:latin typeface="微软雅黑" panose="020B0503020204020204" pitchFamily="34" charset="-122"/>
                <a:ea typeface="微软雅黑" panose="020B0503020204020204" pitchFamily="34" charset="-122"/>
              </a:rPr>
              <a:t>第二章</a:t>
            </a:r>
            <a:r>
              <a:rPr kumimoji="1" lang="en-US" altLang="zh-CN" sz="3400" i="0" dirty="0">
                <a:solidFill>
                  <a:srgbClr val="FFFFFF"/>
                </a:solidFill>
                <a:latin typeface="微软雅黑" panose="020B0503020204020204" pitchFamily="34" charset="-122"/>
                <a:ea typeface="微软雅黑" panose="020B0503020204020204" pitchFamily="34" charset="-122"/>
              </a:rPr>
              <a:t> </a:t>
            </a:r>
            <a:r>
              <a:rPr kumimoji="1" lang="zh-CN" altLang="en-US" sz="3400" i="0" dirty="0">
                <a:solidFill>
                  <a:srgbClr val="FFFFFF"/>
                </a:solidFill>
                <a:latin typeface="微软雅黑" panose="020B0503020204020204" pitchFamily="34" charset="-122"/>
                <a:ea typeface="微软雅黑" panose="020B0503020204020204" pitchFamily="34" charset="-122"/>
              </a:rPr>
              <a:t>平面问题的受力分析</a:t>
            </a:r>
          </a:p>
        </p:txBody>
      </p:sp>
      <p:sp>
        <p:nvSpPr>
          <p:cNvPr id="9" name="Rectangle 61">
            <a:extLst>
              <a:ext uri="{FF2B5EF4-FFF2-40B4-BE49-F238E27FC236}">
                <a16:creationId xmlns:a16="http://schemas.microsoft.com/office/drawing/2014/main" id="{73C9FF17-C75A-8DBC-5351-D7589ADCC51D}"/>
              </a:ext>
            </a:extLst>
          </p:cNvPr>
          <p:cNvSpPr>
            <a:spLocks noChangeArrowheads="1"/>
          </p:cNvSpPr>
          <p:nvPr/>
        </p:nvSpPr>
        <p:spPr bwMode="auto">
          <a:xfrm>
            <a:off x="7893584" y="2108870"/>
            <a:ext cx="4035064" cy="4040878"/>
          </a:xfrm>
          <a:prstGeom prst="rect">
            <a:avLst/>
          </a:prstGeom>
          <a:solidFill>
            <a:srgbClr val="B9CDE5"/>
          </a:solidFill>
          <a:ln>
            <a:noFill/>
          </a:ln>
          <a:effectLst/>
        </p:spPr>
        <p:txBody>
          <a:bodyPr wrap="none" anchor="ctr"/>
          <a:lstStyle/>
          <a:p>
            <a:endParaRPr lang="zh-CN" altLang="en-US"/>
          </a:p>
        </p:txBody>
      </p:sp>
      <p:grpSp>
        <p:nvGrpSpPr>
          <p:cNvPr id="10" name="Group 14">
            <a:extLst>
              <a:ext uri="{FF2B5EF4-FFF2-40B4-BE49-F238E27FC236}">
                <a16:creationId xmlns:a16="http://schemas.microsoft.com/office/drawing/2014/main" id="{C2D61BFD-FA42-0B14-FE3A-34ED91BEE101}"/>
              </a:ext>
            </a:extLst>
          </p:cNvPr>
          <p:cNvGrpSpPr>
            <a:grpSpLocks/>
          </p:cNvGrpSpPr>
          <p:nvPr/>
        </p:nvGrpSpPr>
        <p:grpSpPr bwMode="auto">
          <a:xfrm>
            <a:off x="8544272" y="2286000"/>
            <a:ext cx="2971800" cy="1143000"/>
            <a:chOff x="1056" y="1248"/>
            <a:chExt cx="1872" cy="720"/>
          </a:xfrm>
        </p:grpSpPr>
        <p:sp>
          <p:nvSpPr>
            <p:cNvPr id="11" name="Line 15">
              <a:extLst>
                <a:ext uri="{FF2B5EF4-FFF2-40B4-BE49-F238E27FC236}">
                  <a16:creationId xmlns:a16="http://schemas.microsoft.com/office/drawing/2014/main" id="{15A57509-388A-2918-9BAC-BA2FE161CC42}"/>
                </a:ext>
              </a:extLst>
            </p:cNvPr>
            <p:cNvSpPr>
              <a:spLocks noChangeShapeType="1"/>
            </p:cNvSpPr>
            <p:nvPr/>
          </p:nvSpPr>
          <p:spPr bwMode="auto">
            <a:xfrm flipH="1">
              <a:off x="1776" y="1920"/>
              <a:ext cx="96" cy="4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12" name="Group 16">
              <a:extLst>
                <a:ext uri="{FF2B5EF4-FFF2-40B4-BE49-F238E27FC236}">
                  <a16:creationId xmlns:a16="http://schemas.microsoft.com/office/drawing/2014/main" id="{F1BE1A96-454E-96AB-F506-9E26EB152A6E}"/>
                </a:ext>
              </a:extLst>
            </p:cNvPr>
            <p:cNvGrpSpPr>
              <a:grpSpLocks/>
            </p:cNvGrpSpPr>
            <p:nvPr/>
          </p:nvGrpSpPr>
          <p:grpSpPr bwMode="auto">
            <a:xfrm>
              <a:off x="1056" y="1248"/>
              <a:ext cx="1872" cy="720"/>
              <a:chOff x="2688" y="624"/>
              <a:chExt cx="1872" cy="720"/>
            </a:xfrm>
          </p:grpSpPr>
          <p:sp>
            <p:nvSpPr>
              <p:cNvPr id="13" name="Rectangle 17">
                <a:extLst>
                  <a:ext uri="{FF2B5EF4-FFF2-40B4-BE49-F238E27FC236}">
                    <a16:creationId xmlns:a16="http://schemas.microsoft.com/office/drawing/2014/main" id="{F45AEEB4-4738-00F9-B1A9-32714398E044}"/>
                  </a:ext>
                </a:extLst>
              </p:cNvPr>
              <p:cNvSpPr>
                <a:spLocks noChangeArrowheads="1"/>
              </p:cNvSpPr>
              <p:nvPr/>
            </p:nvSpPr>
            <p:spPr bwMode="auto">
              <a:xfrm>
                <a:off x="2880" y="624"/>
                <a:ext cx="1248" cy="672"/>
              </a:xfrm>
              <a:prstGeom prst="rect">
                <a:avLst/>
              </a:prstGeom>
              <a:solidFill>
                <a:srgbClr val="99CC00"/>
              </a:solidFill>
              <a:ln w="9525">
                <a:solidFill>
                  <a:schemeClr val="tx1"/>
                </a:solidFill>
                <a:miter lim="800000"/>
                <a:headEnd/>
                <a:tailEnd/>
              </a:ln>
            </p:spPr>
            <p:txBody>
              <a:bodyPr wrap="none" anchor="ct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endParaRPr lang="zh-CN" altLang="en-US"/>
              </a:p>
            </p:txBody>
          </p:sp>
          <p:sp>
            <p:nvSpPr>
              <p:cNvPr id="16" name="Line 18">
                <a:extLst>
                  <a:ext uri="{FF2B5EF4-FFF2-40B4-BE49-F238E27FC236}">
                    <a16:creationId xmlns:a16="http://schemas.microsoft.com/office/drawing/2014/main" id="{512AE847-5F38-6682-6063-54D3B8FDC5DB}"/>
                  </a:ext>
                </a:extLst>
              </p:cNvPr>
              <p:cNvSpPr>
                <a:spLocks noChangeShapeType="1"/>
              </p:cNvSpPr>
              <p:nvPr/>
            </p:nvSpPr>
            <p:spPr bwMode="auto">
              <a:xfrm>
                <a:off x="2688" y="1296"/>
                <a:ext cx="182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7" name="Line 19">
                <a:extLst>
                  <a:ext uri="{FF2B5EF4-FFF2-40B4-BE49-F238E27FC236}">
                    <a16:creationId xmlns:a16="http://schemas.microsoft.com/office/drawing/2014/main" id="{C074F34D-A115-E98F-E886-C6CBDA929993}"/>
                  </a:ext>
                </a:extLst>
              </p:cNvPr>
              <p:cNvSpPr>
                <a:spLocks noChangeShapeType="1"/>
              </p:cNvSpPr>
              <p:nvPr/>
            </p:nvSpPr>
            <p:spPr bwMode="auto">
              <a:xfrm flipH="1">
                <a:off x="2736" y="1296"/>
                <a:ext cx="96" cy="4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 name="Line 20">
                <a:extLst>
                  <a:ext uri="{FF2B5EF4-FFF2-40B4-BE49-F238E27FC236}">
                    <a16:creationId xmlns:a16="http://schemas.microsoft.com/office/drawing/2014/main" id="{E0A5A041-A66E-7BCD-F213-40C7D32808CB}"/>
                  </a:ext>
                </a:extLst>
              </p:cNvPr>
              <p:cNvSpPr>
                <a:spLocks noChangeShapeType="1"/>
              </p:cNvSpPr>
              <p:nvPr/>
            </p:nvSpPr>
            <p:spPr bwMode="auto">
              <a:xfrm flipH="1">
                <a:off x="2976" y="1296"/>
                <a:ext cx="96" cy="4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 name="Line 21">
                <a:extLst>
                  <a:ext uri="{FF2B5EF4-FFF2-40B4-BE49-F238E27FC236}">
                    <a16:creationId xmlns:a16="http://schemas.microsoft.com/office/drawing/2014/main" id="{BAA22FB4-431F-7D7E-94FC-9833F9B1397E}"/>
                  </a:ext>
                </a:extLst>
              </p:cNvPr>
              <p:cNvSpPr>
                <a:spLocks noChangeShapeType="1"/>
              </p:cNvSpPr>
              <p:nvPr/>
            </p:nvSpPr>
            <p:spPr bwMode="auto">
              <a:xfrm flipH="1">
                <a:off x="3168" y="1296"/>
                <a:ext cx="96" cy="4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 name="Line 22">
                <a:extLst>
                  <a:ext uri="{FF2B5EF4-FFF2-40B4-BE49-F238E27FC236}">
                    <a16:creationId xmlns:a16="http://schemas.microsoft.com/office/drawing/2014/main" id="{CC5DBC0B-2544-6981-7DB0-7172FA4C7D7C}"/>
                  </a:ext>
                </a:extLst>
              </p:cNvPr>
              <p:cNvSpPr>
                <a:spLocks noChangeShapeType="1"/>
              </p:cNvSpPr>
              <p:nvPr/>
            </p:nvSpPr>
            <p:spPr bwMode="auto">
              <a:xfrm flipH="1">
                <a:off x="3600" y="1296"/>
                <a:ext cx="96" cy="4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 name="Line 23">
                <a:extLst>
                  <a:ext uri="{FF2B5EF4-FFF2-40B4-BE49-F238E27FC236}">
                    <a16:creationId xmlns:a16="http://schemas.microsoft.com/office/drawing/2014/main" id="{B30F9169-E36C-49A9-5E1E-D0526ECD6B4B}"/>
                  </a:ext>
                </a:extLst>
              </p:cNvPr>
              <p:cNvSpPr>
                <a:spLocks noChangeShapeType="1"/>
              </p:cNvSpPr>
              <p:nvPr/>
            </p:nvSpPr>
            <p:spPr bwMode="auto">
              <a:xfrm flipH="1">
                <a:off x="3792" y="1296"/>
                <a:ext cx="96" cy="4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9" name="Line 24">
                <a:extLst>
                  <a:ext uri="{FF2B5EF4-FFF2-40B4-BE49-F238E27FC236}">
                    <a16:creationId xmlns:a16="http://schemas.microsoft.com/office/drawing/2014/main" id="{FA70419E-849A-492F-4442-27FDFF3D2809}"/>
                  </a:ext>
                </a:extLst>
              </p:cNvPr>
              <p:cNvSpPr>
                <a:spLocks noChangeShapeType="1"/>
              </p:cNvSpPr>
              <p:nvPr/>
            </p:nvSpPr>
            <p:spPr bwMode="auto">
              <a:xfrm flipH="1">
                <a:off x="3984" y="1296"/>
                <a:ext cx="96" cy="4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0" name="Line 25">
                <a:extLst>
                  <a:ext uri="{FF2B5EF4-FFF2-40B4-BE49-F238E27FC236}">
                    <a16:creationId xmlns:a16="http://schemas.microsoft.com/office/drawing/2014/main" id="{575BAFCB-D57C-B652-03F8-756A31870D9F}"/>
                  </a:ext>
                </a:extLst>
              </p:cNvPr>
              <p:cNvSpPr>
                <a:spLocks noChangeShapeType="1"/>
              </p:cNvSpPr>
              <p:nvPr/>
            </p:nvSpPr>
            <p:spPr bwMode="auto">
              <a:xfrm flipH="1">
                <a:off x="4128" y="1296"/>
                <a:ext cx="96" cy="4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1" name="Line 26">
                <a:extLst>
                  <a:ext uri="{FF2B5EF4-FFF2-40B4-BE49-F238E27FC236}">
                    <a16:creationId xmlns:a16="http://schemas.microsoft.com/office/drawing/2014/main" id="{084D975A-FD4A-EF29-7A7E-E7806340E206}"/>
                  </a:ext>
                </a:extLst>
              </p:cNvPr>
              <p:cNvSpPr>
                <a:spLocks noChangeShapeType="1"/>
              </p:cNvSpPr>
              <p:nvPr/>
            </p:nvSpPr>
            <p:spPr bwMode="auto">
              <a:xfrm flipH="1">
                <a:off x="4272" y="1296"/>
                <a:ext cx="96" cy="4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2" name="Line 27">
                <a:extLst>
                  <a:ext uri="{FF2B5EF4-FFF2-40B4-BE49-F238E27FC236}">
                    <a16:creationId xmlns:a16="http://schemas.microsoft.com/office/drawing/2014/main" id="{8D0F22A3-60B9-2B3B-89D2-E6069F22FF59}"/>
                  </a:ext>
                </a:extLst>
              </p:cNvPr>
              <p:cNvSpPr>
                <a:spLocks noChangeShapeType="1"/>
              </p:cNvSpPr>
              <p:nvPr/>
            </p:nvSpPr>
            <p:spPr bwMode="auto">
              <a:xfrm flipH="1">
                <a:off x="4464" y="1296"/>
                <a:ext cx="96" cy="4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grpSp>
        <p:nvGrpSpPr>
          <p:cNvPr id="33" name="Group 28">
            <a:extLst>
              <a:ext uri="{FF2B5EF4-FFF2-40B4-BE49-F238E27FC236}">
                <a16:creationId xmlns:a16="http://schemas.microsoft.com/office/drawing/2014/main" id="{86CA9C4D-DCB8-6A47-BAD2-A9DBFBCAF352}"/>
              </a:ext>
            </a:extLst>
          </p:cNvPr>
          <p:cNvGrpSpPr>
            <a:grpSpLocks/>
          </p:cNvGrpSpPr>
          <p:nvPr/>
        </p:nvGrpSpPr>
        <p:grpSpPr bwMode="auto">
          <a:xfrm>
            <a:off x="8849072" y="2362201"/>
            <a:ext cx="1371600" cy="1528763"/>
            <a:chOff x="3936" y="1248"/>
            <a:chExt cx="864" cy="963"/>
          </a:xfrm>
        </p:grpSpPr>
        <p:sp>
          <p:nvSpPr>
            <p:cNvPr id="34" name="Line 29">
              <a:extLst>
                <a:ext uri="{FF2B5EF4-FFF2-40B4-BE49-F238E27FC236}">
                  <a16:creationId xmlns:a16="http://schemas.microsoft.com/office/drawing/2014/main" id="{5D551477-0382-88CD-13D2-A7623BBBD80F}"/>
                </a:ext>
              </a:extLst>
            </p:cNvPr>
            <p:cNvSpPr>
              <a:spLocks noChangeShapeType="1"/>
            </p:cNvSpPr>
            <p:nvPr/>
          </p:nvSpPr>
          <p:spPr bwMode="auto">
            <a:xfrm flipH="1">
              <a:off x="4272" y="1920"/>
              <a:ext cx="528" cy="0"/>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5" name="Line 30">
              <a:extLst>
                <a:ext uri="{FF2B5EF4-FFF2-40B4-BE49-F238E27FC236}">
                  <a16:creationId xmlns:a16="http://schemas.microsoft.com/office/drawing/2014/main" id="{961D1FE3-932C-4B75-09D5-A1D0F429F7E2}"/>
                </a:ext>
              </a:extLst>
            </p:cNvPr>
            <p:cNvSpPr>
              <a:spLocks noChangeShapeType="1"/>
            </p:cNvSpPr>
            <p:nvPr/>
          </p:nvSpPr>
          <p:spPr bwMode="auto">
            <a:xfrm>
              <a:off x="3936" y="1536"/>
              <a:ext cx="480" cy="0"/>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6" name="Text Box 31">
              <a:extLst>
                <a:ext uri="{FF2B5EF4-FFF2-40B4-BE49-F238E27FC236}">
                  <a16:creationId xmlns:a16="http://schemas.microsoft.com/office/drawing/2014/main" id="{2613BD43-610B-3265-2D1B-A768A224F3D8}"/>
                </a:ext>
              </a:extLst>
            </p:cNvPr>
            <p:cNvSpPr txBox="1">
              <a:spLocks noChangeArrowheads="1"/>
            </p:cNvSpPr>
            <p:nvPr/>
          </p:nvSpPr>
          <p:spPr bwMode="auto">
            <a:xfrm>
              <a:off x="3936" y="1248"/>
              <a:ext cx="52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spcBef>
                  <a:spcPct val="50000"/>
                </a:spcBef>
              </a:pPr>
              <a:r>
                <a:rPr lang="en-US" altLang="zh-CN">
                  <a:solidFill>
                    <a:srgbClr val="800000"/>
                  </a:solidFill>
                </a:rPr>
                <a:t>F</a:t>
              </a:r>
            </a:p>
          </p:txBody>
        </p:sp>
        <p:sp>
          <p:nvSpPr>
            <p:cNvPr id="37" name="Text Box 32">
              <a:extLst>
                <a:ext uri="{FF2B5EF4-FFF2-40B4-BE49-F238E27FC236}">
                  <a16:creationId xmlns:a16="http://schemas.microsoft.com/office/drawing/2014/main" id="{0591AF2D-4B61-FE8C-1912-45130E0489BB}"/>
                </a:ext>
              </a:extLst>
            </p:cNvPr>
            <p:cNvSpPr txBox="1">
              <a:spLocks noChangeArrowheads="1"/>
            </p:cNvSpPr>
            <p:nvPr/>
          </p:nvSpPr>
          <p:spPr bwMode="auto">
            <a:xfrm>
              <a:off x="4176" y="1920"/>
              <a:ext cx="528"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spcBef>
                  <a:spcPct val="50000"/>
                </a:spcBef>
              </a:pPr>
              <a:r>
                <a:rPr lang="en-US" altLang="zh-CN" dirty="0" err="1">
                  <a:solidFill>
                    <a:srgbClr val="800000"/>
                  </a:solidFill>
                </a:rPr>
                <a:t>F'</a:t>
              </a:r>
              <a:r>
                <a:rPr lang="en-US" altLang="zh-CN" i="0" baseline="-25000" dirty="0" err="1">
                  <a:solidFill>
                    <a:srgbClr val="800000"/>
                  </a:solidFill>
                </a:rPr>
                <a:t>f</a:t>
              </a:r>
              <a:endParaRPr lang="en-US" altLang="zh-CN" i="0" baseline="-25000" dirty="0">
                <a:solidFill>
                  <a:srgbClr val="800000"/>
                </a:solidFill>
              </a:endParaRPr>
            </a:p>
          </p:txBody>
        </p:sp>
      </p:grpSp>
      <p:grpSp>
        <p:nvGrpSpPr>
          <p:cNvPr id="38" name="Group 33">
            <a:extLst>
              <a:ext uri="{FF2B5EF4-FFF2-40B4-BE49-F238E27FC236}">
                <a16:creationId xmlns:a16="http://schemas.microsoft.com/office/drawing/2014/main" id="{C1F1D86B-DF07-EC66-6338-61A54BEAF599}"/>
              </a:ext>
            </a:extLst>
          </p:cNvPr>
          <p:cNvGrpSpPr>
            <a:grpSpLocks/>
          </p:cNvGrpSpPr>
          <p:nvPr/>
        </p:nvGrpSpPr>
        <p:grpSpPr bwMode="auto">
          <a:xfrm>
            <a:off x="9839672" y="2514600"/>
            <a:ext cx="990600" cy="1447800"/>
            <a:chOff x="4560" y="1344"/>
            <a:chExt cx="624" cy="912"/>
          </a:xfrm>
        </p:grpSpPr>
        <p:sp>
          <p:nvSpPr>
            <p:cNvPr id="39" name="Line 34">
              <a:extLst>
                <a:ext uri="{FF2B5EF4-FFF2-40B4-BE49-F238E27FC236}">
                  <a16:creationId xmlns:a16="http://schemas.microsoft.com/office/drawing/2014/main" id="{DF4E91B7-C8C9-3986-8BEF-F636BAC81673}"/>
                </a:ext>
              </a:extLst>
            </p:cNvPr>
            <p:cNvSpPr>
              <a:spLocks noChangeShapeType="1"/>
            </p:cNvSpPr>
            <p:nvPr/>
          </p:nvSpPr>
          <p:spPr bwMode="auto">
            <a:xfrm flipV="1">
              <a:off x="4608" y="1920"/>
              <a:ext cx="0" cy="336"/>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0" name="Line 35">
              <a:extLst>
                <a:ext uri="{FF2B5EF4-FFF2-40B4-BE49-F238E27FC236}">
                  <a16:creationId xmlns:a16="http://schemas.microsoft.com/office/drawing/2014/main" id="{E55D3AC9-E86E-6B83-FB44-015D121CAA4C}"/>
                </a:ext>
              </a:extLst>
            </p:cNvPr>
            <p:cNvSpPr>
              <a:spLocks noChangeShapeType="1"/>
            </p:cNvSpPr>
            <p:nvPr/>
          </p:nvSpPr>
          <p:spPr bwMode="auto">
            <a:xfrm>
              <a:off x="4560" y="1344"/>
              <a:ext cx="0" cy="336"/>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1" name="Text Box 36">
              <a:extLst>
                <a:ext uri="{FF2B5EF4-FFF2-40B4-BE49-F238E27FC236}">
                  <a16:creationId xmlns:a16="http://schemas.microsoft.com/office/drawing/2014/main" id="{12FF8388-04F0-6DBC-F232-893CAB2DFB09}"/>
                </a:ext>
              </a:extLst>
            </p:cNvPr>
            <p:cNvSpPr txBox="1">
              <a:spLocks noChangeArrowheads="1"/>
            </p:cNvSpPr>
            <p:nvPr/>
          </p:nvSpPr>
          <p:spPr bwMode="auto">
            <a:xfrm>
              <a:off x="4608" y="1536"/>
              <a:ext cx="38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spcBef>
                  <a:spcPct val="50000"/>
                </a:spcBef>
              </a:pPr>
              <a:r>
                <a:rPr lang="en-US" altLang="zh-CN">
                  <a:solidFill>
                    <a:srgbClr val="800000"/>
                  </a:solidFill>
                </a:rPr>
                <a:t>P</a:t>
              </a:r>
            </a:p>
          </p:txBody>
        </p:sp>
        <p:sp>
          <p:nvSpPr>
            <p:cNvPr id="42" name="Text Box 37">
              <a:extLst>
                <a:ext uri="{FF2B5EF4-FFF2-40B4-BE49-F238E27FC236}">
                  <a16:creationId xmlns:a16="http://schemas.microsoft.com/office/drawing/2014/main" id="{8ED46B41-DA31-9003-0DF5-93F95CD954C0}"/>
                </a:ext>
              </a:extLst>
            </p:cNvPr>
            <p:cNvSpPr txBox="1">
              <a:spLocks noChangeArrowheads="1"/>
            </p:cNvSpPr>
            <p:nvPr/>
          </p:nvSpPr>
          <p:spPr bwMode="auto">
            <a:xfrm>
              <a:off x="4656" y="1968"/>
              <a:ext cx="52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spcBef>
                  <a:spcPct val="50000"/>
                </a:spcBef>
              </a:pPr>
              <a:r>
                <a:rPr lang="en-US" altLang="zh-CN" dirty="0">
                  <a:solidFill>
                    <a:srgbClr val="800000"/>
                  </a:solidFill>
                </a:rPr>
                <a:t>F</a:t>
              </a:r>
              <a:r>
                <a:rPr lang="en-US" altLang="zh-CN" i="0" baseline="-25000" dirty="0">
                  <a:solidFill>
                    <a:srgbClr val="800000"/>
                  </a:solidFill>
                </a:rPr>
                <a:t>N</a:t>
              </a:r>
              <a:endParaRPr lang="en-US" altLang="zh-CN" i="0" dirty="0">
                <a:solidFill>
                  <a:srgbClr val="800000"/>
                </a:solidFill>
              </a:endParaRPr>
            </a:p>
          </p:txBody>
        </p:sp>
      </p:grpSp>
      <p:sp>
        <p:nvSpPr>
          <p:cNvPr id="43" name="矩形 10">
            <a:extLst>
              <a:ext uri="{FF2B5EF4-FFF2-40B4-BE49-F238E27FC236}">
                <a16:creationId xmlns:a16="http://schemas.microsoft.com/office/drawing/2014/main" id="{D2E1ADC9-5245-EB4E-4566-02209EA73140}"/>
              </a:ext>
            </a:extLst>
          </p:cNvPr>
          <p:cNvSpPr>
            <a:spLocks noChangeArrowheads="1"/>
          </p:cNvSpPr>
          <p:nvPr/>
        </p:nvSpPr>
        <p:spPr bwMode="auto">
          <a:xfrm>
            <a:off x="911424" y="1030882"/>
            <a:ext cx="10369152" cy="1077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nSpc>
                <a:spcPct val="120000"/>
              </a:lnSpc>
              <a:spcBef>
                <a:spcPct val="50000"/>
              </a:spcBef>
            </a:pPr>
            <a:r>
              <a:rPr kumimoji="1" lang="zh-CN" altLang="en-US" sz="2800" i="0" dirty="0">
                <a:solidFill>
                  <a:srgbClr val="FF0000"/>
                </a:solidFill>
                <a:latin typeface="微软雅黑" panose="020B0503020204020204" pitchFamily="34" charset="-122"/>
                <a:ea typeface="微软雅黑" panose="020B0503020204020204" pitchFamily="34" charset="-122"/>
              </a:rPr>
              <a:t>动滑动摩擦力：</a:t>
            </a:r>
            <a:r>
              <a:rPr lang="en-US" altLang="zh-CN" sz="2800" dirty="0"/>
              <a:t> </a:t>
            </a:r>
            <a:r>
              <a:rPr kumimoji="1" lang="zh-CN" altLang="en-US" sz="2800" i="0" dirty="0">
                <a:latin typeface="微软雅黑" panose="020B0503020204020204" pitchFamily="34" charset="-122"/>
                <a:ea typeface="微软雅黑" panose="020B0503020204020204" pitchFamily="34" charset="-122"/>
              </a:rPr>
              <a:t>当力</a:t>
            </a:r>
            <a:r>
              <a:rPr lang="en-US" altLang="zh-CN" sz="2800" b="1" i="1" dirty="0"/>
              <a:t>F</a:t>
            </a:r>
            <a:r>
              <a:rPr lang="en-US" altLang="zh-CN" sz="2800" i="0" baseline="-25000" dirty="0"/>
              <a:t>T</a:t>
            </a:r>
            <a:r>
              <a:rPr kumimoji="1" lang="zh-CN" altLang="en-US" sz="2800" i="0" dirty="0">
                <a:latin typeface="微软雅黑" panose="020B0503020204020204" pitchFamily="34" charset="-122"/>
                <a:ea typeface="微软雅黑" panose="020B0503020204020204" pitchFamily="34" charset="-122"/>
              </a:rPr>
              <a:t>超过</a:t>
            </a:r>
            <a:r>
              <a:rPr lang="en-US" altLang="zh-CN" sz="2800" b="1" i="1" dirty="0" err="1"/>
              <a:t>F</a:t>
            </a:r>
            <a:r>
              <a:rPr lang="en-US" altLang="zh-CN" sz="2800" i="0" baseline="-25000" dirty="0" err="1"/>
              <a:t>fm</a:t>
            </a:r>
            <a:r>
              <a:rPr kumimoji="1" lang="zh-CN" altLang="en-US" sz="2800" i="0" dirty="0">
                <a:latin typeface="微软雅黑" panose="020B0503020204020204" pitchFamily="34" charset="-122"/>
                <a:ea typeface="微软雅黑" panose="020B0503020204020204" pitchFamily="34" charset="-122"/>
              </a:rPr>
              <a:t>时，物体开始滑动，此时物体所受的摩擦阻力已由静摩擦力转化为动摩擦力</a:t>
            </a:r>
            <a:r>
              <a:rPr lang="en-US" altLang="zh-CN" sz="2800" b="1" i="1" dirty="0" err="1"/>
              <a:t>F</a:t>
            </a:r>
            <a:r>
              <a:rPr lang="en-US" altLang="zh-CN" sz="2800" i="1" dirty="0" err="1"/>
              <a:t>'</a:t>
            </a:r>
            <a:r>
              <a:rPr lang="en-US" altLang="zh-CN" sz="2800" i="0" baseline="-25000" dirty="0" err="1"/>
              <a:t>f</a:t>
            </a:r>
            <a:r>
              <a:rPr lang="zh-CN" altLang="en-US" sz="2800" i="0" dirty="0"/>
              <a:t>。</a:t>
            </a:r>
            <a:endParaRPr kumimoji="1" lang="en-US" altLang="zh-CN" sz="2800" i="0" dirty="0">
              <a:latin typeface="微软雅黑" panose="020B0503020204020204" pitchFamily="34" charset="-122"/>
              <a:ea typeface="微软雅黑" panose="020B0503020204020204" pitchFamily="34" charset="-122"/>
            </a:endParaRPr>
          </a:p>
        </p:txBody>
      </p:sp>
      <p:sp>
        <p:nvSpPr>
          <p:cNvPr id="4" name="文本框 3">
            <a:extLst>
              <a:ext uri="{FF2B5EF4-FFF2-40B4-BE49-F238E27FC236}">
                <a16:creationId xmlns:a16="http://schemas.microsoft.com/office/drawing/2014/main" id="{3F2CD966-9CE8-9F59-6A64-51C2CA9CA7A4}"/>
              </a:ext>
            </a:extLst>
          </p:cNvPr>
          <p:cNvSpPr txBox="1"/>
          <p:nvPr/>
        </p:nvSpPr>
        <p:spPr>
          <a:xfrm>
            <a:off x="939199" y="2432505"/>
            <a:ext cx="6534952" cy="1211678"/>
          </a:xfrm>
          <a:prstGeom prst="rect">
            <a:avLst/>
          </a:prstGeom>
          <a:noFill/>
        </p:spPr>
        <p:txBody>
          <a:bodyPr wrap="square">
            <a:spAutoFit/>
          </a:bodyPr>
          <a:lstStyle/>
          <a:p>
            <a:pPr>
              <a:spcBef>
                <a:spcPct val="50000"/>
              </a:spcBef>
            </a:pPr>
            <a:r>
              <a:rPr lang="en-US" altLang="zh-CN" sz="2800" i="1" dirty="0" err="1">
                <a:solidFill>
                  <a:schemeClr val="tx1"/>
                </a:solidFill>
              </a:rPr>
              <a:t>F'</a:t>
            </a:r>
            <a:r>
              <a:rPr lang="en-US" altLang="zh-CN" sz="2800" i="0" baseline="-25000" dirty="0" err="1">
                <a:solidFill>
                  <a:schemeClr val="tx1"/>
                </a:solidFill>
              </a:rPr>
              <a:t>fm</a:t>
            </a:r>
            <a:r>
              <a:rPr lang="en-US" altLang="zh-CN" sz="2800" dirty="0">
                <a:solidFill>
                  <a:schemeClr val="tx1"/>
                </a:solidFill>
              </a:rPr>
              <a:t>=</a:t>
            </a:r>
            <a:r>
              <a:rPr lang="en-US" altLang="zh-CN" sz="2800" i="1" dirty="0">
                <a:solidFill>
                  <a:schemeClr val="tx1"/>
                </a:solidFill>
              </a:rPr>
              <a:t>f</a:t>
            </a:r>
            <a:r>
              <a:rPr lang="en-US" altLang="zh-CN" sz="2800" i="0" baseline="-25000" dirty="0">
                <a:solidFill>
                  <a:schemeClr val="tx1"/>
                </a:solidFill>
              </a:rPr>
              <a:t> </a:t>
            </a:r>
            <a:r>
              <a:rPr lang="en-US" altLang="zh-CN" sz="2800" i="1" dirty="0">
                <a:solidFill>
                  <a:schemeClr val="tx1"/>
                </a:solidFill>
              </a:rPr>
              <a:t>F</a:t>
            </a:r>
            <a:r>
              <a:rPr lang="en-US" altLang="zh-CN" sz="2800" i="0" baseline="-25000" dirty="0">
                <a:solidFill>
                  <a:schemeClr val="tx1"/>
                </a:solidFill>
              </a:rPr>
              <a:t>N     </a:t>
            </a:r>
            <a:r>
              <a:rPr kumimoji="1" lang="zh-CN" altLang="en-US" sz="2800" i="0" dirty="0">
                <a:latin typeface="微软雅黑" panose="020B0503020204020204" pitchFamily="34" charset="-122"/>
                <a:ea typeface="微软雅黑" panose="020B0503020204020204" pitchFamily="34" charset="-122"/>
              </a:rPr>
              <a:t>库仑摩擦定律</a:t>
            </a:r>
          </a:p>
          <a:p>
            <a:pPr>
              <a:lnSpc>
                <a:spcPct val="120000"/>
              </a:lnSpc>
              <a:spcBef>
                <a:spcPct val="50000"/>
              </a:spcBef>
            </a:pPr>
            <a:r>
              <a:rPr lang="en-US" altLang="zh-CN" sz="2800" dirty="0">
                <a:solidFill>
                  <a:schemeClr val="tx1"/>
                </a:solidFill>
              </a:rPr>
              <a:t> </a:t>
            </a:r>
            <a:r>
              <a:rPr lang="en-US" altLang="zh-CN" sz="2800" i="1" dirty="0">
                <a:solidFill>
                  <a:schemeClr val="tx1"/>
                </a:solidFill>
              </a:rPr>
              <a:t>f</a:t>
            </a:r>
            <a:r>
              <a:rPr lang="zh-CN" altLang="en-US" sz="2800" i="0" baseline="-25000" dirty="0">
                <a:solidFill>
                  <a:schemeClr val="tx1"/>
                </a:solidFill>
              </a:rPr>
              <a:t> </a:t>
            </a:r>
            <a:r>
              <a:rPr lang="en-US" altLang="zh-CN" sz="2800" i="0" dirty="0">
                <a:solidFill>
                  <a:schemeClr val="tx1"/>
                </a:solidFill>
                <a:latin typeface="+mn-lt"/>
                <a:ea typeface="微软雅黑" panose="020B0503020204020204" pitchFamily="34" charset="-122"/>
              </a:rPr>
              <a:t>— </a:t>
            </a:r>
            <a:r>
              <a:rPr lang="zh-CN" altLang="en-US" sz="2800" i="0" dirty="0">
                <a:solidFill>
                  <a:schemeClr val="tx1"/>
                </a:solidFill>
                <a:latin typeface="+mn-lt"/>
                <a:ea typeface="微软雅黑" panose="020B0503020204020204" pitchFamily="34" charset="-122"/>
              </a:rPr>
              <a:t>动滑动摩擦因数。</a:t>
            </a:r>
          </a:p>
        </p:txBody>
      </p:sp>
      <p:pic>
        <p:nvPicPr>
          <p:cNvPr id="5" name="Picture 34" descr="tu5-41">
            <a:extLst>
              <a:ext uri="{FF2B5EF4-FFF2-40B4-BE49-F238E27FC236}">
                <a16:creationId xmlns:a16="http://schemas.microsoft.com/office/drawing/2014/main" id="{E3B79C27-D06C-A160-19FE-E28101D37B7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9100" b="20599"/>
          <a:stretch>
            <a:fillRect/>
          </a:stretch>
        </p:blipFill>
        <p:spPr bwMode="auto">
          <a:xfrm>
            <a:off x="8334109" y="4142039"/>
            <a:ext cx="3181963" cy="1864100"/>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矩形 10">
            <a:extLst>
              <a:ext uri="{FF2B5EF4-FFF2-40B4-BE49-F238E27FC236}">
                <a16:creationId xmlns:a16="http://schemas.microsoft.com/office/drawing/2014/main" id="{7EF7FD2F-15B6-A5A3-4219-B2BEC8357E24}"/>
              </a:ext>
            </a:extLst>
          </p:cNvPr>
          <p:cNvSpPr>
            <a:spLocks noChangeArrowheads="1"/>
          </p:cNvSpPr>
          <p:nvPr/>
        </p:nvSpPr>
        <p:spPr bwMode="auto">
          <a:xfrm>
            <a:off x="911424" y="3962400"/>
            <a:ext cx="6870849" cy="21167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nSpc>
                <a:spcPct val="120000"/>
              </a:lnSpc>
              <a:spcBef>
                <a:spcPct val="50000"/>
              </a:spcBef>
            </a:pPr>
            <a:r>
              <a:rPr kumimoji="1" lang="zh-CN" altLang="en-US" sz="2800" i="0" dirty="0">
                <a:latin typeface="微软雅黑" panose="020B0503020204020204" pitchFamily="34" charset="-122"/>
                <a:ea typeface="微软雅黑" panose="020B0503020204020204" pitchFamily="34" charset="-122"/>
              </a:rPr>
              <a:t>动摩擦力</a:t>
            </a:r>
            <a:r>
              <a:rPr lang="en-US" altLang="zh-CN" sz="2800" i="1" dirty="0" err="1">
                <a:solidFill>
                  <a:schemeClr val="tx1"/>
                </a:solidFill>
              </a:rPr>
              <a:t>F'</a:t>
            </a:r>
            <a:r>
              <a:rPr lang="en-US" altLang="zh-CN" sz="2800" i="0" baseline="-25000" dirty="0" err="1">
                <a:solidFill>
                  <a:schemeClr val="tx1"/>
                </a:solidFill>
              </a:rPr>
              <a:t>f</a:t>
            </a:r>
            <a:r>
              <a:rPr lang="en-US" altLang="zh-CN" sz="2800" i="0" baseline="-25000" dirty="0">
                <a:solidFill>
                  <a:schemeClr val="tx1"/>
                </a:solidFill>
              </a:rPr>
              <a:t> </a:t>
            </a:r>
            <a:r>
              <a:rPr kumimoji="1" lang="zh-CN" altLang="en-US" sz="2800" i="0" dirty="0">
                <a:latin typeface="微软雅黑" panose="020B0503020204020204" pitchFamily="34" charset="-122"/>
                <a:ea typeface="微软雅黑" panose="020B0503020204020204" pitchFamily="34" charset="-122"/>
              </a:rPr>
              <a:t>与静摩擦力</a:t>
            </a:r>
            <a:r>
              <a:rPr lang="en-US" altLang="zh-CN" sz="2800" i="1" dirty="0">
                <a:solidFill>
                  <a:schemeClr val="tx1"/>
                </a:solidFill>
              </a:rPr>
              <a:t>F</a:t>
            </a:r>
            <a:r>
              <a:rPr lang="en-US" altLang="zh-CN" sz="2800" i="0" baseline="-25000" dirty="0">
                <a:solidFill>
                  <a:schemeClr val="tx1"/>
                </a:solidFill>
              </a:rPr>
              <a:t>f </a:t>
            </a:r>
            <a:r>
              <a:rPr kumimoji="1" lang="zh-CN" altLang="en-US" sz="2800" i="0" dirty="0">
                <a:latin typeface="微软雅黑" panose="020B0503020204020204" pitchFamily="34" charset="-122"/>
                <a:ea typeface="微软雅黑" panose="020B0503020204020204" pitchFamily="34" charset="-122"/>
              </a:rPr>
              <a:t>相比，一般小于临界静摩擦力，而且动摩擦力不论主动力存在与否，只要相对运动存在，它就是一个常值。</a:t>
            </a:r>
            <a:endParaRPr kumimoji="1" lang="en-US" altLang="zh-CN" sz="2800" i="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537955694"/>
      </p:ext>
    </p:extLst>
  </p:cSld>
  <p:clrMapOvr>
    <a:masterClrMapping/>
  </p:clrMapOvr>
  <p:transition spd="slow"/>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164442" y="91693"/>
            <a:ext cx="5546711" cy="615553"/>
          </a:xfrm>
          <a:prstGeom prst="rect">
            <a:avLst/>
          </a:prstGeom>
        </p:spPr>
        <p:txBody>
          <a:bodyPr wrap="none">
            <a:spAutoFit/>
          </a:bodyPr>
          <a:lstStyle/>
          <a:p>
            <a:pPr>
              <a:defRPr/>
            </a:pPr>
            <a:r>
              <a:rPr kumimoji="1" lang="zh-CN" altLang="en-US" sz="3400" i="0" dirty="0">
                <a:solidFill>
                  <a:srgbClr val="FFFFFF"/>
                </a:solidFill>
                <a:latin typeface="微软雅黑" panose="020B0503020204020204" pitchFamily="34" charset="-122"/>
                <a:ea typeface="微软雅黑" panose="020B0503020204020204" pitchFamily="34" charset="-122"/>
              </a:rPr>
              <a:t>第二章</a:t>
            </a:r>
            <a:r>
              <a:rPr kumimoji="1" lang="en-US" altLang="zh-CN" sz="3400" i="0" dirty="0">
                <a:solidFill>
                  <a:srgbClr val="FFFFFF"/>
                </a:solidFill>
                <a:latin typeface="微软雅黑" panose="020B0503020204020204" pitchFamily="34" charset="-122"/>
                <a:ea typeface="微软雅黑" panose="020B0503020204020204" pitchFamily="34" charset="-122"/>
              </a:rPr>
              <a:t> </a:t>
            </a:r>
            <a:r>
              <a:rPr kumimoji="1" lang="zh-CN" altLang="en-US" sz="3400" i="0" dirty="0">
                <a:solidFill>
                  <a:srgbClr val="FFFFFF"/>
                </a:solidFill>
                <a:latin typeface="微软雅黑" panose="020B0503020204020204" pitchFamily="34" charset="-122"/>
                <a:ea typeface="微软雅黑" panose="020B0503020204020204" pitchFamily="34" charset="-122"/>
              </a:rPr>
              <a:t>平面问题的受力分析</a:t>
            </a:r>
          </a:p>
        </p:txBody>
      </p:sp>
      <p:sp>
        <p:nvSpPr>
          <p:cNvPr id="9" name="Rectangle 61">
            <a:extLst>
              <a:ext uri="{FF2B5EF4-FFF2-40B4-BE49-F238E27FC236}">
                <a16:creationId xmlns:a16="http://schemas.microsoft.com/office/drawing/2014/main" id="{73C9FF17-C75A-8DBC-5351-D7589ADCC51D}"/>
              </a:ext>
            </a:extLst>
          </p:cNvPr>
          <p:cNvSpPr>
            <a:spLocks noChangeArrowheads="1"/>
          </p:cNvSpPr>
          <p:nvPr/>
        </p:nvSpPr>
        <p:spPr bwMode="auto">
          <a:xfrm>
            <a:off x="8541002" y="893080"/>
            <a:ext cx="3387645" cy="5256668"/>
          </a:xfrm>
          <a:prstGeom prst="rect">
            <a:avLst/>
          </a:prstGeom>
          <a:solidFill>
            <a:srgbClr val="B9CDE5"/>
          </a:solidFill>
          <a:ln>
            <a:noFill/>
          </a:ln>
          <a:effectLst/>
        </p:spPr>
        <p:txBody>
          <a:bodyPr wrap="none" anchor="ctr"/>
          <a:lstStyle/>
          <a:p>
            <a:endParaRPr lang="zh-CN" altLang="en-US"/>
          </a:p>
        </p:txBody>
      </p:sp>
      <p:sp>
        <p:nvSpPr>
          <p:cNvPr id="43" name="矩形 10">
            <a:extLst>
              <a:ext uri="{FF2B5EF4-FFF2-40B4-BE49-F238E27FC236}">
                <a16:creationId xmlns:a16="http://schemas.microsoft.com/office/drawing/2014/main" id="{D2E1ADC9-5245-EB4E-4566-02209EA73140}"/>
              </a:ext>
            </a:extLst>
          </p:cNvPr>
          <p:cNvSpPr>
            <a:spLocks noChangeArrowheads="1"/>
          </p:cNvSpPr>
          <p:nvPr/>
        </p:nvSpPr>
        <p:spPr bwMode="auto">
          <a:xfrm>
            <a:off x="911424" y="948466"/>
            <a:ext cx="10369152" cy="5656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nSpc>
                <a:spcPct val="120000"/>
              </a:lnSpc>
              <a:spcBef>
                <a:spcPct val="50000"/>
              </a:spcBef>
            </a:pPr>
            <a:r>
              <a:rPr kumimoji="1" lang="zh-CN" altLang="en-US" sz="2800" i="0" dirty="0">
                <a:solidFill>
                  <a:srgbClr val="FF0000"/>
                </a:solidFill>
                <a:latin typeface="微软雅黑" panose="020B0503020204020204" pitchFamily="34" charset="-122"/>
                <a:ea typeface="微软雅黑" panose="020B0503020204020204" pitchFamily="34" charset="-122"/>
              </a:rPr>
              <a:t>摩擦角与自锁</a:t>
            </a:r>
            <a:endParaRPr kumimoji="1" lang="en-US" altLang="zh-CN" sz="2800" i="0" dirty="0">
              <a:latin typeface="微软雅黑" panose="020B0503020204020204" pitchFamily="34" charset="-122"/>
              <a:ea typeface="微软雅黑" panose="020B0503020204020204" pitchFamily="34" charset="-122"/>
            </a:endParaRPr>
          </a:p>
        </p:txBody>
      </p:sp>
      <p:sp>
        <p:nvSpPr>
          <p:cNvPr id="6" name="矩形 10">
            <a:extLst>
              <a:ext uri="{FF2B5EF4-FFF2-40B4-BE49-F238E27FC236}">
                <a16:creationId xmlns:a16="http://schemas.microsoft.com/office/drawing/2014/main" id="{7EF7FD2F-15B6-A5A3-4219-B2BEC8357E24}"/>
              </a:ext>
            </a:extLst>
          </p:cNvPr>
          <p:cNvSpPr>
            <a:spLocks noChangeArrowheads="1"/>
          </p:cNvSpPr>
          <p:nvPr/>
        </p:nvSpPr>
        <p:spPr bwMode="auto">
          <a:xfrm>
            <a:off x="911424" y="1458869"/>
            <a:ext cx="7803339" cy="21167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nSpc>
                <a:spcPct val="120000"/>
              </a:lnSpc>
              <a:spcBef>
                <a:spcPts val="0"/>
              </a:spcBef>
            </a:pPr>
            <a:r>
              <a:rPr kumimoji="1" lang="zh-CN" altLang="en-US" sz="2800" i="0" dirty="0">
                <a:latin typeface="微软雅黑" panose="020B0503020204020204" pitchFamily="34" charset="-122"/>
                <a:ea typeface="微软雅黑" panose="020B0503020204020204" pitchFamily="34" charset="-122"/>
              </a:rPr>
              <a:t>当考虑摩擦时，物体所受到的接触面的约束反力包括法向反力</a:t>
            </a:r>
            <a:r>
              <a:rPr lang="en-US" altLang="zh-CN" sz="2800" b="1" i="1" dirty="0"/>
              <a:t>F</a:t>
            </a:r>
            <a:r>
              <a:rPr lang="en-US" altLang="zh-CN" sz="2800" baseline="-25000" dirty="0"/>
              <a:t>N</a:t>
            </a:r>
            <a:r>
              <a:rPr kumimoji="1" lang="zh-CN" altLang="en-US" sz="2800" i="0" dirty="0">
                <a:latin typeface="微软雅黑" panose="020B0503020204020204" pitchFamily="34" charset="-122"/>
                <a:ea typeface="微软雅黑" panose="020B0503020204020204" pitchFamily="34" charset="-122"/>
              </a:rPr>
              <a:t>（正压力）和切向反力</a:t>
            </a:r>
            <a:r>
              <a:rPr lang="en-US" altLang="zh-CN" sz="2800" b="1" i="1" dirty="0"/>
              <a:t>F</a:t>
            </a:r>
            <a:r>
              <a:rPr lang="en-US" altLang="zh-CN" sz="2800" baseline="-25000" dirty="0"/>
              <a:t>f</a:t>
            </a:r>
            <a:r>
              <a:rPr kumimoji="1" lang="zh-CN" altLang="en-US" sz="2800" i="0" dirty="0">
                <a:latin typeface="微软雅黑" panose="020B0503020204020204" pitchFamily="34" charset="-122"/>
                <a:ea typeface="微软雅黑" panose="020B0503020204020204" pitchFamily="34" charset="-122"/>
              </a:rPr>
              <a:t>（摩擦力）。将此两力合成为</a:t>
            </a:r>
            <a:r>
              <a:rPr lang="en-US" altLang="zh-CN" sz="2800" b="1" i="1" dirty="0"/>
              <a:t>F</a:t>
            </a:r>
            <a:r>
              <a:rPr lang="en-US" altLang="zh-CN" sz="2800" baseline="-25000" dirty="0"/>
              <a:t>R</a:t>
            </a:r>
            <a:r>
              <a:rPr kumimoji="1" lang="zh-CN" altLang="en-US" sz="2800" i="0" dirty="0">
                <a:latin typeface="微软雅黑" panose="020B0503020204020204" pitchFamily="34" charset="-122"/>
                <a:ea typeface="微软雅黑" panose="020B0503020204020204" pitchFamily="34" charset="-122"/>
              </a:rPr>
              <a:t>，合力</a:t>
            </a:r>
            <a:r>
              <a:rPr lang="en-US" altLang="zh-CN" sz="2800" b="1" i="1" dirty="0"/>
              <a:t>F</a:t>
            </a:r>
            <a:r>
              <a:rPr lang="en-US" altLang="zh-CN" sz="2800" baseline="-25000" dirty="0"/>
              <a:t>R</a:t>
            </a:r>
            <a:r>
              <a:rPr kumimoji="1" lang="zh-CN" altLang="en-US" sz="2800" i="0" dirty="0">
                <a:latin typeface="微软雅黑" panose="020B0503020204020204" pitchFamily="34" charset="-122"/>
                <a:ea typeface="微软雅黑" panose="020B0503020204020204" pitchFamily="34" charset="-122"/>
              </a:rPr>
              <a:t>。代表了约束面对物体的全部作用，故称之为</a:t>
            </a:r>
            <a:r>
              <a:rPr kumimoji="1" lang="zh-CN" altLang="en-US" sz="2800" i="0" dirty="0">
                <a:solidFill>
                  <a:srgbClr val="FF00FF"/>
                </a:solidFill>
                <a:latin typeface="微软雅黑" panose="020B0503020204020204" pitchFamily="34" charset="-122"/>
                <a:ea typeface="微软雅黑" panose="020B0503020204020204" pitchFamily="34" charset="-122"/>
              </a:rPr>
              <a:t>全反力</a:t>
            </a:r>
            <a:r>
              <a:rPr kumimoji="1" lang="zh-CN" altLang="en-US" sz="2800" i="0" dirty="0">
                <a:latin typeface="微软雅黑" panose="020B0503020204020204" pitchFamily="34" charset="-122"/>
                <a:ea typeface="微软雅黑" panose="020B0503020204020204" pitchFamily="34" charset="-122"/>
              </a:rPr>
              <a:t>。</a:t>
            </a:r>
            <a:endParaRPr kumimoji="1" lang="en-US" altLang="zh-CN" sz="2800" i="0" dirty="0">
              <a:solidFill>
                <a:srgbClr val="FF00FF"/>
              </a:solidFill>
              <a:latin typeface="微软雅黑" panose="020B0503020204020204" pitchFamily="34" charset="-122"/>
              <a:ea typeface="微软雅黑" panose="020B0503020204020204" pitchFamily="34" charset="-122"/>
            </a:endParaRPr>
          </a:p>
        </p:txBody>
      </p:sp>
      <p:grpSp>
        <p:nvGrpSpPr>
          <p:cNvPr id="3" name="Group 5">
            <a:extLst>
              <a:ext uri="{FF2B5EF4-FFF2-40B4-BE49-F238E27FC236}">
                <a16:creationId xmlns:a16="http://schemas.microsoft.com/office/drawing/2014/main" id="{1173BAB6-D1BD-FE52-3C1A-FB09E6259EE7}"/>
              </a:ext>
            </a:extLst>
          </p:cNvPr>
          <p:cNvGrpSpPr>
            <a:grpSpLocks/>
          </p:cNvGrpSpPr>
          <p:nvPr/>
        </p:nvGrpSpPr>
        <p:grpSpPr bwMode="auto">
          <a:xfrm>
            <a:off x="9281500" y="3862220"/>
            <a:ext cx="1169987" cy="833437"/>
            <a:chOff x="1847" y="1237"/>
            <a:chExt cx="737" cy="525"/>
          </a:xfrm>
        </p:grpSpPr>
        <p:sp>
          <p:nvSpPr>
            <p:cNvPr id="8" name="Rectangle 6">
              <a:extLst>
                <a:ext uri="{FF2B5EF4-FFF2-40B4-BE49-F238E27FC236}">
                  <a16:creationId xmlns:a16="http://schemas.microsoft.com/office/drawing/2014/main" id="{FB8266DF-93A1-54A9-E03E-E9233BB7D27D}"/>
                </a:ext>
              </a:extLst>
            </p:cNvPr>
            <p:cNvSpPr>
              <a:spLocks noChangeArrowheads="1"/>
            </p:cNvSpPr>
            <p:nvPr/>
          </p:nvSpPr>
          <p:spPr bwMode="auto">
            <a:xfrm>
              <a:off x="1847" y="1237"/>
              <a:ext cx="737" cy="525"/>
            </a:xfrm>
            <a:prstGeom prst="rect">
              <a:avLst/>
            </a:prstGeom>
            <a:gradFill rotWithShape="1">
              <a:gsLst>
                <a:gs pos="0">
                  <a:srgbClr val="DDDDDD">
                    <a:gamma/>
                    <a:shade val="46275"/>
                    <a:invGamma/>
                  </a:srgbClr>
                </a:gs>
                <a:gs pos="50000">
                  <a:srgbClr val="DDDDDD"/>
                </a:gs>
                <a:gs pos="100000">
                  <a:srgbClr val="DDDDDD">
                    <a:gamma/>
                    <a:shade val="46275"/>
                    <a:invGamma/>
                  </a:srgbClr>
                </a:gs>
              </a:gsLst>
              <a:lin ang="0" scaled="1"/>
            </a:gradFill>
            <a:ln w="38100">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4" name="Oval 7">
              <a:extLst>
                <a:ext uri="{FF2B5EF4-FFF2-40B4-BE49-F238E27FC236}">
                  <a16:creationId xmlns:a16="http://schemas.microsoft.com/office/drawing/2014/main" id="{14DCBC8F-09F4-8481-5EE7-DF4999DC4921}"/>
                </a:ext>
              </a:extLst>
            </p:cNvPr>
            <p:cNvSpPr>
              <a:spLocks noChangeArrowheads="1"/>
            </p:cNvSpPr>
            <p:nvPr/>
          </p:nvSpPr>
          <p:spPr bwMode="auto">
            <a:xfrm>
              <a:off x="2199" y="1492"/>
              <a:ext cx="56" cy="56"/>
            </a:xfrm>
            <a:prstGeom prst="ellipse">
              <a:avLst/>
            </a:prstGeom>
            <a:solidFill>
              <a:schemeClr val="accent1"/>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5" name="Text Box 8">
              <a:extLst>
                <a:ext uri="{FF2B5EF4-FFF2-40B4-BE49-F238E27FC236}">
                  <a16:creationId xmlns:a16="http://schemas.microsoft.com/office/drawing/2014/main" id="{39EE284C-5963-D6E8-DE69-07F88BDB4E57}"/>
                </a:ext>
              </a:extLst>
            </p:cNvPr>
            <p:cNvSpPr txBox="1">
              <a:spLocks noChangeArrowheads="1"/>
            </p:cNvSpPr>
            <p:nvPr/>
          </p:nvSpPr>
          <p:spPr bwMode="auto">
            <a:xfrm>
              <a:off x="1885" y="1327"/>
              <a:ext cx="489"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pPr>
              <a:r>
                <a:rPr lang="en-US" altLang="zh-CN" i="1">
                  <a:solidFill>
                    <a:schemeClr val="tx1"/>
                  </a:solidFill>
                  <a:ea typeface="宋体" panose="02010600030101010101" pitchFamily="2" charset="-122"/>
                </a:rPr>
                <a:t>A</a:t>
              </a:r>
            </a:p>
          </p:txBody>
        </p:sp>
      </p:grpSp>
      <p:sp>
        <p:nvSpPr>
          <p:cNvPr id="18" name="Line 9">
            <a:extLst>
              <a:ext uri="{FF2B5EF4-FFF2-40B4-BE49-F238E27FC236}">
                <a16:creationId xmlns:a16="http://schemas.microsoft.com/office/drawing/2014/main" id="{45E5647B-1E58-98B5-17C5-FB810ABAC79C}"/>
              </a:ext>
            </a:extLst>
          </p:cNvPr>
          <p:cNvSpPr>
            <a:spLocks noChangeShapeType="1"/>
          </p:cNvSpPr>
          <p:nvPr/>
        </p:nvSpPr>
        <p:spPr bwMode="auto">
          <a:xfrm>
            <a:off x="9884750" y="3525291"/>
            <a:ext cx="0" cy="717929"/>
          </a:xfrm>
          <a:prstGeom prst="line">
            <a:avLst/>
          </a:prstGeom>
          <a:noFill/>
          <a:ln w="38100">
            <a:solidFill>
              <a:srgbClr val="FF00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1" name="Text Box 10">
            <a:extLst>
              <a:ext uri="{FF2B5EF4-FFF2-40B4-BE49-F238E27FC236}">
                <a16:creationId xmlns:a16="http://schemas.microsoft.com/office/drawing/2014/main" id="{153DFEF1-CF74-AB70-7371-CA942F44D0E0}"/>
              </a:ext>
            </a:extLst>
          </p:cNvPr>
          <p:cNvSpPr txBox="1">
            <a:spLocks noChangeArrowheads="1"/>
          </p:cNvSpPr>
          <p:nvPr/>
        </p:nvSpPr>
        <p:spPr bwMode="auto">
          <a:xfrm>
            <a:off x="9884750" y="3792761"/>
            <a:ext cx="954087"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pPr>
            <a:r>
              <a:rPr lang="en-US" altLang="zh-CN" sz="3200" b="1" i="1" dirty="0">
                <a:solidFill>
                  <a:srgbClr val="FF0000"/>
                </a:solidFill>
                <a:ea typeface="宋体" panose="02010600030101010101" pitchFamily="2" charset="-122"/>
              </a:rPr>
              <a:t>W</a:t>
            </a:r>
          </a:p>
        </p:txBody>
      </p:sp>
      <p:sp>
        <p:nvSpPr>
          <p:cNvPr id="22" name="Line 11">
            <a:extLst>
              <a:ext uri="{FF2B5EF4-FFF2-40B4-BE49-F238E27FC236}">
                <a16:creationId xmlns:a16="http://schemas.microsoft.com/office/drawing/2014/main" id="{65E0A2D6-F461-AD23-F663-6EA3BF55E16D}"/>
              </a:ext>
            </a:extLst>
          </p:cNvPr>
          <p:cNvSpPr>
            <a:spLocks noChangeShapeType="1"/>
          </p:cNvSpPr>
          <p:nvPr/>
        </p:nvSpPr>
        <p:spPr bwMode="auto">
          <a:xfrm flipV="1">
            <a:off x="9965712" y="4695657"/>
            <a:ext cx="0" cy="969963"/>
          </a:xfrm>
          <a:prstGeom prst="line">
            <a:avLst/>
          </a:prstGeom>
          <a:noFill/>
          <a:ln w="38100">
            <a:solidFill>
              <a:srgbClr val="FF00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3" name="Text Box 12">
            <a:extLst>
              <a:ext uri="{FF2B5EF4-FFF2-40B4-BE49-F238E27FC236}">
                <a16:creationId xmlns:a16="http://schemas.microsoft.com/office/drawing/2014/main" id="{5AD5BAD7-A328-20EF-E8EC-317ED15B30DF}"/>
              </a:ext>
            </a:extLst>
          </p:cNvPr>
          <p:cNvSpPr txBox="1">
            <a:spLocks noChangeArrowheads="1"/>
          </p:cNvSpPr>
          <p:nvPr/>
        </p:nvSpPr>
        <p:spPr bwMode="auto">
          <a:xfrm>
            <a:off x="9148523" y="5133588"/>
            <a:ext cx="691776"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p>
            <a:pPr>
              <a:spcBef>
                <a:spcPct val="50000"/>
              </a:spcBef>
            </a:pPr>
            <a:r>
              <a:rPr lang="en-US" altLang="zh-CN" sz="3200" b="1" i="1" dirty="0">
                <a:solidFill>
                  <a:srgbClr val="FF0000"/>
                </a:solidFill>
                <a:ea typeface="宋体" panose="02010600030101010101" pitchFamily="2" charset="-122"/>
              </a:rPr>
              <a:t>F</a:t>
            </a:r>
            <a:r>
              <a:rPr lang="en-US" altLang="zh-CN" sz="3200" i="0" baseline="-25000" dirty="0">
                <a:solidFill>
                  <a:srgbClr val="FF0000"/>
                </a:solidFill>
                <a:ea typeface="宋体" panose="02010600030101010101" pitchFamily="2" charset="-122"/>
              </a:rPr>
              <a:t>N</a:t>
            </a:r>
            <a:endParaRPr lang="en-US" altLang="zh-CN" sz="3200" b="1" i="0" dirty="0">
              <a:solidFill>
                <a:srgbClr val="FF0000"/>
              </a:solidFill>
              <a:ea typeface="宋体" panose="02010600030101010101" pitchFamily="2" charset="-122"/>
            </a:endParaRPr>
          </a:p>
        </p:txBody>
      </p:sp>
      <p:sp>
        <p:nvSpPr>
          <p:cNvPr id="24" name="Line 13">
            <a:extLst>
              <a:ext uri="{FF2B5EF4-FFF2-40B4-BE49-F238E27FC236}">
                <a16:creationId xmlns:a16="http://schemas.microsoft.com/office/drawing/2014/main" id="{2A10B20F-215B-C56B-B24A-F4ABB3474F0D}"/>
              </a:ext>
            </a:extLst>
          </p:cNvPr>
          <p:cNvSpPr>
            <a:spLocks noChangeAspect="1" noChangeShapeType="1"/>
          </p:cNvSpPr>
          <p:nvPr/>
        </p:nvSpPr>
        <p:spPr bwMode="auto">
          <a:xfrm rot="16200000">
            <a:off x="10749937" y="4097170"/>
            <a:ext cx="1588" cy="582612"/>
          </a:xfrm>
          <a:prstGeom prst="line">
            <a:avLst/>
          </a:prstGeom>
          <a:noFill/>
          <a:ln w="38100">
            <a:solidFill>
              <a:srgbClr val="FF00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5" name="Line 15">
            <a:extLst>
              <a:ext uri="{FF2B5EF4-FFF2-40B4-BE49-F238E27FC236}">
                <a16:creationId xmlns:a16="http://schemas.microsoft.com/office/drawing/2014/main" id="{7657B4CD-FFB0-2A2F-4CEF-C4BA2D073E01}"/>
              </a:ext>
            </a:extLst>
          </p:cNvPr>
          <p:cNvSpPr>
            <a:spLocks noChangeAspect="1" noChangeShapeType="1"/>
          </p:cNvSpPr>
          <p:nvPr/>
        </p:nvSpPr>
        <p:spPr bwMode="auto">
          <a:xfrm rot="5400000" flipH="1">
            <a:off x="10390898" y="4292696"/>
            <a:ext cx="0" cy="869421"/>
          </a:xfrm>
          <a:prstGeom prst="line">
            <a:avLst/>
          </a:prstGeom>
          <a:noFill/>
          <a:ln w="38100">
            <a:solidFill>
              <a:srgbClr val="FF00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6" name="Text Box 16">
            <a:extLst>
              <a:ext uri="{FF2B5EF4-FFF2-40B4-BE49-F238E27FC236}">
                <a16:creationId xmlns:a16="http://schemas.microsoft.com/office/drawing/2014/main" id="{D0B00D3C-1D97-C1B7-D5E0-4ECFC7A08327}"/>
              </a:ext>
            </a:extLst>
          </p:cNvPr>
          <p:cNvSpPr txBox="1">
            <a:spLocks noChangeArrowheads="1"/>
          </p:cNvSpPr>
          <p:nvPr/>
        </p:nvSpPr>
        <p:spPr bwMode="auto">
          <a:xfrm>
            <a:off x="10883203" y="4435460"/>
            <a:ext cx="954088"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pPr>
            <a:r>
              <a:rPr lang="en-US" altLang="zh-CN" sz="3200" b="1" i="1" dirty="0" err="1">
                <a:solidFill>
                  <a:srgbClr val="FF0000"/>
                </a:solidFill>
                <a:ea typeface="宋体" panose="02010600030101010101" pitchFamily="2" charset="-122"/>
              </a:rPr>
              <a:t>F</a:t>
            </a:r>
            <a:r>
              <a:rPr lang="en-US" altLang="zh-CN" sz="3200" i="0" baseline="-25000" dirty="0" err="1">
                <a:solidFill>
                  <a:srgbClr val="FF0000"/>
                </a:solidFill>
                <a:ea typeface="宋体" panose="02010600030101010101" pitchFamily="2" charset="-122"/>
              </a:rPr>
              <a:t>fm</a:t>
            </a:r>
            <a:endParaRPr lang="en-US" altLang="zh-CN" sz="3200" i="0" baseline="-25000" dirty="0">
              <a:solidFill>
                <a:srgbClr val="FF0000"/>
              </a:solidFill>
              <a:ea typeface="宋体" panose="02010600030101010101" pitchFamily="2" charset="-122"/>
              <a:cs typeface="Times New Roman" panose="02020603050405020304" pitchFamily="18" charset="0"/>
            </a:endParaRPr>
          </a:p>
        </p:txBody>
      </p:sp>
      <p:sp>
        <p:nvSpPr>
          <p:cNvPr id="46" name="Text Box 19">
            <a:extLst>
              <a:ext uri="{FF2B5EF4-FFF2-40B4-BE49-F238E27FC236}">
                <a16:creationId xmlns:a16="http://schemas.microsoft.com/office/drawing/2014/main" id="{F83A5069-6791-4CDA-1AC2-685119EB018F}"/>
              </a:ext>
            </a:extLst>
          </p:cNvPr>
          <p:cNvSpPr txBox="1">
            <a:spLocks noChangeArrowheads="1"/>
          </p:cNvSpPr>
          <p:nvPr/>
        </p:nvSpPr>
        <p:spPr bwMode="auto">
          <a:xfrm>
            <a:off x="10480091" y="2794577"/>
            <a:ext cx="954087"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pPr>
            <a:r>
              <a:rPr lang="en-US" altLang="zh-CN" sz="3200" b="1" i="1" dirty="0">
                <a:solidFill>
                  <a:srgbClr val="FFFF00"/>
                </a:solidFill>
                <a:ea typeface="宋体" panose="02010600030101010101" pitchFamily="2" charset="-122"/>
              </a:rPr>
              <a:t>F</a:t>
            </a:r>
            <a:r>
              <a:rPr lang="en-US" altLang="zh-CN" sz="3200" i="0" baseline="-25000" dirty="0">
                <a:solidFill>
                  <a:srgbClr val="FFFF00"/>
                </a:solidFill>
                <a:ea typeface="宋体" panose="02010600030101010101" pitchFamily="2" charset="-122"/>
              </a:rPr>
              <a:t>R</a:t>
            </a:r>
            <a:endParaRPr lang="en-US" altLang="zh-CN" sz="3200" b="1" i="0" dirty="0">
              <a:solidFill>
                <a:srgbClr val="FFFF00"/>
              </a:solidFill>
              <a:ea typeface="宋体" panose="02010600030101010101" pitchFamily="2" charset="-122"/>
              <a:cs typeface="Times New Roman" panose="02020603050405020304" pitchFamily="18" charset="0"/>
            </a:endParaRPr>
          </a:p>
        </p:txBody>
      </p:sp>
      <p:sp>
        <p:nvSpPr>
          <p:cNvPr id="49" name="Text Box 14">
            <a:extLst>
              <a:ext uri="{FF2B5EF4-FFF2-40B4-BE49-F238E27FC236}">
                <a16:creationId xmlns:a16="http://schemas.microsoft.com/office/drawing/2014/main" id="{5A2A78D6-3DD2-1813-2295-699615AE142F}"/>
              </a:ext>
            </a:extLst>
          </p:cNvPr>
          <p:cNvSpPr txBox="1">
            <a:spLocks noChangeArrowheads="1"/>
          </p:cNvSpPr>
          <p:nvPr/>
        </p:nvSpPr>
        <p:spPr bwMode="auto">
          <a:xfrm>
            <a:off x="11070957" y="4073931"/>
            <a:ext cx="954087"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pPr>
            <a:r>
              <a:rPr lang="en-US" altLang="zh-CN" sz="3200" b="1" i="1" dirty="0">
                <a:solidFill>
                  <a:srgbClr val="FF0000"/>
                </a:solidFill>
                <a:ea typeface="宋体" panose="02010600030101010101" pitchFamily="2" charset="-122"/>
              </a:rPr>
              <a:t>F</a:t>
            </a:r>
            <a:r>
              <a:rPr lang="en-US" altLang="zh-CN" sz="3200" i="0" baseline="-25000" dirty="0">
                <a:solidFill>
                  <a:srgbClr val="FF0000"/>
                </a:solidFill>
                <a:ea typeface="宋体" panose="02010600030101010101" pitchFamily="2" charset="-122"/>
              </a:rPr>
              <a:t>T</a:t>
            </a:r>
            <a:endParaRPr lang="en-US" altLang="zh-CN" sz="3200" b="1" i="0" dirty="0">
              <a:solidFill>
                <a:srgbClr val="FF0000"/>
              </a:solidFill>
              <a:ea typeface="宋体" panose="02010600030101010101" pitchFamily="2" charset="-122"/>
            </a:endParaRPr>
          </a:p>
        </p:txBody>
      </p:sp>
      <p:sp>
        <p:nvSpPr>
          <p:cNvPr id="50" name="Text Box 4">
            <a:extLst>
              <a:ext uri="{FF2B5EF4-FFF2-40B4-BE49-F238E27FC236}">
                <a16:creationId xmlns:a16="http://schemas.microsoft.com/office/drawing/2014/main" id="{43E7A3F0-62F4-DEE5-2083-F9CEE5D5831C}"/>
              </a:ext>
            </a:extLst>
          </p:cNvPr>
          <p:cNvSpPr txBox="1">
            <a:spLocks noChangeArrowheads="1"/>
          </p:cNvSpPr>
          <p:nvPr/>
        </p:nvSpPr>
        <p:spPr bwMode="auto">
          <a:xfrm>
            <a:off x="9939903" y="2625350"/>
            <a:ext cx="954087"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pPr>
            <a:r>
              <a:rPr lang="en-US" altLang="zh-CN" sz="3200" i="1" dirty="0">
                <a:sym typeface="Symbol" panose="05050102010706020507" pitchFamily="18" charset="2"/>
              </a:rPr>
              <a:t></a:t>
            </a:r>
          </a:p>
        </p:txBody>
      </p:sp>
      <p:grpSp>
        <p:nvGrpSpPr>
          <p:cNvPr id="51" name="Group 5">
            <a:extLst>
              <a:ext uri="{FF2B5EF4-FFF2-40B4-BE49-F238E27FC236}">
                <a16:creationId xmlns:a16="http://schemas.microsoft.com/office/drawing/2014/main" id="{56296047-BE52-D942-BB7A-C84BEF83963C}"/>
              </a:ext>
            </a:extLst>
          </p:cNvPr>
          <p:cNvGrpSpPr>
            <a:grpSpLocks/>
          </p:cNvGrpSpPr>
          <p:nvPr/>
        </p:nvGrpSpPr>
        <p:grpSpPr bwMode="auto">
          <a:xfrm>
            <a:off x="9281500" y="1311967"/>
            <a:ext cx="1169987" cy="833437"/>
            <a:chOff x="1847" y="1237"/>
            <a:chExt cx="737" cy="525"/>
          </a:xfrm>
        </p:grpSpPr>
        <p:sp>
          <p:nvSpPr>
            <p:cNvPr id="52" name="Rectangle 6">
              <a:extLst>
                <a:ext uri="{FF2B5EF4-FFF2-40B4-BE49-F238E27FC236}">
                  <a16:creationId xmlns:a16="http://schemas.microsoft.com/office/drawing/2014/main" id="{B4E30659-8A94-EFE2-F328-D746628B0B07}"/>
                </a:ext>
              </a:extLst>
            </p:cNvPr>
            <p:cNvSpPr>
              <a:spLocks noChangeArrowheads="1"/>
            </p:cNvSpPr>
            <p:nvPr/>
          </p:nvSpPr>
          <p:spPr bwMode="auto">
            <a:xfrm>
              <a:off x="1847" y="1237"/>
              <a:ext cx="737" cy="525"/>
            </a:xfrm>
            <a:prstGeom prst="rect">
              <a:avLst/>
            </a:prstGeom>
            <a:gradFill rotWithShape="1">
              <a:gsLst>
                <a:gs pos="0">
                  <a:srgbClr val="DDDDDD">
                    <a:gamma/>
                    <a:shade val="46275"/>
                    <a:invGamma/>
                  </a:srgbClr>
                </a:gs>
                <a:gs pos="50000">
                  <a:srgbClr val="DDDDDD"/>
                </a:gs>
                <a:gs pos="100000">
                  <a:srgbClr val="DDDDDD">
                    <a:gamma/>
                    <a:shade val="46275"/>
                    <a:invGamma/>
                  </a:srgbClr>
                </a:gs>
              </a:gsLst>
              <a:lin ang="0" scaled="1"/>
            </a:gradFill>
            <a:ln w="38100">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53" name="Oval 7">
              <a:extLst>
                <a:ext uri="{FF2B5EF4-FFF2-40B4-BE49-F238E27FC236}">
                  <a16:creationId xmlns:a16="http://schemas.microsoft.com/office/drawing/2014/main" id="{EC699E28-AC43-C0ED-4D44-71E2FBAE8798}"/>
                </a:ext>
              </a:extLst>
            </p:cNvPr>
            <p:cNvSpPr>
              <a:spLocks noChangeArrowheads="1"/>
            </p:cNvSpPr>
            <p:nvPr/>
          </p:nvSpPr>
          <p:spPr bwMode="auto">
            <a:xfrm>
              <a:off x="2199" y="1492"/>
              <a:ext cx="56" cy="56"/>
            </a:xfrm>
            <a:prstGeom prst="ellipse">
              <a:avLst/>
            </a:prstGeom>
            <a:solidFill>
              <a:schemeClr val="accent1"/>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54" name="Text Box 8">
              <a:extLst>
                <a:ext uri="{FF2B5EF4-FFF2-40B4-BE49-F238E27FC236}">
                  <a16:creationId xmlns:a16="http://schemas.microsoft.com/office/drawing/2014/main" id="{998EA71B-2794-FE8D-188F-AD4CD829CC6C}"/>
                </a:ext>
              </a:extLst>
            </p:cNvPr>
            <p:cNvSpPr txBox="1">
              <a:spLocks noChangeArrowheads="1"/>
            </p:cNvSpPr>
            <p:nvPr/>
          </p:nvSpPr>
          <p:spPr bwMode="auto">
            <a:xfrm>
              <a:off x="1885" y="1327"/>
              <a:ext cx="489"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pPr>
              <a:r>
                <a:rPr lang="en-US" altLang="zh-CN" i="1">
                  <a:solidFill>
                    <a:schemeClr val="tx1"/>
                  </a:solidFill>
                  <a:ea typeface="宋体" panose="02010600030101010101" pitchFamily="2" charset="-122"/>
                </a:rPr>
                <a:t>A</a:t>
              </a:r>
            </a:p>
          </p:txBody>
        </p:sp>
      </p:grpSp>
      <p:sp>
        <p:nvSpPr>
          <p:cNvPr id="55" name="Line 9">
            <a:extLst>
              <a:ext uri="{FF2B5EF4-FFF2-40B4-BE49-F238E27FC236}">
                <a16:creationId xmlns:a16="http://schemas.microsoft.com/office/drawing/2014/main" id="{9F519EDE-6206-3BA5-58F0-B1E830AFC216}"/>
              </a:ext>
            </a:extLst>
          </p:cNvPr>
          <p:cNvSpPr>
            <a:spLocks noChangeShapeType="1"/>
          </p:cNvSpPr>
          <p:nvPr/>
        </p:nvSpPr>
        <p:spPr bwMode="auto">
          <a:xfrm>
            <a:off x="9884750" y="1038563"/>
            <a:ext cx="0" cy="654404"/>
          </a:xfrm>
          <a:prstGeom prst="line">
            <a:avLst/>
          </a:prstGeom>
          <a:noFill/>
          <a:ln w="38100">
            <a:solidFill>
              <a:srgbClr val="FF00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56" name="Text Box 10">
            <a:extLst>
              <a:ext uri="{FF2B5EF4-FFF2-40B4-BE49-F238E27FC236}">
                <a16:creationId xmlns:a16="http://schemas.microsoft.com/office/drawing/2014/main" id="{6C975FCB-CE04-C121-2198-011B182371E1}"/>
              </a:ext>
            </a:extLst>
          </p:cNvPr>
          <p:cNvSpPr txBox="1">
            <a:spLocks noChangeArrowheads="1"/>
          </p:cNvSpPr>
          <p:nvPr/>
        </p:nvSpPr>
        <p:spPr bwMode="auto">
          <a:xfrm>
            <a:off x="9884750" y="1205653"/>
            <a:ext cx="954087"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pPr>
            <a:r>
              <a:rPr lang="en-US" altLang="zh-CN" sz="3200" b="1" i="1" dirty="0">
                <a:solidFill>
                  <a:srgbClr val="FF0000"/>
                </a:solidFill>
                <a:ea typeface="宋体" panose="02010600030101010101" pitchFamily="2" charset="-122"/>
              </a:rPr>
              <a:t>W</a:t>
            </a:r>
          </a:p>
        </p:txBody>
      </p:sp>
      <p:sp>
        <p:nvSpPr>
          <p:cNvPr id="57" name="Line 11">
            <a:extLst>
              <a:ext uri="{FF2B5EF4-FFF2-40B4-BE49-F238E27FC236}">
                <a16:creationId xmlns:a16="http://schemas.microsoft.com/office/drawing/2014/main" id="{6F261FEC-9DDC-9E54-94D6-6D77C2F05C19}"/>
              </a:ext>
            </a:extLst>
          </p:cNvPr>
          <p:cNvSpPr>
            <a:spLocks noChangeShapeType="1"/>
          </p:cNvSpPr>
          <p:nvPr/>
        </p:nvSpPr>
        <p:spPr bwMode="auto">
          <a:xfrm flipV="1">
            <a:off x="9965712" y="2145404"/>
            <a:ext cx="0" cy="969963"/>
          </a:xfrm>
          <a:prstGeom prst="line">
            <a:avLst/>
          </a:prstGeom>
          <a:noFill/>
          <a:ln w="38100">
            <a:solidFill>
              <a:srgbClr val="FF00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58" name="Text Box 12">
            <a:extLst>
              <a:ext uri="{FF2B5EF4-FFF2-40B4-BE49-F238E27FC236}">
                <a16:creationId xmlns:a16="http://schemas.microsoft.com/office/drawing/2014/main" id="{7722BAF6-B9B0-ED97-DCC0-F26ED4771959}"/>
              </a:ext>
            </a:extLst>
          </p:cNvPr>
          <p:cNvSpPr txBox="1">
            <a:spLocks noChangeArrowheads="1"/>
          </p:cNvSpPr>
          <p:nvPr/>
        </p:nvSpPr>
        <p:spPr bwMode="auto">
          <a:xfrm>
            <a:off x="9148523" y="2583335"/>
            <a:ext cx="691776"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p>
            <a:pPr>
              <a:spcBef>
                <a:spcPct val="50000"/>
              </a:spcBef>
            </a:pPr>
            <a:r>
              <a:rPr lang="en-US" altLang="zh-CN" sz="3200" b="1" i="1" dirty="0">
                <a:solidFill>
                  <a:srgbClr val="FF0000"/>
                </a:solidFill>
                <a:ea typeface="宋体" panose="02010600030101010101" pitchFamily="2" charset="-122"/>
              </a:rPr>
              <a:t>F</a:t>
            </a:r>
            <a:r>
              <a:rPr lang="en-US" altLang="zh-CN" sz="3200" i="0" baseline="-25000" dirty="0">
                <a:solidFill>
                  <a:srgbClr val="FF0000"/>
                </a:solidFill>
                <a:ea typeface="宋体" panose="02010600030101010101" pitchFamily="2" charset="-122"/>
              </a:rPr>
              <a:t>N</a:t>
            </a:r>
            <a:endParaRPr lang="en-US" altLang="zh-CN" sz="3200" b="1" i="0" dirty="0">
              <a:solidFill>
                <a:srgbClr val="FF0000"/>
              </a:solidFill>
              <a:ea typeface="宋体" panose="02010600030101010101" pitchFamily="2" charset="-122"/>
            </a:endParaRPr>
          </a:p>
        </p:txBody>
      </p:sp>
      <p:sp>
        <p:nvSpPr>
          <p:cNvPr id="59" name="Line 13">
            <a:extLst>
              <a:ext uri="{FF2B5EF4-FFF2-40B4-BE49-F238E27FC236}">
                <a16:creationId xmlns:a16="http://schemas.microsoft.com/office/drawing/2014/main" id="{FD69E594-3933-EBB6-3016-AB4215E73A1B}"/>
              </a:ext>
            </a:extLst>
          </p:cNvPr>
          <p:cNvSpPr>
            <a:spLocks noChangeAspect="1" noChangeShapeType="1"/>
          </p:cNvSpPr>
          <p:nvPr/>
        </p:nvSpPr>
        <p:spPr bwMode="auto">
          <a:xfrm rot="16200000">
            <a:off x="10749937" y="1546917"/>
            <a:ext cx="1588" cy="582612"/>
          </a:xfrm>
          <a:prstGeom prst="line">
            <a:avLst/>
          </a:prstGeom>
          <a:noFill/>
          <a:ln w="38100">
            <a:solidFill>
              <a:srgbClr val="FF00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0" name="Line 15">
            <a:extLst>
              <a:ext uri="{FF2B5EF4-FFF2-40B4-BE49-F238E27FC236}">
                <a16:creationId xmlns:a16="http://schemas.microsoft.com/office/drawing/2014/main" id="{9FCD9C2A-FB36-23FC-F36C-47BE6D30B13B}"/>
              </a:ext>
            </a:extLst>
          </p:cNvPr>
          <p:cNvSpPr>
            <a:spLocks noChangeAspect="1" noChangeShapeType="1"/>
          </p:cNvSpPr>
          <p:nvPr/>
        </p:nvSpPr>
        <p:spPr bwMode="auto">
          <a:xfrm rot="5400000" flipH="1">
            <a:off x="10246700" y="1886641"/>
            <a:ext cx="1588" cy="582613"/>
          </a:xfrm>
          <a:prstGeom prst="line">
            <a:avLst/>
          </a:prstGeom>
          <a:noFill/>
          <a:ln w="38100">
            <a:solidFill>
              <a:srgbClr val="FF00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1" name="Text Box 16">
            <a:extLst>
              <a:ext uri="{FF2B5EF4-FFF2-40B4-BE49-F238E27FC236}">
                <a16:creationId xmlns:a16="http://schemas.microsoft.com/office/drawing/2014/main" id="{C3CC1DB7-4F4B-5265-E32A-B76AF4365EDF}"/>
              </a:ext>
            </a:extLst>
          </p:cNvPr>
          <p:cNvSpPr txBox="1">
            <a:spLocks noChangeArrowheads="1"/>
          </p:cNvSpPr>
          <p:nvPr/>
        </p:nvSpPr>
        <p:spPr bwMode="auto">
          <a:xfrm>
            <a:off x="10478866" y="1892638"/>
            <a:ext cx="954088"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pPr>
            <a:r>
              <a:rPr lang="en-US" altLang="zh-CN" sz="3200" b="1" i="1" dirty="0">
                <a:solidFill>
                  <a:srgbClr val="FF0000"/>
                </a:solidFill>
                <a:ea typeface="宋体" panose="02010600030101010101" pitchFamily="2" charset="-122"/>
              </a:rPr>
              <a:t>F</a:t>
            </a:r>
            <a:r>
              <a:rPr lang="en-US" altLang="zh-CN" sz="3200" i="0" baseline="-25000" dirty="0">
                <a:solidFill>
                  <a:srgbClr val="FF0000"/>
                </a:solidFill>
                <a:ea typeface="宋体" panose="02010600030101010101" pitchFamily="2" charset="-122"/>
              </a:rPr>
              <a:t>f</a:t>
            </a:r>
            <a:endParaRPr lang="en-US" altLang="zh-CN" sz="3200" i="0" baseline="-25000" dirty="0">
              <a:solidFill>
                <a:srgbClr val="FF0000"/>
              </a:solidFill>
              <a:ea typeface="宋体" panose="02010600030101010101" pitchFamily="2" charset="-122"/>
              <a:cs typeface="Times New Roman" panose="02020603050405020304" pitchFamily="18" charset="0"/>
            </a:endParaRPr>
          </a:p>
        </p:txBody>
      </p:sp>
      <p:sp>
        <p:nvSpPr>
          <p:cNvPr id="62" name="Line 17">
            <a:extLst>
              <a:ext uri="{FF2B5EF4-FFF2-40B4-BE49-F238E27FC236}">
                <a16:creationId xmlns:a16="http://schemas.microsoft.com/office/drawing/2014/main" id="{9762224C-A275-42A8-5531-86B66621B149}"/>
              </a:ext>
            </a:extLst>
          </p:cNvPr>
          <p:cNvSpPr>
            <a:spLocks noChangeShapeType="1"/>
          </p:cNvSpPr>
          <p:nvPr/>
        </p:nvSpPr>
        <p:spPr bwMode="auto">
          <a:xfrm flipV="1">
            <a:off x="10543562" y="2172392"/>
            <a:ext cx="0" cy="969962"/>
          </a:xfrm>
          <a:prstGeom prst="line">
            <a:avLst/>
          </a:prstGeom>
          <a:noFill/>
          <a:ln w="19050">
            <a:solidFill>
              <a:schemeClr val="bg1"/>
            </a:solidFill>
            <a:round/>
            <a:headEnd/>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3" name="Line 18">
            <a:extLst>
              <a:ext uri="{FF2B5EF4-FFF2-40B4-BE49-F238E27FC236}">
                <a16:creationId xmlns:a16="http://schemas.microsoft.com/office/drawing/2014/main" id="{B82E86B8-B6B1-5971-6B88-E78A0B623DEB}"/>
              </a:ext>
            </a:extLst>
          </p:cNvPr>
          <p:cNvSpPr>
            <a:spLocks noChangeAspect="1" noChangeShapeType="1"/>
          </p:cNvSpPr>
          <p:nvPr/>
        </p:nvSpPr>
        <p:spPr bwMode="auto">
          <a:xfrm rot="5400000" flipH="1">
            <a:off x="10245112" y="2840730"/>
            <a:ext cx="1587" cy="582612"/>
          </a:xfrm>
          <a:prstGeom prst="line">
            <a:avLst/>
          </a:prstGeom>
          <a:noFill/>
          <a:ln w="19050">
            <a:solidFill>
              <a:schemeClr val="bg1"/>
            </a:solidFill>
            <a:round/>
            <a:headEnd/>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4" name="Line 20">
            <a:extLst>
              <a:ext uri="{FF2B5EF4-FFF2-40B4-BE49-F238E27FC236}">
                <a16:creationId xmlns:a16="http://schemas.microsoft.com/office/drawing/2014/main" id="{A39D1338-C352-1E51-185F-7FE06895DD9F}"/>
              </a:ext>
            </a:extLst>
          </p:cNvPr>
          <p:cNvSpPr>
            <a:spLocks noChangeShapeType="1"/>
          </p:cNvSpPr>
          <p:nvPr/>
        </p:nvSpPr>
        <p:spPr bwMode="auto">
          <a:xfrm flipH="1" flipV="1">
            <a:off x="9976825" y="2154929"/>
            <a:ext cx="550862" cy="968375"/>
          </a:xfrm>
          <a:prstGeom prst="line">
            <a:avLst/>
          </a:prstGeom>
          <a:noFill/>
          <a:ln w="38100">
            <a:solidFill>
              <a:srgbClr val="FFFF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5" name="Arc 21">
            <a:extLst>
              <a:ext uri="{FF2B5EF4-FFF2-40B4-BE49-F238E27FC236}">
                <a16:creationId xmlns:a16="http://schemas.microsoft.com/office/drawing/2014/main" id="{AB9C0A60-E6A0-AA13-EEC0-BFE0EC35732F}"/>
              </a:ext>
            </a:extLst>
          </p:cNvPr>
          <p:cNvSpPr>
            <a:spLocks/>
          </p:cNvSpPr>
          <p:nvPr/>
        </p:nvSpPr>
        <p:spPr bwMode="auto">
          <a:xfrm rot="11458839" flipH="1">
            <a:off x="9964125" y="2585142"/>
            <a:ext cx="268287" cy="22860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9525">
            <a:solidFill>
              <a:schemeClr val="bg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66" name="Text Box 14">
            <a:extLst>
              <a:ext uri="{FF2B5EF4-FFF2-40B4-BE49-F238E27FC236}">
                <a16:creationId xmlns:a16="http://schemas.microsoft.com/office/drawing/2014/main" id="{DFEC36E6-610C-381C-28E8-985B3E34F04A}"/>
              </a:ext>
            </a:extLst>
          </p:cNvPr>
          <p:cNvSpPr txBox="1">
            <a:spLocks noChangeArrowheads="1"/>
          </p:cNvSpPr>
          <p:nvPr/>
        </p:nvSpPr>
        <p:spPr bwMode="auto">
          <a:xfrm>
            <a:off x="11070957" y="1523678"/>
            <a:ext cx="954087"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pPr>
            <a:r>
              <a:rPr lang="en-US" altLang="zh-CN" sz="3200" b="1" i="1" dirty="0">
                <a:solidFill>
                  <a:srgbClr val="FF0000"/>
                </a:solidFill>
                <a:ea typeface="宋体" panose="02010600030101010101" pitchFamily="2" charset="-122"/>
              </a:rPr>
              <a:t>F</a:t>
            </a:r>
            <a:r>
              <a:rPr lang="en-US" altLang="zh-CN" sz="3200" i="0" baseline="-25000" dirty="0">
                <a:solidFill>
                  <a:srgbClr val="FF0000"/>
                </a:solidFill>
                <a:ea typeface="宋体" panose="02010600030101010101" pitchFamily="2" charset="-122"/>
              </a:rPr>
              <a:t>T</a:t>
            </a:r>
            <a:endParaRPr lang="en-US" altLang="zh-CN" sz="3200" b="1" i="0" dirty="0">
              <a:solidFill>
                <a:srgbClr val="FF0000"/>
              </a:solidFill>
              <a:ea typeface="宋体" panose="02010600030101010101" pitchFamily="2" charset="-122"/>
            </a:endParaRPr>
          </a:p>
        </p:txBody>
      </p:sp>
      <p:sp>
        <p:nvSpPr>
          <p:cNvPr id="67" name="Text Box 22">
            <a:extLst>
              <a:ext uri="{FF2B5EF4-FFF2-40B4-BE49-F238E27FC236}">
                <a16:creationId xmlns:a16="http://schemas.microsoft.com/office/drawing/2014/main" id="{2AA4ECB1-B10B-EF87-912C-FFD47FA861C3}"/>
              </a:ext>
            </a:extLst>
          </p:cNvPr>
          <p:cNvSpPr txBox="1">
            <a:spLocks noChangeArrowheads="1"/>
          </p:cNvSpPr>
          <p:nvPr/>
        </p:nvSpPr>
        <p:spPr bwMode="auto">
          <a:xfrm>
            <a:off x="10021403" y="5079985"/>
            <a:ext cx="954088"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pPr>
            <a:r>
              <a:rPr lang="en-US" altLang="zh-CN" sz="3200" i="1" dirty="0">
                <a:sym typeface="Symbol" panose="05050102010706020507" pitchFamily="18" charset="2"/>
              </a:rPr>
              <a:t></a:t>
            </a:r>
            <a:r>
              <a:rPr lang="en-US" altLang="zh-CN" sz="3200" dirty="0"/>
              <a:t> </a:t>
            </a:r>
            <a:endParaRPr lang="en-US" altLang="zh-CN" sz="3200" baseline="-25000" dirty="0">
              <a:ea typeface="宋体" panose="02010600030101010101" pitchFamily="2" charset="-122"/>
            </a:endParaRPr>
          </a:p>
        </p:txBody>
      </p:sp>
      <p:sp>
        <p:nvSpPr>
          <p:cNvPr id="68" name="Line 35">
            <a:extLst>
              <a:ext uri="{FF2B5EF4-FFF2-40B4-BE49-F238E27FC236}">
                <a16:creationId xmlns:a16="http://schemas.microsoft.com/office/drawing/2014/main" id="{B81FFE98-0B75-D75B-B80B-661EBBD2610E}"/>
              </a:ext>
            </a:extLst>
          </p:cNvPr>
          <p:cNvSpPr>
            <a:spLocks noChangeShapeType="1"/>
          </p:cNvSpPr>
          <p:nvPr/>
        </p:nvSpPr>
        <p:spPr bwMode="auto">
          <a:xfrm flipV="1">
            <a:off x="10830372" y="4725972"/>
            <a:ext cx="0" cy="969963"/>
          </a:xfrm>
          <a:prstGeom prst="line">
            <a:avLst/>
          </a:prstGeom>
          <a:noFill/>
          <a:ln w="19050">
            <a:solidFill>
              <a:schemeClr val="bg1"/>
            </a:solidFill>
            <a:round/>
            <a:headEnd/>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9" name="Line 36">
            <a:extLst>
              <a:ext uri="{FF2B5EF4-FFF2-40B4-BE49-F238E27FC236}">
                <a16:creationId xmlns:a16="http://schemas.microsoft.com/office/drawing/2014/main" id="{ACAC96AF-0258-DD46-406B-CB02B679B404}"/>
              </a:ext>
            </a:extLst>
          </p:cNvPr>
          <p:cNvSpPr>
            <a:spLocks noChangeAspect="1" noChangeShapeType="1"/>
          </p:cNvSpPr>
          <p:nvPr/>
        </p:nvSpPr>
        <p:spPr bwMode="auto">
          <a:xfrm rot="5400000" flipH="1">
            <a:off x="10393809" y="5256197"/>
            <a:ext cx="3175" cy="860425"/>
          </a:xfrm>
          <a:prstGeom prst="line">
            <a:avLst/>
          </a:prstGeom>
          <a:noFill/>
          <a:ln w="19050">
            <a:solidFill>
              <a:schemeClr val="bg1"/>
            </a:solidFill>
            <a:round/>
            <a:headEnd/>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70" name="Text Box 37">
            <a:extLst>
              <a:ext uri="{FF2B5EF4-FFF2-40B4-BE49-F238E27FC236}">
                <a16:creationId xmlns:a16="http://schemas.microsoft.com/office/drawing/2014/main" id="{29BC3E29-3290-AB89-E628-9169083AD23B}"/>
              </a:ext>
            </a:extLst>
          </p:cNvPr>
          <p:cNvSpPr txBox="1">
            <a:spLocks noChangeArrowheads="1"/>
          </p:cNvSpPr>
          <p:nvPr/>
        </p:nvSpPr>
        <p:spPr bwMode="auto">
          <a:xfrm>
            <a:off x="10750731" y="5385483"/>
            <a:ext cx="954087"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pPr>
            <a:r>
              <a:rPr lang="en-US" altLang="zh-CN" sz="3200" b="1" i="1" dirty="0">
                <a:solidFill>
                  <a:srgbClr val="FFFF00"/>
                </a:solidFill>
                <a:ea typeface="宋体" panose="02010600030101010101" pitchFamily="2" charset="-122"/>
              </a:rPr>
              <a:t>F</a:t>
            </a:r>
            <a:r>
              <a:rPr lang="en-US" altLang="zh-CN" sz="3200" baseline="-25000" dirty="0">
                <a:solidFill>
                  <a:srgbClr val="FFFF00"/>
                </a:solidFill>
                <a:ea typeface="宋体" panose="02010600030101010101" pitchFamily="2" charset="-122"/>
              </a:rPr>
              <a:t>R</a:t>
            </a:r>
            <a:endParaRPr lang="en-US" altLang="zh-CN" sz="3200" b="1" i="1" dirty="0">
              <a:solidFill>
                <a:srgbClr val="FFFF00"/>
              </a:solidFill>
              <a:ea typeface="宋体" panose="02010600030101010101" pitchFamily="2" charset="-122"/>
              <a:cs typeface="Times New Roman" panose="02020603050405020304" pitchFamily="18" charset="0"/>
            </a:endParaRPr>
          </a:p>
        </p:txBody>
      </p:sp>
      <p:sp>
        <p:nvSpPr>
          <p:cNvPr id="71" name="Line 38">
            <a:extLst>
              <a:ext uri="{FF2B5EF4-FFF2-40B4-BE49-F238E27FC236}">
                <a16:creationId xmlns:a16="http://schemas.microsoft.com/office/drawing/2014/main" id="{58AC2F26-2F1C-53E5-BD8C-D72D4D1C3640}"/>
              </a:ext>
            </a:extLst>
          </p:cNvPr>
          <p:cNvSpPr>
            <a:spLocks noChangeShapeType="1"/>
          </p:cNvSpPr>
          <p:nvPr/>
        </p:nvSpPr>
        <p:spPr bwMode="auto">
          <a:xfrm flipH="1" flipV="1">
            <a:off x="9987409" y="4708510"/>
            <a:ext cx="808038" cy="968375"/>
          </a:xfrm>
          <a:prstGeom prst="line">
            <a:avLst/>
          </a:prstGeom>
          <a:noFill/>
          <a:ln w="38100">
            <a:solidFill>
              <a:srgbClr val="FFFF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72" name="Arc 39">
            <a:extLst>
              <a:ext uri="{FF2B5EF4-FFF2-40B4-BE49-F238E27FC236}">
                <a16:creationId xmlns:a16="http://schemas.microsoft.com/office/drawing/2014/main" id="{7154AD65-21A4-4334-46B9-0CC5FE373BC0}"/>
              </a:ext>
            </a:extLst>
          </p:cNvPr>
          <p:cNvSpPr>
            <a:spLocks/>
          </p:cNvSpPr>
          <p:nvPr/>
        </p:nvSpPr>
        <p:spPr bwMode="auto">
          <a:xfrm rot="11458839" flipH="1">
            <a:off x="10015984" y="5084747"/>
            <a:ext cx="268288" cy="22860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9525">
            <a:solidFill>
              <a:schemeClr val="bg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aphicFrame>
        <p:nvGraphicFramePr>
          <p:cNvPr id="73" name="Object 41">
            <a:extLst>
              <a:ext uri="{FF2B5EF4-FFF2-40B4-BE49-F238E27FC236}">
                <a16:creationId xmlns:a16="http://schemas.microsoft.com/office/drawing/2014/main" id="{70E90936-434B-3DAC-AA11-C85437852F26}"/>
              </a:ext>
            </a:extLst>
          </p:cNvPr>
          <p:cNvGraphicFramePr>
            <a:graphicFrameLocks noChangeAspect="1"/>
          </p:cNvGraphicFramePr>
          <p:nvPr>
            <p:extLst>
              <p:ext uri="{D42A27DB-BD31-4B8C-83A1-F6EECF244321}">
                <p14:modId xmlns:p14="http://schemas.microsoft.com/office/powerpoint/2010/main" val="961261465"/>
              </p:ext>
            </p:extLst>
          </p:nvPr>
        </p:nvGraphicFramePr>
        <p:xfrm>
          <a:off x="3021013" y="5210953"/>
          <a:ext cx="3500437" cy="1036638"/>
        </p:xfrm>
        <a:graphic>
          <a:graphicData uri="http://schemas.openxmlformats.org/presentationml/2006/ole">
            <mc:AlternateContent xmlns:mc="http://schemas.openxmlformats.org/markup-compatibility/2006">
              <mc:Choice xmlns:v="urn:schemas-microsoft-com:vml" Requires="v">
                <p:oleObj name="Equation" r:id="rId3" imgW="1460160" imgH="431640" progId="Equation.DSMT4">
                  <p:embed/>
                </p:oleObj>
              </mc:Choice>
              <mc:Fallback>
                <p:oleObj name="Equation" r:id="rId3" imgW="1460160" imgH="431640" progId="Equation.DSMT4">
                  <p:embed/>
                  <p:pic>
                    <p:nvPicPr>
                      <p:cNvPr id="849961" name="Object 41">
                        <a:extLst>
                          <a:ext uri="{FF2B5EF4-FFF2-40B4-BE49-F238E27FC236}">
                            <a16:creationId xmlns:a16="http://schemas.microsoft.com/office/drawing/2014/main" id="{4A004A0B-06E6-70E1-A82A-004A71D16C8E}"/>
                          </a:ext>
                        </a:extLst>
                      </p:cNvPr>
                      <p:cNvPicPr>
                        <a:picLocks noChangeAspect="1" noChangeArrowheads="1"/>
                      </p:cNvPicPr>
                      <p:nvPr/>
                    </p:nvPicPr>
                    <p:blipFill>
                      <a:blip r:embed="rId4"/>
                      <a:srcRect/>
                      <a:stretch>
                        <a:fillRect/>
                      </a:stretch>
                    </p:blipFill>
                    <p:spPr bwMode="auto">
                      <a:xfrm>
                        <a:off x="3021013" y="5210953"/>
                        <a:ext cx="3500437" cy="10366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4" name="矩形 10">
            <a:extLst>
              <a:ext uri="{FF2B5EF4-FFF2-40B4-BE49-F238E27FC236}">
                <a16:creationId xmlns:a16="http://schemas.microsoft.com/office/drawing/2014/main" id="{7EF7FD2F-15B6-A5A3-4219-B2BEC8357E24}"/>
              </a:ext>
            </a:extLst>
          </p:cNvPr>
          <p:cNvSpPr>
            <a:spLocks noChangeArrowheads="1"/>
          </p:cNvSpPr>
          <p:nvPr/>
        </p:nvSpPr>
        <p:spPr bwMode="auto">
          <a:xfrm>
            <a:off x="911424" y="3598277"/>
            <a:ext cx="7803339" cy="21167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nSpc>
                <a:spcPct val="120000"/>
              </a:lnSpc>
              <a:spcBef>
                <a:spcPts val="0"/>
              </a:spcBef>
            </a:pPr>
            <a:r>
              <a:rPr kumimoji="1" lang="zh-CN" altLang="en-US" sz="2800" i="0" dirty="0">
                <a:latin typeface="微软雅黑" panose="020B0503020204020204" pitchFamily="34" charset="-122"/>
                <a:ea typeface="微软雅黑" panose="020B0503020204020204" pitchFamily="34" charset="-122"/>
              </a:rPr>
              <a:t>全反力</a:t>
            </a:r>
            <a:r>
              <a:rPr lang="en-US" altLang="zh-CN" sz="2800" b="1" i="1" dirty="0"/>
              <a:t>F</a:t>
            </a:r>
            <a:r>
              <a:rPr lang="en-US" altLang="zh-CN" sz="2800" baseline="-25000" dirty="0"/>
              <a:t>R</a:t>
            </a:r>
            <a:r>
              <a:rPr kumimoji="1" lang="zh-CN" altLang="en-US" sz="2800" i="0" dirty="0">
                <a:latin typeface="微软雅黑" panose="020B0503020204020204" pitchFamily="34" charset="-122"/>
                <a:ea typeface="微软雅黑" panose="020B0503020204020204" pitchFamily="34" charset="-122"/>
              </a:rPr>
              <a:t>与接触面公法线的夹角</a:t>
            </a:r>
            <a:r>
              <a:rPr lang="zh-CN" altLang="en-US" sz="2800" i="1" dirty="0">
                <a:sym typeface="Symbol" panose="05050102010706020507" pitchFamily="18" charset="2"/>
              </a:rPr>
              <a:t> </a:t>
            </a:r>
            <a:r>
              <a:rPr kumimoji="1" lang="zh-CN" altLang="en-US" sz="2800" i="0" dirty="0">
                <a:latin typeface="微软雅黑" panose="020B0503020204020204" pitchFamily="34" charset="-122"/>
                <a:ea typeface="微软雅黑" panose="020B0503020204020204" pitchFamily="34" charset="-122"/>
              </a:rPr>
              <a:t>随静摩擦力的变化而变化，当静摩擦力达到最大值</a:t>
            </a:r>
            <a:r>
              <a:rPr lang="en-US" altLang="zh-CN" sz="2800" b="1" i="1" dirty="0" err="1"/>
              <a:t>F</a:t>
            </a:r>
            <a:r>
              <a:rPr lang="en-US" altLang="zh-CN" sz="2800" i="0" baseline="-25000" dirty="0" err="1"/>
              <a:t>fm</a:t>
            </a:r>
            <a:r>
              <a:rPr kumimoji="1" lang="zh-CN" altLang="en-US" sz="2800" i="0" dirty="0">
                <a:latin typeface="微软雅黑" panose="020B0503020204020204" pitchFamily="34" charset="-122"/>
                <a:ea typeface="微软雅黑" panose="020B0503020204020204" pitchFamily="34" charset="-122"/>
              </a:rPr>
              <a:t>时，夹角</a:t>
            </a:r>
            <a:r>
              <a:rPr lang="zh-CN" altLang="en-US" sz="2800" i="1" dirty="0">
                <a:sym typeface="Symbol" panose="05050102010706020507" pitchFamily="18" charset="2"/>
              </a:rPr>
              <a:t> </a:t>
            </a:r>
            <a:r>
              <a:rPr kumimoji="1" lang="zh-CN" altLang="en-US" sz="2800" i="0" dirty="0">
                <a:latin typeface="微软雅黑" panose="020B0503020204020204" pitchFamily="34" charset="-122"/>
                <a:ea typeface="微软雅黑" panose="020B0503020204020204" pitchFamily="34" charset="-122"/>
              </a:rPr>
              <a:t>也达到最大值</a:t>
            </a:r>
            <a:r>
              <a:rPr lang="zh-CN" altLang="en-US" sz="2800" i="1" dirty="0">
                <a:sym typeface="Symbol" panose="05050102010706020507" pitchFamily="18" charset="2"/>
              </a:rPr>
              <a:t></a:t>
            </a:r>
            <a:r>
              <a:rPr kumimoji="1" lang="zh-CN" altLang="en-US" sz="2800" i="0" dirty="0">
                <a:latin typeface="微软雅黑" panose="020B0503020204020204" pitchFamily="34" charset="-122"/>
                <a:ea typeface="微软雅黑" panose="020B0503020204020204" pitchFamily="34" charset="-122"/>
              </a:rPr>
              <a:t>，称为</a:t>
            </a:r>
            <a:r>
              <a:rPr kumimoji="1" lang="zh-CN" altLang="en-US" sz="2800" i="0" dirty="0">
                <a:solidFill>
                  <a:srgbClr val="FF00FF"/>
                </a:solidFill>
                <a:latin typeface="微软雅黑" panose="020B0503020204020204" pitchFamily="34" charset="-122"/>
                <a:ea typeface="微软雅黑" panose="020B0503020204020204" pitchFamily="34" charset="-122"/>
              </a:rPr>
              <a:t>临界摩擦角</a:t>
            </a:r>
            <a:r>
              <a:rPr kumimoji="1" lang="zh-CN" altLang="en-US" sz="2800" i="0" dirty="0">
                <a:latin typeface="微软雅黑" panose="020B0503020204020204" pitchFamily="34" charset="-122"/>
                <a:ea typeface="微软雅黑" panose="020B0503020204020204" pitchFamily="34" charset="-122"/>
              </a:rPr>
              <a:t>，简称</a:t>
            </a:r>
            <a:r>
              <a:rPr kumimoji="1" lang="zh-CN" altLang="en-US" sz="2800" i="0" dirty="0">
                <a:solidFill>
                  <a:srgbClr val="FF00FF"/>
                </a:solidFill>
                <a:latin typeface="微软雅黑" panose="020B0503020204020204" pitchFamily="34" charset="-122"/>
                <a:ea typeface="微软雅黑" panose="020B0503020204020204" pitchFamily="34" charset="-122"/>
              </a:rPr>
              <a:t>摩擦角</a:t>
            </a:r>
            <a:r>
              <a:rPr kumimoji="1" lang="zh-CN" altLang="en-US" sz="2800" i="0" dirty="0">
                <a:latin typeface="微软雅黑" panose="020B0503020204020204" pitchFamily="34" charset="-122"/>
                <a:ea typeface="微软雅黑" panose="020B0503020204020204" pitchFamily="34" charset="-122"/>
              </a:rPr>
              <a:t>。</a:t>
            </a:r>
            <a:endParaRPr kumimoji="1" lang="en-US" altLang="zh-CN" sz="2800" i="0" dirty="0">
              <a:solidFill>
                <a:srgbClr val="FF00FF"/>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025433083"/>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0"/>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9"/>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60"/>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6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6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63"/>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64"/>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65"/>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66"/>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6"/>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18"/>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21"/>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2"/>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23"/>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24"/>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25"/>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26"/>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49"/>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67"/>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68"/>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69"/>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70"/>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71"/>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72"/>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44"/>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nodeType="clickEffect">
                                  <p:stCondLst>
                                    <p:cond delay="0"/>
                                  </p:stCondLst>
                                  <p:childTnLst>
                                    <p:set>
                                      <p:cBhvr>
                                        <p:cTn id="78" dur="1" fill="hold">
                                          <p:stCondLst>
                                            <p:cond delay="0"/>
                                          </p:stCondLst>
                                        </p:cTn>
                                        <p:tgtEl>
                                          <p:spTgt spid="7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18" grpId="0" animBg="1"/>
      <p:bldP spid="21" grpId="0"/>
      <p:bldP spid="22" grpId="0" animBg="1"/>
      <p:bldP spid="23" grpId="0"/>
      <p:bldP spid="24" grpId="0" animBg="1"/>
      <p:bldP spid="25" grpId="0" animBg="1"/>
      <p:bldP spid="26" grpId="0"/>
      <p:bldP spid="46" grpId="0"/>
      <p:bldP spid="49" grpId="0"/>
      <p:bldP spid="50" grpId="0"/>
      <p:bldP spid="55" grpId="0" animBg="1"/>
      <p:bldP spid="56" grpId="0"/>
      <p:bldP spid="57" grpId="0" animBg="1"/>
      <p:bldP spid="58" grpId="0"/>
      <p:bldP spid="59" grpId="0" animBg="1"/>
      <p:bldP spid="60" grpId="0" animBg="1"/>
      <p:bldP spid="61" grpId="0"/>
      <p:bldP spid="62" grpId="0" animBg="1"/>
      <p:bldP spid="63" grpId="0" animBg="1"/>
      <p:bldP spid="64" grpId="0" animBg="1"/>
      <p:bldP spid="65" grpId="0" animBg="1"/>
      <p:bldP spid="66" grpId="0"/>
      <p:bldP spid="67" grpId="0"/>
      <p:bldP spid="68" grpId="0" animBg="1"/>
      <p:bldP spid="69" grpId="0" animBg="1"/>
      <p:bldP spid="70" grpId="0"/>
      <p:bldP spid="71" grpId="0" animBg="1"/>
      <p:bldP spid="72" grpId="0" animBg="1"/>
      <p:bldP spid="44"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164442" y="91693"/>
            <a:ext cx="5546711" cy="615553"/>
          </a:xfrm>
          <a:prstGeom prst="rect">
            <a:avLst/>
          </a:prstGeom>
        </p:spPr>
        <p:txBody>
          <a:bodyPr wrap="none">
            <a:spAutoFit/>
          </a:bodyPr>
          <a:lstStyle/>
          <a:p>
            <a:pPr>
              <a:defRPr/>
            </a:pPr>
            <a:r>
              <a:rPr kumimoji="1" lang="zh-CN" altLang="en-US" sz="3400" i="0" dirty="0">
                <a:solidFill>
                  <a:srgbClr val="FFFFFF"/>
                </a:solidFill>
                <a:latin typeface="微软雅黑" panose="020B0503020204020204" pitchFamily="34" charset="-122"/>
                <a:ea typeface="微软雅黑" panose="020B0503020204020204" pitchFamily="34" charset="-122"/>
              </a:rPr>
              <a:t>第二章</a:t>
            </a:r>
            <a:r>
              <a:rPr kumimoji="1" lang="en-US" altLang="zh-CN" sz="3400" i="0" dirty="0">
                <a:solidFill>
                  <a:srgbClr val="FFFFFF"/>
                </a:solidFill>
                <a:latin typeface="微软雅黑" panose="020B0503020204020204" pitchFamily="34" charset="-122"/>
                <a:ea typeface="微软雅黑" panose="020B0503020204020204" pitchFamily="34" charset="-122"/>
              </a:rPr>
              <a:t> </a:t>
            </a:r>
            <a:r>
              <a:rPr kumimoji="1" lang="zh-CN" altLang="en-US" sz="3400" i="0" dirty="0">
                <a:solidFill>
                  <a:srgbClr val="FFFFFF"/>
                </a:solidFill>
                <a:latin typeface="微软雅黑" panose="020B0503020204020204" pitchFamily="34" charset="-122"/>
                <a:ea typeface="微软雅黑" panose="020B0503020204020204" pitchFamily="34" charset="-122"/>
              </a:rPr>
              <a:t>平面问题的受力分析</a:t>
            </a:r>
          </a:p>
        </p:txBody>
      </p:sp>
      <p:sp>
        <p:nvSpPr>
          <p:cNvPr id="9" name="Rectangle 61">
            <a:extLst>
              <a:ext uri="{FF2B5EF4-FFF2-40B4-BE49-F238E27FC236}">
                <a16:creationId xmlns:a16="http://schemas.microsoft.com/office/drawing/2014/main" id="{73C9FF17-C75A-8DBC-5351-D7589ADCC51D}"/>
              </a:ext>
            </a:extLst>
          </p:cNvPr>
          <p:cNvSpPr>
            <a:spLocks noChangeArrowheads="1"/>
          </p:cNvSpPr>
          <p:nvPr/>
        </p:nvSpPr>
        <p:spPr bwMode="auto">
          <a:xfrm>
            <a:off x="8541002" y="893080"/>
            <a:ext cx="3387645" cy="5256668"/>
          </a:xfrm>
          <a:prstGeom prst="rect">
            <a:avLst/>
          </a:prstGeom>
          <a:solidFill>
            <a:srgbClr val="B9CDE5"/>
          </a:solidFill>
          <a:ln>
            <a:noFill/>
          </a:ln>
          <a:effectLst/>
        </p:spPr>
        <p:txBody>
          <a:bodyPr wrap="none" anchor="ctr"/>
          <a:lstStyle/>
          <a:p>
            <a:endParaRPr lang="zh-CN" altLang="en-US"/>
          </a:p>
        </p:txBody>
      </p:sp>
      <p:sp>
        <p:nvSpPr>
          <p:cNvPr id="43" name="矩形 10">
            <a:extLst>
              <a:ext uri="{FF2B5EF4-FFF2-40B4-BE49-F238E27FC236}">
                <a16:creationId xmlns:a16="http://schemas.microsoft.com/office/drawing/2014/main" id="{D2E1ADC9-5245-EB4E-4566-02209EA73140}"/>
              </a:ext>
            </a:extLst>
          </p:cNvPr>
          <p:cNvSpPr>
            <a:spLocks noChangeArrowheads="1"/>
          </p:cNvSpPr>
          <p:nvPr/>
        </p:nvSpPr>
        <p:spPr bwMode="auto">
          <a:xfrm>
            <a:off x="911424" y="948466"/>
            <a:ext cx="10369152" cy="5656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nSpc>
                <a:spcPct val="120000"/>
              </a:lnSpc>
              <a:spcBef>
                <a:spcPct val="50000"/>
              </a:spcBef>
            </a:pPr>
            <a:r>
              <a:rPr kumimoji="1" lang="zh-CN" altLang="en-US" sz="2800" i="0" dirty="0">
                <a:solidFill>
                  <a:srgbClr val="FF0000"/>
                </a:solidFill>
                <a:latin typeface="微软雅黑" panose="020B0503020204020204" pitchFamily="34" charset="-122"/>
                <a:ea typeface="微软雅黑" panose="020B0503020204020204" pitchFamily="34" charset="-122"/>
              </a:rPr>
              <a:t>摩擦角与自锁</a:t>
            </a:r>
            <a:endParaRPr kumimoji="1" lang="en-US" altLang="zh-CN" sz="2800" i="0" dirty="0">
              <a:latin typeface="微软雅黑" panose="020B0503020204020204" pitchFamily="34" charset="-122"/>
              <a:ea typeface="微软雅黑" panose="020B0503020204020204" pitchFamily="34" charset="-122"/>
            </a:endParaRPr>
          </a:p>
        </p:txBody>
      </p:sp>
      <p:sp>
        <p:nvSpPr>
          <p:cNvPr id="6" name="矩形 10">
            <a:extLst>
              <a:ext uri="{FF2B5EF4-FFF2-40B4-BE49-F238E27FC236}">
                <a16:creationId xmlns:a16="http://schemas.microsoft.com/office/drawing/2014/main" id="{7EF7FD2F-15B6-A5A3-4219-B2BEC8357E24}"/>
              </a:ext>
            </a:extLst>
          </p:cNvPr>
          <p:cNvSpPr>
            <a:spLocks noChangeArrowheads="1"/>
          </p:cNvSpPr>
          <p:nvPr/>
        </p:nvSpPr>
        <p:spPr bwMode="auto">
          <a:xfrm>
            <a:off x="911424" y="1458869"/>
            <a:ext cx="7803339" cy="36633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nSpc>
                <a:spcPct val="120000"/>
              </a:lnSpc>
              <a:spcBef>
                <a:spcPts val="0"/>
              </a:spcBef>
            </a:pPr>
            <a:r>
              <a:rPr kumimoji="1" lang="zh-CN" altLang="en-US" sz="2800" i="0" dirty="0">
                <a:latin typeface="微软雅黑" panose="020B0503020204020204" pitchFamily="34" charset="-122"/>
                <a:ea typeface="微软雅黑" panose="020B0503020204020204" pitchFamily="34" charset="-122"/>
              </a:rPr>
              <a:t>摩擦角也是表示材料和表面摩擦性质的物理量。摩擦角表示全反力能够偏离法向的范围，这个范围在空间就形成一个锥体，称为</a:t>
            </a:r>
            <a:r>
              <a:rPr kumimoji="1" lang="zh-CN" altLang="en-US" sz="2800" i="0" dirty="0">
                <a:solidFill>
                  <a:srgbClr val="FF00FF"/>
                </a:solidFill>
                <a:latin typeface="微软雅黑" panose="020B0503020204020204" pitchFamily="34" charset="-122"/>
                <a:ea typeface="微软雅黑" panose="020B0503020204020204" pitchFamily="34" charset="-122"/>
              </a:rPr>
              <a:t>摩擦锥</a:t>
            </a:r>
            <a:r>
              <a:rPr kumimoji="1" lang="zh-CN" altLang="en-US" sz="2800" i="0" dirty="0">
                <a:latin typeface="微软雅黑" panose="020B0503020204020204" pitchFamily="34" charset="-122"/>
                <a:ea typeface="微软雅黑" panose="020B0503020204020204" pitchFamily="34" charset="-122"/>
              </a:rPr>
              <a:t>。</a:t>
            </a:r>
            <a:endParaRPr kumimoji="1" lang="en-US" altLang="zh-CN" sz="2800" i="0" dirty="0">
              <a:latin typeface="微软雅黑" panose="020B0503020204020204" pitchFamily="34" charset="-122"/>
              <a:ea typeface="微软雅黑" panose="020B0503020204020204" pitchFamily="34" charset="-122"/>
            </a:endParaRPr>
          </a:p>
          <a:p>
            <a:pPr>
              <a:lnSpc>
                <a:spcPct val="120000"/>
              </a:lnSpc>
              <a:spcBef>
                <a:spcPts val="0"/>
              </a:spcBef>
            </a:pPr>
            <a:r>
              <a:rPr kumimoji="1" lang="zh-CN" altLang="en-US" sz="2800" i="0" dirty="0">
                <a:latin typeface="微软雅黑" panose="020B0503020204020204" pitchFamily="34" charset="-122"/>
                <a:ea typeface="微软雅黑" panose="020B0503020204020204" pitchFamily="34" charset="-122"/>
              </a:rPr>
              <a:t>若主动力</a:t>
            </a:r>
            <a:r>
              <a:rPr lang="en-US" altLang="zh-CN" sz="2800" b="1" i="1" dirty="0"/>
              <a:t>F</a:t>
            </a:r>
            <a:r>
              <a:rPr lang="en-US" altLang="zh-CN" sz="2800" i="0" baseline="-25000" dirty="0"/>
              <a:t>P</a:t>
            </a:r>
            <a:r>
              <a:rPr kumimoji="1" lang="zh-CN" altLang="en-US" sz="2800" i="0" dirty="0">
                <a:latin typeface="微软雅黑" panose="020B0503020204020204" pitchFamily="34" charset="-122"/>
                <a:ea typeface="微软雅黑" panose="020B0503020204020204" pitchFamily="34" charset="-122"/>
              </a:rPr>
              <a:t>作用在摩擦锥范围内，则约束面必产生一个与之等值、反向且共线的全反力</a:t>
            </a:r>
            <a:r>
              <a:rPr lang="en-US" altLang="zh-CN" sz="2800" b="1" i="1" dirty="0"/>
              <a:t>F</a:t>
            </a:r>
            <a:r>
              <a:rPr lang="en-US" altLang="zh-CN" sz="2800" i="0" baseline="-25000" dirty="0"/>
              <a:t>R</a:t>
            </a:r>
            <a:r>
              <a:rPr kumimoji="1" lang="zh-CN" altLang="en-US" sz="2800" i="0" dirty="0">
                <a:latin typeface="微软雅黑" panose="020B0503020204020204" pitchFamily="34" charset="-122"/>
                <a:ea typeface="微软雅黑" panose="020B0503020204020204" pitchFamily="34" charset="-122"/>
              </a:rPr>
              <a:t>与之平衡。不论怎样增加</a:t>
            </a:r>
            <a:r>
              <a:rPr lang="en-US" altLang="zh-CN" sz="2800" b="1" i="1" dirty="0"/>
              <a:t>F</a:t>
            </a:r>
            <a:r>
              <a:rPr lang="en-US" altLang="zh-CN" sz="2800" i="0" baseline="-25000" dirty="0"/>
              <a:t>P</a:t>
            </a:r>
            <a:r>
              <a:rPr kumimoji="1" lang="zh-CN" altLang="en-US" sz="2800" i="0" dirty="0">
                <a:latin typeface="微软雅黑" panose="020B0503020204020204" pitchFamily="34" charset="-122"/>
                <a:ea typeface="微软雅黑" panose="020B0503020204020204" pitchFamily="34" charset="-122"/>
              </a:rPr>
              <a:t>的大小，物体总能保持平衡而不移动，这种现象称为</a:t>
            </a:r>
            <a:r>
              <a:rPr kumimoji="1" lang="zh-CN" altLang="en-US" sz="2800" i="0" dirty="0">
                <a:solidFill>
                  <a:srgbClr val="FF00FF"/>
                </a:solidFill>
                <a:latin typeface="微软雅黑" panose="020B0503020204020204" pitchFamily="34" charset="-122"/>
                <a:ea typeface="微软雅黑" panose="020B0503020204020204" pitchFamily="34" charset="-122"/>
              </a:rPr>
              <a:t>自锁</a:t>
            </a:r>
            <a:r>
              <a:rPr kumimoji="1" lang="zh-CN" altLang="en-US" sz="2800" i="0" dirty="0">
                <a:latin typeface="微软雅黑" panose="020B0503020204020204" pitchFamily="34" charset="-122"/>
                <a:ea typeface="微软雅黑" panose="020B0503020204020204" pitchFamily="34" charset="-122"/>
              </a:rPr>
              <a:t>。</a:t>
            </a:r>
            <a:endParaRPr kumimoji="1" lang="en-US" altLang="zh-CN" sz="2800" i="0" dirty="0">
              <a:latin typeface="微软雅黑" panose="020B0503020204020204" pitchFamily="34" charset="-122"/>
              <a:ea typeface="微软雅黑" panose="020B0503020204020204" pitchFamily="34" charset="-122"/>
            </a:endParaRPr>
          </a:p>
        </p:txBody>
      </p:sp>
      <p:grpSp>
        <p:nvGrpSpPr>
          <p:cNvPr id="2" name="Group 5">
            <a:extLst>
              <a:ext uri="{FF2B5EF4-FFF2-40B4-BE49-F238E27FC236}">
                <a16:creationId xmlns:a16="http://schemas.microsoft.com/office/drawing/2014/main" id="{BF43ADD4-705F-1FD8-B30B-04FDA0F3FAAE}"/>
              </a:ext>
            </a:extLst>
          </p:cNvPr>
          <p:cNvGrpSpPr>
            <a:grpSpLocks/>
          </p:cNvGrpSpPr>
          <p:nvPr/>
        </p:nvGrpSpPr>
        <p:grpSpPr bwMode="auto">
          <a:xfrm>
            <a:off x="8903783" y="3577366"/>
            <a:ext cx="2868612" cy="277812"/>
            <a:chOff x="3508" y="3796"/>
            <a:chExt cx="1423" cy="131"/>
          </a:xfrm>
        </p:grpSpPr>
        <p:sp>
          <p:nvSpPr>
            <p:cNvPr id="4" name="Rectangle 6">
              <a:extLst>
                <a:ext uri="{FF2B5EF4-FFF2-40B4-BE49-F238E27FC236}">
                  <a16:creationId xmlns:a16="http://schemas.microsoft.com/office/drawing/2014/main" id="{F6EF3E2D-60CD-D206-A7F4-CA7ED92CCE17}"/>
                </a:ext>
              </a:extLst>
            </p:cNvPr>
            <p:cNvSpPr>
              <a:spLocks noChangeArrowheads="1"/>
            </p:cNvSpPr>
            <p:nvPr/>
          </p:nvSpPr>
          <p:spPr bwMode="auto">
            <a:xfrm>
              <a:off x="3508" y="3796"/>
              <a:ext cx="1414" cy="131"/>
            </a:xfrm>
            <a:prstGeom prst="rect">
              <a:avLst/>
            </a:prstGeom>
            <a:pattFill prst="wdUpDiag">
              <a:fgClr>
                <a:schemeClr val="tx1"/>
              </a:fgClr>
              <a:bgClr>
                <a:srgbClr val="00FF99"/>
              </a:bgClr>
            </a:patt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5" name="Line 7">
              <a:extLst>
                <a:ext uri="{FF2B5EF4-FFF2-40B4-BE49-F238E27FC236}">
                  <a16:creationId xmlns:a16="http://schemas.microsoft.com/office/drawing/2014/main" id="{CB09A383-EDD5-7968-4CDA-15FE461703FA}"/>
                </a:ext>
              </a:extLst>
            </p:cNvPr>
            <p:cNvSpPr>
              <a:spLocks noChangeShapeType="1"/>
            </p:cNvSpPr>
            <p:nvPr/>
          </p:nvSpPr>
          <p:spPr bwMode="auto">
            <a:xfrm>
              <a:off x="3508" y="3796"/>
              <a:ext cx="1423" cy="0"/>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grpSp>
        <p:nvGrpSpPr>
          <p:cNvPr id="10" name="Group 8">
            <a:extLst>
              <a:ext uri="{FF2B5EF4-FFF2-40B4-BE49-F238E27FC236}">
                <a16:creationId xmlns:a16="http://schemas.microsoft.com/office/drawing/2014/main" id="{76B176A5-EF9D-CE20-77C4-F5164A152269}"/>
              </a:ext>
            </a:extLst>
          </p:cNvPr>
          <p:cNvGrpSpPr>
            <a:grpSpLocks/>
          </p:cNvGrpSpPr>
          <p:nvPr/>
        </p:nvGrpSpPr>
        <p:grpSpPr bwMode="auto">
          <a:xfrm>
            <a:off x="9711820" y="2686778"/>
            <a:ext cx="1169988" cy="833438"/>
            <a:chOff x="1847" y="1237"/>
            <a:chExt cx="737" cy="525"/>
          </a:xfrm>
        </p:grpSpPr>
        <p:sp>
          <p:nvSpPr>
            <p:cNvPr id="11" name="Rectangle 9">
              <a:extLst>
                <a:ext uri="{FF2B5EF4-FFF2-40B4-BE49-F238E27FC236}">
                  <a16:creationId xmlns:a16="http://schemas.microsoft.com/office/drawing/2014/main" id="{20B1D695-40E6-630B-C7F9-727EDC8EED7F}"/>
                </a:ext>
              </a:extLst>
            </p:cNvPr>
            <p:cNvSpPr>
              <a:spLocks noChangeArrowheads="1"/>
            </p:cNvSpPr>
            <p:nvPr/>
          </p:nvSpPr>
          <p:spPr bwMode="auto">
            <a:xfrm>
              <a:off x="1847" y="1237"/>
              <a:ext cx="737" cy="525"/>
            </a:xfrm>
            <a:prstGeom prst="rect">
              <a:avLst/>
            </a:prstGeom>
            <a:gradFill rotWithShape="1">
              <a:gsLst>
                <a:gs pos="0">
                  <a:srgbClr val="5F5F5F">
                    <a:gamma/>
                    <a:shade val="0"/>
                    <a:invGamma/>
                  </a:srgbClr>
                </a:gs>
                <a:gs pos="50000">
                  <a:srgbClr val="5F5F5F"/>
                </a:gs>
                <a:gs pos="100000">
                  <a:srgbClr val="5F5F5F">
                    <a:gamma/>
                    <a:shade val="0"/>
                    <a:invGamma/>
                  </a:srgbClr>
                </a:gs>
              </a:gsLst>
              <a:lin ang="0" scaled="1"/>
            </a:gradFill>
            <a:ln w="38100">
              <a:solidFill>
                <a:schemeClr val="bg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2" name="Oval 10">
              <a:extLst>
                <a:ext uri="{FF2B5EF4-FFF2-40B4-BE49-F238E27FC236}">
                  <a16:creationId xmlns:a16="http://schemas.microsoft.com/office/drawing/2014/main" id="{314C8969-A51B-2FE7-90B7-061F3C3DC676}"/>
                </a:ext>
              </a:extLst>
            </p:cNvPr>
            <p:cNvSpPr>
              <a:spLocks noChangeArrowheads="1"/>
            </p:cNvSpPr>
            <p:nvPr/>
          </p:nvSpPr>
          <p:spPr bwMode="auto">
            <a:xfrm>
              <a:off x="2199" y="1492"/>
              <a:ext cx="56" cy="56"/>
            </a:xfrm>
            <a:prstGeom prst="ellipse">
              <a:avLst/>
            </a:prstGeom>
            <a:solidFill>
              <a:schemeClr val="accent1"/>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3" name="Text Box 11">
              <a:extLst>
                <a:ext uri="{FF2B5EF4-FFF2-40B4-BE49-F238E27FC236}">
                  <a16:creationId xmlns:a16="http://schemas.microsoft.com/office/drawing/2014/main" id="{BECF859E-4FD2-B82C-4026-FD3E9D4095D4}"/>
                </a:ext>
              </a:extLst>
            </p:cNvPr>
            <p:cNvSpPr txBox="1">
              <a:spLocks noChangeArrowheads="1"/>
            </p:cNvSpPr>
            <p:nvPr/>
          </p:nvSpPr>
          <p:spPr bwMode="auto">
            <a:xfrm>
              <a:off x="1868" y="1412"/>
              <a:ext cx="489"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pPr>
              <a:r>
                <a:rPr lang="en-US" altLang="zh-CN" sz="2800" i="1" dirty="0">
                  <a:solidFill>
                    <a:srgbClr val="00FF99"/>
                  </a:solidFill>
                  <a:ea typeface="宋体" panose="02010600030101010101" pitchFamily="2" charset="-122"/>
                </a:rPr>
                <a:t>A</a:t>
              </a:r>
            </a:p>
          </p:txBody>
        </p:sp>
      </p:grpSp>
      <p:grpSp>
        <p:nvGrpSpPr>
          <p:cNvPr id="16" name="Group 12">
            <a:extLst>
              <a:ext uri="{FF2B5EF4-FFF2-40B4-BE49-F238E27FC236}">
                <a16:creationId xmlns:a16="http://schemas.microsoft.com/office/drawing/2014/main" id="{CBD965B3-730F-2033-AF42-61E1F27BB4B5}"/>
              </a:ext>
            </a:extLst>
          </p:cNvPr>
          <p:cNvGrpSpPr>
            <a:grpSpLocks/>
          </p:cNvGrpSpPr>
          <p:nvPr/>
        </p:nvGrpSpPr>
        <p:grpSpPr bwMode="auto">
          <a:xfrm>
            <a:off x="9245095" y="948467"/>
            <a:ext cx="2146300" cy="5016059"/>
            <a:chOff x="2504" y="844"/>
            <a:chExt cx="1352" cy="3196"/>
          </a:xfrm>
        </p:grpSpPr>
        <p:sp>
          <p:nvSpPr>
            <p:cNvPr id="17" name="Oval 13">
              <a:extLst>
                <a:ext uri="{FF2B5EF4-FFF2-40B4-BE49-F238E27FC236}">
                  <a16:creationId xmlns:a16="http://schemas.microsoft.com/office/drawing/2014/main" id="{14965480-CEDA-D3A9-E065-369C0101112C}"/>
                </a:ext>
              </a:extLst>
            </p:cNvPr>
            <p:cNvSpPr>
              <a:spLocks noChangeAspect="1" noChangeArrowheads="1"/>
            </p:cNvSpPr>
            <p:nvPr/>
          </p:nvSpPr>
          <p:spPr bwMode="auto">
            <a:xfrm>
              <a:off x="2508" y="1013"/>
              <a:ext cx="1312" cy="233"/>
            </a:xfrm>
            <a:prstGeom prst="ellipse">
              <a:avLst/>
            </a:prstGeom>
            <a:noFill/>
            <a:ln w="28575">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9" name="Line 14">
              <a:extLst>
                <a:ext uri="{FF2B5EF4-FFF2-40B4-BE49-F238E27FC236}">
                  <a16:creationId xmlns:a16="http://schemas.microsoft.com/office/drawing/2014/main" id="{083E5F4F-007F-9E9C-14A4-A2B4AB65E44E}"/>
                </a:ext>
              </a:extLst>
            </p:cNvPr>
            <p:cNvSpPr>
              <a:spLocks noChangeAspect="1" noChangeShapeType="1"/>
            </p:cNvSpPr>
            <p:nvPr/>
          </p:nvSpPr>
          <p:spPr bwMode="auto">
            <a:xfrm>
              <a:off x="3159" y="844"/>
              <a:ext cx="34" cy="3196"/>
            </a:xfrm>
            <a:prstGeom prst="line">
              <a:avLst/>
            </a:prstGeom>
            <a:noFill/>
            <a:ln w="19050">
              <a:solidFill>
                <a:srgbClr val="0000FF"/>
              </a:solidFill>
              <a:prstDash val="lgDash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0" name="Oval 15">
              <a:extLst>
                <a:ext uri="{FF2B5EF4-FFF2-40B4-BE49-F238E27FC236}">
                  <a16:creationId xmlns:a16="http://schemas.microsoft.com/office/drawing/2014/main" id="{DAA4E19F-63E5-4166-945B-F8890AA229F9}"/>
                </a:ext>
              </a:extLst>
            </p:cNvPr>
            <p:cNvSpPr>
              <a:spLocks noChangeAspect="1" noChangeArrowheads="1"/>
            </p:cNvSpPr>
            <p:nvPr/>
          </p:nvSpPr>
          <p:spPr bwMode="auto">
            <a:xfrm>
              <a:off x="2533" y="3710"/>
              <a:ext cx="1305" cy="233"/>
            </a:xfrm>
            <a:prstGeom prst="ellipse">
              <a:avLst/>
            </a:prstGeom>
            <a:noFill/>
            <a:ln w="28575">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7" name="Line 16">
              <a:extLst>
                <a:ext uri="{FF2B5EF4-FFF2-40B4-BE49-F238E27FC236}">
                  <a16:creationId xmlns:a16="http://schemas.microsoft.com/office/drawing/2014/main" id="{4CD5E7BE-BDFB-8657-B71D-28F1DA655A8B}"/>
                </a:ext>
              </a:extLst>
            </p:cNvPr>
            <p:cNvSpPr>
              <a:spLocks noChangeAspect="1" noChangeShapeType="1"/>
            </p:cNvSpPr>
            <p:nvPr/>
          </p:nvSpPr>
          <p:spPr bwMode="auto">
            <a:xfrm flipH="1">
              <a:off x="2522" y="1142"/>
              <a:ext cx="1298" cy="2711"/>
            </a:xfrm>
            <a:prstGeom prst="line">
              <a:avLst/>
            </a:prstGeom>
            <a:noFill/>
            <a:ln w="1905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8" name="Line 17">
              <a:extLst>
                <a:ext uri="{FF2B5EF4-FFF2-40B4-BE49-F238E27FC236}">
                  <a16:creationId xmlns:a16="http://schemas.microsoft.com/office/drawing/2014/main" id="{B72E9E8F-173D-A72E-0EBC-2EE4FA6B4F71}"/>
                </a:ext>
              </a:extLst>
            </p:cNvPr>
            <p:cNvSpPr>
              <a:spLocks noChangeAspect="1" noChangeShapeType="1"/>
            </p:cNvSpPr>
            <p:nvPr/>
          </p:nvSpPr>
          <p:spPr bwMode="auto">
            <a:xfrm>
              <a:off x="2504" y="1130"/>
              <a:ext cx="1352" cy="2723"/>
            </a:xfrm>
            <a:prstGeom prst="line">
              <a:avLst/>
            </a:prstGeom>
            <a:noFill/>
            <a:ln w="1905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sp>
        <p:nvSpPr>
          <p:cNvPr id="29" name="Text Box 18">
            <a:extLst>
              <a:ext uri="{FF2B5EF4-FFF2-40B4-BE49-F238E27FC236}">
                <a16:creationId xmlns:a16="http://schemas.microsoft.com/office/drawing/2014/main" id="{DDF74C6C-BE3B-A765-EEDE-C05D324F072B}"/>
              </a:ext>
            </a:extLst>
          </p:cNvPr>
          <p:cNvSpPr txBox="1">
            <a:spLocks noChangeAspect="1" noChangeArrowheads="1"/>
          </p:cNvSpPr>
          <p:nvPr/>
        </p:nvSpPr>
        <p:spPr bwMode="auto">
          <a:xfrm>
            <a:off x="10548505" y="3800962"/>
            <a:ext cx="682625" cy="693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64592" tIns="82296" rIns="164592" bIns="82296"/>
          <a:lstStyle/>
          <a:p>
            <a:r>
              <a:rPr lang="en-US" altLang="zh-CN" sz="3200" i="1" dirty="0">
                <a:solidFill>
                  <a:srgbClr val="0000FF"/>
                </a:solidFill>
                <a:sym typeface="Symbol" panose="05050102010706020507" pitchFamily="18" charset="2"/>
              </a:rPr>
              <a:t></a:t>
            </a:r>
            <a:endParaRPr lang="en-US" altLang="zh-CN" sz="3200" dirty="0">
              <a:solidFill>
                <a:srgbClr val="0000FF"/>
              </a:solidFill>
              <a:sym typeface="Symbol" panose="05050102010706020507" pitchFamily="18" charset="2"/>
            </a:endParaRPr>
          </a:p>
        </p:txBody>
      </p:sp>
      <p:sp>
        <p:nvSpPr>
          <p:cNvPr id="30" name="Arc 19">
            <a:extLst>
              <a:ext uri="{FF2B5EF4-FFF2-40B4-BE49-F238E27FC236}">
                <a16:creationId xmlns:a16="http://schemas.microsoft.com/office/drawing/2014/main" id="{DE5BC084-C239-9DF2-8AB1-18FDC9610D52}"/>
              </a:ext>
            </a:extLst>
          </p:cNvPr>
          <p:cNvSpPr>
            <a:spLocks noChangeAspect="1"/>
          </p:cNvSpPr>
          <p:nvPr/>
        </p:nvSpPr>
        <p:spPr bwMode="auto">
          <a:xfrm flipV="1">
            <a:off x="10308720" y="4188553"/>
            <a:ext cx="328613" cy="225425"/>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19050">
            <a:solidFill>
              <a:srgbClr val="0000FF"/>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1" name="Text Box 12">
            <a:extLst>
              <a:ext uri="{FF2B5EF4-FFF2-40B4-BE49-F238E27FC236}">
                <a16:creationId xmlns:a16="http://schemas.microsoft.com/office/drawing/2014/main" id="{0FABF6F8-675F-B3DC-F537-286B883E98BF}"/>
              </a:ext>
            </a:extLst>
          </p:cNvPr>
          <p:cNvSpPr txBox="1">
            <a:spLocks noChangeAspect="1" noChangeArrowheads="1"/>
          </p:cNvSpPr>
          <p:nvPr/>
        </p:nvSpPr>
        <p:spPr bwMode="auto">
          <a:xfrm>
            <a:off x="8803770" y="736802"/>
            <a:ext cx="781050" cy="793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64592" tIns="82296" rIns="164592" bIns="82296"/>
          <a:lstStyle/>
          <a:p>
            <a:pPr algn="just"/>
            <a:r>
              <a:rPr lang="en-US" altLang="zh-CN" sz="3200" b="1" i="1" dirty="0">
                <a:solidFill>
                  <a:srgbClr val="FFFF00"/>
                </a:solidFill>
                <a:ea typeface="宋体" panose="02010600030101010101" pitchFamily="2" charset="-122"/>
              </a:rPr>
              <a:t>F</a:t>
            </a:r>
            <a:r>
              <a:rPr lang="en-US" altLang="zh-CN" sz="3200" i="0" baseline="-25000" dirty="0">
                <a:solidFill>
                  <a:srgbClr val="FFFF00"/>
                </a:solidFill>
              </a:rPr>
              <a:t>P</a:t>
            </a:r>
            <a:endParaRPr lang="en-US" altLang="zh-CN" sz="3200" i="0" dirty="0">
              <a:solidFill>
                <a:srgbClr val="FFFF00"/>
              </a:solidFill>
            </a:endParaRPr>
          </a:p>
        </p:txBody>
      </p:sp>
      <p:sp>
        <p:nvSpPr>
          <p:cNvPr id="32" name="Text Box 13">
            <a:extLst>
              <a:ext uri="{FF2B5EF4-FFF2-40B4-BE49-F238E27FC236}">
                <a16:creationId xmlns:a16="http://schemas.microsoft.com/office/drawing/2014/main" id="{FD97470C-B06C-6A52-DF29-D3AA7456D850}"/>
              </a:ext>
            </a:extLst>
          </p:cNvPr>
          <p:cNvSpPr txBox="1">
            <a:spLocks noChangeAspect="1" noChangeArrowheads="1"/>
          </p:cNvSpPr>
          <p:nvPr/>
        </p:nvSpPr>
        <p:spPr bwMode="auto">
          <a:xfrm>
            <a:off x="11144908" y="5542073"/>
            <a:ext cx="849313" cy="865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64592" tIns="82296" rIns="164592" bIns="82296"/>
          <a:lstStyle/>
          <a:p>
            <a:pPr algn="just"/>
            <a:r>
              <a:rPr lang="en-US" altLang="zh-CN" sz="3200" b="1" i="1" dirty="0">
                <a:solidFill>
                  <a:srgbClr val="FF00FF"/>
                </a:solidFill>
                <a:ea typeface="宋体" panose="02010600030101010101" pitchFamily="2" charset="-122"/>
              </a:rPr>
              <a:t>F</a:t>
            </a:r>
            <a:r>
              <a:rPr lang="en-US" altLang="zh-CN" sz="3200" i="0" baseline="-25000" dirty="0">
                <a:solidFill>
                  <a:srgbClr val="FF00FF"/>
                </a:solidFill>
              </a:rPr>
              <a:t>R</a:t>
            </a:r>
            <a:endParaRPr lang="en-US" altLang="zh-CN" sz="3200" i="0" dirty="0">
              <a:solidFill>
                <a:srgbClr val="FF00FF"/>
              </a:solidFill>
            </a:endParaRPr>
          </a:p>
        </p:txBody>
      </p:sp>
      <p:sp>
        <p:nvSpPr>
          <p:cNvPr id="33" name="Text Box 14">
            <a:extLst>
              <a:ext uri="{FF2B5EF4-FFF2-40B4-BE49-F238E27FC236}">
                <a16:creationId xmlns:a16="http://schemas.microsoft.com/office/drawing/2014/main" id="{F9B56C44-AA6C-2E08-B1E3-46AD51938BE7}"/>
              </a:ext>
            </a:extLst>
          </p:cNvPr>
          <p:cNvSpPr txBox="1">
            <a:spLocks noChangeAspect="1" noChangeArrowheads="1"/>
          </p:cNvSpPr>
          <p:nvPr/>
        </p:nvSpPr>
        <p:spPr bwMode="auto">
          <a:xfrm>
            <a:off x="10197235" y="4985366"/>
            <a:ext cx="849313"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64592" tIns="82296" rIns="164592" bIns="82296"/>
          <a:lstStyle/>
          <a:p>
            <a:r>
              <a:rPr lang="en-US" altLang="zh-CN" sz="3200" i="1">
                <a:ea typeface="宋体" panose="02010600030101010101" pitchFamily="2" charset="-122"/>
                <a:sym typeface="Symbol" panose="05050102010706020507" pitchFamily="18" charset="2"/>
              </a:rPr>
              <a:t></a:t>
            </a:r>
            <a:endParaRPr lang="en-US" altLang="zh-CN" sz="3200">
              <a:sym typeface="Symbol" panose="05050102010706020507" pitchFamily="18" charset="2"/>
            </a:endParaRPr>
          </a:p>
        </p:txBody>
      </p:sp>
      <p:sp>
        <p:nvSpPr>
          <p:cNvPr id="34" name="Arc 15">
            <a:extLst>
              <a:ext uri="{FF2B5EF4-FFF2-40B4-BE49-F238E27FC236}">
                <a16:creationId xmlns:a16="http://schemas.microsoft.com/office/drawing/2014/main" id="{FA6097E3-B571-3C82-B875-E6AA42D2D1D9}"/>
              </a:ext>
            </a:extLst>
          </p:cNvPr>
          <p:cNvSpPr>
            <a:spLocks noChangeAspect="1"/>
          </p:cNvSpPr>
          <p:nvPr/>
        </p:nvSpPr>
        <p:spPr bwMode="auto">
          <a:xfrm rot="2142918" flipV="1">
            <a:off x="10377580" y="4979690"/>
            <a:ext cx="261937" cy="331787"/>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12700">
            <a:solidFill>
              <a:srgbClr val="FF00FF"/>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5" name="Line 25">
            <a:extLst>
              <a:ext uri="{FF2B5EF4-FFF2-40B4-BE49-F238E27FC236}">
                <a16:creationId xmlns:a16="http://schemas.microsoft.com/office/drawing/2014/main" id="{9BBCA482-B03B-1E26-A625-08BC0F51231D}"/>
              </a:ext>
            </a:extLst>
          </p:cNvPr>
          <p:cNvSpPr>
            <a:spLocks noChangeAspect="1" noChangeShapeType="1"/>
          </p:cNvSpPr>
          <p:nvPr/>
        </p:nvSpPr>
        <p:spPr bwMode="auto">
          <a:xfrm rot="21208139" flipH="1" flipV="1">
            <a:off x="10448991" y="3544302"/>
            <a:ext cx="396252" cy="2514677"/>
          </a:xfrm>
          <a:prstGeom prst="line">
            <a:avLst/>
          </a:prstGeom>
          <a:noFill/>
          <a:ln w="41275">
            <a:solidFill>
              <a:srgbClr val="FF00FF"/>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6" name="Line 26">
            <a:extLst>
              <a:ext uri="{FF2B5EF4-FFF2-40B4-BE49-F238E27FC236}">
                <a16:creationId xmlns:a16="http://schemas.microsoft.com/office/drawing/2014/main" id="{10B3AEDF-8561-5742-8C78-3C25CE177046}"/>
              </a:ext>
            </a:extLst>
          </p:cNvPr>
          <p:cNvSpPr>
            <a:spLocks noChangeAspect="1" noChangeShapeType="1"/>
          </p:cNvSpPr>
          <p:nvPr/>
        </p:nvSpPr>
        <p:spPr bwMode="auto">
          <a:xfrm rot="21208325">
            <a:off x="9683482" y="1118400"/>
            <a:ext cx="495746" cy="2516975"/>
          </a:xfrm>
          <a:prstGeom prst="line">
            <a:avLst/>
          </a:prstGeom>
          <a:noFill/>
          <a:ln w="41275">
            <a:solidFill>
              <a:srgbClr val="FFFF99"/>
            </a:solidFill>
            <a:round/>
            <a:headEnd/>
            <a:tailEnd type="stealth" w="med" len="lg"/>
          </a:ln>
          <a:extLst>
            <a:ext uri="{909E8E84-426E-40DD-AFC4-6F175D3DCCD1}">
              <a14:hiddenFill xmlns:a14="http://schemas.microsoft.com/office/drawing/2010/main">
                <a:noFill/>
              </a14:hiddenFill>
            </a:ext>
          </a:extLst>
        </p:spPr>
        <p:txBody>
          <a:bodyPr/>
          <a:lstStyle/>
          <a:p>
            <a:endParaRPr lang="zh-CN" altLang="en-US"/>
          </a:p>
        </p:txBody>
      </p:sp>
      <p:sp>
        <p:nvSpPr>
          <p:cNvPr id="37" name="矩形 10">
            <a:extLst>
              <a:ext uri="{FF2B5EF4-FFF2-40B4-BE49-F238E27FC236}">
                <a16:creationId xmlns:a16="http://schemas.microsoft.com/office/drawing/2014/main" id="{F3117528-60A4-84B4-ED1D-743E366EEB29}"/>
              </a:ext>
            </a:extLst>
          </p:cNvPr>
          <p:cNvSpPr>
            <a:spLocks noChangeArrowheads="1"/>
          </p:cNvSpPr>
          <p:nvPr/>
        </p:nvSpPr>
        <p:spPr bwMode="auto">
          <a:xfrm>
            <a:off x="1745811" y="5260072"/>
            <a:ext cx="5502318" cy="5640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nSpc>
                <a:spcPct val="120000"/>
              </a:lnSpc>
              <a:spcBef>
                <a:spcPts val="0"/>
              </a:spcBef>
            </a:pPr>
            <a:r>
              <a:rPr kumimoji="1" lang="zh-CN" altLang="en-US" sz="2800" i="0" dirty="0">
                <a:latin typeface="微软雅黑" panose="020B0503020204020204" pitchFamily="34" charset="-122"/>
                <a:ea typeface="微软雅黑" panose="020B0503020204020204" pitchFamily="34" charset="-122"/>
              </a:rPr>
              <a:t>自锁条件为：</a:t>
            </a:r>
            <a:r>
              <a:rPr lang="zh-CN" altLang="en-US" sz="2800" i="1" dirty="0">
                <a:sym typeface="Symbol" panose="05050102010706020507" pitchFamily="18" charset="2"/>
              </a:rPr>
              <a:t> </a:t>
            </a:r>
            <a:r>
              <a:rPr lang="zh-CN" altLang="en-US" sz="2800" dirty="0"/>
              <a:t>≤</a:t>
            </a:r>
            <a:r>
              <a:rPr lang="zh-CN" altLang="en-US" sz="2800" i="1" dirty="0">
                <a:sym typeface="Symbol" panose="05050102010706020507" pitchFamily="18" charset="2"/>
              </a:rPr>
              <a:t> </a:t>
            </a:r>
            <a:r>
              <a:rPr lang="en-US" altLang="zh-CN" sz="2800" dirty="0"/>
              <a:t>= </a:t>
            </a:r>
            <a:r>
              <a:rPr lang="en-US" altLang="zh-CN" sz="2800" b="0" i="0" dirty="0"/>
              <a:t>arctan </a:t>
            </a:r>
            <a:r>
              <a:rPr lang="en-US" altLang="zh-CN" sz="2800" i="1" dirty="0"/>
              <a:t>f</a:t>
            </a:r>
            <a:r>
              <a:rPr lang="en-US" altLang="zh-CN" sz="2800" b="0" i="0" baseline="-25000" dirty="0"/>
              <a:t>s</a:t>
            </a:r>
            <a:r>
              <a:rPr lang="zh-CN" altLang="en-US" sz="2400" dirty="0"/>
              <a:t>　</a:t>
            </a:r>
            <a:endParaRPr kumimoji="1" lang="en-US" altLang="zh-CN" sz="2800" i="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066856605"/>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37"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outVertical)">
                                      <p:cBhvr>
                                        <p:cTn id="7" dur="3000"/>
                                        <p:tgtEl>
                                          <p:spTgt spid="2"/>
                                        </p:tgtEl>
                                      </p:cBhvr>
                                    </p:animEffect>
                                  </p:childTnLst>
                                </p:cTn>
                              </p:par>
                            </p:childTnLst>
                          </p:cTn>
                        </p:par>
                        <p:par>
                          <p:cTn id="8" fill="hold">
                            <p:stCondLst>
                              <p:cond delay="3000"/>
                            </p:stCondLst>
                            <p:childTnLst>
                              <p:par>
                                <p:cTn id="9" presetID="17" presetClass="entr" presetSubtype="10" fill="hold" nodeType="afterEffect">
                                  <p:stCondLst>
                                    <p:cond delay="0"/>
                                  </p:stCondLst>
                                  <p:childTnLst>
                                    <p:set>
                                      <p:cBhvr>
                                        <p:cTn id="10" dur="1" fill="hold">
                                          <p:stCondLst>
                                            <p:cond delay="0"/>
                                          </p:stCondLst>
                                        </p:cTn>
                                        <p:tgtEl>
                                          <p:spTgt spid="10"/>
                                        </p:tgtEl>
                                        <p:attrNameLst>
                                          <p:attrName>style.visibility</p:attrName>
                                        </p:attrNameLst>
                                      </p:cBhvr>
                                      <p:to>
                                        <p:strVal val="visible"/>
                                      </p:to>
                                    </p:set>
                                    <p:anim calcmode="lin" valueType="num">
                                      <p:cBhvr>
                                        <p:cTn id="11" dur="3000" fill="hold"/>
                                        <p:tgtEl>
                                          <p:spTgt spid="10"/>
                                        </p:tgtEl>
                                        <p:attrNameLst>
                                          <p:attrName>ppt_w</p:attrName>
                                        </p:attrNameLst>
                                      </p:cBhvr>
                                      <p:tavLst>
                                        <p:tav tm="0">
                                          <p:val>
                                            <p:fltVal val="0"/>
                                          </p:val>
                                        </p:tav>
                                        <p:tav tm="100000">
                                          <p:val>
                                            <p:strVal val="#ppt_w"/>
                                          </p:val>
                                        </p:tav>
                                      </p:tavLst>
                                    </p:anim>
                                    <p:anim calcmode="lin" valueType="num">
                                      <p:cBhvr>
                                        <p:cTn id="12" dur="3000" fill="hold"/>
                                        <p:tgtEl>
                                          <p:spTgt spid="10"/>
                                        </p:tgtEl>
                                        <p:attrNameLst>
                                          <p:attrName>ppt_h</p:attrName>
                                        </p:attrNameLst>
                                      </p:cBhvr>
                                      <p:tavLst>
                                        <p:tav tm="0">
                                          <p:val>
                                            <p:strVal val="#ppt_h"/>
                                          </p:val>
                                        </p:tav>
                                        <p:tav tm="100000">
                                          <p:val>
                                            <p:strVal val="#ppt_h"/>
                                          </p:val>
                                        </p:tav>
                                      </p:tavLst>
                                    </p:anim>
                                  </p:childTnLst>
                                </p:cTn>
                              </p:par>
                            </p:childTnLst>
                          </p:cTn>
                        </p:par>
                      </p:childTnLst>
                    </p:cTn>
                  </p:par>
                  <p:par>
                    <p:cTn id="13" fill="hold">
                      <p:stCondLst>
                        <p:cond delay="indefinite"/>
                      </p:stCondLst>
                      <p:childTnLst>
                        <p:par>
                          <p:cTn id="14" fill="hold">
                            <p:stCondLst>
                              <p:cond delay="0"/>
                            </p:stCondLst>
                            <p:childTnLst>
                              <p:par>
                                <p:cTn id="15" presetID="16" presetClass="entr" presetSubtype="42" fill="hold" nodeType="click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barn(outHorizontal)">
                                      <p:cBhvr>
                                        <p:cTn id="17" dur="3000"/>
                                        <p:tgtEl>
                                          <p:spTgt spid="16"/>
                                        </p:tgtEl>
                                      </p:cBhvr>
                                    </p:animEffect>
                                  </p:childTnLst>
                                </p:cTn>
                              </p:par>
                            </p:childTnLst>
                          </p:cTn>
                        </p:par>
                        <p:par>
                          <p:cTn id="18" fill="hold">
                            <p:stCondLst>
                              <p:cond delay="3000"/>
                            </p:stCondLst>
                            <p:childTnLst>
                              <p:par>
                                <p:cTn id="19" presetID="9" presetClass="emph" presetSubtype="0" nodeType="afterEffect">
                                  <p:stCondLst>
                                    <p:cond delay="0"/>
                                  </p:stCondLst>
                                  <p:childTnLst>
                                    <p:set>
                                      <p:cBhvr rctx="PPT">
                                        <p:cTn id="20" dur="indefinite"/>
                                        <p:tgtEl>
                                          <p:spTgt spid="2"/>
                                        </p:tgtEl>
                                        <p:attrNameLst>
                                          <p:attrName>style.opacity</p:attrName>
                                        </p:attrNameLst>
                                      </p:cBhvr>
                                      <p:to>
                                        <p:strVal val="0.25"/>
                                      </p:to>
                                    </p:set>
                                    <p:animEffect filter="image" prLst="opacity: 0.25">
                                      <p:cBhvr rctx="IE">
                                        <p:cTn id="21" dur="indefinite"/>
                                        <p:tgtEl>
                                          <p:spTgt spid="2"/>
                                        </p:tgtEl>
                                      </p:cBhvr>
                                    </p:animEffect>
                                  </p:childTnLst>
                                </p:cTn>
                              </p:par>
                            </p:childTnLst>
                          </p:cTn>
                        </p:par>
                        <p:par>
                          <p:cTn id="22" fill="hold">
                            <p:stCondLst>
                              <p:cond delay="3000"/>
                            </p:stCondLst>
                            <p:childTnLst>
                              <p:par>
                                <p:cTn id="23" presetID="18" presetClass="entr" presetSubtype="12" fill="hold" nodeType="afterEffect">
                                  <p:stCondLst>
                                    <p:cond delay="0"/>
                                  </p:stCondLst>
                                  <p:childTnLst>
                                    <p:set>
                                      <p:cBhvr>
                                        <p:cTn id="24" dur="1" fill="hold">
                                          <p:stCondLst>
                                            <p:cond delay="0"/>
                                          </p:stCondLst>
                                        </p:cTn>
                                        <p:tgtEl>
                                          <p:spTgt spid="30"/>
                                        </p:tgtEl>
                                        <p:attrNameLst>
                                          <p:attrName>style.visibility</p:attrName>
                                        </p:attrNameLst>
                                      </p:cBhvr>
                                      <p:to>
                                        <p:strVal val="visible"/>
                                      </p:to>
                                    </p:set>
                                    <p:animEffect transition="in" filter="strips(downLeft)">
                                      <p:cBhvr>
                                        <p:cTn id="25" dur="3000"/>
                                        <p:tgtEl>
                                          <p:spTgt spid="30"/>
                                        </p:tgtEl>
                                      </p:cBhvr>
                                    </p:animEffect>
                                  </p:childTnLst>
                                </p:cTn>
                              </p:par>
                            </p:childTnLst>
                          </p:cTn>
                        </p:par>
                        <p:par>
                          <p:cTn id="26" fill="hold">
                            <p:stCondLst>
                              <p:cond delay="6000"/>
                            </p:stCondLst>
                            <p:childTnLst>
                              <p:par>
                                <p:cTn id="27" presetID="19" presetClass="entr" presetSubtype="10" fill="hold" grpId="0" nodeType="afterEffect">
                                  <p:stCondLst>
                                    <p:cond delay="0"/>
                                  </p:stCondLst>
                                  <p:childTnLst>
                                    <p:set>
                                      <p:cBhvr>
                                        <p:cTn id="28" dur="1" fill="hold">
                                          <p:stCondLst>
                                            <p:cond delay="0"/>
                                          </p:stCondLst>
                                        </p:cTn>
                                        <p:tgtEl>
                                          <p:spTgt spid="29"/>
                                        </p:tgtEl>
                                        <p:attrNameLst>
                                          <p:attrName>style.visibility</p:attrName>
                                        </p:attrNameLst>
                                      </p:cBhvr>
                                      <p:to>
                                        <p:strVal val="visible"/>
                                      </p:to>
                                    </p:set>
                                    <p:anim calcmode="lin" valueType="num">
                                      <p:cBhvr>
                                        <p:cTn id="29" dur="5000" fill="hold"/>
                                        <p:tgtEl>
                                          <p:spTgt spid="29"/>
                                        </p:tgtEl>
                                        <p:attrNameLst>
                                          <p:attrName>ppt_w</p:attrName>
                                        </p:attrNameLst>
                                      </p:cBhvr>
                                      <p:tavLst>
                                        <p:tav tm="0" fmla="#ppt_w*sin(2.5*pi*$)">
                                          <p:val>
                                            <p:fltVal val="0"/>
                                          </p:val>
                                        </p:tav>
                                        <p:tav tm="100000">
                                          <p:val>
                                            <p:fltVal val="1"/>
                                          </p:val>
                                        </p:tav>
                                      </p:tavLst>
                                    </p:anim>
                                    <p:anim calcmode="lin" valueType="num">
                                      <p:cBhvr>
                                        <p:cTn id="30" dur="5000" fill="hold"/>
                                        <p:tgtEl>
                                          <p:spTgt spid="29"/>
                                        </p:tgtEl>
                                        <p:attrNameLst>
                                          <p:attrName>ppt_h</p:attrName>
                                        </p:attrNameLst>
                                      </p:cBhvr>
                                      <p:tavLst>
                                        <p:tav tm="0">
                                          <p:val>
                                            <p:strVal val="#ppt_h"/>
                                          </p:val>
                                        </p:tav>
                                        <p:tav tm="100000">
                                          <p:val>
                                            <p:strVal val="#ppt_h"/>
                                          </p:val>
                                        </p:tav>
                                      </p:tavLst>
                                    </p:anim>
                                  </p:childTnLst>
                                </p:cTn>
                              </p:par>
                            </p:childTnLst>
                          </p:cTn>
                        </p:par>
                        <p:par>
                          <p:cTn id="31" fill="hold">
                            <p:stCondLst>
                              <p:cond delay="11000"/>
                            </p:stCondLst>
                            <p:childTnLst>
                              <p:par>
                                <p:cTn id="32" presetID="19" presetClass="entr" presetSubtype="10" fill="hold" nodeType="afterEffect">
                                  <p:stCondLst>
                                    <p:cond delay="0"/>
                                  </p:stCondLst>
                                  <p:childTnLst>
                                    <p:set>
                                      <p:cBhvr>
                                        <p:cTn id="33" dur="1" fill="hold">
                                          <p:stCondLst>
                                            <p:cond delay="0"/>
                                          </p:stCondLst>
                                        </p:cTn>
                                        <p:tgtEl>
                                          <p:spTgt spid="16"/>
                                        </p:tgtEl>
                                        <p:attrNameLst>
                                          <p:attrName>style.visibility</p:attrName>
                                        </p:attrNameLst>
                                      </p:cBhvr>
                                      <p:to>
                                        <p:strVal val="visible"/>
                                      </p:to>
                                    </p:set>
                                    <p:anim calcmode="lin" valueType="num">
                                      <p:cBhvr>
                                        <p:cTn id="34" dur="5000" fill="hold"/>
                                        <p:tgtEl>
                                          <p:spTgt spid="16"/>
                                        </p:tgtEl>
                                        <p:attrNameLst>
                                          <p:attrName>ppt_w</p:attrName>
                                        </p:attrNameLst>
                                      </p:cBhvr>
                                      <p:tavLst>
                                        <p:tav tm="0" fmla="#ppt_w*sin(2.5*pi*$)">
                                          <p:val>
                                            <p:fltVal val="0"/>
                                          </p:val>
                                        </p:tav>
                                        <p:tav tm="100000">
                                          <p:val>
                                            <p:fltVal val="1"/>
                                          </p:val>
                                        </p:tav>
                                      </p:tavLst>
                                    </p:anim>
                                    <p:anim calcmode="lin" valueType="num">
                                      <p:cBhvr>
                                        <p:cTn id="35" dur="5000" fill="hold"/>
                                        <p:tgtEl>
                                          <p:spTgt spid="16"/>
                                        </p:tgtEl>
                                        <p:attrNameLst>
                                          <p:attrName>ppt_h</p:attrName>
                                        </p:attrNameLst>
                                      </p:cBhvr>
                                      <p:tavLst>
                                        <p:tav tm="0">
                                          <p:val>
                                            <p:strVal val="#ppt_h"/>
                                          </p:val>
                                        </p:tav>
                                        <p:tav tm="100000">
                                          <p:val>
                                            <p:strVal val="#ppt_h"/>
                                          </p:val>
                                        </p:tav>
                                      </p:tavLst>
                                    </p:anim>
                                  </p:childTnLst>
                                </p:cTn>
                              </p:par>
                            </p:childTnLst>
                          </p:cTn>
                        </p:par>
                      </p:childTnLst>
                    </p:cTn>
                  </p:par>
                  <p:par>
                    <p:cTn id="36" fill="hold">
                      <p:stCondLst>
                        <p:cond delay="indefinite"/>
                      </p:stCondLst>
                      <p:childTnLst>
                        <p:par>
                          <p:cTn id="37" fill="hold">
                            <p:stCondLst>
                              <p:cond delay="0"/>
                            </p:stCondLst>
                            <p:childTnLst>
                              <p:par>
                                <p:cTn id="38" presetID="18" presetClass="entr" presetSubtype="6" fill="hold" nodeType="clickEffect">
                                  <p:stCondLst>
                                    <p:cond delay="0"/>
                                  </p:stCondLst>
                                  <p:childTnLst>
                                    <p:set>
                                      <p:cBhvr>
                                        <p:cTn id="39" dur="1" fill="hold">
                                          <p:stCondLst>
                                            <p:cond delay="0"/>
                                          </p:stCondLst>
                                        </p:cTn>
                                        <p:tgtEl>
                                          <p:spTgt spid="35"/>
                                        </p:tgtEl>
                                        <p:attrNameLst>
                                          <p:attrName>style.visibility</p:attrName>
                                        </p:attrNameLst>
                                      </p:cBhvr>
                                      <p:to>
                                        <p:strVal val="visible"/>
                                      </p:to>
                                    </p:set>
                                    <p:animEffect transition="in" filter="strips(downRight)">
                                      <p:cBhvr>
                                        <p:cTn id="40" dur="5000"/>
                                        <p:tgtEl>
                                          <p:spTgt spid="35"/>
                                        </p:tgtEl>
                                      </p:cBhvr>
                                    </p:animEffect>
                                  </p:childTnLst>
                                </p:cTn>
                              </p:par>
                              <p:par>
                                <p:cTn id="41" presetID="18" presetClass="entr" presetSubtype="9" fill="hold" nodeType="withEffect">
                                  <p:stCondLst>
                                    <p:cond delay="0"/>
                                  </p:stCondLst>
                                  <p:childTnLst>
                                    <p:set>
                                      <p:cBhvr>
                                        <p:cTn id="42" dur="1" fill="hold">
                                          <p:stCondLst>
                                            <p:cond delay="0"/>
                                          </p:stCondLst>
                                        </p:cTn>
                                        <p:tgtEl>
                                          <p:spTgt spid="36"/>
                                        </p:tgtEl>
                                        <p:attrNameLst>
                                          <p:attrName>style.visibility</p:attrName>
                                        </p:attrNameLst>
                                      </p:cBhvr>
                                      <p:to>
                                        <p:strVal val="visible"/>
                                      </p:to>
                                    </p:set>
                                    <p:animEffect transition="in" filter="strips(upLeft)">
                                      <p:cBhvr>
                                        <p:cTn id="43" dur="5000"/>
                                        <p:tgtEl>
                                          <p:spTgt spid="36"/>
                                        </p:tgtEl>
                                      </p:cBhvr>
                                    </p:animEffect>
                                  </p:childTnLst>
                                </p:cTn>
                              </p:par>
                              <p:par>
                                <p:cTn id="44" presetID="19" presetClass="entr" presetSubtype="10" fill="hold" grpId="0" nodeType="withEffect">
                                  <p:stCondLst>
                                    <p:cond delay="0"/>
                                  </p:stCondLst>
                                  <p:childTnLst>
                                    <p:set>
                                      <p:cBhvr>
                                        <p:cTn id="45" dur="1" fill="hold">
                                          <p:stCondLst>
                                            <p:cond delay="0"/>
                                          </p:stCondLst>
                                        </p:cTn>
                                        <p:tgtEl>
                                          <p:spTgt spid="31"/>
                                        </p:tgtEl>
                                        <p:attrNameLst>
                                          <p:attrName>style.visibility</p:attrName>
                                        </p:attrNameLst>
                                      </p:cBhvr>
                                      <p:to>
                                        <p:strVal val="visible"/>
                                      </p:to>
                                    </p:set>
                                    <p:anim calcmode="lin" valueType="num">
                                      <p:cBhvr>
                                        <p:cTn id="46" dur="5000" fill="hold"/>
                                        <p:tgtEl>
                                          <p:spTgt spid="31"/>
                                        </p:tgtEl>
                                        <p:attrNameLst>
                                          <p:attrName>ppt_w</p:attrName>
                                        </p:attrNameLst>
                                      </p:cBhvr>
                                      <p:tavLst>
                                        <p:tav tm="0" fmla="#ppt_w*sin(2.5*pi*$)">
                                          <p:val>
                                            <p:fltVal val="0"/>
                                          </p:val>
                                        </p:tav>
                                        <p:tav tm="100000">
                                          <p:val>
                                            <p:fltVal val="1"/>
                                          </p:val>
                                        </p:tav>
                                      </p:tavLst>
                                    </p:anim>
                                    <p:anim calcmode="lin" valueType="num">
                                      <p:cBhvr>
                                        <p:cTn id="47" dur="5000" fill="hold"/>
                                        <p:tgtEl>
                                          <p:spTgt spid="31"/>
                                        </p:tgtEl>
                                        <p:attrNameLst>
                                          <p:attrName>ppt_h</p:attrName>
                                        </p:attrNameLst>
                                      </p:cBhvr>
                                      <p:tavLst>
                                        <p:tav tm="0">
                                          <p:val>
                                            <p:strVal val="#ppt_h"/>
                                          </p:val>
                                        </p:tav>
                                        <p:tav tm="100000">
                                          <p:val>
                                            <p:strVal val="#ppt_h"/>
                                          </p:val>
                                        </p:tav>
                                      </p:tavLst>
                                    </p:anim>
                                  </p:childTnLst>
                                </p:cTn>
                              </p:par>
                              <p:par>
                                <p:cTn id="48" presetID="19" presetClass="entr" presetSubtype="10" fill="hold" grpId="0" nodeType="withEffect">
                                  <p:stCondLst>
                                    <p:cond delay="0"/>
                                  </p:stCondLst>
                                  <p:childTnLst>
                                    <p:set>
                                      <p:cBhvr>
                                        <p:cTn id="49" dur="1" fill="hold">
                                          <p:stCondLst>
                                            <p:cond delay="0"/>
                                          </p:stCondLst>
                                        </p:cTn>
                                        <p:tgtEl>
                                          <p:spTgt spid="32"/>
                                        </p:tgtEl>
                                        <p:attrNameLst>
                                          <p:attrName>style.visibility</p:attrName>
                                        </p:attrNameLst>
                                      </p:cBhvr>
                                      <p:to>
                                        <p:strVal val="visible"/>
                                      </p:to>
                                    </p:set>
                                    <p:anim calcmode="lin" valueType="num">
                                      <p:cBhvr>
                                        <p:cTn id="50" dur="5000" fill="hold"/>
                                        <p:tgtEl>
                                          <p:spTgt spid="32"/>
                                        </p:tgtEl>
                                        <p:attrNameLst>
                                          <p:attrName>ppt_w</p:attrName>
                                        </p:attrNameLst>
                                      </p:cBhvr>
                                      <p:tavLst>
                                        <p:tav tm="0" fmla="#ppt_w*sin(2.5*pi*$)">
                                          <p:val>
                                            <p:fltVal val="0"/>
                                          </p:val>
                                        </p:tav>
                                        <p:tav tm="100000">
                                          <p:val>
                                            <p:fltVal val="1"/>
                                          </p:val>
                                        </p:tav>
                                      </p:tavLst>
                                    </p:anim>
                                    <p:anim calcmode="lin" valueType="num">
                                      <p:cBhvr>
                                        <p:cTn id="51" dur="5000" fill="hold"/>
                                        <p:tgtEl>
                                          <p:spTgt spid="32"/>
                                        </p:tgtEl>
                                        <p:attrNameLst>
                                          <p:attrName>ppt_h</p:attrName>
                                        </p:attrNameLst>
                                      </p:cBhvr>
                                      <p:tavLst>
                                        <p:tav tm="0">
                                          <p:val>
                                            <p:strVal val="#ppt_h"/>
                                          </p:val>
                                        </p:tav>
                                        <p:tav tm="100000">
                                          <p:val>
                                            <p:strVal val="#ppt_h"/>
                                          </p:val>
                                        </p:tav>
                                      </p:tavLst>
                                    </p:anim>
                                  </p:childTnLst>
                                </p:cTn>
                              </p:par>
                            </p:childTnLst>
                          </p:cTn>
                        </p:par>
                        <p:par>
                          <p:cTn id="52" fill="hold">
                            <p:stCondLst>
                              <p:cond delay="5000"/>
                            </p:stCondLst>
                            <p:childTnLst>
                              <p:par>
                                <p:cTn id="53" presetID="18" presetClass="entr" presetSubtype="3" fill="hold" nodeType="afterEffect">
                                  <p:stCondLst>
                                    <p:cond delay="0"/>
                                  </p:stCondLst>
                                  <p:childTnLst>
                                    <p:set>
                                      <p:cBhvr>
                                        <p:cTn id="54" dur="1" fill="hold">
                                          <p:stCondLst>
                                            <p:cond delay="0"/>
                                          </p:stCondLst>
                                        </p:cTn>
                                        <p:tgtEl>
                                          <p:spTgt spid="34"/>
                                        </p:tgtEl>
                                        <p:attrNameLst>
                                          <p:attrName>style.visibility</p:attrName>
                                        </p:attrNameLst>
                                      </p:cBhvr>
                                      <p:to>
                                        <p:strVal val="visible"/>
                                      </p:to>
                                    </p:set>
                                    <p:animEffect transition="in" filter="strips(upRight)">
                                      <p:cBhvr>
                                        <p:cTn id="55" dur="3000"/>
                                        <p:tgtEl>
                                          <p:spTgt spid="34"/>
                                        </p:tgtEl>
                                      </p:cBhvr>
                                    </p:animEffect>
                                  </p:childTnLst>
                                </p:cTn>
                              </p:par>
                            </p:childTnLst>
                          </p:cTn>
                        </p:par>
                      </p:childTnLst>
                    </p:cTn>
                  </p:par>
                  <p:par>
                    <p:cTn id="56" fill="hold">
                      <p:stCondLst>
                        <p:cond delay="indefinite"/>
                      </p:stCondLst>
                      <p:childTnLst>
                        <p:par>
                          <p:cTn id="57" fill="hold">
                            <p:stCondLst>
                              <p:cond delay="0"/>
                            </p:stCondLst>
                            <p:childTnLst>
                              <p:par>
                                <p:cTn id="58" presetID="19" presetClass="entr" presetSubtype="10" fill="hold" grpId="0" nodeType="clickEffect">
                                  <p:stCondLst>
                                    <p:cond delay="0"/>
                                  </p:stCondLst>
                                  <p:childTnLst>
                                    <p:set>
                                      <p:cBhvr>
                                        <p:cTn id="59" dur="1" fill="hold">
                                          <p:stCondLst>
                                            <p:cond delay="0"/>
                                          </p:stCondLst>
                                        </p:cTn>
                                        <p:tgtEl>
                                          <p:spTgt spid="33"/>
                                        </p:tgtEl>
                                        <p:attrNameLst>
                                          <p:attrName>style.visibility</p:attrName>
                                        </p:attrNameLst>
                                      </p:cBhvr>
                                      <p:to>
                                        <p:strVal val="visible"/>
                                      </p:to>
                                    </p:set>
                                    <p:anim calcmode="lin" valueType="num">
                                      <p:cBhvr>
                                        <p:cTn id="60" dur="5000" fill="hold"/>
                                        <p:tgtEl>
                                          <p:spTgt spid="33"/>
                                        </p:tgtEl>
                                        <p:attrNameLst>
                                          <p:attrName>ppt_w</p:attrName>
                                        </p:attrNameLst>
                                      </p:cBhvr>
                                      <p:tavLst>
                                        <p:tav tm="0" fmla="#ppt_w*sin(2.5*pi*$)">
                                          <p:val>
                                            <p:fltVal val="0"/>
                                          </p:val>
                                        </p:tav>
                                        <p:tav tm="100000">
                                          <p:val>
                                            <p:fltVal val="1"/>
                                          </p:val>
                                        </p:tav>
                                      </p:tavLst>
                                    </p:anim>
                                    <p:anim calcmode="lin" valueType="num">
                                      <p:cBhvr>
                                        <p:cTn id="61" dur="5000" fill="hold"/>
                                        <p:tgtEl>
                                          <p:spTgt spid="33"/>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p:bldP spid="31" grpId="0"/>
      <p:bldP spid="32" grpId="0"/>
      <p:bldP spid="33"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164442" y="91693"/>
            <a:ext cx="5546711" cy="615553"/>
          </a:xfrm>
          <a:prstGeom prst="rect">
            <a:avLst/>
          </a:prstGeom>
        </p:spPr>
        <p:txBody>
          <a:bodyPr wrap="none">
            <a:spAutoFit/>
          </a:bodyPr>
          <a:lstStyle/>
          <a:p>
            <a:pPr>
              <a:defRPr/>
            </a:pPr>
            <a:r>
              <a:rPr kumimoji="1" lang="zh-CN" altLang="en-US" sz="3400" i="0" dirty="0">
                <a:solidFill>
                  <a:srgbClr val="FFFFFF"/>
                </a:solidFill>
                <a:latin typeface="微软雅黑" panose="020B0503020204020204" pitchFamily="34" charset="-122"/>
                <a:ea typeface="微软雅黑" panose="020B0503020204020204" pitchFamily="34" charset="-122"/>
              </a:rPr>
              <a:t>第二章</a:t>
            </a:r>
            <a:r>
              <a:rPr kumimoji="1" lang="en-US" altLang="zh-CN" sz="3400" i="0" dirty="0">
                <a:solidFill>
                  <a:srgbClr val="FFFFFF"/>
                </a:solidFill>
                <a:latin typeface="微软雅黑" panose="020B0503020204020204" pitchFamily="34" charset="-122"/>
                <a:ea typeface="微软雅黑" panose="020B0503020204020204" pitchFamily="34" charset="-122"/>
              </a:rPr>
              <a:t> </a:t>
            </a:r>
            <a:r>
              <a:rPr kumimoji="1" lang="zh-CN" altLang="en-US" sz="3400" i="0" dirty="0">
                <a:solidFill>
                  <a:srgbClr val="FFFFFF"/>
                </a:solidFill>
                <a:latin typeface="微软雅黑" panose="020B0503020204020204" pitchFamily="34" charset="-122"/>
                <a:ea typeface="微软雅黑" panose="020B0503020204020204" pitchFamily="34" charset="-122"/>
              </a:rPr>
              <a:t>平面问题的受力分析</a:t>
            </a:r>
          </a:p>
        </p:txBody>
      </p:sp>
      <p:sp>
        <p:nvSpPr>
          <p:cNvPr id="9" name="Rectangle 61">
            <a:extLst>
              <a:ext uri="{FF2B5EF4-FFF2-40B4-BE49-F238E27FC236}">
                <a16:creationId xmlns:a16="http://schemas.microsoft.com/office/drawing/2014/main" id="{73C9FF17-C75A-8DBC-5351-D7589ADCC51D}"/>
              </a:ext>
            </a:extLst>
          </p:cNvPr>
          <p:cNvSpPr>
            <a:spLocks noChangeArrowheads="1"/>
          </p:cNvSpPr>
          <p:nvPr/>
        </p:nvSpPr>
        <p:spPr bwMode="auto">
          <a:xfrm>
            <a:off x="2614809" y="2589545"/>
            <a:ext cx="6192688" cy="3609814"/>
          </a:xfrm>
          <a:prstGeom prst="rect">
            <a:avLst/>
          </a:prstGeom>
          <a:solidFill>
            <a:srgbClr val="B9CDE5"/>
          </a:solidFill>
          <a:ln>
            <a:noFill/>
          </a:ln>
          <a:effectLst/>
        </p:spPr>
        <p:txBody>
          <a:bodyPr wrap="none" anchor="ctr"/>
          <a:lstStyle/>
          <a:p>
            <a:endParaRPr lang="zh-CN" altLang="en-US"/>
          </a:p>
        </p:txBody>
      </p:sp>
      <p:sp>
        <p:nvSpPr>
          <p:cNvPr id="43" name="矩形 10">
            <a:extLst>
              <a:ext uri="{FF2B5EF4-FFF2-40B4-BE49-F238E27FC236}">
                <a16:creationId xmlns:a16="http://schemas.microsoft.com/office/drawing/2014/main" id="{D2E1ADC9-5245-EB4E-4566-02209EA73140}"/>
              </a:ext>
            </a:extLst>
          </p:cNvPr>
          <p:cNvSpPr>
            <a:spLocks noChangeArrowheads="1"/>
          </p:cNvSpPr>
          <p:nvPr/>
        </p:nvSpPr>
        <p:spPr bwMode="auto">
          <a:xfrm>
            <a:off x="911424" y="948466"/>
            <a:ext cx="10369152" cy="5656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nSpc>
                <a:spcPct val="120000"/>
              </a:lnSpc>
              <a:spcBef>
                <a:spcPct val="50000"/>
              </a:spcBef>
            </a:pPr>
            <a:r>
              <a:rPr kumimoji="1" lang="zh-CN" altLang="en-US" sz="2800" i="0" dirty="0">
                <a:solidFill>
                  <a:srgbClr val="FF0000"/>
                </a:solidFill>
                <a:latin typeface="微软雅黑" panose="020B0503020204020204" pitchFamily="34" charset="-122"/>
                <a:ea typeface="微软雅黑" panose="020B0503020204020204" pitchFamily="34" charset="-122"/>
              </a:rPr>
              <a:t>摩擦系数的测定</a:t>
            </a:r>
            <a:endParaRPr kumimoji="1" lang="en-US" altLang="zh-CN" sz="2800" i="0" dirty="0">
              <a:latin typeface="微软雅黑" panose="020B0503020204020204" pitchFamily="34" charset="-122"/>
              <a:ea typeface="微软雅黑" panose="020B0503020204020204" pitchFamily="34" charset="-122"/>
            </a:endParaRPr>
          </a:p>
        </p:txBody>
      </p:sp>
      <p:sp>
        <p:nvSpPr>
          <p:cNvPr id="6" name="矩形 10">
            <a:extLst>
              <a:ext uri="{FF2B5EF4-FFF2-40B4-BE49-F238E27FC236}">
                <a16:creationId xmlns:a16="http://schemas.microsoft.com/office/drawing/2014/main" id="{7EF7FD2F-15B6-A5A3-4219-B2BEC8357E24}"/>
              </a:ext>
            </a:extLst>
          </p:cNvPr>
          <p:cNvSpPr>
            <a:spLocks noChangeArrowheads="1"/>
          </p:cNvSpPr>
          <p:nvPr/>
        </p:nvSpPr>
        <p:spPr bwMode="auto">
          <a:xfrm>
            <a:off x="911424" y="1458869"/>
            <a:ext cx="9793088" cy="10826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nSpc>
                <a:spcPct val="120000"/>
              </a:lnSpc>
              <a:spcBef>
                <a:spcPts val="0"/>
              </a:spcBef>
            </a:pPr>
            <a:r>
              <a:rPr kumimoji="1" lang="en-US" altLang="zh-CN" sz="2800" b="1" i="1" dirty="0">
                <a:solidFill>
                  <a:srgbClr val="000000"/>
                </a:solidFill>
                <a:ea typeface="黑体" panose="02010609060101010101" pitchFamily="49" charset="-122"/>
              </a:rPr>
              <a:t>OA</a:t>
            </a:r>
            <a:r>
              <a:rPr kumimoji="1" lang="zh-CN" altLang="zh-CN" sz="2800" i="0" dirty="0">
                <a:latin typeface="微软雅黑" panose="020B0503020204020204" pitchFamily="34" charset="-122"/>
                <a:ea typeface="微软雅黑" panose="020B0503020204020204" pitchFamily="34" charset="-122"/>
              </a:rPr>
              <a:t>绕</a:t>
            </a:r>
            <a:r>
              <a:rPr kumimoji="1" lang="en-US" altLang="zh-CN" sz="2800" b="1" i="1" dirty="0">
                <a:solidFill>
                  <a:srgbClr val="000000"/>
                </a:solidFill>
                <a:ea typeface="黑体" panose="02010609060101010101" pitchFamily="49" charset="-122"/>
              </a:rPr>
              <a:t>O </a:t>
            </a:r>
            <a:r>
              <a:rPr kumimoji="1" lang="zh-CN" altLang="zh-CN" sz="2800" i="0" dirty="0">
                <a:latin typeface="微软雅黑" panose="020B0503020204020204" pitchFamily="34" charset="-122"/>
                <a:ea typeface="微软雅黑" panose="020B0503020204020204" pitchFamily="34" charset="-122"/>
              </a:rPr>
              <a:t>轴转动使物块刚开始下滑时测出</a:t>
            </a:r>
            <a:r>
              <a:rPr kumimoji="1" lang="en-US" altLang="zh-CN" sz="2800" b="1" i="1" dirty="0">
                <a:solidFill>
                  <a:srgbClr val="000000"/>
                </a:solidFill>
                <a:latin typeface="Symbol" panose="05050102010706020507" pitchFamily="18" charset="2"/>
                <a:ea typeface="黑体" panose="02010609060101010101" pitchFamily="49" charset="-122"/>
                <a:sym typeface="创艺繁琥珀" pitchFamily="2" charset="-122"/>
              </a:rPr>
              <a:t>a </a:t>
            </a:r>
            <a:r>
              <a:rPr kumimoji="1" lang="zh-CN" altLang="zh-CN" sz="2800" i="0" dirty="0">
                <a:latin typeface="微软雅黑" panose="020B0503020204020204" pitchFamily="34" charset="-122"/>
                <a:ea typeface="微软雅黑" panose="020B0503020204020204" pitchFamily="34" charset="-122"/>
                <a:sym typeface="创艺繁琥珀" pitchFamily="2" charset="-122"/>
              </a:rPr>
              <a:t>角，</a:t>
            </a:r>
            <a:r>
              <a:rPr lang="en-US" altLang="zh-CN" sz="2800" b="0" i="0" dirty="0"/>
              <a:t>tan</a:t>
            </a:r>
            <a:r>
              <a:rPr lang="zh-CN" altLang="en-US" sz="2800" i="1" dirty="0">
                <a:sym typeface="Symbol" panose="05050102010706020507" pitchFamily="18" charset="2"/>
              </a:rPr>
              <a:t> </a:t>
            </a:r>
            <a:r>
              <a:rPr lang="en-US" altLang="zh-CN" sz="2800" i="1" dirty="0">
                <a:sym typeface="Symbol" panose="05050102010706020507" pitchFamily="18" charset="2"/>
              </a:rPr>
              <a:t>=</a:t>
            </a:r>
            <a:r>
              <a:rPr lang="en-US" altLang="zh-CN" sz="2800" b="0" i="0" dirty="0"/>
              <a:t>tan</a:t>
            </a:r>
            <a:r>
              <a:rPr lang="zh-CN" altLang="en-US" sz="2800" i="1" dirty="0">
                <a:sym typeface="Symbol" panose="05050102010706020507" pitchFamily="18" charset="2"/>
              </a:rPr>
              <a:t> </a:t>
            </a:r>
            <a:r>
              <a:rPr lang="en-US" altLang="zh-CN" sz="2800" dirty="0"/>
              <a:t>= </a:t>
            </a:r>
            <a:r>
              <a:rPr lang="en-US" altLang="zh-CN" sz="2800" i="1" dirty="0"/>
              <a:t>f</a:t>
            </a:r>
            <a:r>
              <a:rPr lang="en-US" altLang="zh-CN" sz="2800" b="0" i="0" baseline="-25000" dirty="0"/>
              <a:t>s</a:t>
            </a:r>
            <a:r>
              <a:rPr kumimoji="1" lang="en-US" altLang="zh-CN" sz="2800" i="0" dirty="0">
                <a:latin typeface="微软雅黑" panose="020B0503020204020204" pitchFamily="34" charset="-122"/>
                <a:ea typeface="微软雅黑" panose="020B0503020204020204" pitchFamily="34" charset="-122"/>
                <a:sym typeface="创艺繁琥珀" pitchFamily="2" charset="-122"/>
              </a:rPr>
              <a:t>, (</a:t>
            </a:r>
            <a:r>
              <a:rPr kumimoji="1" lang="zh-CN" altLang="zh-CN" sz="2800" i="0" dirty="0">
                <a:latin typeface="微软雅黑" panose="020B0503020204020204" pitchFamily="34" charset="-122"/>
                <a:ea typeface="微软雅黑" panose="020B0503020204020204" pitchFamily="34" charset="-122"/>
                <a:sym typeface="创艺繁琥珀" pitchFamily="2" charset="-122"/>
              </a:rPr>
              <a:t>该两种材料间静</a:t>
            </a:r>
            <a:r>
              <a:rPr kumimoji="1" lang="zh-CN" altLang="en-US" sz="2800" i="0" dirty="0">
                <a:latin typeface="微软雅黑" panose="020B0503020204020204" pitchFamily="34" charset="-122"/>
                <a:ea typeface="微软雅黑" panose="020B0503020204020204" pitchFamily="34" charset="-122"/>
              </a:rPr>
              <a:t>摩</a:t>
            </a:r>
            <a:r>
              <a:rPr kumimoji="1" lang="zh-CN" altLang="zh-CN" sz="2800" i="0" dirty="0">
                <a:latin typeface="微软雅黑" panose="020B0503020204020204" pitchFamily="34" charset="-122"/>
                <a:ea typeface="微软雅黑" panose="020B0503020204020204" pitchFamily="34" charset="-122"/>
                <a:sym typeface="创艺繁琥珀" pitchFamily="2" charset="-122"/>
              </a:rPr>
              <a:t>擦</a:t>
            </a:r>
            <a:r>
              <a:rPr kumimoji="1" lang="zh-CN" altLang="en-US" sz="2800" i="0" dirty="0">
                <a:latin typeface="微软雅黑" panose="020B0503020204020204" pitchFamily="34" charset="-122"/>
                <a:ea typeface="微软雅黑" panose="020B0503020204020204" pitchFamily="34" charset="-122"/>
                <a:sym typeface="创艺繁琥珀" pitchFamily="2" charset="-122"/>
              </a:rPr>
              <a:t>因</a:t>
            </a:r>
            <a:r>
              <a:rPr kumimoji="1" lang="zh-CN" altLang="zh-CN" sz="2800" i="0" dirty="0">
                <a:latin typeface="微软雅黑" panose="020B0503020204020204" pitchFamily="34" charset="-122"/>
                <a:ea typeface="微软雅黑" panose="020B0503020204020204" pitchFamily="34" charset="-122"/>
                <a:sym typeface="创艺繁琥珀" pitchFamily="2" charset="-122"/>
              </a:rPr>
              <a:t>数</a:t>
            </a:r>
            <a:r>
              <a:rPr kumimoji="1" lang="en-US" altLang="zh-CN" sz="2800" i="0" dirty="0">
                <a:latin typeface="微软雅黑" panose="020B0503020204020204" pitchFamily="34" charset="-122"/>
                <a:ea typeface="微软雅黑" panose="020B0503020204020204" pitchFamily="34" charset="-122"/>
                <a:sym typeface="创艺繁琥珀" pitchFamily="2" charset="-122"/>
              </a:rPr>
              <a:t>)</a:t>
            </a:r>
            <a:endParaRPr kumimoji="1" lang="en-US" altLang="zh-CN" sz="2800" i="0" dirty="0">
              <a:latin typeface="微软雅黑" panose="020B0503020204020204" pitchFamily="34" charset="-122"/>
              <a:ea typeface="微软雅黑" panose="020B0503020204020204" pitchFamily="34" charset="-122"/>
            </a:endParaRPr>
          </a:p>
        </p:txBody>
      </p:sp>
      <p:pic>
        <p:nvPicPr>
          <p:cNvPr id="3" name="J6测摩擦系数.avi">
            <a:hlinkClick r:id="" action="ppaction://media"/>
            <a:extLst>
              <a:ext uri="{FF2B5EF4-FFF2-40B4-BE49-F238E27FC236}">
                <a16:creationId xmlns:a16="http://schemas.microsoft.com/office/drawing/2014/main" id="{3CE7895E-A31F-EEF8-7C8A-DA938A97A6CB}"/>
              </a:ext>
            </a:extLst>
          </p:cNvPr>
          <p:cNvPicPr>
            <a:picLocks noChangeAspect="1" noChangeArrowheads="1"/>
          </p:cNvPicPr>
          <p:nvPr>
            <a:videoFile r:link="rId2"/>
            <p:extLst>
              <p:ext uri="{DAA4B4D4-6D71-4841-9C94-3DE7FCFB9230}">
                <p14:media xmlns:p14="http://schemas.microsoft.com/office/powerpoint/2010/main" r:link="rId1"/>
              </p:ext>
            </p:extLst>
          </p:nvPr>
        </p:nvPicPr>
        <p:blipFill>
          <a:blip r:embed="rId5">
            <a:extLst>
              <a:ext uri="{28A0092B-C50C-407E-A947-70E740481C1C}">
                <a14:useLocalDpi xmlns:a14="http://schemas.microsoft.com/office/drawing/2010/main" val="0"/>
              </a:ext>
            </a:extLst>
          </a:blip>
          <a:srcRect/>
          <a:stretch>
            <a:fillRect/>
          </a:stretch>
        </p:blipFill>
        <p:spPr bwMode="auto">
          <a:xfrm>
            <a:off x="3542038" y="2767616"/>
            <a:ext cx="4338229" cy="32536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477553898"/>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3"/>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3"/>
                                        </p:tgtEl>
                                      </p:cBhvr>
                                    </p:cmd>
                                  </p:childTnLst>
                                </p:cTn>
                              </p:par>
                            </p:childTnLst>
                          </p:cTn>
                        </p:par>
                      </p:childTnLst>
                    </p:cTn>
                  </p:par>
                </p:childTnLst>
              </p:cTn>
              <p:nextCondLst>
                <p:cond evt="onClick" delay="0">
                  <p:tgtEl>
                    <p:spTgt spid="3"/>
                  </p:tgtEl>
                </p:cond>
              </p:nextCondLst>
            </p:seq>
            <p:video>
              <p:cMediaNode>
                <p:cTn id="12" fill="hold" display="0">
                  <p:stCondLst>
                    <p:cond delay="indefinite"/>
                  </p:stCondLst>
                  <p:endCondLst>
                    <p:cond evt="onNext" delay="0">
                      <p:tgtEl>
                        <p:sldTgt/>
                      </p:tgtEl>
                    </p:cond>
                    <p:cond evt="onPrev" delay="0">
                      <p:tgtEl>
                        <p:sldTgt/>
                      </p:tgtEl>
                    </p:cond>
                  </p:endCondLst>
                </p:cTn>
                <p:tgtEl>
                  <p:spTgt spid="3"/>
                </p:tgtEl>
              </p:cMediaNode>
            </p:video>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164442" y="91693"/>
            <a:ext cx="5546711" cy="615553"/>
          </a:xfrm>
          <a:prstGeom prst="rect">
            <a:avLst/>
          </a:prstGeom>
        </p:spPr>
        <p:txBody>
          <a:bodyPr wrap="none">
            <a:spAutoFit/>
          </a:bodyPr>
          <a:lstStyle/>
          <a:p>
            <a:pPr>
              <a:defRPr/>
            </a:pPr>
            <a:r>
              <a:rPr kumimoji="1" lang="zh-CN" altLang="en-US" sz="3400" i="0" dirty="0">
                <a:solidFill>
                  <a:srgbClr val="FFFFFF"/>
                </a:solidFill>
                <a:latin typeface="微软雅黑" panose="020B0503020204020204" pitchFamily="34" charset="-122"/>
                <a:ea typeface="微软雅黑" panose="020B0503020204020204" pitchFamily="34" charset="-122"/>
              </a:rPr>
              <a:t>第二章</a:t>
            </a:r>
            <a:r>
              <a:rPr kumimoji="1" lang="en-US" altLang="zh-CN" sz="3400" i="0" dirty="0">
                <a:solidFill>
                  <a:srgbClr val="FFFFFF"/>
                </a:solidFill>
                <a:latin typeface="微软雅黑" panose="020B0503020204020204" pitchFamily="34" charset="-122"/>
                <a:ea typeface="微软雅黑" panose="020B0503020204020204" pitchFamily="34" charset="-122"/>
              </a:rPr>
              <a:t> </a:t>
            </a:r>
            <a:r>
              <a:rPr kumimoji="1" lang="zh-CN" altLang="en-US" sz="3400" i="0" dirty="0">
                <a:solidFill>
                  <a:srgbClr val="FFFFFF"/>
                </a:solidFill>
                <a:latin typeface="微软雅黑" panose="020B0503020204020204" pitchFamily="34" charset="-122"/>
                <a:ea typeface="微软雅黑" panose="020B0503020204020204" pitchFamily="34" charset="-122"/>
              </a:rPr>
              <a:t>平面问题的受力分析</a:t>
            </a:r>
          </a:p>
        </p:txBody>
      </p:sp>
      <p:sp>
        <p:nvSpPr>
          <p:cNvPr id="9" name="Rectangle 61">
            <a:extLst>
              <a:ext uri="{FF2B5EF4-FFF2-40B4-BE49-F238E27FC236}">
                <a16:creationId xmlns:a16="http://schemas.microsoft.com/office/drawing/2014/main" id="{73C9FF17-C75A-8DBC-5351-D7589ADCC51D}"/>
              </a:ext>
            </a:extLst>
          </p:cNvPr>
          <p:cNvSpPr>
            <a:spLocks noChangeArrowheads="1"/>
          </p:cNvSpPr>
          <p:nvPr/>
        </p:nvSpPr>
        <p:spPr bwMode="auto">
          <a:xfrm>
            <a:off x="1810317" y="3183622"/>
            <a:ext cx="7801671" cy="3015735"/>
          </a:xfrm>
          <a:prstGeom prst="rect">
            <a:avLst/>
          </a:prstGeom>
          <a:solidFill>
            <a:srgbClr val="B9CDE5"/>
          </a:solidFill>
          <a:ln>
            <a:noFill/>
          </a:ln>
          <a:effectLst/>
        </p:spPr>
        <p:txBody>
          <a:bodyPr wrap="none" anchor="ctr"/>
          <a:lstStyle/>
          <a:p>
            <a:endParaRPr lang="zh-CN" altLang="en-US"/>
          </a:p>
        </p:txBody>
      </p:sp>
      <p:sp>
        <p:nvSpPr>
          <p:cNvPr id="6" name="矩形 10">
            <a:extLst>
              <a:ext uri="{FF2B5EF4-FFF2-40B4-BE49-F238E27FC236}">
                <a16:creationId xmlns:a16="http://schemas.microsoft.com/office/drawing/2014/main" id="{7EF7FD2F-15B6-A5A3-4219-B2BEC8357E24}"/>
              </a:ext>
            </a:extLst>
          </p:cNvPr>
          <p:cNvSpPr>
            <a:spLocks noChangeArrowheads="1"/>
          </p:cNvSpPr>
          <p:nvPr/>
        </p:nvSpPr>
        <p:spPr bwMode="auto">
          <a:xfrm>
            <a:off x="911424" y="908720"/>
            <a:ext cx="9793088" cy="21167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nSpc>
                <a:spcPct val="120000"/>
              </a:lnSpc>
              <a:spcBef>
                <a:spcPts val="0"/>
              </a:spcBef>
            </a:pPr>
            <a:r>
              <a:rPr kumimoji="1" lang="zh-CN" altLang="en-US" sz="2800" i="0" dirty="0">
                <a:latin typeface="微软雅黑" panose="020B0503020204020204" pitchFamily="34" charset="-122"/>
                <a:ea typeface="微软雅黑" panose="020B0503020204020204" pitchFamily="34" charset="-122"/>
              </a:rPr>
              <a:t>自锁原理常可用来设计某些机构和夹具，例如，脚套钩在电线杆上不会自行下滑就是自锁现象；而在另外一些情况下，则要设法避免自锁现象的发生，例如，变速箱中滑移齿轮的拨动就绝对不允许自锁，否则变速箱就无法工作。 </a:t>
            </a:r>
            <a:endParaRPr kumimoji="1" lang="en-US" altLang="zh-CN" sz="2800" i="0" dirty="0">
              <a:latin typeface="微软雅黑" panose="020B0503020204020204" pitchFamily="34" charset="-122"/>
              <a:ea typeface="微软雅黑" panose="020B0503020204020204" pitchFamily="34" charset="-122"/>
            </a:endParaRPr>
          </a:p>
        </p:txBody>
      </p:sp>
      <p:pic>
        <p:nvPicPr>
          <p:cNvPr id="2" name="Picture 9" descr="05-09-a">
            <a:extLst>
              <a:ext uri="{FF2B5EF4-FFF2-40B4-BE49-F238E27FC236}">
                <a16:creationId xmlns:a16="http://schemas.microsoft.com/office/drawing/2014/main" id="{2B75234B-658A-2E53-EF96-1617CE0BA12D}"/>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5802" b="4271"/>
          <a:stretch/>
        </p:blipFill>
        <p:spPr bwMode="auto">
          <a:xfrm>
            <a:off x="2999656" y="3341817"/>
            <a:ext cx="5221413" cy="2295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4" name="Group 10">
            <a:extLst>
              <a:ext uri="{FF2B5EF4-FFF2-40B4-BE49-F238E27FC236}">
                <a16:creationId xmlns:a16="http://schemas.microsoft.com/office/drawing/2014/main" id="{04646165-1FAD-5A2A-DBC0-8313E7A7F803}"/>
              </a:ext>
            </a:extLst>
          </p:cNvPr>
          <p:cNvGrpSpPr>
            <a:grpSpLocks/>
          </p:cNvGrpSpPr>
          <p:nvPr/>
        </p:nvGrpSpPr>
        <p:grpSpPr bwMode="auto">
          <a:xfrm>
            <a:off x="3974132" y="5661248"/>
            <a:ext cx="3201988" cy="568325"/>
            <a:chOff x="480" y="910"/>
            <a:chExt cx="2017" cy="358"/>
          </a:xfrm>
        </p:grpSpPr>
        <p:sp>
          <p:nvSpPr>
            <p:cNvPr id="5" name="Text Box 11">
              <a:extLst>
                <a:ext uri="{FF2B5EF4-FFF2-40B4-BE49-F238E27FC236}">
                  <a16:creationId xmlns:a16="http://schemas.microsoft.com/office/drawing/2014/main" id="{9DFFC908-ABE0-6A4A-09F7-D869CD20AADF}"/>
                </a:ext>
              </a:extLst>
            </p:cNvPr>
            <p:cNvSpPr txBox="1">
              <a:spLocks noChangeArrowheads="1"/>
            </p:cNvSpPr>
            <p:nvPr/>
          </p:nvSpPr>
          <p:spPr bwMode="auto">
            <a:xfrm>
              <a:off x="480" y="910"/>
              <a:ext cx="127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eaLnBrk="1" hangingPunct="1"/>
              <a:r>
                <a:rPr kumimoji="1" lang="zh-CN" altLang="en-US" b="1" dirty="0">
                  <a:ea typeface="黑体" panose="02010609060101010101" pitchFamily="49" charset="-122"/>
                </a:rPr>
                <a:t>螺纹自锁条件</a:t>
              </a:r>
            </a:p>
          </p:txBody>
        </p:sp>
        <p:graphicFrame>
          <p:nvGraphicFramePr>
            <p:cNvPr id="8" name="Object 12">
              <a:extLst>
                <a:ext uri="{FF2B5EF4-FFF2-40B4-BE49-F238E27FC236}">
                  <a16:creationId xmlns:a16="http://schemas.microsoft.com/office/drawing/2014/main" id="{324C1F19-78A6-C9AF-902E-CCB261F5CFBD}"/>
                </a:ext>
              </a:extLst>
            </p:cNvPr>
            <p:cNvGraphicFramePr>
              <a:graphicFrameLocks noChangeAspect="1"/>
            </p:cNvGraphicFramePr>
            <p:nvPr>
              <p:extLst>
                <p:ext uri="{D42A27DB-BD31-4B8C-83A1-F6EECF244321}">
                  <p14:modId xmlns:p14="http://schemas.microsoft.com/office/powerpoint/2010/main" val="223266678"/>
                </p:ext>
              </p:extLst>
            </p:nvPr>
          </p:nvGraphicFramePr>
          <p:xfrm>
            <a:off x="1865" y="914"/>
            <a:ext cx="632" cy="354"/>
          </p:xfrm>
          <a:graphic>
            <a:graphicData uri="http://schemas.openxmlformats.org/presentationml/2006/ole">
              <mc:AlternateContent xmlns:mc="http://schemas.openxmlformats.org/markup-compatibility/2006">
                <mc:Choice xmlns:v="urn:schemas-microsoft-com:vml" Requires="v">
                  <p:oleObj name="Equation" r:id="rId4" imgW="431640" imgH="241200" progId="Equation.DSMT4">
                    <p:embed/>
                  </p:oleObj>
                </mc:Choice>
                <mc:Fallback>
                  <p:oleObj name="Equation" r:id="rId4" imgW="431640" imgH="241200" progId="Equation.DSMT4">
                    <p:embed/>
                    <p:pic>
                      <p:nvPicPr>
                        <p:cNvPr id="7170" name="Object 12">
                          <a:extLst>
                            <a:ext uri="{FF2B5EF4-FFF2-40B4-BE49-F238E27FC236}">
                              <a16:creationId xmlns:a16="http://schemas.microsoft.com/office/drawing/2014/main" id="{70309A3C-A999-C3A1-AFEF-3BF3620B4E3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865" y="914"/>
                          <a:ext cx="632" cy="3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oleObj>
                </mc:Fallback>
              </mc:AlternateContent>
            </a:graphicData>
          </a:graphic>
        </p:graphicFrame>
      </p:grpSp>
    </p:spTree>
    <p:extLst>
      <p:ext uri="{BB962C8B-B14F-4D97-AF65-F5344CB8AC3E}">
        <p14:creationId xmlns:p14="http://schemas.microsoft.com/office/powerpoint/2010/main" val="3802279894"/>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164442" y="91693"/>
            <a:ext cx="5546711" cy="615553"/>
          </a:xfrm>
          <a:prstGeom prst="rect">
            <a:avLst/>
          </a:prstGeom>
        </p:spPr>
        <p:txBody>
          <a:bodyPr wrap="none">
            <a:spAutoFit/>
          </a:bodyPr>
          <a:lstStyle/>
          <a:p>
            <a:pPr>
              <a:defRPr/>
            </a:pPr>
            <a:r>
              <a:rPr kumimoji="1" lang="zh-CN" altLang="en-US" sz="3400" i="0" dirty="0">
                <a:solidFill>
                  <a:srgbClr val="FFFFFF"/>
                </a:solidFill>
                <a:latin typeface="微软雅黑" panose="020B0503020204020204" pitchFamily="34" charset="-122"/>
                <a:ea typeface="微软雅黑" panose="020B0503020204020204" pitchFamily="34" charset="-122"/>
              </a:rPr>
              <a:t>第二章</a:t>
            </a:r>
            <a:r>
              <a:rPr kumimoji="1" lang="en-US" altLang="zh-CN" sz="3400" i="0" dirty="0">
                <a:solidFill>
                  <a:srgbClr val="FFFFFF"/>
                </a:solidFill>
                <a:latin typeface="微软雅黑" panose="020B0503020204020204" pitchFamily="34" charset="-122"/>
                <a:ea typeface="微软雅黑" panose="020B0503020204020204" pitchFamily="34" charset="-122"/>
              </a:rPr>
              <a:t> </a:t>
            </a:r>
            <a:r>
              <a:rPr kumimoji="1" lang="zh-CN" altLang="en-US" sz="3400" i="0" dirty="0">
                <a:solidFill>
                  <a:srgbClr val="FFFFFF"/>
                </a:solidFill>
                <a:latin typeface="微软雅黑" panose="020B0503020204020204" pitchFamily="34" charset="-122"/>
                <a:ea typeface="微软雅黑" panose="020B0503020204020204" pitchFamily="34" charset="-122"/>
              </a:rPr>
              <a:t>平面问题的受力分析</a:t>
            </a:r>
          </a:p>
        </p:txBody>
      </p:sp>
      <p:sp>
        <p:nvSpPr>
          <p:cNvPr id="6" name="Text Box 9"/>
          <p:cNvSpPr txBox="1">
            <a:spLocks noChangeArrowheads="1"/>
          </p:cNvSpPr>
          <p:nvPr/>
        </p:nvSpPr>
        <p:spPr bwMode="auto">
          <a:xfrm>
            <a:off x="1055440" y="1314575"/>
            <a:ext cx="9361040" cy="39703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just">
              <a:spcBef>
                <a:spcPct val="20000"/>
              </a:spcBef>
              <a:buClr>
                <a:schemeClr val="accent1"/>
              </a:buClr>
              <a:buSzPct val="75000"/>
              <a:buFont typeface="Monotype Sorts" pitchFamily="2" charset="2"/>
              <a:buChar char="•"/>
              <a:defRPr kumimoji="1" sz="2400">
                <a:solidFill>
                  <a:schemeClr val="tx1"/>
                </a:solidFill>
                <a:latin typeface="Impact" panose="020B0806030902050204" pitchFamily="34" charset="0"/>
                <a:ea typeface="宋体" panose="02010600030101010101" pitchFamily="2" charset="-122"/>
              </a:defRPr>
            </a:lvl1pPr>
            <a:lvl2pPr marL="742950" indent="-285750">
              <a:spcBef>
                <a:spcPct val="20000"/>
              </a:spcBef>
              <a:buClr>
                <a:schemeClr val="accent2"/>
              </a:buClr>
              <a:buChar char="•"/>
              <a:defRPr kumimoji="1" sz="2000">
                <a:solidFill>
                  <a:schemeClr val="tx1"/>
                </a:solidFill>
                <a:latin typeface="Impact" panose="020B0806030902050204" pitchFamily="34" charset="0"/>
                <a:ea typeface="宋体" panose="02010600030101010101" pitchFamily="2" charset="-122"/>
              </a:defRPr>
            </a:lvl2pPr>
            <a:lvl3pPr marL="1143000" indent="-228600">
              <a:spcBef>
                <a:spcPct val="20000"/>
              </a:spcBef>
              <a:buChar char="–"/>
              <a:defRPr kumimoji="1" sz="2400">
                <a:solidFill>
                  <a:schemeClr val="tx1"/>
                </a:solidFill>
                <a:latin typeface="Impact" panose="020B0806030902050204" pitchFamily="34" charset="0"/>
                <a:ea typeface="宋体" panose="02010600030101010101" pitchFamily="2" charset="-122"/>
              </a:defRPr>
            </a:lvl3pPr>
            <a:lvl4pPr marL="1600200" indent="-228600">
              <a:spcBef>
                <a:spcPct val="20000"/>
              </a:spcBef>
              <a:buChar char="–"/>
              <a:defRPr kumimoji="1" sz="2000">
                <a:solidFill>
                  <a:schemeClr val="tx1"/>
                </a:solidFill>
                <a:latin typeface="Impact" panose="020B0806030902050204" pitchFamily="34" charset="0"/>
                <a:ea typeface="宋体" panose="02010600030101010101" pitchFamily="2" charset="-122"/>
              </a:defRPr>
            </a:lvl4pPr>
            <a:lvl5pPr marL="2057400" indent="-228600">
              <a:spcBef>
                <a:spcPct val="20000"/>
              </a:spcBef>
              <a:buChar char="»"/>
              <a:defRPr kumimoji="1" sz="2000">
                <a:solidFill>
                  <a:schemeClr val="tx1"/>
                </a:solidFill>
                <a:latin typeface="Impact" panose="020B0806030902050204" pitchFamily="34"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9pPr>
          </a:lstStyle>
          <a:p>
            <a:pPr>
              <a:lnSpc>
                <a:spcPct val="120000"/>
              </a:lnSpc>
              <a:spcBef>
                <a:spcPct val="0"/>
              </a:spcBef>
              <a:buClrTx/>
              <a:buSzTx/>
              <a:buNone/>
            </a:pPr>
            <a:r>
              <a:rPr lang="zh-CN" altLang="en-US" sz="2800" i="0" dirty="0">
                <a:latin typeface="微软雅黑" panose="020B0503020204020204" pitchFamily="34" charset="-122"/>
                <a:ea typeface="微软雅黑" panose="020B0503020204020204" pitchFamily="34" charset="-122"/>
              </a:rPr>
              <a:t>仍为平衡问题，平衡方程照用，求解步骤与前面基本相同。</a:t>
            </a:r>
            <a:endParaRPr lang="en-US" altLang="zh-CN" sz="2800" i="0" dirty="0">
              <a:latin typeface="微软雅黑" panose="020B0503020204020204" pitchFamily="34" charset="-122"/>
              <a:ea typeface="微软雅黑" panose="020B0503020204020204" pitchFamily="34" charset="-122"/>
            </a:endParaRPr>
          </a:p>
          <a:p>
            <a:pPr>
              <a:lnSpc>
                <a:spcPct val="120000"/>
              </a:lnSpc>
              <a:spcBef>
                <a:spcPct val="0"/>
              </a:spcBef>
              <a:buClrTx/>
              <a:buSzTx/>
              <a:buNone/>
            </a:pPr>
            <a:r>
              <a:rPr lang="zh-CN" altLang="en-US" sz="2800" i="0" dirty="0">
                <a:latin typeface="微软雅黑" panose="020B0503020204020204" pitchFamily="34" charset="-122"/>
                <a:ea typeface="微软雅黑" panose="020B0503020204020204" pitchFamily="34" charset="-122"/>
              </a:rPr>
              <a:t>几个新特点：</a:t>
            </a:r>
            <a:endParaRPr lang="en-US" altLang="zh-CN" sz="2800" i="0" dirty="0">
              <a:latin typeface="微软雅黑" panose="020B0503020204020204" pitchFamily="34" charset="-122"/>
              <a:ea typeface="微软雅黑" panose="020B0503020204020204" pitchFamily="34" charset="-122"/>
            </a:endParaRPr>
          </a:p>
          <a:p>
            <a:pPr eaLnBrk="1" hangingPunct="1">
              <a:buNone/>
            </a:pPr>
            <a:r>
              <a:rPr lang="en-US" altLang="zh-CN" sz="2800" i="0" dirty="0">
                <a:latin typeface="微软雅黑" panose="020B0503020204020204" pitchFamily="34" charset="-122"/>
                <a:ea typeface="微软雅黑" panose="020B0503020204020204" pitchFamily="34" charset="-122"/>
              </a:rPr>
              <a:t>1</a:t>
            </a:r>
            <a:r>
              <a:rPr lang="zh-CN" altLang="en-US" sz="2800" i="0" dirty="0">
                <a:latin typeface="微软雅黑" panose="020B0503020204020204" pitchFamily="34" charset="-122"/>
                <a:ea typeface="微软雅黑" panose="020B0503020204020204" pitchFamily="34" charset="-122"/>
              </a:rPr>
              <a:t>）适画受力图时，必须考虑摩擦力，摩擦力的方向要根据物体运动趋势来判断；</a:t>
            </a:r>
          </a:p>
          <a:p>
            <a:pPr eaLnBrk="1" hangingPunct="1">
              <a:buNone/>
            </a:pPr>
            <a:r>
              <a:rPr lang="en-US" altLang="zh-CN" sz="2800" i="0" dirty="0">
                <a:latin typeface="微软雅黑" panose="020B0503020204020204" pitchFamily="34" charset="-122"/>
                <a:ea typeface="微软雅黑" panose="020B0503020204020204" pitchFamily="34" charset="-122"/>
              </a:rPr>
              <a:t>2</a:t>
            </a:r>
            <a:r>
              <a:rPr lang="zh-CN" altLang="en-US" sz="2800" i="0" dirty="0">
                <a:latin typeface="微软雅黑" panose="020B0503020204020204" pitchFamily="34" charset="-122"/>
                <a:ea typeface="微软雅黑" panose="020B0503020204020204" pitchFamily="34" charset="-122"/>
              </a:rPr>
              <a:t>）确定新增未知量，还需列出补充方程，严格区分物体处于临界、非临界状态；</a:t>
            </a:r>
          </a:p>
          <a:p>
            <a:pPr eaLnBrk="1" hangingPunct="1">
              <a:buNone/>
            </a:pPr>
            <a:r>
              <a:rPr lang="en-US" altLang="zh-CN" sz="2800" i="0" dirty="0">
                <a:latin typeface="微软雅黑" panose="020B0503020204020204" pitchFamily="34" charset="-122"/>
                <a:ea typeface="微软雅黑" panose="020B0503020204020204" pitchFamily="34" charset="-122"/>
              </a:rPr>
              <a:t>3</a:t>
            </a:r>
            <a:r>
              <a:rPr lang="zh-CN" altLang="en-US" sz="2800" i="0" dirty="0">
                <a:latin typeface="微软雅黑" panose="020B0503020204020204" pitchFamily="34" charset="-122"/>
                <a:ea typeface="微软雅黑" panose="020B0503020204020204" pitchFamily="34" charset="-122"/>
              </a:rPr>
              <a:t>）因 </a:t>
            </a:r>
            <a:r>
              <a:rPr lang="en-US" altLang="zh-CN" sz="2800" i="0" dirty="0">
                <a:latin typeface="+mj-lt"/>
                <a:sym typeface="Symbol" panose="05050102010706020507" pitchFamily="18" charset="2"/>
              </a:rPr>
              <a:t>0</a:t>
            </a:r>
            <a:r>
              <a:rPr lang="zh-CN" altLang="en-US" sz="2800" i="0" dirty="0">
                <a:latin typeface="+mj-lt"/>
                <a:sym typeface="Symbol" panose="05050102010706020507" pitchFamily="18" charset="2"/>
              </a:rPr>
              <a:t> </a:t>
            </a:r>
            <a:r>
              <a:rPr lang="zh-CN" altLang="en-US" sz="2800" b="0" i="0" dirty="0"/>
              <a:t>≤</a:t>
            </a:r>
            <a:r>
              <a:rPr lang="en-US" altLang="zh-CN" sz="2800" dirty="0">
                <a:latin typeface="+mn-lt"/>
              </a:rPr>
              <a:t>F</a:t>
            </a:r>
            <a:r>
              <a:rPr lang="en-US" altLang="zh-CN" sz="2800" i="0" baseline="-25000" dirty="0">
                <a:latin typeface="+mn-lt"/>
              </a:rPr>
              <a:t>f</a:t>
            </a:r>
            <a:r>
              <a:rPr lang="en-US" altLang="zh-CN" sz="2800" dirty="0">
                <a:latin typeface="+mn-lt"/>
              </a:rPr>
              <a:t> </a:t>
            </a:r>
            <a:r>
              <a:rPr lang="zh-CN" altLang="en-US" sz="2800" b="0" i="0" dirty="0"/>
              <a:t>≤</a:t>
            </a:r>
            <a:r>
              <a:rPr lang="en-US" altLang="zh-CN" sz="2800" dirty="0" err="1">
                <a:latin typeface="+mj-lt"/>
              </a:rPr>
              <a:t>F</a:t>
            </a:r>
            <a:r>
              <a:rPr lang="en-US" altLang="zh-CN" sz="2800" i="0" baseline="-25000" dirty="0" err="1">
                <a:latin typeface="+mj-lt"/>
              </a:rPr>
              <a:t>fm</a:t>
            </a:r>
            <a:r>
              <a:rPr lang="en-US" altLang="zh-CN" sz="2800" dirty="0">
                <a:latin typeface="+mj-lt"/>
              </a:rPr>
              <a:t> </a:t>
            </a:r>
            <a:r>
              <a:rPr lang="zh-CN" altLang="en-US" sz="2800" i="0" dirty="0">
                <a:latin typeface="微软雅黑" panose="020B0503020204020204" pitchFamily="34" charset="-122"/>
                <a:ea typeface="微软雅黑" panose="020B0503020204020204" pitchFamily="34" charset="-122"/>
              </a:rPr>
              <a:t>，问题的解常常是力、尺寸或角度的一个范围内。</a:t>
            </a:r>
          </a:p>
        </p:txBody>
      </p:sp>
      <p:sp>
        <p:nvSpPr>
          <p:cNvPr id="18" name="矩形 17"/>
          <p:cNvSpPr/>
          <p:nvPr/>
        </p:nvSpPr>
        <p:spPr>
          <a:xfrm>
            <a:off x="3887703" y="766445"/>
            <a:ext cx="4801314" cy="599331"/>
          </a:xfrm>
          <a:prstGeom prst="rect">
            <a:avLst/>
          </a:prstGeom>
        </p:spPr>
        <p:txBody>
          <a:bodyPr wrap="none">
            <a:spAutoFit/>
          </a:bodyPr>
          <a:lstStyle/>
          <a:p>
            <a:pPr>
              <a:lnSpc>
                <a:spcPct val="120000"/>
              </a:lnSpc>
            </a:pPr>
            <a:r>
              <a:rPr lang="zh-CN" altLang="en-US" sz="3000" i="0" dirty="0">
                <a:solidFill>
                  <a:srgbClr val="4F81BD"/>
                </a:solidFill>
                <a:latin typeface="微软雅黑" panose="020B0503020204020204" pitchFamily="34" charset="-122"/>
                <a:ea typeface="微软雅黑" panose="020B0503020204020204" pitchFamily="34" charset="-122"/>
              </a:rPr>
              <a:t>考虑摩擦时物体的平衡问题</a:t>
            </a:r>
          </a:p>
        </p:txBody>
      </p:sp>
    </p:spTree>
    <p:extLst>
      <p:ext uri="{BB962C8B-B14F-4D97-AF65-F5344CB8AC3E}">
        <p14:creationId xmlns:p14="http://schemas.microsoft.com/office/powerpoint/2010/main" val="3611694801"/>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utoUpdateAnimBg="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164442" y="91693"/>
            <a:ext cx="5546711" cy="615553"/>
          </a:xfrm>
          <a:prstGeom prst="rect">
            <a:avLst/>
          </a:prstGeom>
        </p:spPr>
        <p:txBody>
          <a:bodyPr wrap="none">
            <a:spAutoFit/>
          </a:bodyPr>
          <a:lstStyle/>
          <a:p>
            <a:pPr>
              <a:defRPr/>
            </a:pPr>
            <a:r>
              <a:rPr kumimoji="1" lang="zh-CN" altLang="en-US" sz="3400" i="0" dirty="0">
                <a:solidFill>
                  <a:srgbClr val="FFFFFF"/>
                </a:solidFill>
                <a:latin typeface="微软雅黑" panose="020B0503020204020204" pitchFamily="34" charset="-122"/>
                <a:ea typeface="微软雅黑" panose="020B0503020204020204" pitchFamily="34" charset="-122"/>
              </a:rPr>
              <a:t>第二章</a:t>
            </a:r>
            <a:r>
              <a:rPr kumimoji="1" lang="en-US" altLang="zh-CN" sz="3400" i="0" dirty="0">
                <a:solidFill>
                  <a:srgbClr val="FFFFFF"/>
                </a:solidFill>
                <a:latin typeface="微软雅黑" panose="020B0503020204020204" pitchFamily="34" charset="-122"/>
                <a:ea typeface="微软雅黑" panose="020B0503020204020204" pitchFamily="34" charset="-122"/>
              </a:rPr>
              <a:t> </a:t>
            </a:r>
            <a:r>
              <a:rPr kumimoji="1" lang="zh-CN" altLang="en-US" sz="3400" i="0" dirty="0">
                <a:solidFill>
                  <a:srgbClr val="FFFFFF"/>
                </a:solidFill>
                <a:latin typeface="微软雅黑" panose="020B0503020204020204" pitchFamily="34" charset="-122"/>
                <a:ea typeface="微软雅黑" panose="020B0503020204020204" pitchFamily="34" charset="-122"/>
              </a:rPr>
              <a:t>平面问题的受力分析</a:t>
            </a:r>
          </a:p>
        </p:txBody>
      </p:sp>
      <p:sp>
        <p:nvSpPr>
          <p:cNvPr id="14" name="Rectangle 5"/>
          <p:cNvSpPr>
            <a:spLocks noChangeArrowheads="1"/>
          </p:cNvSpPr>
          <p:nvPr/>
        </p:nvSpPr>
        <p:spPr bwMode="auto">
          <a:xfrm>
            <a:off x="279412" y="802970"/>
            <a:ext cx="1080120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just">
              <a:spcBef>
                <a:spcPct val="20000"/>
              </a:spcBef>
              <a:buClr>
                <a:schemeClr val="accent1"/>
              </a:buClr>
              <a:buSzPct val="75000"/>
              <a:buFont typeface="Monotype Sorts" pitchFamily="2" charset="2"/>
              <a:buChar char="•"/>
              <a:defRPr kumimoji="1" sz="2400">
                <a:solidFill>
                  <a:schemeClr val="tx1"/>
                </a:solidFill>
                <a:latin typeface="Impact" panose="020B0806030902050204" pitchFamily="34" charset="0"/>
                <a:ea typeface="宋体" panose="02010600030101010101" pitchFamily="2" charset="-122"/>
              </a:defRPr>
            </a:lvl1pPr>
            <a:lvl2pPr marL="742950" indent="-285750">
              <a:spcBef>
                <a:spcPct val="20000"/>
              </a:spcBef>
              <a:buClr>
                <a:schemeClr val="accent2"/>
              </a:buClr>
              <a:buChar char="•"/>
              <a:defRPr kumimoji="1" sz="2000">
                <a:solidFill>
                  <a:schemeClr val="tx1"/>
                </a:solidFill>
                <a:latin typeface="Impact" panose="020B0806030902050204" pitchFamily="34" charset="0"/>
                <a:ea typeface="宋体" panose="02010600030101010101" pitchFamily="2" charset="-122"/>
              </a:defRPr>
            </a:lvl2pPr>
            <a:lvl3pPr marL="1143000" indent="-228600">
              <a:spcBef>
                <a:spcPct val="20000"/>
              </a:spcBef>
              <a:buChar char="–"/>
              <a:defRPr kumimoji="1" sz="2400">
                <a:solidFill>
                  <a:schemeClr val="tx1"/>
                </a:solidFill>
                <a:latin typeface="Impact" panose="020B0806030902050204" pitchFamily="34" charset="0"/>
                <a:ea typeface="宋体" panose="02010600030101010101" pitchFamily="2" charset="-122"/>
              </a:defRPr>
            </a:lvl3pPr>
            <a:lvl4pPr marL="1600200" indent="-228600">
              <a:spcBef>
                <a:spcPct val="20000"/>
              </a:spcBef>
              <a:buChar char="–"/>
              <a:defRPr kumimoji="1" sz="2000">
                <a:solidFill>
                  <a:schemeClr val="tx1"/>
                </a:solidFill>
                <a:latin typeface="Impact" panose="020B0806030902050204" pitchFamily="34" charset="0"/>
                <a:ea typeface="宋体" panose="02010600030101010101" pitchFamily="2" charset="-122"/>
              </a:defRPr>
            </a:lvl4pPr>
            <a:lvl5pPr marL="2057400" indent="-228600">
              <a:spcBef>
                <a:spcPct val="20000"/>
              </a:spcBef>
              <a:buChar char="»"/>
              <a:defRPr kumimoji="1" sz="2000">
                <a:solidFill>
                  <a:schemeClr val="tx1"/>
                </a:solidFill>
                <a:latin typeface="Impact" panose="020B0806030902050204" pitchFamily="34"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9pPr>
          </a:lstStyle>
          <a:p>
            <a:pPr algn="l">
              <a:spcBef>
                <a:spcPct val="0"/>
              </a:spcBef>
              <a:buClrTx/>
              <a:buSzTx/>
              <a:buNone/>
            </a:pPr>
            <a:r>
              <a:rPr lang="zh-CN" altLang="en-US" b="1" i="0" dirty="0">
                <a:solidFill>
                  <a:srgbClr val="0033CC"/>
                </a:solidFill>
                <a:latin typeface="Times New Roman" panose="02020603050405020304" pitchFamily="18" charset="0"/>
                <a:ea typeface="黑体" panose="02010609060101010101" pitchFamily="49" charset="-122"/>
              </a:rPr>
              <a:t>例</a:t>
            </a:r>
            <a:r>
              <a:rPr lang="en-US" altLang="zh-CN" i="0" dirty="0">
                <a:latin typeface="Times New Roman" panose="02020603050405020304" pitchFamily="18" charset="0"/>
                <a:ea typeface="黑体" panose="02010609060101010101" pitchFamily="49" charset="-122"/>
              </a:rPr>
              <a:t>  </a:t>
            </a:r>
            <a:r>
              <a:rPr lang="zh-CN" altLang="en-US" i="0" dirty="0">
                <a:latin typeface="Times New Roman" panose="02020603050405020304" pitchFamily="18" charset="0"/>
                <a:ea typeface="黑体" panose="02010609060101010101" pitchFamily="49" charset="-122"/>
              </a:rPr>
              <a:t>有三种制动装置，如图所示。已知故轮上的转矩为</a:t>
            </a:r>
            <a:r>
              <a:rPr lang="en-US" altLang="zh-CN" sz="2400" i="1" dirty="0">
                <a:latin typeface="+mj-lt"/>
                <a:ea typeface="黑体" panose="02010609060101010101" pitchFamily="49" charset="-122"/>
              </a:rPr>
              <a:t>M</a:t>
            </a:r>
            <a:r>
              <a:rPr lang="zh-CN" altLang="en-US" i="0" dirty="0">
                <a:latin typeface="Times New Roman" panose="02020603050405020304" pitchFamily="18" charset="0"/>
                <a:ea typeface="黑体" panose="02010609060101010101" pitchFamily="49" charset="-122"/>
              </a:rPr>
              <a:t>，几何尺寸</a:t>
            </a:r>
            <a:r>
              <a:rPr lang="en-US" altLang="zh-CN" sz="2400" i="1" dirty="0">
                <a:latin typeface="+mj-lt"/>
                <a:ea typeface="黑体" panose="02010609060101010101" pitchFamily="49" charset="-122"/>
              </a:rPr>
              <a:t>a</a:t>
            </a:r>
            <a:r>
              <a:rPr lang="zh-CN" altLang="en-US" sz="2400" dirty="0">
                <a:latin typeface="+mj-lt"/>
                <a:ea typeface="黑体" panose="02010609060101010101" pitchFamily="49" charset="-122"/>
              </a:rPr>
              <a:t>、</a:t>
            </a:r>
            <a:r>
              <a:rPr lang="en-US" altLang="zh-CN" sz="2400" i="1" dirty="0">
                <a:latin typeface="+mj-lt"/>
                <a:ea typeface="黑体" panose="02010609060101010101" pitchFamily="49" charset="-122"/>
              </a:rPr>
              <a:t>b</a:t>
            </a:r>
            <a:r>
              <a:rPr lang="zh-CN" altLang="en-US" sz="2400" dirty="0">
                <a:latin typeface="+mj-lt"/>
                <a:ea typeface="黑体" panose="02010609060101010101" pitchFamily="49" charset="-122"/>
              </a:rPr>
              <a:t>、</a:t>
            </a:r>
            <a:r>
              <a:rPr lang="en-US" altLang="zh-CN" sz="2400" i="1" dirty="0">
                <a:latin typeface="+mj-lt"/>
                <a:ea typeface="黑体" panose="02010609060101010101" pitchFamily="49" charset="-122"/>
              </a:rPr>
              <a:t>c</a:t>
            </a:r>
            <a:r>
              <a:rPr lang="zh-CN" altLang="en-US" sz="2400" dirty="0">
                <a:latin typeface="+mj-lt"/>
                <a:ea typeface="黑体" panose="02010609060101010101" pitchFamily="49" charset="-122"/>
              </a:rPr>
              <a:t>、</a:t>
            </a:r>
            <a:r>
              <a:rPr lang="en-US" altLang="zh-CN" sz="2400" i="1" dirty="0">
                <a:latin typeface="+mj-lt"/>
                <a:ea typeface="黑体" panose="02010609060101010101" pitchFamily="49" charset="-122"/>
              </a:rPr>
              <a:t>r</a:t>
            </a:r>
            <a:r>
              <a:rPr lang="zh-CN" altLang="en-US" i="0" dirty="0">
                <a:latin typeface="Times New Roman" panose="02020603050405020304" pitchFamily="18" charset="0"/>
                <a:ea typeface="黑体" panose="02010609060101010101" pitchFamily="49" charset="-122"/>
              </a:rPr>
              <a:t>及鼓轮与制动片间的静摩擦因数</a:t>
            </a:r>
            <a:r>
              <a:rPr lang="en-US" altLang="zh-CN" sz="2400" i="1" dirty="0">
                <a:latin typeface="+mj-lt"/>
                <a:ea typeface="黑体" panose="02010609060101010101" pitchFamily="49" charset="-122"/>
              </a:rPr>
              <a:t>f</a:t>
            </a:r>
            <a:r>
              <a:rPr lang="en-US" altLang="zh-CN" sz="2400" baseline="-25000" dirty="0">
                <a:latin typeface="+mj-lt"/>
                <a:ea typeface="黑体" panose="02010609060101010101" pitchFamily="49" charset="-122"/>
              </a:rPr>
              <a:t>s</a:t>
            </a:r>
            <a:r>
              <a:rPr lang="zh-CN" altLang="en-US" i="0" dirty="0">
                <a:latin typeface="Times New Roman" panose="02020603050405020304" pitchFamily="18" charset="0"/>
                <a:ea typeface="黑体" panose="02010609060101010101" pitchFamily="49" charset="-122"/>
              </a:rPr>
              <a:t>。试求所需之最小力</a:t>
            </a:r>
            <a:r>
              <a:rPr lang="en-US" altLang="zh-CN" sz="2400" b="1" i="1" dirty="0">
                <a:latin typeface="+mj-lt"/>
                <a:ea typeface="黑体" panose="02010609060101010101" pitchFamily="49" charset="-122"/>
              </a:rPr>
              <a:t>F</a:t>
            </a:r>
            <a:r>
              <a:rPr lang="en-US" altLang="zh-CN" sz="2400" i="0" baseline="-25000" dirty="0">
                <a:latin typeface="+mj-lt"/>
                <a:ea typeface="黑体" panose="02010609060101010101" pitchFamily="49" charset="-122"/>
              </a:rPr>
              <a:t>1</a:t>
            </a:r>
            <a:r>
              <a:rPr lang="zh-CN" altLang="en-US" i="0" dirty="0">
                <a:latin typeface="Times New Roman" panose="02020603050405020304" pitchFamily="18" charset="0"/>
                <a:ea typeface="黑体" panose="02010609060101010101" pitchFamily="49" charset="-122"/>
              </a:rPr>
              <a:t>、</a:t>
            </a:r>
            <a:r>
              <a:rPr lang="en-US" altLang="zh-CN" sz="2400" b="1" i="1" dirty="0">
                <a:latin typeface="+mj-lt"/>
                <a:ea typeface="黑体" panose="02010609060101010101" pitchFamily="49" charset="-122"/>
              </a:rPr>
              <a:t>F</a:t>
            </a:r>
            <a:r>
              <a:rPr lang="en-US" altLang="zh-CN" i="0" baseline="-25000" dirty="0">
                <a:latin typeface="+mj-lt"/>
                <a:ea typeface="黑体" panose="02010609060101010101" pitchFamily="49" charset="-122"/>
              </a:rPr>
              <a:t>2</a:t>
            </a:r>
            <a:r>
              <a:rPr lang="zh-CN" altLang="en-US" i="0" dirty="0">
                <a:latin typeface="Times New Roman" panose="02020603050405020304" pitchFamily="18" charset="0"/>
                <a:ea typeface="黑体" panose="02010609060101010101" pitchFamily="49" charset="-122"/>
              </a:rPr>
              <a:t>和</a:t>
            </a:r>
            <a:r>
              <a:rPr lang="en-US" altLang="zh-CN" sz="2400" b="1" i="1" dirty="0">
                <a:latin typeface="+mj-lt"/>
                <a:ea typeface="黑体" panose="02010609060101010101" pitchFamily="49" charset="-122"/>
              </a:rPr>
              <a:t>F</a:t>
            </a:r>
            <a:r>
              <a:rPr lang="en-US" altLang="zh-CN" i="0" baseline="-25000" dirty="0">
                <a:latin typeface="+mj-lt"/>
                <a:ea typeface="黑体" panose="02010609060101010101" pitchFamily="49" charset="-122"/>
              </a:rPr>
              <a:t>3</a:t>
            </a:r>
            <a:r>
              <a:rPr lang="zh-CN" altLang="en-US" i="0" dirty="0">
                <a:latin typeface="Times New Roman" panose="02020603050405020304" pitchFamily="18" charset="0"/>
                <a:ea typeface="黑体" panose="02010609060101010101" pitchFamily="49" charset="-122"/>
              </a:rPr>
              <a:t>。</a:t>
            </a:r>
            <a:r>
              <a:rPr lang="zh-CN" altLang="en-US" i="0" dirty="0">
                <a:latin typeface="+mj-lt"/>
                <a:ea typeface="黑体" panose="02010609060101010101" pitchFamily="49" charset="-122"/>
              </a:rPr>
              <a:t> </a:t>
            </a:r>
          </a:p>
        </p:txBody>
      </p:sp>
      <p:sp>
        <p:nvSpPr>
          <p:cNvPr id="15" name="Rectangle 61"/>
          <p:cNvSpPr>
            <a:spLocks noChangeArrowheads="1"/>
          </p:cNvSpPr>
          <p:nvPr/>
        </p:nvSpPr>
        <p:spPr bwMode="auto">
          <a:xfrm>
            <a:off x="711460" y="2204864"/>
            <a:ext cx="10369152" cy="4004329"/>
          </a:xfrm>
          <a:prstGeom prst="rect">
            <a:avLst/>
          </a:prstGeom>
          <a:solidFill>
            <a:srgbClr val="B9CDE5"/>
          </a:solidFill>
          <a:ln>
            <a:noFill/>
          </a:ln>
          <a:effectLst/>
        </p:spPr>
        <p:txBody>
          <a:bodyPr wrap="none" anchor="ctr"/>
          <a:lstStyle/>
          <a:p>
            <a:endParaRPr lang="zh-CN" altLang="en-US"/>
          </a:p>
        </p:txBody>
      </p:sp>
      <p:sp>
        <p:nvSpPr>
          <p:cNvPr id="125" name="Rectangle 5"/>
          <p:cNvSpPr>
            <a:spLocks noChangeArrowheads="1"/>
          </p:cNvSpPr>
          <p:nvPr/>
        </p:nvSpPr>
        <p:spPr bwMode="auto">
          <a:xfrm>
            <a:off x="279412" y="1629630"/>
            <a:ext cx="10569116" cy="4931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just">
              <a:spcBef>
                <a:spcPct val="20000"/>
              </a:spcBef>
              <a:buClr>
                <a:schemeClr val="accent1"/>
              </a:buClr>
              <a:buSzPct val="75000"/>
              <a:buFont typeface="Monotype Sorts" pitchFamily="2" charset="2"/>
              <a:buChar char="•"/>
              <a:defRPr kumimoji="1" sz="2400">
                <a:solidFill>
                  <a:schemeClr val="tx1"/>
                </a:solidFill>
                <a:latin typeface="Impact" panose="020B0806030902050204" pitchFamily="34" charset="0"/>
                <a:ea typeface="宋体" panose="02010600030101010101" pitchFamily="2" charset="-122"/>
              </a:defRPr>
            </a:lvl1pPr>
            <a:lvl2pPr marL="742950" indent="-285750">
              <a:spcBef>
                <a:spcPct val="20000"/>
              </a:spcBef>
              <a:buClr>
                <a:schemeClr val="accent2"/>
              </a:buClr>
              <a:buChar char="•"/>
              <a:defRPr kumimoji="1" sz="2000">
                <a:solidFill>
                  <a:schemeClr val="tx1"/>
                </a:solidFill>
                <a:latin typeface="Impact" panose="020B0806030902050204" pitchFamily="34" charset="0"/>
                <a:ea typeface="宋体" panose="02010600030101010101" pitchFamily="2" charset="-122"/>
              </a:defRPr>
            </a:lvl2pPr>
            <a:lvl3pPr marL="1143000" indent="-228600">
              <a:spcBef>
                <a:spcPct val="20000"/>
              </a:spcBef>
              <a:buChar char="–"/>
              <a:defRPr kumimoji="1" sz="2400">
                <a:solidFill>
                  <a:schemeClr val="tx1"/>
                </a:solidFill>
                <a:latin typeface="Impact" panose="020B0806030902050204" pitchFamily="34" charset="0"/>
                <a:ea typeface="宋体" panose="02010600030101010101" pitchFamily="2" charset="-122"/>
              </a:defRPr>
            </a:lvl3pPr>
            <a:lvl4pPr marL="1600200" indent="-228600">
              <a:spcBef>
                <a:spcPct val="20000"/>
              </a:spcBef>
              <a:buChar char="–"/>
              <a:defRPr kumimoji="1" sz="2000">
                <a:solidFill>
                  <a:schemeClr val="tx1"/>
                </a:solidFill>
                <a:latin typeface="Impact" panose="020B0806030902050204" pitchFamily="34" charset="0"/>
                <a:ea typeface="宋体" panose="02010600030101010101" pitchFamily="2" charset="-122"/>
              </a:defRPr>
            </a:lvl4pPr>
            <a:lvl5pPr marL="2057400" indent="-228600">
              <a:spcBef>
                <a:spcPct val="20000"/>
              </a:spcBef>
              <a:buChar char="»"/>
              <a:defRPr kumimoji="1" sz="2000">
                <a:solidFill>
                  <a:schemeClr val="tx1"/>
                </a:solidFill>
                <a:latin typeface="Impact" panose="020B0806030902050204" pitchFamily="34"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9pPr>
          </a:lstStyle>
          <a:p>
            <a:pPr algn="l">
              <a:lnSpc>
                <a:spcPct val="120000"/>
              </a:lnSpc>
              <a:buNone/>
            </a:pPr>
            <a:r>
              <a:rPr lang="zh-CN" altLang="en-US" i="0" dirty="0">
                <a:solidFill>
                  <a:srgbClr val="0033CC"/>
                </a:solidFill>
                <a:latin typeface="Times New Roman" panose="02020603050405020304" pitchFamily="18" charset="0"/>
                <a:ea typeface="黑体" panose="02010609060101010101" pitchFamily="49" charset="-122"/>
              </a:rPr>
              <a:t>解</a:t>
            </a:r>
            <a:r>
              <a:rPr lang="en-US" altLang="zh-CN" i="0" dirty="0">
                <a:latin typeface="Times New Roman" panose="02020603050405020304" pitchFamily="18" charset="0"/>
                <a:ea typeface="黑体" panose="02010609060101010101" pitchFamily="49" charset="-122"/>
              </a:rPr>
              <a:t> 1</a:t>
            </a:r>
            <a:r>
              <a:rPr lang="zh-CN" altLang="en-US" i="0" dirty="0">
                <a:latin typeface="Times New Roman" panose="02020603050405020304" pitchFamily="18" charset="0"/>
                <a:ea typeface="黑体" panose="02010609060101010101" pitchFamily="49" charset="-122"/>
              </a:rPr>
              <a:t>）先以制动装置为研究对象，分别画出</a:t>
            </a:r>
            <a:r>
              <a:rPr lang="en-US" altLang="zh-CN" i="0" dirty="0">
                <a:latin typeface="Times New Roman" panose="02020603050405020304" pitchFamily="18" charset="0"/>
                <a:ea typeface="黑体" panose="02010609060101010101" pitchFamily="49" charset="-122"/>
              </a:rPr>
              <a:t>a</a:t>
            </a:r>
            <a:r>
              <a:rPr lang="zh-CN" altLang="en-US" i="0" dirty="0">
                <a:latin typeface="Times New Roman" panose="02020603050405020304" pitchFamily="18" charset="0"/>
                <a:ea typeface="黑体" panose="02010609060101010101" pitchFamily="49" charset="-122"/>
              </a:rPr>
              <a:t>图的制动杆与鼓轮的受力图。</a:t>
            </a:r>
            <a:endParaRPr lang="zh-CN" altLang="en-US" i="0" dirty="0">
              <a:latin typeface="+mn-lt"/>
              <a:ea typeface="黑体" panose="02010609060101010101" pitchFamily="49" charset="-122"/>
            </a:endParaRPr>
          </a:p>
        </p:txBody>
      </p:sp>
      <p:grpSp>
        <p:nvGrpSpPr>
          <p:cNvPr id="304" name="Group 2">
            <a:extLst>
              <a:ext uri="{FF2B5EF4-FFF2-40B4-BE49-F238E27FC236}">
                <a16:creationId xmlns:a16="http://schemas.microsoft.com/office/drawing/2014/main" id="{6B53BE64-09FC-DA4E-4299-CB220367B342}"/>
              </a:ext>
            </a:extLst>
          </p:cNvPr>
          <p:cNvGrpSpPr>
            <a:grpSpLocks/>
          </p:cNvGrpSpPr>
          <p:nvPr/>
        </p:nvGrpSpPr>
        <p:grpSpPr bwMode="auto">
          <a:xfrm>
            <a:off x="6416696" y="4811315"/>
            <a:ext cx="1563688" cy="942975"/>
            <a:chOff x="4856" y="2985"/>
            <a:chExt cx="985" cy="594"/>
          </a:xfrm>
        </p:grpSpPr>
        <p:sp>
          <p:nvSpPr>
            <p:cNvPr id="305" name="Oval 3">
              <a:extLst>
                <a:ext uri="{FF2B5EF4-FFF2-40B4-BE49-F238E27FC236}">
                  <a16:creationId xmlns:a16="http://schemas.microsoft.com/office/drawing/2014/main" id="{49E50482-4FDD-E148-C066-A3D396B72E71}"/>
                </a:ext>
              </a:extLst>
            </p:cNvPr>
            <p:cNvSpPr>
              <a:spLocks noChangeAspect="1" noChangeArrowheads="1"/>
            </p:cNvSpPr>
            <p:nvPr/>
          </p:nvSpPr>
          <p:spPr bwMode="auto">
            <a:xfrm>
              <a:off x="4856" y="3024"/>
              <a:ext cx="490" cy="490"/>
            </a:xfrm>
            <a:prstGeom prst="ellipse">
              <a:avLst/>
            </a:prstGeom>
            <a:gradFill rotWithShape="1">
              <a:gsLst>
                <a:gs pos="0">
                  <a:srgbClr val="FFCC00">
                    <a:gamma/>
                    <a:tint val="34902"/>
                    <a:invGamma/>
                  </a:srgbClr>
                </a:gs>
                <a:gs pos="100000">
                  <a:srgbClr val="FFCC00"/>
                </a:gs>
              </a:gsLst>
              <a:path path="shape">
                <a:fillToRect l="50000" t="50000" r="50000" b="50000"/>
              </a:path>
            </a:gradFill>
            <a:ln w="28575" algn="ctr">
              <a:solidFill>
                <a:srgbClr val="000000"/>
              </a:solidFill>
              <a:round/>
              <a:headEnd/>
              <a:tailEnd/>
            </a:ln>
            <a:effectLst>
              <a:outerShdw dist="35921" dir="2700000" algn="ctr" rotWithShape="0">
                <a:srgbClr val="808080"/>
              </a:outerShdw>
            </a:effectLst>
          </p:spPr>
          <p:txBody>
            <a:bodyPr wrap="none" anchor="ctr"/>
            <a:lstStyle/>
            <a:p>
              <a:endParaRPr lang="zh-CN" altLang="en-US">
                <a:solidFill>
                  <a:schemeClr val="tx1"/>
                </a:solidFill>
              </a:endParaRPr>
            </a:p>
          </p:txBody>
        </p:sp>
        <p:sp>
          <p:nvSpPr>
            <p:cNvPr id="306" name="Text Box 4">
              <a:extLst>
                <a:ext uri="{FF2B5EF4-FFF2-40B4-BE49-F238E27FC236}">
                  <a16:creationId xmlns:a16="http://schemas.microsoft.com/office/drawing/2014/main" id="{52CC86D5-21A9-30FF-6020-63BB205F2EC7}"/>
                </a:ext>
              </a:extLst>
            </p:cNvPr>
            <p:cNvSpPr txBox="1">
              <a:spLocks noChangeAspect="1" noChangeArrowheads="1"/>
            </p:cNvSpPr>
            <p:nvPr/>
          </p:nvSpPr>
          <p:spPr bwMode="auto">
            <a:xfrm>
              <a:off x="5093" y="3111"/>
              <a:ext cx="269" cy="2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just"/>
              <a:r>
                <a:rPr lang="en-US" altLang="zh-CN" i="1">
                  <a:solidFill>
                    <a:schemeClr val="tx1"/>
                  </a:solidFill>
                  <a:ea typeface="宋体" panose="02010600030101010101" pitchFamily="2" charset="-122"/>
                </a:rPr>
                <a:t>O</a:t>
              </a:r>
              <a:endParaRPr lang="en-US" altLang="zh-CN" baseline="-25000">
                <a:solidFill>
                  <a:schemeClr val="tx1"/>
                </a:solidFill>
                <a:ea typeface="宋体" panose="02010600030101010101" pitchFamily="2" charset="-122"/>
              </a:endParaRPr>
            </a:p>
          </p:txBody>
        </p:sp>
        <p:sp>
          <p:nvSpPr>
            <p:cNvPr id="307" name="Text Box 5">
              <a:extLst>
                <a:ext uri="{FF2B5EF4-FFF2-40B4-BE49-F238E27FC236}">
                  <a16:creationId xmlns:a16="http://schemas.microsoft.com/office/drawing/2014/main" id="{C5D85470-58B1-1F7B-E552-3E5FD743E1C6}"/>
                </a:ext>
              </a:extLst>
            </p:cNvPr>
            <p:cNvSpPr txBox="1">
              <a:spLocks noChangeAspect="1" noChangeArrowheads="1"/>
            </p:cNvSpPr>
            <p:nvPr/>
          </p:nvSpPr>
          <p:spPr bwMode="auto">
            <a:xfrm>
              <a:off x="5367" y="3256"/>
              <a:ext cx="474" cy="31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r>
                <a:rPr lang="en-US" altLang="zh-CN" i="1" dirty="0">
                  <a:solidFill>
                    <a:schemeClr val="tx1"/>
                  </a:solidFill>
                  <a:ea typeface="宋体" panose="02010600030101010101" pitchFamily="2" charset="-122"/>
                </a:rPr>
                <a:t>M</a:t>
              </a:r>
              <a:endParaRPr lang="en-US" altLang="zh-CN" i="1" baseline="-25000" dirty="0">
                <a:solidFill>
                  <a:schemeClr val="tx1"/>
                </a:solidFill>
                <a:ea typeface="宋体" panose="02010600030101010101" pitchFamily="2" charset="-122"/>
              </a:endParaRPr>
            </a:p>
          </p:txBody>
        </p:sp>
        <p:sp>
          <p:nvSpPr>
            <p:cNvPr id="308" name="Arc 6">
              <a:extLst>
                <a:ext uri="{FF2B5EF4-FFF2-40B4-BE49-F238E27FC236}">
                  <a16:creationId xmlns:a16="http://schemas.microsoft.com/office/drawing/2014/main" id="{192C534A-DBD1-5389-DFC9-54302A50C402}"/>
                </a:ext>
              </a:extLst>
            </p:cNvPr>
            <p:cNvSpPr>
              <a:spLocks noChangeAspect="1"/>
            </p:cNvSpPr>
            <p:nvPr/>
          </p:nvSpPr>
          <p:spPr bwMode="auto">
            <a:xfrm rot="8122963" flipH="1">
              <a:off x="5218" y="3189"/>
              <a:ext cx="237" cy="223"/>
            </a:xfrm>
            <a:custGeom>
              <a:avLst/>
              <a:gdLst>
                <a:gd name="G0" fmla="+- 0 0 0"/>
                <a:gd name="G1" fmla="+- 21600 0 0"/>
                <a:gd name="G2" fmla="+- 21600 0 0"/>
                <a:gd name="T0" fmla="*/ 0 w 21600"/>
                <a:gd name="T1" fmla="*/ 0 h 24472"/>
                <a:gd name="T2" fmla="*/ 21408 w 21600"/>
                <a:gd name="T3" fmla="*/ 24472 h 24472"/>
                <a:gd name="T4" fmla="*/ 0 w 21600"/>
                <a:gd name="T5" fmla="*/ 21600 h 24472"/>
              </a:gdLst>
              <a:ahLst/>
              <a:cxnLst>
                <a:cxn ang="0">
                  <a:pos x="T0" y="T1"/>
                </a:cxn>
                <a:cxn ang="0">
                  <a:pos x="T2" y="T3"/>
                </a:cxn>
                <a:cxn ang="0">
                  <a:pos x="T4" y="T5"/>
                </a:cxn>
              </a:cxnLst>
              <a:rect l="0" t="0" r="r" b="b"/>
              <a:pathLst>
                <a:path w="21600" h="24472" fill="none" extrusionOk="0">
                  <a:moveTo>
                    <a:pt x="-1" y="0"/>
                  </a:moveTo>
                  <a:cubicBezTo>
                    <a:pt x="11929" y="0"/>
                    <a:pt x="21600" y="9670"/>
                    <a:pt x="21600" y="21600"/>
                  </a:cubicBezTo>
                  <a:cubicBezTo>
                    <a:pt x="21600" y="22560"/>
                    <a:pt x="21535" y="23520"/>
                    <a:pt x="21408" y="24472"/>
                  </a:cubicBezTo>
                </a:path>
                <a:path w="21600" h="24472" stroke="0" extrusionOk="0">
                  <a:moveTo>
                    <a:pt x="-1" y="0"/>
                  </a:moveTo>
                  <a:cubicBezTo>
                    <a:pt x="11929" y="0"/>
                    <a:pt x="21600" y="9670"/>
                    <a:pt x="21600" y="21600"/>
                  </a:cubicBezTo>
                  <a:cubicBezTo>
                    <a:pt x="21600" y="22560"/>
                    <a:pt x="21535" y="23520"/>
                    <a:pt x="21408" y="24472"/>
                  </a:cubicBezTo>
                  <a:lnTo>
                    <a:pt x="0" y="21600"/>
                  </a:lnTo>
                  <a:close/>
                </a:path>
              </a:pathLst>
            </a:custGeom>
            <a:noFill/>
            <a:ln w="38100">
              <a:solidFill>
                <a:srgbClr val="FF0000"/>
              </a:solidFill>
              <a:round/>
              <a:headEnd type="none" w="sm" len="lg"/>
              <a:tailEnd type="stealth" w="med"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solidFill>
                  <a:schemeClr val="tx1"/>
                </a:solidFill>
              </a:endParaRPr>
            </a:p>
          </p:txBody>
        </p:sp>
        <p:sp>
          <p:nvSpPr>
            <p:cNvPr id="309" name="Line 7">
              <a:extLst>
                <a:ext uri="{FF2B5EF4-FFF2-40B4-BE49-F238E27FC236}">
                  <a16:creationId xmlns:a16="http://schemas.microsoft.com/office/drawing/2014/main" id="{C3ACE37D-E78D-2A6B-B9FE-B527F98C639B}"/>
                </a:ext>
              </a:extLst>
            </p:cNvPr>
            <p:cNvSpPr>
              <a:spLocks noChangeShapeType="1"/>
            </p:cNvSpPr>
            <p:nvPr/>
          </p:nvSpPr>
          <p:spPr bwMode="auto">
            <a:xfrm rot="5400000">
              <a:off x="4805" y="3282"/>
              <a:ext cx="594" cy="0"/>
            </a:xfrm>
            <a:prstGeom prst="line">
              <a:avLst/>
            </a:prstGeom>
            <a:noFill/>
            <a:ln w="3175">
              <a:solidFill>
                <a:srgbClr val="000000"/>
              </a:solidFill>
              <a:prstDash val="lgDash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solidFill>
                  <a:schemeClr val="tx1"/>
                </a:solidFill>
              </a:endParaRPr>
            </a:p>
          </p:txBody>
        </p:sp>
      </p:grpSp>
      <p:sp>
        <p:nvSpPr>
          <p:cNvPr id="311" name="Line 10">
            <a:extLst>
              <a:ext uri="{FF2B5EF4-FFF2-40B4-BE49-F238E27FC236}">
                <a16:creationId xmlns:a16="http://schemas.microsoft.com/office/drawing/2014/main" id="{1A054F7B-C479-695E-A41D-83457BABD634}"/>
              </a:ext>
            </a:extLst>
          </p:cNvPr>
          <p:cNvSpPr>
            <a:spLocks noChangeShapeType="1"/>
          </p:cNvSpPr>
          <p:nvPr/>
        </p:nvSpPr>
        <p:spPr bwMode="auto">
          <a:xfrm flipV="1">
            <a:off x="4140534" y="5501663"/>
            <a:ext cx="0" cy="706438"/>
          </a:xfrm>
          <a:prstGeom prst="line">
            <a:avLst/>
          </a:prstGeom>
          <a:noFill/>
          <a:ln w="38100">
            <a:solidFill>
              <a:srgbClr val="FF00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solidFill>
                <a:schemeClr val="tx1"/>
              </a:solidFill>
            </a:endParaRPr>
          </a:p>
        </p:txBody>
      </p:sp>
      <p:sp>
        <p:nvSpPr>
          <p:cNvPr id="312" name="Text Box 11">
            <a:extLst>
              <a:ext uri="{FF2B5EF4-FFF2-40B4-BE49-F238E27FC236}">
                <a16:creationId xmlns:a16="http://schemas.microsoft.com/office/drawing/2014/main" id="{3D7B61CD-F4C0-0158-CF0E-C305B20B85A1}"/>
              </a:ext>
            </a:extLst>
          </p:cNvPr>
          <p:cNvSpPr txBox="1">
            <a:spLocks noChangeArrowheads="1"/>
          </p:cNvSpPr>
          <p:nvPr/>
        </p:nvSpPr>
        <p:spPr bwMode="auto">
          <a:xfrm>
            <a:off x="4054973" y="5820809"/>
            <a:ext cx="9271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pPr>
            <a:r>
              <a:rPr lang="en-US" altLang="zh-CN" b="1" i="1" dirty="0">
                <a:solidFill>
                  <a:schemeClr val="tx1"/>
                </a:solidFill>
                <a:ea typeface="宋体" panose="02010600030101010101" pitchFamily="2" charset="-122"/>
              </a:rPr>
              <a:t>F</a:t>
            </a:r>
            <a:r>
              <a:rPr lang="en-US" altLang="zh-CN" i="0" baseline="-25000" dirty="0">
                <a:solidFill>
                  <a:schemeClr val="tx1"/>
                </a:solidFill>
                <a:ea typeface="宋体" panose="02010600030101010101" pitchFamily="2" charset="-122"/>
              </a:rPr>
              <a:t>N</a:t>
            </a:r>
            <a:endParaRPr lang="en-US" altLang="zh-CN" b="1" i="0" dirty="0">
              <a:solidFill>
                <a:schemeClr val="tx1"/>
              </a:solidFill>
              <a:ea typeface="宋体" panose="02010600030101010101" pitchFamily="2" charset="-122"/>
            </a:endParaRPr>
          </a:p>
        </p:txBody>
      </p:sp>
      <p:sp>
        <p:nvSpPr>
          <p:cNvPr id="313" name="Text Box 13">
            <a:extLst>
              <a:ext uri="{FF2B5EF4-FFF2-40B4-BE49-F238E27FC236}">
                <a16:creationId xmlns:a16="http://schemas.microsoft.com/office/drawing/2014/main" id="{44C3D023-EAAA-C49B-7B1D-2F2E52108C95}"/>
              </a:ext>
            </a:extLst>
          </p:cNvPr>
          <p:cNvSpPr txBox="1">
            <a:spLocks noChangeAspect="1" noChangeArrowheads="1"/>
          </p:cNvSpPr>
          <p:nvPr/>
        </p:nvSpPr>
        <p:spPr bwMode="auto">
          <a:xfrm>
            <a:off x="2419375" y="3996159"/>
            <a:ext cx="635000" cy="4873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r>
              <a:rPr lang="en-US" altLang="zh-CN" i="0" dirty="0">
                <a:solidFill>
                  <a:schemeClr val="tx1"/>
                </a:solidFill>
                <a:ea typeface="宋体" panose="02010600030101010101" pitchFamily="2" charset="-122"/>
              </a:rPr>
              <a:t>a</a:t>
            </a:r>
            <a:r>
              <a:rPr lang="zh-CN" altLang="en-US" i="0" dirty="0">
                <a:solidFill>
                  <a:schemeClr val="tx1"/>
                </a:solidFill>
                <a:ea typeface="宋体" panose="02010600030101010101" pitchFamily="2" charset="-122"/>
              </a:rPr>
              <a:t>）</a:t>
            </a:r>
          </a:p>
        </p:txBody>
      </p:sp>
      <p:grpSp>
        <p:nvGrpSpPr>
          <p:cNvPr id="314" name="Group 14">
            <a:extLst>
              <a:ext uri="{FF2B5EF4-FFF2-40B4-BE49-F238E27FC236}">
                <a16:creationId xmlns:a16="http://schemas.microsoft.com/office/drawing/2014/main" id="{2A7A1CFB-AE24-239A-CF4A-2544047FC531}"/>
              </a:ext>
            </a:extLst>
          </p:cNvPr>
          <p:cNvGrpSpPr>
            <a:grpSpLocks/>
          </p:cNvGrpSpPr>
          <p:nvPr/>
        </p:nvGrpSpPr>
        <p:grpSpPr bwMode="auto">
          <a:xfrm>
            <a:off x="1265262" y="2214984"/>
            <a:ext cx="3041650" cy="1885950"/>
            <a:chOff x="372" y="875"/>
            <a:chExt cx="1916" cy="1188"/>
          </a:xfrm>
        </p:grpSpPr>
        <p:sp>
          <p:nvSpPr>
            <p:cNvPr id="315" name="Line 15">
              <a:extLst>
                <a:ext uri="{FF2B5EF4-FFF2-40B4-BE49-F238E27FC236}">
                  <a16:creationId xmlns:a16="http://schemas.microsoft.com/office/drawing/2014/main" id="{DD526BC4-EEB9-311D-6CFC-C3F60AAB9DFE}"/>
                </a:ext>
              </a:extLst>
            </p:cNvPr>
            <p:cNvSpPr>
              <a:spLocks noChangeShapeType="1"/>
            </p:cNvSpPr>
            <p:nvPr/>
          </p:nvSpPr>
          <p:spPr bwMode="auto">
            <a:xfrm>
              <a:off x="1970" y="971"/>
              <a:ext cx="0" cy="476"/>
            </a:xfrm>
            <a:prstGeom prst="line">
              <a:avLst/>
            </a:prstGeom>
            <a:noFill/>
            <a:ln w="38100">
              <a:solidFill>
                <a:srgbClr val="FF00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solidFill>
                  <a:schemeClr val="tx1"/>
                </a:solidFill>
              </a:endParaRPr>
            </a:p>
          </p:txBody>
        </p:sp>
        <p:sp>
          <p:nvSpPr>
            <p:cNvPr id="316" name="Text Box 16">
              <a:extLst>
                <a:ext uri="{FF2B5EF4-FFF2-40B4-BE49-F238E27FC236}">
                  <a16:creationId xmlns:a16="http://schemas.microsoft.com/office/drawing/2014/main" id="{708C8BFA-9C39-7E0B-A2FC-76FBDDED674E}"/>
                </a:ext>
              </a:extLst>
            </p:cNvPr>
            <p:cNvSpPr txBox="1">
              <a:spLocks noChangeArrowheads="1"/>
            </p:cNvSpPr>
            <p:nvPr/>
          </p:nvSpPr>
          <p:spPr bwMode="auto">
            <a:xfrm>
              <a:off x="875" y="1096"/>
              <a:ext cx="33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pPr>
              <a:r>
                <a:rPr lang="en-US" altLang="zh-CN" i="1" dirty="0">
                  <a:solidFill>
                    <a:schemeClr val="tx1"/>
                  </a:solidFill>
                  <a:ea typeface="宋体" panose="02010600030101010101" pitchFamily="2" charset="-122"/>
                </a:rPr>
                <a:t>a</a:t>
              </a:r>
            </a:p>
          </p:txBody>
        </p:sp>
        <p:sp>
          <p:nvSpPr>
            <p:cNvPr id="317" name="Text Box 17">
              <a:extLst>
                <a:ext uri="{FF2B5EF4-FFF2-40B4-BE49-F238E27FC236}">
                  <a16:creationId xmlns:a16="http://schemas.microsoft.com/office/drawing/2014/main" id="{C44F188C-7A3A-D552-C19A-09F527171FB3}"/>
                </a:ext>
              </a:extLst>
            </p:cNvPr>
            <p:cNvSpPr txBox="1">
              <a:spLocks noChangeAspect="1" noChangeArrowheads="1"/>
            </p:cNvSpPr>
            <p:nvPr/>
          </p:nvSpPr>
          <p:spPr bwMode="auto">
            <a:xfrm>
              <a:off x="1970" y="875"/>
              <a:ext cx="318" cy="2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just"/>
              <a:r>
                <a:rPr lang="en-US" altLang="zh-CN" b="1" i="1" dirty="0">
                  <a:solidFill>
                    <a:schemeClr val="tx1"/>
                  </a:solidFill>
                  <a:ea typeface="宋体" panose="02010600030101010101" pitchFamily="2" charset="-122"/>
                </a:rPr>
                <a:t>F</a:t>
              </a:r>
              <a:r>
                <a:rPr lang="en-US" altLang="zh-CN" i="0" baseline="-25000" dirty="0">
                  <a:solidFill>
                    <a:schemeClr val="tx1"/>
                  </a:solidFill>
                  <a:ea typeface="宋体" panose="02010600030101010101" pitchFamily="2" charset="-122"/>
                </a:rPr>
                <a:t>1</a:t>
              </a:r>
            </a:p>
          </p:txBody>
        </p:sp>
        <p:grpSp>
          <p:nvGrpSpPr>
            <p:cNvPr id="318" name="Group 18">
              <a:extLst>
                <a:ext uri="{FF2B5EF4-FFF2-40B4-BE49-F238E27FC236}">
                  <a16:creationId xmlns:a16="http://schemas.microsoft.com/office/drawing/2014/main" id="{36277EF1-8BA8-5A57-82FD-0BD2C1676DF3}"/>
                </a:ext>
              </a:extLst>
            </p:cNvPr>
            <p:cNvGrpSpPr>
              <a:grpSpLocks/>
            </p:cNvGrpSpPr>
            <p:nvPr/>
          </p:nvGrpSpPr>
          <p:grpSpPr bwMode="auto">
            <a:xfrm>
              <a:off x="604" y="1040"/>
              <a:ext cx="1383" cy="505"/>
              <a:chOff x="604" y="1040"/>
              <a:chExt cx="1383" cy="505"/>
            </a:xfrm>
          </p:grpSpPr>
          <p:sp>
            <p:nvSpPr>
              <p:cNvPr id="341" name="Freeform 19">
                <a:extLst>
                  <a:ext uri="{FF2B5EF4-FFF2-40B4-BE49-F238E27FC236}">
                    <a16:creationId xmlns:a16="http://schemas.microsoft.com/office/drawing/2014/main" id="{E183ABCD-6DC1-B06A-5672-C26818377AA7}"/>
                  </a:ext>
                </a:extLst>
              </p:cNvPr>
              <p:cNvSpPr>
                <a:spLocks/>
              </p:cNvSpPr>
              <p:nvPr/>
            </p:nvSpPr>
            <p:spPr bwMode="auto">
              <a:xfrm>
                <a:off x="1095" y="1419"/>
                <a:ext cx="245" cy="126"/>
              </a:xfrm>
              <a:custGeom>
                <a:avLst/>
                <a:gdLst>
                  <a:gd name="T0" fmla="*/ 0 w 245"/>
                  <a:gd name="T1" fmla="*/ 3 h 126"/>
                  <a:gd name="T2" fmla="*/ 1 w 245"/>
                  <a:gd name="T3" fmla="*/ 119 h 126"/>
                  <a:gd name="T4" fmla="*/ 19 w 245"/>
                  <a:gd name="T5" fmla="*/ 111 h 126"/>
                  <a:gd name="T6" fmla="*/ 49 w 245"/>
                  <a:gd name="T7" fmla="*/ 97 h 126"/>
                  <a:gd name="T8" fmla="*/ 125 w 245"/>
                  <a:gd name="T9" fmla="*/ 87 h 126"/>
                  <a:gd name="T10" fmla="*/ 185 w 245"/>
                  <a:gd name="T11" fmla="*/ 95 h 126"/>
                  <a:gd name="T12" fmla="*/ 243 w 245"/>
                  <a:gd name="T13" fmla="*/ 126 h 126"/>
                  <a:gd name="T14" fmla="*/ 243 w 245"/>
                  <a:gd name="T15" fmla="*/ 1 h 126"/>
                  <a:gd name="T16" fmla="*/ 0 w 245"/>
                  <a:gd name="T17" fmla="*/ 3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45" h="126">
                    <a:moveTo>
                      <a:pt x="0" y="3"/>
                    </a:moveTo>
                    <a:cubicBezTo>
                      <a:pt x="1" y="42"/>
                      <a:pt x="1" y="59"/>
                      <a:pt x="1" y="119"/>
                    </a:cubicBezTo>
                    <a:cubicBezTo>
                      <a:pt x="13" y="119"/>
                      <a:pt x="13" y="113"/>
                      <a:pt x="19" y="111"/>
                    </a:cubicBezTo>
                    <a:cubicBezTo>
                      <a:pt x="28" y="108"/>
                      <a:pt x="40" y="100"/>
                      <a:pt x="49" y="97"/>
                    </a:cubicBezTo>
                    <a:cubicBezTo>
                      <a:pt x="74" y="89"/>
                      <a:pt x="97" y="87"/>
                      <a:pt x="125" y="87"/>
                    </a:cubicBezTo>
                    <a:cubicBezTo>
                      <a:pt x="149" y="89"/>
                      <a:pt x="159" y="87"/>
                      <a:pt x="185" y="95"/>
                    </a:cubicBezTo>
                    <a:cubicBezTo>
                      <a:pt x="205" y="101"/>
                      <a:pt x="215" y="111"/>
                      <a:pt x="243" y="126"/>
                    </a:cubicBezTo>
                    <a:cubicBezTo>
                      <a:pt x="244" y="63"/>
                      <a:pt x="245" y="63"/>
                      <a:pt x="243" y="1"/>
                    </a:cubicBezTo>
                    <a:cubicBezTo>
                      <a:pt x="122" y="0"/>
                      <a:pt x="0" y="3"/>
                      <a:pt x="0" y="3"/>
                    </a:cubicBezTo>
                    <a:close/>
                  </a:path>
                </a:pathLst>
              </a:custGeom>
              <a:gradFill rotWithShape="1">
                <a:gsLst>
                  <a:gs pos="0">
                    <a:srgbClr val="FF6600"/>
                  </a:gs>
                  <a:gs pos="50000">
                    <a:srgbClr val="FF9999"/>
                  </a:gs>
                  <a:gs pos="100000">
                    <a:srgbClr val="FF6600"/>
                  </a:gs>
                </a:gsLst>
                <a:lin ang="0" scaled="1"/>
              </a:gradFill>
              <a:ln w="28575" cap="flat" cmpd="sng">
                <a:solidFill>
                  <a:schemeClr val="tx1"/>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chemeClr val="tx1"/>
                  </a:solidFill>
                </a:endParaRPr>
              </a:p>
            </p:txBody>
          </p:sp>
          <p:grpSp>
            <p:nvGrpSpPr>
              <p:cNvPr id="342" name="Group 20">
                <a:extLst>
                  <a:ext uri="{FF2B5EF4-FFF2-40B4-BE49-F238E27FC236}">
                    <a16:creationId xmlns:a16="http://schemas.microsoft.com/office/drawing/2014/main" id="{8D08968C-E802-A655-6158-EE8377DFBA75}"/>
                  </a:ext>
                </a:extLst>
              </p:cNvPr>
              <p:cNvGrpSpPr>
                <a:grpSpLocks/>
              </p:cNvGrpSpPr>
              <p:nvPr/>
            </p:nvGrpSpPr>
            <p:grpSpPr bwMode="auto">
              <a:xfrm flipV="1">
                <a:off x="604" y="1040"/>
                <a:ext cx="223" cy="191"/>
                <a:chOff x="1378" y="1892"/>
                <a:chExt cx="223" cy="191"/>
              </a:xfrm>
            </p:grpSpPr>
            <p:grpSp>
              <p:nvGrpSpPr>
                <p:cNvPr id="344" name="Group 21">
                  <a:extLst>
                    <a:ext uri="{FF2B5EF4-FFF2-40B4-BE49-F238E27FC236}">
                      <a16:creationId xmlns:a16="http://schemas.microsoft.com/office/drawing/2014/main" id="{AAFE44D5-BA88-AF13-C98C-B8C968A6F6E9}"/>
                    </a:ext>
                  </a:extLst>
                </p:cNvPr>
                <p:cNvGrpSpPr>
                  <a:grpSpLocks/>
                </p:cNvGrpSpPr>
                <p:nvPr/>
              </p:nvGrpSpPr>
              <p:grpSpPr bwMode="auto">
                <a:xfrm>
                  <a:off x="1378" y="1902"/>
                  <a:ext cx="223" cy="181"/>
                  <a:chOff x="2985" y="959"/>
                  <a:chExt cx="277" cy="225"/>
                </a:xfrm>
              </p:grpSpPr>
              <p:sp>
                <p:nvSpPr>
                  <p:cNvPr id="346" name="AutoShape 22">
                    <a:extLst>
                      <a:ext uri="{FF2B5EF4-FFF2-40B4-BE49-F238E27FC236}">
                        <a16:creationId xmlns:a16="http://schemas.microsoft.com/office/drawing/2014/main" id="{9C1AC31F-2A3E-469F-5BF2-2BEE35FC67C2}"/>
                      </a:ext>
                    </a:extLst>
                  </p:cNvPr>
                  <p:cNvSpPr>
                    <a:spLocks noChangeAspect="1" noChangeArrowheads="1"/>
                  </p:cNvSpPr>
                  <p:nvPr/>
                </p:nvSpPr>
                <p:spPr bwMode="auto">
                  <a:xfrm>
                    <a:off x="3042" y="959"/>
                    <a:ext cx="163" cy="157"/>
                  </a:xfrm>
                  <a:prstGeom prst="triangle">
                    <a:avLst>
                      <a:gd name="adj" fmla="val 50000"/>
                    </a:avLst>
                  </a:prstGeom>
                  <a:gradFill rotWithShape="1">
                    <a:gsLst>
                      <a:gs pos="0">
                        <a:srgbClr val="FFFF00">
                          <a:gamma/>
                          <a:shade val="46275"/>
                          <a:invGamma/>
                        </a:srgbClr>
                      </a:gs>
                      <a:gs pos="50000">
                        <a:srgbClr val="FFFF00"/>
                      </a:gs>
                      <a:gs pos="100000">
                        <a:srgbClr val="FFFF00">
                          <a:gamma/>
                          <a:shade val="46275"/>
                          <a:invGamma/>
                        </a:srgbClr>
                      </a:gs>
                    </a:gsLst>
                    <a:lin ang="0" scaled="1"/>
                  </a:gradFill>
                  <a:ln w="381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solidFill>
                        <a:schemeClr val="tx1"/>
                      </a:solidFill>
                    </a:endParaRPr>
                  </a:p>
                </p:txBody>
              </p:sp>
              <p:sp>
                <p:nvSpPr>
                  <p:cNvPr id="347" name="Rectangle 23">
                    <a:extLst>
                      <a:ext uri="{FF2B5EF4-FFF2-40B4-BE49-F238E27FC236}">
                        <a16:creationId xmlns:a16="http://schemas.microsoft.com/office/drawing/2014/main" id="{88CEAC8C-2B7D-EAEF-1B2E-0B4A8255FC8F}"/>
                      </a:ext>
                    </a:extLst>
                  </p:cNvPr>
                  <p:cNvSpPr>
                    <a:spLocks noChangeAspect="1" noChangeArrowheads="1"/>
                  </p:cNvSpPr>
                  <p:nvPr/>
                </p:nvSpPr>
                <p:spPr bwMode="auto">
                  <a:xfrm>
                    <a:off x="2986" y="1107"/>
                    <a:ext cx="275" cy="77"/>
                  </a:xfrm>
                  <a:prstGeom prst="rect">
                    <a:avLst/>
                  </a:prstGeom>
                  <a:pattFill prst="wdUpDiag">
                    <a:fgClr>
                      <a:srgbClr val="000000"/>
                    </a:fgClr>
                    <a:bgClr>
                      <a:srgbClr val="FFFFCC"/>
                    </a:bgClr>
                  </a:patt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solidFill>
                        <a:schemeClr val="tx1"/>
                      </a:solidFill>
                    </a:endParaRPr>
                  </a:p>
                </p:txBody>
              </p:sp>
              <p:sp>
                <p:nvSpPr>
                  <p:cNvPr id="348" name="Line 24">
                    <a:extLst>
                      <a:ext uri="{FF2B5EF4-FFF2-40B4-BE49-F238E27FC236}">
                        <a16:creationId xmlns:a16="http://schemas.microsoft.com/office/drawing/2014/main" id="{72C24D1A-2F57-DB88-C6A8-28756CA3B155}"/>
                      </a:ext>
                    </a:extLst>
                  </p:cNvPr>
                  <p:cNvSpPr>
                    <a:spLocks noChangeAspect="1" noChangeShapeType="1"/>
                  </p:cNvSpPr>
                  <p:nvPr/>
                </p:nvSpPr>
                <p:spPr bwMode="auto">
                  <a:xfrm>
                    <a:off x="2985" y="1100"/>
                    <a:ext cx="277" cy="1"/>
                  </a:xfrm>
                  <a:prstGeom prst="line">
                    <a:avLst/>
                  </a:prstGeom>
                  <a:noFill/>
                  <a:ln w="571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solidFill>
                        <a:schemeClr val="tx1"/>
                      </a:solidFill>
                    </a:endParaRPr>
                  </a:p>
                </p:txBody>
              </p:sp>
            </p:grpSp>
            <p:sp>
              <p:nvSpPr>
                <p:cNvPr id="345" name="Oval 25">
                  <a:extLst>
                    <a:ext uri="{FF2B5EF4-FFF2-40B4-BE49-F238E27FC236}">
                      <a16:creationId xmlns:a16="http://schemas.microsoft.com/office/drawing/2014/main" id="{C50474AC-AC31-2F4E-C070-0B88B2336A6F}"/>
                    </a:ext>
                  </a:extLst>
                </p:cNvPr>
                <p:cNvSpPr>
                  <a:spLocks noChangeAspect="1" noChangeArrowheads="1"/>
                </p:cNvSpPr>
                <p:nvPr/>
              </p:nvSpPr>
              <p:spPr bwMode="auto">
                <a:xfrm>
                  <a:off x="1464" y="1892"/>
                  <a:ext cx="51" cy="51"/>
                </a:xfrm>
                <a:prstGeom prst="ellipse">
                  <a:avLst/>
                </a:prstGeom>
                <a:solidFill>
                  <a:srgbClr val="FF0000"/>
                </a:solidFill>
                <a:ln w="2857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solidFill>
                      <a:schemeClr val="tx1"/>
                    </a:solidFill>
                  </a:endParaRPr>
                </a:p>
              </p:txBody>
            </p:sp>
          </p:grpSp>
          <p:sp>
            <p:nvSpPr>
              <p:cNvPr id="343" name="Freeform 26">
                <a:extLst>
                  <a:ext uri="{FF2B5EF4-FFF2-40B4-BE49-F238E27FC236}">
                    <a16:creationId xmlns:a16="http://schemas.microsoft.com/office/drawing/2014/main" id="{4C994823-AED6-63AA-8627-C2F8BE1E7018}"/>
                  </a:ext>
                </a:extLst>
              </p:cNvPr>
              <p:cNvSpPr>
                <a:spLocks/>
              </p:cNvSpPr>
              <p:nvPr/>
            </p:nvSpPr>
            <p:spPr bwMode="auto">
              <a:xfrm>
                <a:off x="703" y="1230"/>
                <a:ext cx="1284" cy="194"/>
              </a:xfrm>
              <a:custGeom>
                <a:avLst/>
                <a:gdLst>
                  <a:gd name="T0" fmla="*/ 11 w 1284"/>
                  <a:gd name="T1" fmla="*/ 0 h 194"/>
                  <a:gd name="T2" fmla="*/ 45 w 1284"/>
                  <a:gd name="T3" fmla="*/ 190 h 194"/>
                  <a:gd name="T4" fmla="*/ 75 w 1284"/>
                  <a:gd name="T5" fmla="*/ 192 h 194"/>
                  <a:gd name="T6" fmla="*/ 1284 w 1284"/>
                  <a:gd name="T7" fmla="*/ 192 h 194"/>
                </a:gdLst>
                <a:ahLst/>
                <a:cxnLst>
                  <a:cxn ang="0">
                    <a:pos x="T0" y="T1"/>
                  </a:cxn>
                  <a:cxn ang="0">
                    <a:pos x="T2" y="T3"/>
                  </a:cxn>
                  <a:cxn ang="0">
                    <a:pos x="T4" y="T5"/>
                  </a:cxn>
                  <a:cxn ang="0">
                    <a:pos x="T6" y="T7"/>
                  </a:cxn>
                </a:cxnLst>
                <a:rect l="0" t="0" r="r" b="b"/>
                <a:pathLst>
                  <a:path w="1284" h="194">
                    <a:moveTo>
                      <a:pt x="11" y="0"/>
                    </a:moveTo>
                    <a:cubicBezTo>
                      <a:pt x="11" y="147"/>
                      <a:pt x="0" y="172"/>
                      <a:pt x="45" y="190"/>
                    </a:cubicBezTo>
                    <a:cubicBezTo>
                      <a:pt x="97" y="194"/>
                      <a:pt x="63" y="188"/>
                      <a:pt x="75" y="192"/>
                    </a:cubicBezTo>
                    <a:cubicBezTo>
                      <a:pt x="679" y="192"/>
                      <a:pt x="1083" y="192"/>
                      <a:pt x="1284" y="192"/>
                    </a:cubicBezTo>
                  </a:path>
                </a:pathLst>
              </a:custGeom>
              <a:noFill/>
              <a:ln w="57150" cap="flat" cmpd="sng">
                <a:solidFill>
                  <a:schemeClr val="tx1"/>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solidFill>
                    <a:schemeClr val="tx1"/>
                  </a:solidFill>
                </a:endParaRPr>
              </a:p>
            </p:txBody>
          </p:sp>
        </p:grpSp>
        <p:grpSp>
          <p:nvGrpSpPr>
            <p:cNvPr id="319" name="Group 27">
              <a:extLst>
                <a:ext uri="{FF2B5EF4-FFF2-40B4-BE49-F238E27FC236}">
                  <a16:creationId xmlns:a16="http://schemas.microsoft.com/office/drawing/2014/main" id="{4B76740E-AB2D-6CB2-7AA4-9E7CB7CD71BC}"/>
                </a:ext>
              </a:extLst>
            </p:cNvPr>
            <p:cNvGrpSpPr>
              <a:grpSpLocks/>
            </p:cNvGrpSpPr>
            <p:nvPr/>
          </p:nvGrpSpPr>
          <p:grpSpPr bwMode="auto">
            <a:xfrm>
              <a:off x="972" y="1469"/>
              <a:ext cx="1009" cy="594"/>
              <a:chOff x="1100" y="1501"/>
              <a:chExt cx="1009" cy="594"/>
            </a:xfrm>
          </p:grpSpPr>
          <p:sp>
            <p:nvSpPr>
              <p:cNvPr id="329" name="Oval 28">
                <a:extLst>
                  <a:ext uri="{FF2B5EF4-FFF2-40B4-BE49-F238E27FC236}">
                    <a16:creationId xmlns:a16="http://schemas.microsoft.com/office/drawing/2014/main" id="{6BB5B51F-4DD1-AF8E-20BB-CB0D95BBB8AF}"/>
                  </a:ext>
                </a:extLst>
              </p:cNvPr>
              <p:cNvSpPr>
                <a:spLocks noChangeAspect="1" noChangeArrowheads="1"/>
              </p:cNvSpPr>
              <p:nvPr/>
            </p:nvSpPr>
            <p:spPr bwMode="auto">
              <a:xfrm>
                <a:off x="1107" y="1540"/>
                <a:ext cx="490" cy="490"/>
              </a:xfrm>
              <a:prstGeom prst="ellipse">
                <a:avLst/>
              </a:prstGeom>
              <a:gradFill rotWithShape="1">
                <a:gsLst>
                  <a:gs pos="0">
                    <a:srgbClr val="FFCC00">
                      <a:gamma/>
                      <a:tint val="34902"/>
                      <a:invGamma/>
                    </a:srgbClr>
                  </a:gs>
                  <a:gs pos="100000">
                    <a:srgbClr val="FFCC00"/>
                  </a:gs>
                </a:gsLst>
                <a:path path="shape">
                  <a:fillToRect l="50000" t="50000" r="50000" b="50000"/>
                </a:path>
              </a:gradFill>
              <a:ln w="28575" algn="ctr">
                <a:solidFill>
                  <a:srgbClr val="000000"/>
                </a:solidFill>
                <a:round/>
                <a:headEnd/>
                <a:tailEnd/>
              </a:ln>
              <a:effectLst>
                <a:outerShdw dist="35921" dir="2700000" algn="ctr" rotWithShape="0">
                  <a:srgbClr val="808080"/>
                </a:outerShdw>
              </a:effectLst>
            </p:spPr>
            <p:txBody>
              <a:bodyPr wrap="none" anchor="ctr"/>
              <a:lstStyle/>
              <a:p>
                <a:endParaRPr lang="zh-CN" altLang="en-US">
                  <a:solidFill>
                    <a:schemeClr val="tx1"/>
                  </a:solidFill>
                </a:endParaRPr>
              </a:p>
            </p:txBody>
          </p:sp>
          <p:sp>
            <p:nvSpPr>
              <p:cNvPr id="330" name="Text Box 29">
                <a:extLst>
                  <a:ext uri="{FF2B5EF4-FFF2-40B4-BE49-F238E27FC236}">
                    <a16:creationId xmlns:a16="http://schemas.microsoft.com/office/drawing/2014/main" id="{93CC4EC5-C5BA-5287-FDB3-CF4F3D7053E3}"/>
                  </a:ext>
                </a:extLst>
              </p:cNvPr>
              <p:cNvSpPr txBox="1">
                <a:spLocks noChangeAspect="1" noChangeArrowheads="1"/>
              </p:cNvSpPr>
              <p:nvPr/>
            </p:nvSpPr>
            <p:spPr bwMode="auto">
              <a:xfrm>
                <a:off x="1100" y="1644"/>
                <a:ext cx="269" cy="2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just"/>
                <a:r>
                  <a:rPr lang="en-US" altLang="zh-CN" i="1">
                    <a:solidFill>
                      <a:schemeClr val="tx1"/>
                    </a:solidFill>
                    <a:ea typeface="宋体" panose="02010600030101010101" pitchFamily="2" charset="-122"/>
                  </a:rPr>
                  <a:t>O</a:t>
                </a:r>
                <a:endParaRPr lang="en-US" altLang="zh-CN" baseline="-25000">
                  <a:solidFill>
                    <a:schemeClr val="tx1"/>
                  </a:solidFill>
                  <a:ea typeface="宋体" panose="02010600030101010101" pitchFamily="2" charset="-122"/>
                </a:endParaRPr>
              </a:p>
            </p:txBody>
          </p:sp>
          <p:grpSp>
            <p:nvGrpSpPr>
              <p:cNvPr id="331" name="Group 30">
                <a:extLst>
                  <a:ext uri="{FF2B5EF4-FFF2-40B4-BE49-F238E27FC236}">
                    <a16:creationId xmlns:a16="http://schemas.microsoft.com/office/drawing/2014/main" id="{DA547BDF-CBA3-461D-6ACF-DC8DD58017DF}"/>
                  </a:ext>
                </a:extLst>
              </p:cNvPr>
              <p:cNvGrpSpPr>
                <a:grpSpLocks/>
              </p:cNvGrpSpPr>
              <p:nvPr/>
            </p:nvGrpSpPr>
            <p:grpSpPr bwMode="auto">
              <a:xfrm>
                <a:off x="1242" y="1766"/>
                <a:ext cx="223" cy="181"/>
                <a:chOff x="2985" y="959"/>
                <a:chExt cx="277" cy="225"/>
              </a:xfrm>
            </p:grpSpPr>
            <p:sp>
              <p:nvSpPr>
                <p:cNvPr id="338" name="AutoShape 31">
                  <a:extLst>
                    <a:ext uri="{FF2B5EF4-FFF2-40B4-BE49-F238E27FC236}">
                      <a16:creationId xmlns:a16="http://schemas.microsoft.com/office/drawing/2014/main" id="{239A47FF-4465-89D8-FA6D-9AE43B613B0D}"/>
                    </a:ext>
                  </a:extLst>
                </p:cNvPr>
                <p:cNvSpPr>
                  <a:spLocks noChangeAspect="1" noChangeArrowheads="1"/>
                </p:cNvSpPr>
                <p:nvPr/>
              </p:nvSpPr>
              <p:spPr bwMode="auto">
                <a:xfrm>
                  <a:off x="3042" y="959"/>
                  <a:ext cx="163" cy="157"/>
                </a:xfrm>
                <a:prstGeom prst="triangle">
                  <a:avLst>
                    <a:gd name="adj" fmla="val 50000"/>
                  </a:avLst>
                </a:prstGeom>
                <a:gradFill rotWithShape="1">
                  <a:gsLst>
                    <a:gs pos="0">
                      <a:srgbClr val="66FFFF">
                        <a:gamma/>
                        <a:shade val="46275"/>
                        <a:invGamma/>
                      </a:srgbClr>
                    </a:gs>
                    <a:gs pos="50000">
                      <a:srgbClr val="66FFFF"/>
                    </a:gs>
                    <a:gs pos="100000">
                      <a:srgbClr val="66FFFF">
                        <a:gamma/>
                        <a:shade val="46275"/>
                        <a:invGamma/>
                      </a:srgbClr>
                    </a:gs>
                  </a:gsLst>
                  <a:lin ang="0" scaled="1"/>
                </a:gradFill>
                <a:ln w="381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solidFill>
                      <a:schemeClr val="tx1"/>
                    </a:solidFill>
                  </a:endParaRPr>
                </a:p>
              </p:txBody>
            </p:sp>
            <p:sp>
              <p:nvSpPr>
                <p:cNvPr id="339" name="Rectangle 32">
                  <a:extLst>
                    <a:ext uri="{FF2B5EF4-FFF2-40B4-BE49-F238E27FC236}">
                      <a16:creationId xmlns:a16="http://schemas.microsoft.com/office/drawing/2014/main" id="{8183E41D-8663-D517-4F7E-7EEDE25A032C}"/>
                    </a:ext>
                  </a:extLst>
                </p:cNvPr>
                <p:cNvSpPr>
                  <a:spLocks noChangeAspect="1" noChangeArrowheads="1"/>
                </p:cNvSpPr>
                <p:nvPr/>
              </p:nvSpPr>
              <p:spPr bwMode="auto">
                <a:xfrm>
                  <a:off x="2986" y="1107"/>
                  <a:ext cx="275" cy="77"/>
                </a:xfrm>
                <a:prstGeom prst="rect">
                  <a:avLst/>
                </a:prstGeom>
                <a:pattFill prst="wdUpDiag">
                  <a:fgClr>
                    <a:srgbClr val="000000"/>
                  </a:fgClr>
                  <a:bgClr>
                    <a:srgbClr val="FFFFCC"/>
                  </a:bgClr>
                </a:patt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solidFill>
                      <a:schemeClr val="tx1"/>
                    </a:solidFill>
                  </a:endParaRPr>
                </a:p>
              </p:txBody>
            </p:sp>
            <p:sp>
              <p:nvSpPr>
                <p:cNvPr id="340" name="Line 33">
                  <a:extLst>
                    <a:ext uri="{FF2B5EF4-FFF2-40B4-BE49-F238E27FC236}">
                      <a16:creationId xmlns:a16="http://schemas.microsoft.com/office/drawing/2014/main" id="{9933AC0E-6473-FE85-6800-EA16AAC13DF0}"/>
                    </a:ext>
                  </a:extLst>
                </p:cNvPr>
                <p:cNvSpPr>
                  <a:spLocks noChangeAspect="1" noChangeShapeType="1"/>
                </p:cNvSpPr>
                <p:nvPr/>
              </p:nvSpPr>
              <p:spPr bwMode="auto">
                <a:xfrm>
                  <a:off x="2985" y="1100"/>
                  <a:ext cx="277" cy="1"/>
                </a:xfrm>
                <a:prstGeom prst="line">
                  <a:avLst/>
                </a:prstGeom>
                <a:noFill/>
                <a:ln w="571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solidFill>
                      <a:schemeClr val="tx1"/>
                    </a:solidFill>
                  </a:endParaRPr>
                </a:p>
              </p:txBody>
            </p:sp>
          </p:grpSp>
          <p:sp>
            <p:nvSpPr>
              <p:cNvPr id="332" name="Text Box 34">
                <a:extLst>
                  <a:ext uri="{FF2B5EF4-FFF2-40B4-BE49-F238E27FC236}">
                    <a16:creationId xmlns:a16="http://schemas.microsoft.com/office/drawing/2014/main" id="{4FCCBCB9-9A22-014D-3253-AEB693DF738B}"/>
                  </a:ext>
                </a:extLst>
              </p:cNvPr>
              <p:cNvSpPr txBox="1">
                <a:spLocks noChangeAspect="1" noChangeArrowheads="1"/>
              </p:cNvSpPr>
              <p:nvPr/>
            </p:nvSpPr>
            <p:spPr bwMode="auto">
              <a:xfrm>
                <a:off x="1635" y="1767"/>
                <a:ext cx="474" cy="31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r>
                  <a:rPr lang="en-US" altLang="zh-CN" i="1" dirty="0">
                    <a:solidFill>
                      <a:schemeClr val="tx1"/>
                    </a:solidFill>
                    <a:ea typeface="宋体" panose="02010600030101010101" pitchFamily="2" charset="-122"/>
                  </a:rPr>
                  <a:t>M</a:t>
                </a:r>
                <a:endParaRPr lang="en-US" altLang="zh-CN" i="1" baseline="-25000" dirty="0">
                  <a:solidFill>
                    <a:schemeClr val="tx1"/>
                  </a:solidFill>
                  <a:ea typeface="宋体" panose="02010600030101010101" pitchFamily="2" charset="-122"/>
                </a:endParaRPr>
              </a:p>
            </p:txBody>
          </p:sp>
          <p:sp>
            <p:nvSpPr>
              <p:cNvPr id="333" name="Arc 35">
                <a:extLst>
                  <a:ext uri="{FF2B5EF4-FFF2-40B4-BE49-F238E27FC236}">
                    <a16:creationId xmlns:a16="http://schemas.microsoft.com/office/drawing/2014/main" id="{B13406EE-22ED-A885-D5A7-B55A33ECC103}"/>
                  </a:ext>
                </a:extLst>
              </p:cNvPr>
              <p:cNvSpPr>
                <a:spLocks noChangeAspect="1"/>
              </p:cNvSpPr>
              <p:nvPr/>
            </p:nvSpPr>
            <p:spPr bwMode="auto">
              <a:xfrm rot="8122963" flipH="1">
                <a:off x="1469" y="1705"/>
                <a:ext cx="237" cy="223"/>
              </a:xfrm>
              <a:custGeom>
                <a:avLst/>
                <a:gdLst>
                  <a:gd name="G0" fmla="+- 0 0 0"/>
                  <a:gd name="G1" fmla="+- 21600 0 0"/>
                  <a:gd name="G2" fmla="+- 21600 0 0"/>
                  <a:gd name="T0" fmla="*/ 0 w 21600"/>
                  <a:gd name="T1" fmla="*/ 0 h 24472"/>
                  <a:gd name="T2" fmla="*/ 21408 w 21600"/>
                  <a:gd name="T3" fmla="*/ 24472 h 24472"/>
                  <a:gd name="T4" fmla="*/ 0 w 21600"/>
                  <a:gd name="T5" fmla="*/ 21600 h 24472"/>
                </a:gdLst>
                <a:ahLst/>
                <a:cxnLst>
                  <a:cxn ang="0">
                    <a:pos x="T0" y="T1"/>
                  </a:cxn>
                  <a:cxn ang="0">
                    <a:pos x="T2" y="T3"/>
                  </a:cxn>
                  <a:cxn ang="0">
                    <a:pos x="T4" y="T5"/>
                  </a:cxn>
                </a:cxnLst>
                <a:rect l="0" t="0" r="r" b="b"/>
                <a:pathLst>
                  <a:path w="21600" h="24472" fill="none" extrusionOk="0">
                    <a:moveTo>
                      <a:pt x="-1" y="0"/>
                    </a:moveTo>
                    <a:cubicBezTo>
                      <a:pt x="11929" y="0"/>
                      <a:pt x="21600" y="9670"/>
                      <a:pt x="21600" y="21600"/>
                    </a:cubicBezTo>
                    <a:cubicBezTo>
                      <a:pt x="21600" y="22560"/>
                      <a:pt x="21535" y="23520"/>
                      <a:pt x="21408" y="24472"/>
                    </a:cubicBezTo>
                  </a:path>
                  <a:path w="21600" h="24472" stroke="0" extrusionOk="0">
                    <a:moveTo>
                      <a:pt x="-1" y="0"/>
                    </a:moveTo>
                    <a:cubicBezTo>
                      <a:pt x="11929" y="0"/>
                      <a:pt x="21600" y="9670"/>
                      <a:pt x="21600" y="21600"/>
                    </a:cubicBezTo>
                    <a:cubicBezTo>
                      <a:pt x="21600" y="22560"/>
                      <a:pt x="21535" y="23520"/>
                      <a:pt x="21408" y="24472"/>
                    </a:cubicBezTo>
                    <a:lnTo>
                      <a:pt x="0" y="21600"/>
                    </a:lnTo>
                    <a:close/>
                  </a:path>
                </a:pathLst>
              </a:custGeom>
              <a:noFill/>
              <a:ln w="38100">
                <a:solidFill>
                  <a:srgbClr val="FF0000"/>
                </a:solidFill>
                <a:round/>
                <a:headEnd type="none" w="sm" len="lg"/>
                <a:tailEnd type="stealth" w="med"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solidFill>
                    <a:schemeClr val="tx1"/>
                  </a:solidFill>
                </a:endParaRPr>
              </a:p>
            </p:txBody>
          </p:sp>
          <p:sp>
            <p:nvSpPr>
              <p:cNvPr id="334" name="Line 36">
                <a:extLst>
                  <a:ext uri="{FF2B5EF4-FFF2-40B4-BE49-F238E27FC236}">
                    <a16:creationId xmlns:a16="http://schemas.microsoft.com/office/drawing/2014/main" id="{2A818FF6-0598-21AC-2E85-CDABC68B5189}"/>
                  </a:ext>
                </a:extLst>
              </p:cNvPr>
              <p:cNvSpPr>
                <a:spLocks noChangeShapeType="1"/>
              </p:cNvSpPr>
              <p:nvPr/>
            </p:nvSpPr>
            <p:spPr bwMode="auto">
              <a:xfrm rot="11294006" flipH="1">
                <a:off x="1361" y="1688"/>
                <a:ext cx="229" cy="110"/>
              </a:xfrm>
              <a:prstGeom prst="line">
                <a:avLst/>
              </a:prstGeom>
              <a:noFill/>
              <a:ln w="19050">
                <a:solidFill>
                  <a:schemeClr val="tx1"/>
                </a:solidFill>
                <a:round/>
                <a:headEnd/>
                <a:tailEnd type="stealth"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solidFill>
                    <a:schemeClr val="tx1"/>
                  </a:solidFill>
                </a:endParaRPr>
              </a:p>
            </p:txBody>
          </p:sp>
          <p:sp>
            <p:nvSpPr>
              <p:cNvPr id="335" name="Text Box 37">
                <a:extLst>
                  <a:ext uri="{FF2B5EF4-FFF2-40B4-BE49-F238E27FC236}">
                    <a16:creationId xmlns:a16="http://schemas.microsoft.com/office/drawing/2014/main" id="{A9B932DD-2CB6-3703-4C78-61FEF9C0D28E}"/>
                  </a:ext>
                </a:extLst>
              </p:cNvPr>
              <p:cNvSpPr txBox="1">
                <a:spLocks noChangeAspect="1" noChangeArrowheads="1"/>
              </p:cNvSpPr>
              <p:nvPr/>
            </p:nvSpPr>
            <p:spPr bwMode="auto">
              <a:xfrm>
                <a:off x="1349" y="1527"/>
                <a:ext cx="223" cy="22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just"/>
                <a:r>
                  <a:rPr lang="en-US" altLang="zh-CN" i="1">
                    <a:solidFill>
                      <a:schemeClr val="tx1"/>
                    </a:solidFill>
                    <a:ea typeface="宋体" panose="02010600030101010101" pitchFamily="2" charset="-122"/>
                  </a:rPr>
                  <a:t>r</a:t>
                </a:r>
                <a:endParaRPr lang="en-US" altLang="zh-CN" baseline="-25000">
                  <a:solidFill>
                    <a:schemeClr val="tx1"/>
                  </a:solidFill>
                  <a:ea typeface="宋体" panose="02010600030101010101" pitchFamily="2" charset="-122"/>
                </a:endParaRPr>
              </a:p>
            </p:txBody>
          </p:sp>
          <p:sp>
            <p:nvSpPr>
              <p:cNvPr id="336" name="Oval 38">
                <a:extLst>
                  <a:ext uri="{FF2B5EF4-FFF2-40B4-BE49-F238E27FC236}">
                    <a16:creationId xmlns:a16="http://schemas.microsoft.com/office/drawing/2014/main" id="{2225B597-6D3D-3BE6-75E3-683C24CA8C69}"/>
                  </a:ext>
                </a:extLst>
              </p:cNvPr>
              <p:cNvSpPr>
                <a:spLocks noChangeAspect="1" noChangeArrowheads="1"/>
              </p:cNvSpPr>
              <p:nvPr/>
            </p:nvSpPr>
            <p:spPr bwMode="auto">
              <a:xfrm>
                <a:off x="1328" y="1756"/>
                <a:ext cx="51" cy="51"/>
              </a:xfrm>
              <a:prstGeom prst="ellipse">
                <a:avLst/>
              </a:prstGeom>
              <a:solidFill>
                <a:srgbClr val="FF0000"/>
              </a:solidFill>
              <a:ln w="2857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solidFill>
                    <a:schemeClr val="tx1"/>
                  </a:solidFill>
                </a:endParaRPr>
              </a:p>
            </p:txBody>
          </p:sp>
          <p:sp>
            <p:nvSpPr>
              <p:cNvPr id="337" name="Line 39">
                <a:extLst>
                  <a:ext uri="{FF2B5EF4-FFF2-40B4-BE49-F238E27FC236}">
                    <a16:creationId xmlns:a16="http://schemas.microsoft.com/office/drawing/2014/main" id="{60E0403D-7A8E-B19C-C145-C1F2734DD157}"/>
                  </a:ext>
                </a:extLst>
              </p:cNvPr>
              <p:cNvSpPr>
                <a:spLocks noChangeShapeType="1"/>
              </p:cNvSpPr>
              <p:nvPr/>
            </p:nvSpPr>
            <p:spPr bwMode="auto">
              <a:xfrm rot="5400000">
                <a:off x="1056" y="1798"/>
                <a:ext cx="594" cy="0"/>
              </a:xfrm>
              <a:prstGeom prst="line">
                <a:avLst/>
              </a:prstGeom>
              <a:noFill/>
              <a:ln w="3175">
                <a:solidFill>
                  <a:srgbClr val="000000"/>
                </a:solidFill>
                <a:prstDash val="lgDash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solidFill>
                    <a:schemeClr val="tx1"/>
                  </a:solidFill>
                </a:endParaRPr>
              </a:p>
            </p:txBody>
          </p:sp>
        </p:grpSp>
        <p:sp>
          <p:nvSpPr>
            <p:cNvPr id="320" name="Line 40">
              <a:extLst>
                <a:ext uri="{FF2B5EF4-FFF2-40B4-BE49-F238E27FC236}">
                  <a16:creationId xmlns:a16="http://schemas.microsoft.com/office/drawing/2014/main" id="{CB8D6BB4-0AD9-6FD9-6EC7-2B0B7C65C63F}"/>
                </a:ext>
              </a:extLst>
            </p:cNvPr>
            <p:cNvSpPr>
              <a:spLocks noChangeShapeType="1"/>
            </p:cNvSpPr>
            <p:nvPr/>
          </p:nvSpPr>
          <p:spPr bwMode="auto">
            <a:xfrm flipV="1">
              <a:off x="1220" y="1262"/>
              <a:ext cx="0" cy="13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solidFill>
                  <a:schemeClr val="tx1"/>
                </a:solidFill>
              </a:endParaRPr>
            </a:p>
          </p:txBody>
        </p:sp>
        <p:sp>
          <p:nvSpPr>
            <p:cNvPr id="321" name="Line 41">
              <a:extLst>
                <a:ext uri="{FF2B5EF4-FFF2-40B4-BE49-F238E27FC236}">
                  <a16:creationId xmlns:a16="http://schemas.microsoft.com/office/drawing/2014/main" id="{598BB621-235A-256E-1D2B-ECC276A1B76A}"/>
                </a:ext>
              </a:extLst>
            </p:cNvPr>
            <p:cNvSpPr>
              <a:spLocks noChangeShapeType="1"/>
            </p:cNvSpPr>
            <p:nvPr/>
          </p:nvSpPr>
          <p:spPr bwMode="auto">
            <a:xfrm flipH="1">
              <a:off x="703" y="1338"/>
              <a:ext cx="517" cy="0"/>
            </a:xfrm>
            <a:prstGeom prst="line">
              <a:avLst/>
            </a:prstGeom>
            <a:noFill/>
            <a:ln w="9525">
              <a:solidFill>
                <a:schemeClr val="tx1"/>
              </a:solidFill>
              <a:round/>
              <a:headEnd type="stealth" w="sm" len="lg"/>
              <a:tailEnd type="stealth"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solidFill>
                  <a:schemeClr val="tx1"/>
                </a:solidFill>
              </a:endParaRPr>
            </a:p>
          </p:txBody>
        </p:sp>
        <p:sp>
          <p:nvSpPr>
            <p:cNvPr id="322" name="Line 42">
              <a:extLst>
                <a:ext uri="{FF2B5EF4-FFF2-40B4-BE49-F238E27FC236}">
                  <a16:creationId xmlns:a16="http://schemas.microsoft.com/office/drawing/2014/main" id="{A998BF6C-EC3F-850A-F67D-F9AC1E55F9D3}"/>
                </a:ext>
              </a:extLst>
            </p:cNvPr>
            <p:cNvSpPr>
              <a:spLocks noChangeShapeType="1"/>
            </p:cNvSpPr>
            <p:nvPr/>
          </p:nvSpPr>
          <p:spPr bwMode="auto">
            <a:xfrm flipH="1">
              <a:off x="712" y="1144"/>
              <a:ext cx="1271" cy="0"/>
            </a:xfrm>
            <a:prstGeom prst="line">
              <a:avLst/>
            </a:prstGeom>
            <a:noFill/>
            <a:ln w="9525">
              <a:solidFill>
                <a:schemeClr val="tx1"/>
              </a:solidFill>
              <a:round/>
              <a:headEnd type="stealth" w="sm" len="lg"/>
              <a:tailEnd type="stealth"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solidFill>
                  <a:schemeClr val="tx1"/>
                </a:solidFill>
              </a:endParaRPr>
            </a:p>
          </p:txBody>
        </p:sp>
        <p:sp>
          <p:nvSpPr>
            <p:cNvPr id="323" name="Line 43">
              <a:extLst>
                <a:ext uri="{FF2B5EF4-FFF2-40B4-BE49-F238E27FC236}">
                  <a16:creationId xmlns:a16="http://schemas.microsoft.com/office/drawing/2014/main" id="{3C7F7596-68AF-F674-BDCE-E944C90D9506}"/>
                </a:ext>
              </a:extLst>
            </p:cNvPr>
            <p:cNvSpPr>
              <a:spLocks noChangeShapeType="1"/>
            </p:cNvSpPr>
            <p:nvPr/>
          </p:nvSpPr>
          <p:spPr bwMode="auto">
            <a:xfrm flipV="1">
              <a:off x="716" y="1118"/>
              <a:ext cx="0" cy="13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solidFill>
                  <a:schemeClr val="tx1"/>
                </a:solidFill>
              </a:endParaRPr>
            </a:p>
          </p:txBody>
        </p:sp>
        <p:sp>
          <p:nvSpPr>
            <p:cNvPr id="324" name="Text Box 44">
              <a:extLst>
                <a:ext uri="{FF2B5EF4-FFF2-40B4-BE49-F238E27FC236}">
                  <a16:creationId xmlns:a16="http://schemas.microsoft.com/office/drawing/2014/main" id="{69506D20-5F64-BE8A-6597-9AA3C3070F67}"/>
                </a:ext>
              </a:extLst>
            </p:cNvPr>
            <p:cNvSpPr txBox="1">
              <a:spLocks noChangeArrowheads="1"/>
            </p:cNvSpPr>
            <p:nvPr/>
          </p:nvSpPr>
          <p:spPr bwMode="auto">
            <a:xfrm>
              <a:off x="1217" y="919"/>
              <a:ext cx="33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pPr>
              <a:r>
                <a:rPr lang="en-US" altLang="zh-CN" i="1" dirty="0">
                  <a:solidFill>
                    <a:schemeClr val="tx1"/>
                  </a:solidFill>
                  <a:ea typeface="宋体" panose="02010600030101010101" pitchFamily="2" charset="-122"/>
                </a:rPr>
                <a:t>b</a:t>
              </a:r>
            </a:p>
          </p:txBody>
        </p:sp>
        <p:sp>
          <p:nvSpPr>
            <p:cNvPr id="325" name="Text Box 45">
              <a:extLst>
                <a:ext uri="{FF2B5EF4-FFF2-40B4-BE49-F238E27FC236}">
                  <a16:creationId xmlns:a16="http://schemas.microsoft.com/office/drawing/2014/main" id="{59391F05-983F-EDCA-CC5F-7680691DDFC0}"/>
                </a:ext>
              </a:extLst>
            </p:cNvPr>
            <p:cNvSpPr txBox="1">
              <a:spLocks noChangeArrowheads="1"/>
            </p:cNvSpPr>
            <p:nvPr/>
          </p:nvSpPr>
          <p:spPr bwMode="auto">
            <a:xfrm rot="16200000">
              <a:off x="347" y="1120"/>
              <a:ext cx="33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pPr>
              <a:r>
                <a:rPr lang="en-US" altLang="zh-CN" i="1" dirty="0">
                  <a:solidFill>
                    <a:schemeClr val="tx1"/>
                  </a:solidFill>
                  <a:ea typeface="宋体" panose="02010600030101010101" pitchFamily="2" charset="-122"/>
                </a:rPr>
                <a:t>c</a:t>
              </a:r>
            </a:p>
          </p:txBody>
        </p:sp>
        <p:sp>
          <p:nvSpPr>
            <p:cNvPr id="326" name="Line 46">
              <a:extLst>
                <a:ext uri="{FF2B5EF4-FFF2-40B4-BE49-F238E27FC236}">
                  <a16:creationId xmlns:a16="http://schemas.microsoft.com/office/drawing/2014/main" id="{E86BF022-081A-E0C3-7374-BFF16F2118F9}"/>
                </a:ext>
              </a:extLst>
            </p:cNvPr>
            <p:cNvSpPr>
              <a:spLocks noChangeShapeType="1"/>
            </p:cNvSpPr>
            <p:nvPr/>
          </p:nvSpPr>
          <p:spPr bwMode="auto">
            <a:xfrm flipH="1">
              <a:off x="500" y="1220"/>
              <a:ext cx="21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solidFill>
                  <a:schemeClr val="tx1"/>
                </a:solidFill>
              </a:endParaRPr>
            </a:p>
          </p:txBody>
        </p:sp>
        <p:sp>
          <p:nvSpPr>
            <p:cNvPr id="327" name="Line 47">
              <a:extLst>
                <a:ext uri="{FF2B5EF4-FFF2-40B4-BE49-F238E27FC236}">
                  <a16:creationId xmlns:a16="http://schemas.microsoft.com/office/drawing/2014/main" id="{312EC0BD-D6F6-FC69-D030-14B70BA12EA3}"/>
                </a:ext>
              </a:extLst>
            </p:cNvPr>
            <p:cNvSpPr>
              <a:spLocks noChangeShapeType="1"/>
            </p:cNvSpPr>
            <p:nvPr/>
          </p:nvSpPr>
          <p:spPr bwMode="auto">
            <a:xfrm flipH="1">
              <a:off x="492" y="1414"/>
              <a:ext cx="21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solidFill>
                  <a:schemeClr val="tx1"/>
                </a:solidFill>
              </a:endParaRPr>
            </a:p>
          </p:txBody>
        </p:sp>
        <p:sp>
          <p:nvSpPr>
            <p:cNvPr id="328" name="Line 48">
              <a:extLst>
                <a:ext uri="{FF2B5EF4-FFF2-40B4-BE49-F238E27FC236}">
                  <a16:creationId xmlns:a16="http://schemas.microsoft.com/office/drawing/2014/main" id="{14AC35E9-2B16-EDA9-F606-3027D30751AD}"/>
                </a:ext>
              </a:extLst>
            </p:cNvPr>
            <p:cNvSpPr>
              <a:spLocks noChangeShapeType="1"/>
            </p:cNvSpPr>
            <p:nvPr/>
          </p:nvSpPr>
          <p:spPr bwMode="auto">
            <a:xfrm>
              <a:off x="635" y="1220"/>
              <a:ext cx="0" cy="187"/>
            </a:xfrm>
            <a:prstGeom prst="line">
              <a:avLst/>
            </a:prstGeom>
            <a:noFill/>
            <a:ln w="9525">
              <a:solidFill>
                <a:schemeClr val="tx1"/>
              </a:solidFill>
              <a:round/>
              <a:headEnd type="stealth" w="sm" len="lg"/>
              <a:tailEnd type="stealth"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solidFill>
                  <a:schemeClr val="tx1"/>
                </a:solidFill>
              </a:endParaRPr>
            </a:p>
          </p:txBody>
        </p:sp>
      </p:grpSp>
      <p:grpSp>
        <p:nvGrpSpPr>
          <p:cNvPr id="349" name="Group 49">
            <a:extLst>
              <a:ext uri="{FF2B5EF4-FFF2-40B4-BE49-F238E27FC236}">
                <a16:creationId xmlns:a16="http://schemas.microsoft.com/office/drawing/2014/main" id="{6D684A18-BEEB-ECF8-96B0-86573121DDDB}"/>
              </a:ext>
            </a:extLst>
          </p:cNvPr>
          <p:cNvGrpSpPr>
            <a:grpSpLocks/>
          </p:cNvGrpSpPr>
          <p:nvPr/>
        </p:nvGrpSpPr>
        <p:grpSpPr bwMode="auto">
          <a:xfrm>
            <a:off x="4424387" y="2229272"/>
            <a:ext cx="2673350" cy="1911350"/>
            <a:chOff x="2386" y="1048"/>
            <a:chExt cx="1684" cy="1204"/>
          </a:xfrm>
        </p:grpSpPr>
        <p:sp>
          <p:nvSpPr>
            <p:cNvPr id="350" name="Line 50">
              <a:extLst>
                <a:ext uri="{FF2B5EF4-FFF2-40B4-BE49-F238E27FC236}">
                  <a16:creationId xmlns:a16="http://schemas.microsoft.com/office/drawing/2014/main" id="{63EE9AA0-1CB1-779B-32B3-B7DED5C7C4AD}"/>
                </a:ext>
              </a:extLst>
            </p:cNvPr>
            <p:cNvSpPr>
              <a:spLocks noChangeShapeType="1"/>
            </p:cNvSpPr>
            <p:nvPr/>
          </p:nvSpPr>
          <p:spPr bwMode="auto">
            <a:xfrm>
              <a:off x="3752" y="1112"/>
              <a:ext cx="0" cy="476"/>
            </a:xfrm>
            <a:prstGeom prst="line">
              <a:avLst/>
            </a:prstGeom>
            <a:noFill/>
            <a:ln w="38100">
              <a:solidFill>
                <a:srgbClr val="FF00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solidFill>
                  <a:schemeClr val="tx1"/>
                </a:solidFill>
              </a:endParaRPr>
            </a:p>
          </p:txBody>
        </p:sp>
        <p:sp>
          <p:nvSpPr>
            <p:cNvPr id="351" name="Text Box 51">
              <a:extLst>
                <a:ext uri="{FF2B5EF4-FFF2-40B4-BE49-F238E27FC236}">
                  <a16:creationId xmlns:a16="http://schemas.microsoft.com/office/drawing/2014/main" id="{B8086EB3-8769-BC03-D4E4-584A4ABFC23C}"/>
                </a:ext>
              </a:extLst>
            </p:cNvPr>
            <p:cNvSpPr txBox="1">
              <a:spLocks noChangeArrowheads="1"/>
            </p:cNvSpPr>
            <p:nvPr/>
          </p:nvSpPr>
          <p:spPr bwMode="auto">
            <a:xfrm>
              <a:off x="2647" y="1225"/>
              <a:ext cx="33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pPr>
              <a:r>
                <a:rPr lang="en-US" altLang="zh-CN" i="1" dirty="0">
                  <a:solidFill>
                    <a:schemeClr val="tx1"/>
                  </a:solidFill>
                  <a:ea typeface="宋体" panose="02010600030101010101" pitchFamily="2" charset="-122"/>
                </a:rPr>
                <a:t>a</a:t>
              </a:r>
            </a:p>
          </p:txBody>
        </p:sp>
        <p:sp>
          <p:nvSpPr>
            <p:cNvPr id="352" name="Text Box 52">
              <a:extLst>
                <a:ext uri="{FF2B5EF4-FFF2-40B4-BE49-F238E27FC236}">
                  <a16:creationId xmlns:a16="http://schemas.microsoft.com/office/drawing/2014/main" id="{05723666-7CD6-1F6A-7703-23892CD63812}"/>
                </a:ext>
              </a:extLst>
            </p:cNvPr>
            <p:cNvSpPr txBox="1">
              <a:spLocks noChangeAspect="1" noChangeArrowheads="1"/>
            </p:cNvSpPr>
            <p:nvPr/>
          </p:nvSpPr>
          <p:spPr bwMode="auto">
            <a:xfrm>
              <a:off x="3752" y="1064"/>
              <a:ext cx="318" cy="2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just"/>
              <a:r>
                <a:rPr lang="en-US" altLang="zh-CN" b="1" i="1" dirty="0">
                  <a:solidFill>
                    <a:schemeClr val="tx1"/>
                  </a:solidFill>
                  <a:ea typeface="宋体" panose="02010600030101010101" pitchFamily="2" charset="-122"/>
                </a:rPr>
                <a:t>F</a:t>
              </a:r>
              <a:r>
                <a:rPr lang="en-US" altLang="zh-CN" i="0" baseline="-25000" dirty="0">
                  <a:solidFill>
                    <a:schemeClr val="tx1"/>
                  </a:solidFill>
                </a:rPr>
                <a:t>2</a:t>
              </a:r>
            </a:p>
          </p:txBody>
        </p:sp>
        <p:sp>
          <p:nvSpPr>
            <p:cNvPr id="353" name="Freeform 53">
              <a:extLst>
                <a:ext uri="{FF2B5EF4-FFF2-40B4-BE49-F238E27FC236}">
                  <a16:creationId xmlns:a16="http://schemas.microsoft.com/office/drawing/2014/main" id="{BE07411F-4428-8143-D70B-2FD00EA72B72}"/>
                </a:ext>
              </a:extLst>
            </p:cNvPr>
            <p:cNvSpPr>
              <a:spLocks/>
            </p:cNvSpPr>
            <p:nvPr/>
          </p:nvSpPr>
          <p:spPr bwMode="auto">
            <a:xfrm flipV="1">
              <a:off x="2485" y="1590"/>
              <a:ext cx="1284" cy="194"/>
            </a:xfrm>
            <a:custGeom>
              <a:avLst/>
              <a:gdLst>
                <a:gd name="T0" fmla="*/ 11 w 1284"/>
                <a:gd name="T1" fmla="*/ 0 h 194"/>
                <a:gd name="T2" fmla="*/ 45 w 1284"/>
                <a:gd name="T3" fmla="*/ 190 h 194"/>
                <a:gd name="T4" fmla="*/ 75 w 1284"/>
                <a:gd name="T5" fmla="*/ 192 h 194"/>
                <a:gd name="T6" fmla="*/ 1284 w 1284"/>
                <a:gd name="T7" fmla="*/ 192 h 194"/>
              </a:gdLst>
              <a:ahLst/>
              <a:cxnLst>
                <a:cxn ang="0">
                  <a:pos x="T0" y="T1"/>
                </a:cxn>
                <a:cxn ang="0">
                  <a:pos x="T2" y="T3"/>
                </a:cxn>
                <a:cxn ang="0">
                  <a:pos x="T4" y="T5"/>
                </a:cxn>
                <a:cxn ang="0">
                  <a:pos x="T6" y="T7"/>
                </a:cxn>
              </a:cxnLst>
              <a:rect l="0" t="0" r="r" b="b"/>
              <a:pathLst>
                <a:path w="1284" h="194">
                  <a:moveTo>
                    <a:pt x="11" y="0"/>
                  </a:moveTo>
                  <a:cubicBezTo>
                    <a:pt x="11" y="147"/>
                    <a:pt x="0" y="172"/>
                    <a:pt x="45" y="190"/>
                  </a:cubicBezTo>
                  <a:cubicBezTo>
                    <a:pt x="97" y="194"/>
                    <a:pt x="63" y="188"/>
                    <a:pt x="75" y="192"/>
                  </a:cubicBezTo>
                  <a:cubicBezTo>
                    <a:pt x="679" y="192"/>
                    <a:pt x="1083" y="192"/>
                    <a:pt x="1284" y="192"/>
                  </a:cubicBezTo>
                </a:path>
              </a:pathLst>
            </a:custGeom>
            <a:noFill/>
            <a:ln w="57150" cap="flat" cmpd="sng">
              <a:solidFill>
                <a:schemeClr val="tx1"/>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solidFill>
                  <a:schemeClr val="tx1"/>
                </a:solidFill>
              </a:endParaRPr>
            </a:p>
          </p:txBody>
        </p:sp>
        <p:sp>
          <p:nvSpPr>
            <p:cNvPr id="354" name="Freeform 54">
              <a:extLst>
                <a:ext uri="{FF2B5EF4-FFF2-40B4-BE49-F238E27FC236}">
                  <a16:creationId xmlns:a16="http://schemas.microsoft.com/office/drawing/2014/main" id="{629371A4-C7E7-8C82-3625-40F5E9F5061D}"/>
                </a:ext>
              </a:extLst>
            </p:cNvPr>
            <p:cNvSpPr>
              <a:spLocks/>
            </p:cNvSpPr>
            <p:nvPr/>
          </p:nvSpPr>
          <p:spPr bwMode="auto">
            <a:xfrm>
              <a:off x="2883" y="1601"/>
              <a:ext cx="245" cy="126"/>
            </a:xfrm>
            <a:custGeom>
              <a:avLst/>
              <a:gdLst>
                <a:gd name="T0" fmla="*/ 0 w 245"/>
                <a:gd name="T1" fmla="*/ 3 h 126"/>
                <a:gd name="T2" fmla="*/ 1 w 245"/>
                <a:gd name="T3" fmla="*/ 119 h 126"/>
                <a:gd name="T4" fmla="*/ 19 w 245"/>
                <a:gd name="T5" fmla="*/ 111 h 126"/>
                <a:gd name="T6" fmla="*/ 49 w 245"/>
                <a:gd name="T7" fmla="*/ 97 h 126"/>
                <a:gd name="T8" fmla="*/ 125 w 245"/>
                <a:gd name="T9" fmla="*/ 87 h 126"/>
                <a:gd name="T10" fmla="*/ 185 w 245"/>
                <a:gd name="T11" fmla="*/ 95 h 126"/>
                <a:gd name="T12" fmla="*/ 243 w 245"/>
                <a:gd name="T13" fmla="*/ 126 h 126"/>
                <a:gd name="T14" fmla="*/ 243 w 245"/>
                <a:gd name="T15" fmla="*/ 1 h 126"/>
                <a:gd name="T16" fmla="*/ 0 w 245"/>
                <a:gd name="T17" fmla="*/ 3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45" h="126">
                  <a:moveTo>
                    <a:pt x="0" y="3"/>
                  </a:moveTo>
                  <a:cubicBezTo>
                    <a:pt x="1" y="42"/>
                    <a:pt x="1" y="59"/>
                    <a:pt x="1" y="119"/>
                  </a:cubicBezTo>
                  <a:cubicBezTo>
                    <a:pt x="13" y="119"/>
                    <a:pt x="13" y="113"/>
                    <a:pt x="19" y="111"/>
                  </a:cubicBezTo>
                  <a:cubicBezTo>
                    <a:pt x="28" y="108"/>
                    <a:pt x="40" y="100"/>
                    <a:pt x="49" y="97"/>
                  </a:cubicBezTo>
                  <a:cubicBezTo>
                    <a:pt x="74" y="89"/>
                    <a:pt x="97" y="87"/>
                    <a:pt x="125" y="87"/>
                  </a:cubicBezTo>
                  <a:cubicBezTo>
                    <a:pt x="149" y="89"/>
                    <a:pt x="159" y="87"/>
                    <a:pt x="185" y="95"/>
                  </a:cubicBezTo>
                  <a:cubicBezTo>
                    <a:pt x="205" y="101"/>
                    <a:pt x="215" y="111"/>
                    <a:pt x="243" y="126"/>
                  </a:cubicBezTo>
                  <a:cubicBezTo>
                    <a:pt x="244" y="63"/>
                    <a:pt x="245" y="63"/>
                    <a:pt x="243" y="1"/>
                  </a:cubicBezTo>
                  <a:cubicBezTo>
                    <a:pt x="122" y="0"/>
                    <a:pt x="0" y="3"/>
                    <a:pt x="0" y="3"/>
                  </a:cubicBezTo>
                  <a:close/>
                </a:path>
              </a:pathLst>
            </a:custGeom>
            <a:gradFill rotWithShape="1">
              <a:gsLst>
                <a:gs pos="0">
                  <a:srgbClr val="FF6600"/>
                </a:gs>
                <a:gs pos="50000">
                  <a:srgbClr val="FF9999"/>
                </a:gs>
                <a:gs pos="100000">
                  <a:srgbClr val="FF6600"/>
                </a:gs>
              </a:gsLst>
              <a:lin ang="0" scaled="1"/>
            </a:gradFill>
            <a:ln w="28575" cap="flat" cmpd="sng">
              <a:solidFill>
                <a:schemeClr val="tx1"/>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chemeClr val="tx1"/>
                </a:solidFill>
              </a:endParaRPr>
            </a:p>
          </p:txBody>
        </p:sp>
        <p:grpSp>
          <p:nvGrpSpPr>
            <p:cNvPr id="355" name="Group 55">
              <a:extLst>
                <a:ext uri="{FF2B5EF4-FFF2-40B4-BE49-F238E27FC236}">
                  <a16:creationId xmlns:a16="http://schemas.microsoft.com/office/drawing/2014/main" id="{0E9778A2-4C81-69AB-52BA-BC41978F1CF7}"/>
                </a:ext>
              </a:extLst>
            </p:cNvPr>
            <p:cNvGrpSpPr>
              <a:grpSpLocks/>
            </p:cNvGrpSpPr>
            <p:nvPr/>
          </p:nvGrpSpPr>
          <p:grpSpPr bwMode="auto">
            <a:xfrm>
              <a:off x="2754" y="1658"/>
              <a:ext cx="1009" cy="594"/>
              <a:chOff x="1100" y="1501"/>
              <a:chExt cx="1009" cy="594"/>
            </a:xfrm>
          </p:grpSpPr>
          <p:sp>
            <p:nvSpPr>
              <p:cNvPr id="368" name="Oval 56">
                <a:extLst>
                  <a:ext uri="{FF2B5EF4-FFF2-40B4-BE49-F238E27FC236}">
                    <a16:creationId xmlns:a16="http://schemas.microsoft.com/office/drawing/2014/main" id="{421B300B-C4DF-A935-9934-C5054A8BDC41}"/>
                  </a:ext>
                </a:extLst>
              </p:cNvPr>
              <p:cNvSpPr>
                <a:spLocks noChangeAspect="1" noChangeArrowheads="1"/>
              </p:cNvSpPr>
              <p:nvPr/>
            </p:nvSpPr>
            <p:spPr bwMode="auto">
              <a:xfrm>
                <a:off x="1107" y="1540"/>
                <a:ext cx="490" cy="490"/>
              </a:xfrm>
              <a:prstGeom prst="ellipse">
                <a:avLst/>
              </a:prstGeom>
              <a:gradFill rotWithShape="1">
                <a:gsLst>
                  <a:gs pos="0">
                    <a:srgbClr val="FFCC00">
                      <a:gamma/>
                      <a:tint val="34902"/>
                      <a:invGamma/>
                    </a:srgbClr>
                  </a:gs>
                  <a:gs pos="100000">
                    <a:srgbClr val="FFCC00"/>
                  </a:gs>
                </a:gsLst>
                <a:path path="shape">
                  <a:fillToRect l="50000" t="50000" r="50000" b="50000"/>
                </a:path>
              </a:gradFill>
              <a:ln w="28575" algn="ctr">
                <a:solidFill>
                  <a:srgbClr val="000000"/>
                </a:solidFill>
                <a:round/>
                <a:headEnd/>
                <a:tailEnd/>
              </a:ln>
              <a:effectLst>
                <a:outerShdw dist="35921" dir="2700000" algn="ctr" rotWithShape="0">
                  <a:srgbClr val="808080"/>
                </a:outerShdw>
              </a:effectLst>
            </p:spPr>
            <p:txBody>
              <a:bodyPr wrap="none" anchor="ctr"/>
              <a:lstStyle/>
              <a:p>
                <a:endParaRPr lang="zh-CN" altLang="en-US">
                  <a:solidFill>
                    <a:schemeClr val="tx1"/>
                  </a:solidFill>
                </a:endParaRPr>
              </a:p>
            </p:txBody>
          </p:sp>
          <p:sp>
            <p:nvSpPr>
              <p:cNvPr id="369" name="Text Box 57">
                <a:extLst>
                  <a:ext uri="{FF2B5EF4-FFF2-40B4-BE49-F238E27FC236}">
                    <a16:creationId xmlns:a16="http://schemas.microsoft.com/office/drawing/2014/main" id="{361E5404-8BFA-BA79-7518-50AEBDCDEEFC}"/>
                  </a:ext>
                </a:extLst>
              </p:cNvPr>
              <p:cNvSpPr txBox="1">
                <a:spLocks noChangeAspect="1" noChangeArrowheads="1"/>
              </p:cNvSpPr>
              <p:nvPr/>
            </p:nvSpPr>
            <p:spPr bwMode="auto">
              <a:xfrm>
                <a:off x="1100" y="1644"/>
                <a:ext cx="269" cy="2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just"/>
                <a:r>
                  <a:rPr lang="en-US" altLang="zh-CN" i="1">
                    <a:solidFill>
                      <a:schemeClr val="tx1"/>
                    </a:solidFill>
                    <a:ea typeface="宋体" panose="02010600030101010101" pitchFamily="2" charset="-122"/>
                  </a:rPr>
                  <a:t>O</a:t>
                </a:r>
                <a:endParaRPr lang="en-US" altLang="zh-CN" baseline="-25000">
                  <a:solidFill>
                    <a:schemeClr val="tx1"/>
                  </a:solidFill>
                  <a:ea typeface="宋体" panose="02010600030101010101" pitchFamily="2" charset="-122"/>
                </a:endParaRPr>
              </a:p>
            </p:txBody>
          </p:sp>
          <p:grpSp>
            <p:nvGrpSpPr>
              <p:cNvPr id="370" name="Group 58">
                <a:extLst>
                  <a:ext uri="{FF2B5EF4-FFF2-40B4-BE49-F238E27FC236}">
                    <a16:creationId xmlns:a16="http://schemas.microsoft.com/office/drawing/2014/main" id="{00390FBA-1779-9957-25D3-39461A13B949}"/>
                  </a:ext>
                </a:extLst>
              </p:cNvPr>
              <p:cNvGrpSpPr>
                <a:grpSpLocks/>
              </p:cNvGrpSpPr>
              <p:nvPr/>
            </p:nvGrpSpPr>
            <p:grpSpPr bwMode="auto">
              <a:xfrm>
                <a:off x="1242" y="1766"/>
                <a:ext cx="223" cy="181"/>
                <a:chOff x="2985" y="959"/>
                <a:chExt cx="277" cy="225"/>
              </a:xfrm>
            </p:grpSpPr>
            <p:sp>
              <p:nvSpPr>
                <p:cNvPr id="377" name="AutoShape 59">
                  <a:extLst>
                    <a:ext uri="{FF2B5EF4-FFF2-40B4-BE49-F238E27FC236}">
                      <a16:creationId xmlns:a16="http://schemas.microsoft.com/office/drawing/2014/main" id="{B646665A-21D4-D910-68FD-7E86FBDE85CF}"/>
                    </a:ext>
                  </a:extLst>
                </p:cNvPr>
                <p:cNvSpPr>
                  <a:spLocks noChangeAspect="1" noChangeArrowheads="1"/>
                </p:cNvSpPr>
                <p:nvPr/>
              </p:nvSpPr>
              <p:spPr bwMode="auto">
                <a:xfrm>
                  <a:off x="3042" y="959"/>
                  <a:ext cx="163" cy="157"/>
                </a:xfrm>
                <a:prstGeom prst="triangle">
                  <a:avLst>
                    <a:gd name="adj" fmla="val 50000"/>
                  </a:avLst>
                </a:prstGeom>
                <a:gradFill rotWithShape="1">
                  <a:gsLst>
                    <a:gs pos="0">
                      <a:srgbClr val="66FFFF">
                        <a:gamma/>
                        <a:shade val="46275"/>
                        <a:invGamma/>
                      </a:srgbClr>
                    </a:gs>
                    <a:gs pos="50000">
                      <a:srgbClr val="66FFFF"/>
                    </a:gs>
                    <a:gs pos="100000">
                      <a:srgbClr val="66FFFF">
                        <a:gamma/>
                        <a:shade val="46275"/>
                        <a:invGamma/>
                      </a:srgbClr>
                    </a:gs>
                  </a:gsLst>
                  <a:lin ang="0" scaled="1"/>
                </a:gradFill>
                <a:ln w="381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solidFill>
                      <a:schemeClr val="tx1"/>
                    </a:solidFill>
                  </a:endParaRPr>
                </a:p>
              </p:txBody>
            </p:sp>
            <p:sp>
              <p:nvSpPr>
                <p:cNvPr id="378" name="Rectangle 60">
                  <a:extLst>
                    <a:ext uri="{FF2B5EF4-FFF2-40B4-BE49-F238E27FC236}">
                      <a16:creationId xmlns:a16="http://schemas.microsoft.com/office/drawing/2014/main" id="{CFCF4B1D-4444-D21A-A29C-B19B3AE75F63}"/>
                    </a:ext>
                  </a:extLst>
                </p:cNvPr>
                <p:cNvSpPr>
                  <a:spLocks noChangeAspect="1" noChangeArrowheads="1"/>
                </p:cNvSpPr>
                <p:nvPr/>
              </p:nvSpPr>
              <p:spPr bwMode="auto">
                <a:xfrm>
                  <a:off x="2986" y="1107"/>
                  <a:ext cx="275" cy="77"/>
                </a:xfrm>
                <a:prstGeom prst="rect">
                  <a:avLst/>
                </a:prstGeom>
                <a:pattFill prst="wdUpDiag">
                  <a:fgClr>
                    <a:srgbClr val="000000"/>
                  </a:fgClr>
                  <a:bgClr>
                    <a:srgbClr val="FFFFCC"/>
                  </a:bgClr>
                </a:patt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solidFill>
                      <a:schemeClr val="tx1"/>
                    </a:solidFill>
                  </a:endParaRPr>
                </a:p>
              </p:txBody>
            </p:sp>
            <p:sp>
              <p:nvSpPr>
                <p:cNvPr id="379" name="Line 61">
                  <a:extLst>
                    <a:ext uri="{FF2B5EF4-FFF2-40B4-BE49-F238E27FC236}">
                      <a16:creationId xmlns:a16="http://schemas.microsoft.com/office/drawing/2014/main" id="{7BFAC8DF-FD4E-95FE-D663-2537B12CB8AE}"/>
                    </a:ext>
                  </a:extLst>
                </p:cNvPr>
                <p:cNvSpPr>
                  <a:spLocks noChangeAspect="1" noChangeShapeType="1"/>
                </p:cNvSpPr>
                <p:nvPr/>
              </p:nvSpPr>
              <p:spPr bwMode="auto">
                <a:xfrm>
                  <a:off x="2985" y="1100"/>
                  <a:ext cx="277" cy="1"/>
                </a:xfrm>
                <a:prstGeom prst="line">
                  <a:avLst/>
                </a:prstGeom>
                <a:noFill/>
                <a:ln w="571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solidFill>
                      <a:schemeClr val="tx1"/>
                    </a:solidFill>
                  </a:endParaRPr>
                </a:p>
              </p:txBody>
            </p:sp>
          </p:grpSp>
          <p:sp>
            <p:nvSpPr>
              <p:cNvPr id="371" name="Text Box 62">
                <a:extLst>
                  <a:ext uri="{FF2B5EF4-FFF2-40B4-BE49-F238E27FC236}">
                    <a16:creationId xmlns:a16="http://schemas.microsoft.com/office/drawing/2014/main" id="{858D325B-4BA4-D0F9-BDE0-4736B562322A}"/>
                  </a:ext>
                </a:extLst>
              </p:cNvPr>
              <p:cNvSpPr txBox="1">
                <a:spLocks noChangeAspect="1" noChangeArrowheads="1"/>
              </p:cNvSpPr>
              <p:nvPr/>
            </p:nvSpPr>
            <p:spPr bwMode="auto">
              <a:xfrm>
                <a:off x="1635" y="1761"/>
                <a:ext cx="474" cy="31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r>
                  <a:rPr lang="en-US" altLang="zh-CN" i="1" dirty="0">
                    <a:solidFill>
                      <a:schemeClr val="tx1"/>
                    </a:solidFill>
                    <a:ea typeface="宋体" panose="02010600030101010101" pitchFamily="2" charset="-122"/>
                  </a:rPr>
                  <a:t>M</a:t>
                </a:r>
                <a:endParaRPr lang="en-US" altLang="zh-CN" i="1" baseline="-25000" dirty="0">
                  <a:solidFill>
                    <a:schemeClr val="tx1"/>
                  </a:solidFill>
                  <a:ea typeface="宋体" panose="02010600030101010101" pitchFamily="2" charset="-122"/>
                </a:endParaRPr>
              </a:p>
            </p:txBody>
          </p:sp>
          <p:sp>
            <p:nvSpPr>
              <p:cNvPr id="372" name="Arc 63">
                <a:extLst>
                  <a:ext uri="{FF2B5EF4-FFF2-40B4-BE49-F238E27FC236}">
                    <a16:creationId xmlns:a16="http://schemas.microsoft.com/office/drawing/2014/main" id="{CC3C0895-E9E0-6B98-8203-33EEAE9800E3}"/>
                  </a:ext>
                </a:extLst>
              </p:cNvPr>
              <p:cNvSpPr>
                <a:spLocks noChangeAspect="1"/>
              </p:cNvSpPr>
              <p:nvPr/>
            </p:nvSpPr>
            <p:spPr bwMode="auto">
              <a:xfrm rot="8122963" flipH="1">
                <a:off x="1469" y="1705"/>
                <a:ext cx="237" cy="223"/>
              </a:xfrm>
              <a:custGeom>
                <a:avLst/>
                <a:gdLst>
                  <a:gd name="G0" fmla="+- 0 0 0"/>
                  <a:gd name="G1" fmla="+- 21600 0 0"/>
                  <a:gd name="G2" fmla="+- 21600 0 0"/>
                  <a:gd name="T0" fmla="*/ 0 w 21600"/>
                  <a:gd name="T1" fmla="*/ 0 h 24472"/>
                  <a:gd name="T2" fmla="*/ 21408 w 21600"/>
                  <a:gd name="T3" fmla="*/ 24472 h 24472"/>
                  <a:gd name="T4" fmla="*/ 0 w 21600"/>
                  <a:gd name="T5" fmla="*/ 21600 h 24472"/>
                </a:gdLst>
                <a:ahLst/>
                <a:cxnLst>
                  <a:cxn ang="0">
                    <a:pos x="T0" y="T1"/>
                  </a:cxn>
                  <a:cxn ang="0">
                    <a:pos x="T2" y="T3"/>
                  </a:cxn>
                  <a:cxn ang="0">
                    <a:pos x="T4" y="T5"/>
                  </a:cxn>
                </a:cxnLst>
                <a:rect l="0" t="0" r="r" b="b"/>
                <a:pathLst>
                  <a:path w="21600" h="24472" fill="none" extrusionOk="0">
                    <a:moveTo>
                      <a:pt x="-1" y="0"/>
                    </a:moveTo>
                    <a:cubicBezTo>
                      <a:pt x="11929" y="0"/>
                      <a:pt x="21600" y="9670"/>
                      <a:pt x="21600" y="21600"/>
                    </a:cubicBezTo>
                    <a:cubicBezTo>
                      <a:pt x="21600" y="22560"/>
                      <a:pt x="21535" y="23520"/>
                      <a:pt x="21408" y="24472"/>
                    </a:cubicBezTo>
                  </a:path>
                  <a:path w="21600" h="24472" stroke="0" extrusionOk="0">
                    <a:moveTo>
                      <a:pt x="-1" y="0"/>
                    </a:moveTo>
                    <a:cubicBezTo>
                      <a:pt x="11929" y="0"/>
                      <a:pt x="21600" y="9670"/>
                      <a:pt x="21600" y="21600"/>
                    </a:cubicBezTo>
                    <a:cubicBezTo>
                      <a:pt x="21600" y="22560"/>
                      <a:pt x="21535" y="23520"/>
                      <a:pt x="21408" y="24472"/>
                    </a:cubicBezTo>
                    <a:lnTo>
                      <a:pt x="0" y="21600"/>
                    </a:lnTo>
                    <a:close/>
                  </a:path>
                </a:pathLst>
              </a:custGeom>
              <a:noFill/>
              <a:ln w="38100">
                <a:solidFill>
                  <a:srgbClr val="FF0000"/>
                </a:solidFill>
                <a:round/>
                <a:headEnd type="none" w="sm" len="lg"/>
                <a:tailEnd type="stealth" w="med"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solidFill>
                    <a:schemeClr val="tx1"/>
                  </a:solidFill>
                </a:endParaRPr>
              </a:p>
            </p:txBody>
          </p:sp>
          <p:sp>
            <p:nvSpPr>
              <p:cNvPr id="373" name="Line 64">
                <a:extLst>
                  <a:ext uri="{FF2B5EF4-FFF2-40B4-BE49-F238E27FC236}">
                    <a16:creationId xmlns:a16="http://schemas.microsoft.com/office/drawing/2014/main" id="{8870F7C1-A088-F410-D335-6440B6343C35}"/>
                  </a:ext>
                </a:extLst>
              </p:cNvPr>
              <p:cNvSpPr>
                <a:spLocks noChangeShapeType="1"/>
              </p:cNvSpPr>
              <p:nvPr/>
            </p:nvSpPr>
            <p:spPr bwMode="auto">
              <a:xfrm rot="11294006" flipH="1">
                <a:off x="1361" y="1688"/>
                <a:ext cx="229" cy="110"/>
              </a:xfrm>
              <a:prstGeom prst="line">
                <a:avLst/>
              </a:prstGeom>
              <a:noFill/>
              <a:ln w="19050">
                <a:solidFill>
                  <a:schemeClr val="tx1"/>
                </a:solidFill>
                <a:round/>
                <a:headEnd/>
                <a:tailEnd type="stealth"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solidFill>
                    <a:schemeClr val="tx1"/>
                  </a:solidFill>
                </a:endParaRPr>
              </a:p>
            </p:txBody>
          </p:sp>
          <p:sp>
            <p:nvSpPr>
              <p:cNvPr id="374" name="Text Box 65">
                <a:extLst>
                  <a:ext uri="{FF2B5EF4-FFF2-40B4-BE49-F238E27FC236}">
                    <a16:creationId xmlns:a16="http://schemas.microsoft.com/office/drawing/2014/main" id="{3BBC2284-909A-435F-3F0E-59AF98E35F47}"/>
                  </a:ext>
                </a:extLst>
              </p:cNvPr>
              <p:cNvSpPr txBox="1">
                <a:spLocks noChangeAspect="1" noChangeArrowheads="1"/>
              </p:cNvSpPr>
              <p:nvPr/>
            </p:nvSpPr>
            <p:spPr bwMode="auto">
              <a:xfrm>
                <a:off x="1349" y="1527"/>
                <a:ext cx="223" cy="22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just"/>
                <a:r>
                  <a:rPr lang="en-US" altLang="zh-CN" i="1">
                    <a:solidFill>
                      <a:schemeClr val="tx1"/>
                    </a:solidFill>
                    <a:ea typeface="宋体" panose="02010600030101010101" pitchFamily="2" charset="-122"/>
                  </a:rPr>
                  <a:t>r</a:t>
                </a:r>
                <a:endParaRPr lang="en-US" altLang="zh-CN" baseline="-25000">
                  <a:solidFill>
                    <a:schemeClr val="tx1"/>
                  </a:solidFill>
                  <a:ea typeface="宋体" panose="02010600030101010101" pitchFamily="2" charset="-122"/>
                </a:endParaRPr>
              </a:p>
            </p:txBody>
          </p:sp>
          <p:sp>
            <p:nvSpPr>
              <p:cNvPr id="375" name="Oval 66">
                <a:extLst>
                  <a:ext uri="{FF2B5EF4-FFF2-40B4-BE49-F238E27FC236}">
                    <a16:creationId xmlns:a16="http://schemas.microsoft.com/office/drawing/2014/main" id="{39B8C993-89BB-CA52-4396-85C09EF83D02}"/>
                  </a:ext>
                </a:extLst>
              </p:cNvPr>
              <p:cNvSpPr>
                <a:spLocks noChangeAspect="1" noChangeArrowheads="1"/>
              </p:cNvSpPr>
              <p:nvPr/>
            </p:nvSpPr>
            <p:spPr bwMode="auto">
              <a:xfrm>
                <a:off x="1328" y="1756"/>
                <a:ext cx="51" cy="51"/>
              </a:xfrm>
              <a:prstGeom prst="ellipse">
                <a:avLst/>
              </a:prstGeom>
              <a:solidFill>
                <a:srgbClr val="FF0000"/>
              </a:solidFill>
              <a:ln w="2857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solidFill>
                    <a:schemeClr val="tx1"/>
                  </a:solidFill>
                </a:endParaRPr>
              </a:p>
            </p:txBody>
          </p:sp>
          <p:sp>
            <p:nvSpPr>
              <p:cNvPr id="376" name="Line 67">
                <a:extLst>
                  <a:ext uri="{FF2B5EF4-FFF2-40B4-BE49-F238E27FC236}">
                    <a16:creationId xmlns:a16="http://schemas.microsoft.com/office/drawing/2014/main" id="{85C4A791-E1B5-7B93-2322-A339F2BB7226}"/>
                  </a:ext>
                </a:extLst>
              </p:cNvPr>
              <p:cNvSpPr>
                <a:spLocks noChangeShapeType="1"/>
              </p:cNvSpPr>
              <p:nvPr/>
            </p:nvSpPr>
            <p:spPr bwMode="auto">
              <a:xfrm rot="5400000">
                <a:off x="1056" y="1798"/>
                <a:ext cx="594" cy="0"/>
              </a:xfrm>
              <a:prstGeom prst="line">
                <a:avLst/>
              </a:prstGeom>
              <a:noFill/>
              <a:ln w="3175">
                <a:solidFill>
                  <a:srgbClr val="000000"/>
                </a:solidFill>
                <a:prstDash val="lgDash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solidFill>
                    <a:schemeClr val="tx1"/>
                  </a:solidFill>
                </a:endParaRPr>
              </a:p>
            </p:txBody>
          </p:sp>
        </p:grpSp>
        <p:sp>
          <p:nvSpPr>
            <p:cNvPr id="356" name="Line 68">
              <a:extLst>
                <a:ext uri="{FF2B5EF4-FFF2-40B4-BE49-F238E27FC236}">
                  <a16:creationId xmlns:a16="http://schemas.microsoft.com/office/drawing/2014/main" id="{2608752E-7AF2-230B-8055-6DE262DDF99C}"/>
                </a:ext>
              </a:extLst>
            </p:cNvPr>
            <p:cNvSpPr>
              <a:spLocks noChangeShapeType="1"/>
            </p:cNvSpPr>
            <p:nvPr/>
          </p:nvSpPr>
          <p:spPr bwMode="auto">
            <a:xfrm flipV="1">
              <a:off x="3002" y="1451"/>
              <a:ext cx="0" cy="13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solidFill>
                  <a:schemeClr val="tx1"/>
                </a:solidFill>
              </a:endParaRPr>
            </a:p>
          </p:txBody>
        </p:sp>
        <p:sp>
          <p:nvSpPr>
            <p:cNvPr id="357" name="Line 69">
              <a:extLst>
                <a:ext uri="{FF2B5EF4-FFF2-40B4-BE49-F238E27FC236}">
                  <a16:creationId xmlns:a16="http://schemas.microsoft.com/office/drawing/2014/main" id="{BDAA1219-CDF5-6930-159E-6725A7B7B420}"/>
                </a:ext>
              </a:extLst>
            </p:cNvPr>
            <p:cNvSpPr>
              <a:spLocks noChangeShapeType="1"/>
            </p:cNvSpPr>
            <p:nvPr/>
          </p:nvSpPr>
          <p:spPr bwMode="auto">
            <a:xfrm flipH="1">
              <a:off x="2485" y="1467"/>
              <a:ext cx="517" cy="0"/>
            </a:xfrm>
            <a:prstGeom prst="line">
              <a:avLst/>
            </a:prstGeom>
            <a:noFill/>
            <a:ln w="9525">
              <a:solidFill>
                <a:schemeClr val="tx1"/>
              </a:solidFill>
              <a:round/>
              <a:headEnd type="stealth" w="sm" len="lg"/>
              <a:tailEnd type="stealth"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solidFill>
                  <a:schemeClr val="tx1"/>
                </a:solidFill>
              </a:endParaRPr>
            </a:p>
          </p:txBody>
        </p:sp>
        <p:sp>
          <p:nvSpPr>
            <p:cNvPr id="358" name="Line 70">
              <a:extLst>
                <a:ext uri="{FF2B5EF4-FFF2-40B4-BE49-F238E27FC236}">
                  <a16:creationId xmlns:a16="http://schemas.microsoft.com/office/drawing/2014/main" id="{C4259DB1-8E1A-560F-265B-BBABD4214FFE}"/>
                </a:ext>
              </a:extLst>
            </p:cNvPr>
            <p:cNvSpPr>
              <a:spLocks noChangeShapeType="1"/>
            </p:cNvSpPr>
            <p:nvPr/>
          </p:nvSpPr>
          <p:spPr bwMode="auto">
            <a:xfrm flipH="1">
              <a:off x="2494" y="1273"/>
              <a:ext cx="1271" cy="0"/>
            </a:xfrm>
            <a:prstGeom prst="line">
              <a:avLst/>
            </a:prstGeom>
            <a:noFill/>
            <a:ln w="9525">
              <a:solidFill>
                <a:schemeClr val="tx1"/>
              </a:solidFill>
              <a:round/>
              <a:headEnd type="stealth" w="sm" len="lg"/>
              <a:tailEnd type="stealth"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solidFill>
                  <a:schemeClr val="tx1"/>
                </a:solidFill>
              </a:endParaRPr>
            </a:p>
          </p:txBody>
        </p:sp>
        <p:sp>
          <p:nvSpPr>
            <p:cNvPr id="359" name="Line 71">
              <a:extLst>
                <a:ext uri="{FF2B5EF4-FFF2-40B4-BE49-F238E27FC236}">
                  <a16:creationId xmlns:a16="http://schemas.microsoft.com/office/drawing/2014/main" id="{1993AC25-19B8-0FC0-0A33-C4C73AD5C0EC}"/>
                </a:ext>
              </a:extLst>
            </p:cNvPr>
            <p:cNvSpPr>
              <a:spLocks noChangeShapeType="1"/>
            </p:cNvSpPr>
            <p:nvPr/>
          </p:nvSpPr>
          <p:spPr bwMode="auto">
            <a:xfrm flipV="1">
              <a:off x="2498" y="1199"/>
              <a:ext cx="0" cy="43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solidFill>
                  <a:schemeClr val="tx1"/>
                </a:solidFill>
              </a:endParaRPr>
            </a:p>
          </p:txBody>
        </p:sp>
        <p:sp>
          <p:nvSpPr>
            <p:cNvPr id="360" name="Text Box 72">
              <a:extLst>
                <a:ext uri="{FF2B5EF4-FFF2-40B4-BE49-F238E27FC236}">
                  <a16:creationId xmlns:a16="http://schemas.microsoft.com/office/drawing/2014/main" id="{EA880BA8-1498-5307-6FAB-48F6E03297AF}"/>
                </a:ext>
              </a:extLst>
            </p:cNvPr>
            <p:cNvSpPr txBox="1">
              <a:spLocks noChangeArrowheads="1"/>
            </p:cNvSpPr>
            <p:nvPr/>
          </p:nvSpPr>
          <p:spPr bwMode="auto">
            <a:xfrm>
              <a:off x="3010" y="1048"/>
              <a:ext cx="33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pPr>
              <a:r>
                <a:rPr lang="en-US" altLang="zh-CN" i="1" dirty="0">
                  <a:solidFill>
                    <a:schemeClr val="tx1"/>
                  </a:solidFill>
                  <a:ea typeface="宋体" panose="02010600030101010101" pitchFamily="2" charset="-122"/>
                </a:rPr>
                <a:t>b</a:t>
              </a:r>
            </a:p>
          </p:txBody>
        </p:sp>
        <p:sp>
          <p:nvSpPr>
            <p:cNvPr id="361" name="Line 73">
              <a:extLst>
                <a:ext uri="{FF2B5EF4-FFF2-40B4-BE49-F238E27FC236}">
                  <a16:creationId xmlns:a16="http://schemas.microsoft.com/office/drawing/2014/main" id="{98469698-BF5F-AD07-C1E5-3B4F4223BFD7}"/>
                </a:ext>
              </a:extLst>
            </p:cNvPr>
            <p:cNvSpPr>
              <a:spLocks noChangeShapeType="1"/>
            </p:cNvSpPr>
            <p:nvPr/>
          </p:nvSpPr>
          <p:spPr bwMode="auto">
            <a:xfrm flipH="1">
              <a:off x="2480" y="1691"/>
              <a:ext cx="51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solidFill>
                  <a:schemeClr val="tx1"/>
                </a:solidFill>
              </a:endParaRPr>
            </a:p>
          </p:txBody>
        </p:sp>
        <p:grpSp>
          <p:nvGrpSpPr>
            <p:cNvPr id="362" name="Group 74">
              <a:extLst>
                <a:ext uri="{FF2B5EF4-FFF2-40B4-BE49-F238E27FC236}">
                  <a16:creationId xmlns:a16="http://schemas.microsoft.com/office/drawing/2014/main" id="{77DD8335-CB3C-4875-9982-1DEAAA85A5FA}"/>
                </a:ext>
              </a:extLst>
            </p:cNvPr>
            <p:cNvGrpSpPr>
              <a:grpSpLocks/>
            </p:cNvGrpSpPr>
            <p:nvPr/>
          </p:nvGrpSpPr>
          <p:grpSpPr bwMode="auto">
            <a:xfrm>
              <a:off x="2386" y="1669"/>
              <a:ext cx="223" cy="191"/>
              <a:chOff x="1378" y="1892"/>
              <a:chExt cx="223" cy="191"/>
            </a:xfrm>
          </p:grpSpPr>
          <p:grpSp>
            <p:nvGrpSpPr>
              <p:cNvPr id="363" name="Group 75">
                <a:extLst>
                  <a:ext uri="{FF2B5EF4-FFF2-40B4-BE49-F238E27FC236}">
                    <a16:creationId xmlns:a16="http://schemas.microsoft.com/office/drawing/2014/main" id="{A2D9A9FD-9E28-C824-D9B3-2DEA3957092C}"/>
                  </a:ext>
                </a:extLst>
              </p:cNvPr>
              <p:cNvGrpSpPr>
                <a:grpSpLocks/>
              </p:cNvGrpSpPr>
              <p:nvPr/>
            </p:nvGrpSpPr>
            <p:grpSpPr bwMode="auto">
              <a:xfrm>
                <a:off x="1378" y="1902"/>
                <a:ext cx="223" cy="181"/>
                <a:chOff x="2985" y="959"/>
                <a:chExt cx="277" cy="225"/>
              </a:xfrm>
            </p:grpSpPr>
            <p:sp>
              <p:nvSpPr>
                <p:cNvPr id="365" name="AutoShape 76">
                  <a:extLst>
                    <a:ext uri="{FF2B5EF4-FFF2-40B4-BE49-F238E27FC236}">
                      <a16:creationId xmlns:a16="http://schemas.microsoft.com/office/drawing/2014/main" id="{8F9A85BA-3BE7-8CBD-BB56-2BA40E394C83}"/>
                    </a:ext>
                  </a:extLst>
                </p:cNvPr>
                <p:cNvSpPr>
                  <a:spLocks noChangeAspect="1" noChangeArrowheads="1"/>
                </p:cNvSpPr>
                <p:nvPr/>
              </p:nvSpPr>
              <p:spPr bwMode="auto">
                <a:xfrm>
                  <a:off x="3042" y="959"/>
                  <a:ext cx="163" cy="157"/>
                </a:xfrm>
                <a:prstGeom prst="triangle">
                  <a:avLst>
                    <a:gd name="adj" fmla="val 50000"/>
                  </a:avLst>
                </a:prstGeom>
                <a:gradFill rotWithShape="1">
                  <a:gsLst>
                    <a:gs pos="0">
                      <a:srgbClr val="FFFF00">
                        <a:gamma/>
                        <a:shade val="46275"/>
                        <a:invGamma/>
                      </a:srgbClr>
                    </a:gs>
                    <a:gs pos="50000">
                      <a:srgbClr val="FFFF00"/>
                    </a:gs>
                    <a:gs pos="100000">
                      <a:srgbClr val="FFFF00">
                        <a:gamma/>
                        <a:shade val="46275"/>
                        <a:invGamma/>
                      </a:srgbClr>
                    </a:gs>
                  </a:gsLst>
                  <a:lin ang="0" scaled="1"/>
                </a:gradFill>
                <a:ln w="381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solidFill>
                      <a:schemeClr val="tx1"/>
                    </a:solidFill>
                  </a:endParaRPr>
                </a:p>
              </p:txBody>
            </p:sp>
            <p:sp>
              <p:nvSpPr>
                <p:cNvPr id="366" name="Rectangle 77">
                  <a:extLst>
                    <a:ext uri="{FF2B5EF4-FFF2-40B4-BE49-F238E27FC236}">
                      <a16:creationId xmlns:a16="http://schemas.microsoft.com/office/drawing/2014/main" id="{AF2A6AAD-E231-D3EE-5794-233DBAE72D06}"/>
                    </a:ext>
                  </a:extLst>
                </p:cNvPr>
                <p:cNvSpPr>
                  <a:spLocks noChangeAspect="1" noChangeArrowheads="1"/>
                </p:cNvSpPr>
                <p:nvPr/>
              </p:nvSpPr>
              <p:spPr bwMode="auto">
                <a:xfrm>
                  <a:off x="2986" y="1107"/>
                  <a:ext cx="275" cy="77"/>
                </a:xfrm>
                <a:prstGeom prst="rect">
                  <a:avLst/>
                </a:prstGeom>
                <a:pattFill prst="wdUpDiag">
                  <a:fgClr>
                    <a:srgbClr val="000000"/>
                  </a:fgClr>
                  <a:bgClr>
                    <a:srgbClr val="FFFFCC"/>
                  </a:bgClr>
                </a:patt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solidFill>
                      <a:schemeClr val="tx1"/>
                    </a:solidFill>
                  </a:endParaRPr>
                </a:p>
              </p:txBody>
            </p:sp>
            <p:sp>
              <p:nvSpPr>
                <p:cNvPr id="367" name="Line 78">
                  <a:extLst>
                    <a:ext uri="{FF2B5EF4-FFF2-40B4-BE49-F238E27FC236}">
                      <a16:creationId xmlns:a16="http://schemas.microsoft.com/office/drawing/2014/main" id="{F5947F81-6D2F-5E43-D90B-B0F74EC9837D}"/>
                    </a:ext>
                  </a:extLst>
                </p:cNvPr>
                <p:cNvSpPr>
                  <a:spLocks noChangeAspect="1" noChangeShapeType="1"/>
                </p:cNvSpPr>
                <p:nvPr/>
              </p:nvSpPr>
              <p:spPr bwMode="auto">
                <a:xfrm>
                  <a:off x="2985" y="1100"/>
                  <a:ext cx="277" cy="1"/>
                </a:xfrm>
                <a:prstGeom prst="line">
                  <a:avLst/>
                </a:prstGeom>
                <a:noFill/>
                <a:ln w="571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solidFill>
                      <a:schemeClr val="tx1"/>
                    </a:solidFill>
                  </a:endParaRPr>
                </a:p>
              </p:txBody>
            </p:sp>
          </p:grpSp>
          <p:sp>
            <p:nvSpPr>
              <p:cNvPr id="364" name="Oval 79">
                <a:extLst>
                  <a:ext uri="{FF2B5EF4-FFF2-40B4-BE49-F238E27FC236}">
                    <a16:creationId xmlns:a16="http://schemas.microsoft.com/office/drawing/2014/main" id="{CF43F72C-5E2C-970C-D098-63FC4A1999C3}"/>
                  </a:ext>
                </a:extLst>
              </p:cNvPr>
              <p:cNvSpPr>
                <a:spLocks noChangeAspect="1" noChangeArrowheads="1"/>
              </p:cNvSpPr>
              <p:nvPr/>
            </p:nvSpPr>
            <p:spPr bwMode="auto">
              <a:xfrm>
                <a:off x="1464" y="1892"/>
                <a:ext cx="51" cy="51"/>
              </a:xfrm>
              <a:prstGeom prst="ellipse">
                <a:avLst/>
              </a:prstGeom>
              <a:solidFill>
                <a:srgbClr val="FF0000"/>
              </a:solidFill>
              <a:ln w="2857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solidFill>
                    <a:schemeClr val="tx1"/>
                  </a:solidFill>
                </a:endParaRPr>
              </a:p>
            </p:txBody>
          </p:sp>
        </p:grpSp>
      </p:grpSp>
      <p:grpSp>
        <p:nvGrpSpPr>
          <p:cNvPr id="380" name="Group 80">
            <a:extLst>
              <a:ext uri="{FF2B5EF4-FFF2-40B4-BE49-F238E27FC236}">
                <a16:creationId xmlns:a16="http://schemas.microsoft.com/office/drawing/2014/main" id="{E2FB1205-C701-FBE7-586E-C9FFDEB6FBE2}"/>
              </a:ext>
            </a:extLst>
          </p:cNvPr>
          <p:cNvGrpSpPr>
            <a:grpSpLocks/>
          </p:cNvGrpSpPr>
          <p:nvPr/>
        </p:nvGrpSpPr>
        <p:grpSpPr bwMode="auto">
          <a:xfrm>
            <a:off x="6994550" y="2232447"/>
            <a:ext cx="3055937" cy="1911350"/>
            <a:chOff x="4137" y="868"/>
            <a:chExt cx="1925" cy="1204"/>
          </a:xfrm>
        </p:grpSpPr>
        <p:sp>
          <p:nvSpPr>
            <p:cNvPr id="381" name="Line 81">
              <a:extLst>
                <a:ext uri="{FF2B5EF4-FFF2-40B4-BE49-F238E27FC236}">
                  <a16:creationId xmlns:a16="http://schemas.microsoft.com/office/drawing/2014/main" id="{BB9C55F6-F72F-4348-7459-1E8DBF5C259D}"/>
                </a:ext>
              </a:extLst>
            </p:cNvPr>
            <p:cNvSpPr>
              <a:spLocks noChangeShapeType="1"/>
            </p:cNvSpPr>
            <p:nvPr/>
          </p:nvSpPr>
          <p:spPr bwMode="auto">
            <a:xfrm>
              <a:off x="5744" y="932"/>
              <a:ext cx="0" cy="476"/>
            </a:xfrm>
            <a:prstGeom prst="line">
              <a:avLst/>
            </a:prstGeom>
            <a:noFill/>
            <a:ln w="38100">
              <a:solidFill>
                <a:srgbClr val="FF00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solidFill>
                  <a:schemeClr val="tx1"/>
                </a:solidFill>
              </a:endParaRPr>
            </a:p>
          </p:txBody>
        </p:sp>
        <p:sp>
          <p:nvSpPr>
            <p:cNvPr id="382" name="Text Box 82">
              <a:extLst>
                <a:ext uri="{FF2B5EF4-FFF2-40B4-BE49-F238E27FC236}">
                  <a16:creationId xmlns:a16="http://schemas.microsoft.com/office/drawing/2014/main" id="{71061550-6067-E735-5DEB-903C28462BF2}"/>
                </a:ext>
              </a:extLst>
            </p:cNvPr>
            <p:cNvSpPr txBox="1">
              <a:spLocks noChangeArrowheads="1"/>
            </p:cNvSpPr>
            <p:nvPr/>
          </p:nvSpPr>
          <p:spPr bwMode="auto">
            <a:xfrm>
              <a:off x="4639" y="1045"/>
              <a:ext cx="33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pPr>
              <a:r>
                <a:rPr lang="en-US" altLang="zh-CN" i="1" dirty="0">
                  <a:solidFill>
                    <a:schemeClr val="tx1"/>
                  </a:solidFill>
                  <a:ea typeface="宋体" panose="02010600030101010101" pitchFamily="2" charset="-122"/>
                </a:rPr>
                <a:t>a</a:t>
              </a:r>
            </a:p>
          </p:txBody>
        </p:sp>
        <p:sp>
          <p:nvSpPr>
            <p:cNvPr id="383" name="Text Box 83">
              <a:extLst>
                <a:ext uri="{FF2B5EF4-FFF2-40B4-BE49-F238E27FC236}">
                  <a16:creationId xmlns:a16="http://schemas.microsoft.com/office/drawing/2014/main" id="{A37EE356-6F3F-D4D7-D983-7D4ED77B2574}"/>
                </a:ext>
              </a:extLst>
            </p:cNvPr>
            <p:cNvSpPr txBox="1">
              <a:spLocks noChangeAspect="1" noChangeArrowheads="1"/>
            </p:cNvSpPr>
            <p:nvPr/>
          </p:nvSpPr>
          <p:spPr bwMode="auto">
            <a:xfrm>
              <a:off x="5744" y="884"/>
              <a:ext cx="318" cy="2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just"/>
              <a:r>
                <a:rPr lang="en-US" altLang="zh-CN" b="1" i="1" dirty="0">
                  <a:solidFill>
                    <a:schemeClr val="tx1"/>
                  </a:solidFill>
                  <a:ea typeface="宋体" panose="02010600030101010101" pitchFamily="2" charset="-122"/>
                </a:rPr>
                <a:t>F</a:t>
              </a:r>
              <a:r>
                <a:rPr lang="en-US" altLang="zh-CN" i="0" baseline="-25000" dirty="0">
                  <a:solidFill>
                    <a:schemeClr val="tx1"/>
                  </a:solidFill>
                </a:rPr>
                <a:t>3</a:t>
              </a:r>
            </a:p>
          </p:txBody>
        </p:sp>
        <p:sp>
          <p:nvSpPr>
            <p:cNvPr id="384" name="Freeform 84">
              <a:extLst>
                <a:ext uri="{FF2B5EF4-FFF2-40B4-BE49-F238E27FC236}">
                  <a16:creationId xmlns:a16="http://schemas.microsoft.com/office/drawing/2014/main" id="{01B49841-EB99-F90B-86B9-5BF776AF3A97}"/>
                </a:ext>
              </a:extLst>
            </p:cNvPr>
            <p:cNvSpPr>
              <a:spLocks/>
            </p:cNvSpPr>
            <p:nvPr/>
          </p:nvSpPr>
          <p:spPr bwMode="auto">
            <a:xfrm>
              <a:off x="4476" y="1412"/>
              <a:ext cx="1285" cy="448"/>
            </a:xfrm>
            <a:custGeom>
              <a:avLst/>
              <a:gdLst>
                <a:gd name="T0" fmla="*/ 12 w 1285"/>
                <a:gd name="T1" fmla="*/ 448 h 448"/>
                <a:gd name="T2" fmla="*/ 60 w 1285"/>
                <a:gd name="T3" fmla="*/ 7 h 448"/>
                <a:gd name="T4" fmla="*/ 102 w 1285"/>
                <a:gd name="T5" fmla="*/ 1 h 448"/>
                <a:gd name="T6" fmla="*/ 1285 w 1285"/>
                <a:gd name="T7" fmla="*/ 0 h 448"/>
              </a:gdLst>
              <a:ahLst/>
              <a:cxnLst>
                <a:cxn ang="0">
                  <a:pos x="T0" y="T1"/>
                </a:cxn>
                <a:cxn ang="0">
                  <a:pos x="T2" y="T3"/>
                </a:cxn>
                <a:cxn ang="0">
                  <a:pos x="T4" y="T5"/>
                </a:cxn>
                <a:cxn ang="0">
                  <a:pos x="T6" y="T7"/>
                </a:cxn>
              </a:cxnLst>
              <a:rect l="0" t="0" r="r" b="b"/>
              <a:pathLst>
                <a:path w="1285" h="448">
                  <a:moveTo>
                    <a:pt x="12" y="448"/>
                  </a:moveTo>
                  <a:cubicBezTo>
                    <a:pt x="15" y="70"/>
                    <a:pt x="0" y="22"/>
                    <a:pt x="60" y="7"/>
                  </a:cubicBezTo>
                  <a:cubicBezTo>
                    <a:pt x="81" y="1"/>
                    <a:pt x="90" y="5"/>
                    <a:pt x="102" y="1"/>
                  </a:cubicBezTo>
                  <a:cubicBezTo>
                    <a:pt x="706" y="1"/>
                    <a:pt x="1084" y="0"/>
                    <a:pt x="1285" y="0"/>
                  </a:cubicBezTo>
                </a:path>
              </a:pathLst>
            </a:custGeom>
            <a:noFill/>
            <a:ln w="57150" cap="flat" cmpd="sng">
              <a:solidFill>
                <a:schemeClr val="tx1"/>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solidFill>
                  <a:schemeClr val="tx1"/>
                </a:solidFill>
              </a:endParaRPr>
            </a:p>
          </p:txBody>
        </p:sp>
        <p:sp>
          <p:nvSpPr>
            <p:cNvPr id="385" name="Freeform 85">
              <a:extLst>
                <a:ext uri="{FF2B5EF4-FFF2-40B4-BE49-F238E27FC236}">
                  <a16:creationId xmlns:a16="http://schemas.microsoft.com/office/drawing/2014/main" id="{7CDC39D9-3E58-EA6E-990A-C4493F075EC7}"/>
                </a:ext>
              </a:extLst>
            </p:cNvPr>
            <p:cNvSpPr>
              <a:spLocks/>
            </p:cNvSpPr>
            <p:nvPr/>
          </p:nvSpPr>
          <p:spPr bwMode="auto">
            <a:xfrm>
              <a:off x="4875" y="1421"/>
              <a:ext cx="245" cy="126"/>
            </a:xfrm>
            <a:custGeom>
              <a:avLst/>
              <a:gdLst>
                <a:gd name="T0" fmla="*/ 0 w 245"/>
                <a:gd name="T1" fmla="*/ 3 h 126"/>
                <a:gd name="T2" fmla="*/ 1 w 245"/>
                <a:gd name="T3" fmla="*/ 119 h 126"/>
                <a:gd name="T4" fmla="*/ 19 w 245"/>
                <a:gd name="T5" fmla="*/ 111 h 126"/>
                <a:gd name="T6" fmla="*/ 49 w 245"/>
                <a:gd name="T7" fmla="*/ 97 h 126"/>
                <a:gd name="T8" fmla="*/ 125 w 245"/>
                <a:gd name="T9" fmla="*/ 87 h 126"/>
                <a:gd name="T10" fmla="*/ 185 w 245"/>
                <a:gd name="T11" fmla="*/ 95 h 126"/>
                <a:gd name="T12" fmla="*/ 243 w 245"/>
                <a:gd name="T13" fmla="*/ 126 h 126"/>
                <a:gd name="T14" fmla="*/ 243 w 245"/>
                <a:gd name="T15" fmla="*/ 1 h 126"/>
                <a:gd name="T16" fmla="*/ 0 w 245"/>
                <a:gd name="T17" fmla="*/ 3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45" h="126">
                  <a:moveTo>
                    <a:pt x="0" y="3"/>
                  </a:moveTo>
                  <a:cubicBezTo>
                    <a:pt x="1" y="42"/>
                    <a:pt x="1" y="59"/>
                    <a:pt x="1" y="119"/>
                  </a:cubicBezTo>
                  <a:cubicBezTo>
                    <a:pt x="13" y="119"/>
                    <a:pt x="13" y="113"/>
                    <a:pt x="19" y="111"/>
                  </a:cubicBezTo>
                  <a:cubicBezTo>
                    <a:pt x="28" y="108"/>
                    <a:pt x="40" y="100"/>
                    <a:pt x="49" y="97"/>
                  </a:cubicBezTo>
                  <a:cubicBezTo>
                    <a:pt x="74" y="89"/>
                    <a:pt x="97" y="87"/>
                    <a:pt x="125" y="87"/>
                  </a:cubicBezTo>
                  <a:cubicBezTo>
                    <a:pt x="149" y="89"/>
                    <a:pt x="159" y="87"/>
                    <a:pt x="185" y="95"/>
                  </a:cubicBezTo>
                  <a:cubicBezTo>
                    <a:pt x="205" y="101"/>
                    <a:pt x="215" y="111"/>
                    <a:pt x="243" y="126"/>
                  </a:cubicBezTo>
                  <a:cubicBezTo>
                    <a:pt x="244" y="63"/>
                    <a:pt x="245" y="63"/>
                    <a:pt x="243" y="1"/>
                  </a:cubicBezTo>
                  <a:cubicBezTo>
                    <a:pt x="122" y="0"/>
                    <a:pt x="0" y="3"/>
                    <a:pt x="0" y="3"/>
                  </a:cubicBezTo>
                  <a:close/>
                </a:path>
              </a:pathLst>
            </a:custGeom>
            <a:gradFill rotWithShape="1">
              <a:gsLst>
                <a:gs pos="0">
                  <a:srgbClr val="FF6600"/>
                </a:gs>
                <a:gs pos="50000">
                  <a:srgbClr val="FF9999"/>
                </a:gs>
                <a:gs pos="100000">
                  <a:srgbClr val="FF6600"/>
                </a:gs>
              </a:gsLst>
              <a:lin ang="0" scaled="1"/>
            </a:gradFill>
            <a:ln w="28575" cap="flat" cmpd="sng">
              <a:solidFill>
                <a:schemeClr val="tx1"/>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chemeClr val="tx1"/>
                </a:solidFill>
              </a:endParaRPr>
            </a:p>
          </p:txBody>
        </p:sp>
        <p:grpSp>
          <p:nvGrpSpPr>
            <p:cNvPr id="386" name="Group 86">
              <a:extLst>
                <a:ext uri="{FF2B5EF4-FFF2-40B4-BE49-F238E27FC236}">
                  <a16:creationId xmlns:a16="http://schemas.microsoft.com/office/drawing/2014/main" id="{8D58F164-0404-3749-33A5-65927C0BB1DE}"/>
                </a:ext>
              </a:extLst>
            </p:cNvPr>
            <p:cNvGrpSpPr>
              <a:grpSpLocks/>
            </p:cNvGrpSpPr>
            <p:nvPr/>
          </p:nvGrpSpPr>
          <p:grpSpPr bwMode="auto">
            <a:xfrm>
              <a:off x="4746" y="1478"/>
              <a:ext cx="986" cy="594"/>
              <a:chOff x="1100" y="1501"/>
              <a:chExt cx="986" cy="594"/>
            </a:xfrm>
          </p:grpSpPr>
          <p:sp>
            <p:nvSpPr>
              <p:cNvPr id="402" name="Oval 87">
                <a:extLst>
                  <a:ext uri="{FF2B5EF4-FFF2-40B4-BE49-F238E27FC236}">
                    <a16:creationId xmlns:a16="http://schemas.microsoft.com/office/drawing/2014/main" id="{55096C2B-99A2-9316-6863-1F20F2B66795}"/>
                  </a:ext>
                </a:extLst>
              </p:cNvPr>
              <p:cNvSpPr>
                <a:spLocks noChangeAspect="1" noChangeArrowheads="1"/>
              </p:cNvSpPr>
              <p:nvPr/>
            </p:nvSpPr>
            <p:spPr bwMode="auto">
              <a:xfrm>
                <a:off x="1107" y="1540"/>
                <a:ext cx="490" cy="490"/>
              </a:xfrm>
              <a:prstGeom prst="ellipse">
                <a:avLst/>
              </a:prstGeom>
              <a:gradFill rotWithShape="1">
                <a:gsLst>
                  <a:gs pos="0">
                    <a:srgbClr val="FFCC00">
                      <a:gamma/>
                      <a:tint val="34902"/>
                      <a:invGamma/>
                    </a:srgbClr>
                  </a:gs>
                  <a:gs pos="100000">
                    <a:srgbClr val="FFCC00"/>
                  </a:gs>
                </a:gsLst>
                <a:path path="shape">
                  <a:fillToRect l="50000" t="50000" r="50000" b="50000"/>
                </a:path>
              </a:gradFill>
              <a:ln w="28575" algn="ctr">
                <a:solidFill>
                  <a:srgbClr val="000000"/>
                </a:solidFill>
                <a:round/>
                <a:headEnd/>
                <a:tailEnd/>
              </a:ln>
              <a:effectLst>
                <a:outerShdw dist="35921" dir="2700000" algn="ctr" rotWithShape="0">
                  <a:srgbClr val="808080"/>
                </a:outerShdw>
              </a:effectLst>
            </p:spPr>
            <p:txBody>
              <a:bodyPr wrap="none" anchor="ctr"/>
              <a:lstStyle/>
              <a:p>
                <a:endParaRPr lang="zh-CN" altLang="en-US">
                  <a:solidFill>
                    <a:schemeClr val="tx1"/>
                  </a:solidFill>
                </a:endParaRPr>
              </a:p>
            </p:txBody>
          </p:sp>
          <p:sp>
            <p:nvSpPr>
              <p:cNvPr id="403" name="Text Box 88">
                <a:extLst>
                  <a:ext uri="{FF2B5EF4-FFF2-40B4-BE49-F238E27FC236}">
                    <a16:creationId xmlns:a16="http://schemas.microsoft.com/office/drawing/2014/main" id="{E89838EA-7A32-618D-DB83-F700D1712F7B}"/>
                  </a:ext>
                </a:extLst>
              </p:cNvPr>
              <p:cNvSpPr txBox="1">
                <a:spLocks noChangeAspect="1" noChangeArrowheads="1"/>
              </p:cNvSpPr>
              <p:nvPr/>
            </p:nvSpPr>
            <p:spPr bwMode="auto">
              <a:xfrm>
                <a:off x="1100" y="1644"/>
                <a:ext cx="269" cy="2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just"/>
                <a:r>
                  <a:rPr lang="en-US" altLang="zh-CN" i="1">
                    <a:solidFill>
                      <a:schemeClr val="tx1"/>
                    </a:solidFill>
                    <a:ea typeface="宋体" panose="02010600030101010101" pitchFamily="2" charset="-122"/>
                  </a:rPr>
                  <a:t>O</a:t>
                </a:r>
                <a:endParaRPr lang="en-US" altLang="zh-CN" baseline="-25000">
                  <a:solidFill>
                    <a:schemeClr val="tx1"/>
                  </a:solidFill>
                  <a:ea typeface="宋体" panose="02010600030101010101" pitchFamily="2" charset="-122"/>
                </a:endParaRPr>
              </a:p>
            </p:txBody>
          </p:sp>
          <p:grpSp>
            <p:nvGrpSpPr>
              <p:cNvPr id="404" name="Group 89">
                <a:extLst>
                  <a:ext uri="{FF2B5EF4-FFF2-40B4-BE49-F238E27FC236}">
                    <a16:creationId xmlns:a16="http://schemas.microsoft.com/office/drawing/2014/main" id="{E2BD4EBD-A912-8AC2-C096-17C6E9A6F7BA}"/>
                  </a:ext>
                </a:extLst>
              </p:cNvPr>
              <p:cNvGrpSpPr>
                <a:grpSpLocks/>
              </p:cNvGrpSpPr>
              <p:nvPr/>
            </p:nvGrpSpPr>
            <p:grpSpPr bwMode="auto">
              <a:xfrm>
                <a:off x="1242" y="1766"/>
                <a:ext cx="223" cy="181"/>
                <a:chOff x="2985" y="959"/>
                <a:chExt cx="277" cy="225"/>
              </a:xfrm>
            </p:grpSpPr>
            <p:sp>
              <p:nvSpPr>
                <p:cNvPr id="411" name="AutoShape 90">
                  <a:extLst>
                    <a:ext uri="{FF2B5EF4-FFF2-40B4-BE49-F238E27FC236}">
                      <a16:creationId xmlns:a16="http://schemas.microsoft.com/office/drawing/2014/main" id="{36AFFBC0-129E-FC81-1A0B-32D81C21C5BC}"/>
                    </a:ext>
                  </a:extLst>
                </p:cNvPr>
                <p:cNvSpPr>
                  <a:spLocks noChangeAspect="1" noChangeArrowheads="1"/>
                </p:cNvSpPr>
                <p:nvPr/>
              </p:nvSpPr>
              <p:spPr bwMode="auto">
                <a:xfrm>
                  <a:off x="3042" y="959"/>
                  <a:ext cx="163" cy="157"/>
                </a:xfrm>
                <a:prstGeom prst="triangle">
                  <a:avLst>
                    <a:gd name="adj" fmla="val 50000"/>
                  </a:avLst>
                </a:prstGeom>
                <a:gradFill rotWithShape="1">
                  <a:gsLst>
                    <a:gs pos="0">
                      <a:srgbClr val="66FFFF">
                        <a:gamma/>
                        <a:shade val="46275"/>
                        <a:invGamma/>
                      </a:srgbClr>
                    </a:gs>
                    <a:gs pos="50000">
                      <a:srgbClr val="66FFFF"/>
                    </a:gs>
                    <a:gs pos="100000">
                      <a:srgbClr val="66FFFF">
                        <a:gamma/>
                        <a:shade val="46275"/>
                        <a:invGamma/>
                      </a:srgbClr>
                    </a:gs>
                  </a:gsLst>
                  <a:lin ang="0" scaled="1"/>
                </a:gradFill>
                <a:ln w="381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solidFill>
                      <a:schemeClr val="tx1"/>
                    </a:solidFill>
                  </a:endParaRPr>
                </a:p>
              </p:txBody>
            </p:sp>
            <p:sp>
              <p:nvSpPr>
                <p:cNvPr id="412" name="Rectangle 91">
                  <a:extLst>
                    <a:ext uri="{FF2B5EF4-FFF2-40B4-BE49-F238E27FC236}">
                      <a16:creationId xmlns:a16="http://schemas.microsoft.com/office/drawing/2014/main" id="{88F6359B-759E-DA01-D93C-56B6CE6046E4}"/>
                    </a:ext>
                  </a:extLst>
                </p:cNvPr>
                <p:cNvSpPr>
                  <a:spLocks noChangeAspect="1" noChangeArrowheads="1"/>
                </p:cNvSpPr>
                <p:nvPr/>
              </p:nvSpPr>
              <p:spPr bwMode="auto">
                <a:xfrm>
                  <a:off x="2986" y="1107"/>
                  <a:ext cx="275" cy="77"/>
                </a:xfrm>
                <a:prstGeom prst="rect">
                  <a:avLst/>
                </a:prstGeom>
                <a:pattFill prst="wdUpDiag">
                  <a:fgClr>
                    <a:srgbClr val="000000"/>
                  </a:fgClr>
                  <a:bgClr>
                    <a:srgbClr val="FFFFCC"/>
                  </a:bgClr>
                </a:patt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solidFill>
                      <a:schemeClr val="tx1"/>
                    </a:solidFill>
                  </a:endParaRPr>
                </a:p>
              </p:txBody>
            </p:sp>
            <p:sp>
              <p:nvSpPr>
                <p:cNvPr id="413" name="Line 92">
                  <a:extLst>
                    <a:ext uri="{FF2B5EF4-FFF2-40B4-BE49-F238E27FC236}">
                      <a16:creationId xmlns:a16="http://schemas.microsoft.com/office/drawing/2014/main" id="{8EDA8102-927F-D702-AC62-5960F60704C1}"/>
                    </a:ext>
                  </a:extLst>
                </p:cNvPr>
                <p:cNvSpPr>
                  <a:spLocks noChangeAspect="1" noChangeShapeType="1"/>
                </p:cNvSpPr>
                <p:nvPr/>
              </p:nvSpPr>
              <p:spPr bwMode="auto">
                <a:xfrm>
                  <a:off x="2985" y="1100"/>
                  <a:ext cx="277" cy="1"/>
                </a:xfrm>
                <a:prstGeom prst="line">
                  <a:avLst/>
                </a:prstGeom>
                <a:noFill/>
                <a:ln w="571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solidFill>
                      <a:schemeClr val="tx1"/>
                    </a:solidFill>
                  </a:endParaRPr>
                </a:p>
              </p:txBody>
            </p:sp>
          </p:grpSp>
          <p:sp>
            <p:nvSpPr>
              <p:cNvPr id="405" name="Text Box 93">
                <a:extLst>
                  <a:ext uri="{FF2B5EF4-FFF2-40B4-BE49-F238E27FC236}">
                    <a16:creationId xmlns:a16="http://schemas.microsoft.com/office/drawing/2014/main" id="{6814D3EE-1F76-8987-3DC8-8A63A90F5274}"/>
                  </a:ext>
                </a:extLst>
              </p:cNvPr>
              <p:cNvSpPr txBox="1">
                <a:spLocks noChangeAspect="1" noChangeArrowheads="1"/>
              </p:cNvSpPr>
              <p:nvPr/>
            </p:nvSpPr>
            <p:spPr bwMode="auto">
              <a:xfrm>
                <a:off x="1612" y="1767"/>
                <a:ext cx="474" cy="31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r>
                  <a:rPr lang="en-US" altLang="zh-CN" i="1" dirty="0">
                    <a:solidFill>
                      <a:schemeClr val="tx1"/>
                    </a:solidFill>
                    <a:ea typeface="宋体" panose="02010600030101010101" pitchFamily="2" charset="-122"/>
                  </a:rPr>
                  <a:t>M</a:t>
                </a:r>
                <a:endParaRPr lang="en-US" altLang="zh-CN" i="1" baseline="-25000" dirty="0">
                  <a:solidFill>
                    <a:schemeClr val="tx1"/>
                  </a:solidFill>
                  <a:ea typeface="宋体" panose="02010600030101010101" pitchFamily="2" charset="-122"/>
                </a:endParaRPr>
              </a:p>
            </p:txBody>
          </p:sp>
          <p:sp>
            <p:nvSpPr>
              <p:cNvPr id="406" name="Arc 94">
                <a:extLst>
                  <a:ext uri="{FF2B5EF4-FFF2-40B4-BE49-F238E27FC236}">
                    <a16:creationId xmlns:a16="http://schemas.microsoft.com/office/drawing/2014/main" id="{651E8088-613E-BACE-C70E-1A24CE215AE0}"/>
                  </a:ext>
                </a:extLst>
              </p:cNvPr>
              <p:cNvSpPr>
                <a:spLocks noChangeAspect="1"/>
              </p:cNvSpPr>
              <p:nvPr/>
            </p:nvSpPr>
            <p:spPr bwMode="auto">
              <a:xfrm rot="8122963" flipH="1">
                <a:off x="1469" y="1705"/>
                <a:ext cx="237" cy="223"/>
              </a:xfrm>
              <a:custGeom>
                <a:avLst/>
                <a:gdLst>
                  <a:gd name="G0" fmla="+- 0 0 0"/>
                  <a:gd name="G1" fmla="+- 21600 0 0"/>
                  <a:gd name="G2" fmla="+- 21600 0 0"/>
                  <a:gd name="T0" fmla="*/ 0 w 21600"/>
                  <a:gd name="T1" fmla="*/ 0 h 24472"/>
                  <a:gd name="T2" fmla="*/ 21408 w 21600"/>
                  <a:gd name="T3" fmla="*/ 24472 h 24472"/>
                  <a:gd name="T4" fmla="*/ 0 w 21600"/>
                  <a:gd name="T5" fmla="*/ 21600 h 24472"/>
                </a:gdLst>
                <a:ahLst/>
                <a:cxnLst>
                  <a:cxn ang="0">
                    <a:pos x="T0" y="T1"/>
                  </a:cxn>
                  <a:cxn ang="0">
                    <a:pos x="T2" y="T3"/>
                  </a:cxn>
                  <a:cxn ang="0">
                    <a:pos x="T4" y="T5"/>
                  </a:cxn>
                </a:cxnLst>
                <a:rect l="0" t="0" r="r" b="b"/>
                <a:pathLst>
                  <a:path w="21600" h="24472" fill="none" extrusionOk="0">
                    <a:moveTo>
                      <a:pt x="-1" y="0"/>
                    </a:moveTo>
                    <a:cubicBezTo>
                      <a:pt x="11929" y="0"/>
                      <a:pt x="21600" y="9670"/>
                      <a:pt x="21600" y="21600"/>
                    </a:cubicBezTo>
                    <a:cubicBezTo>
                      <a:pt x="21600" y="22560"/>
                      <a:pt x="21535" y="23520"/>
                      <a:pt x="21408" y="24472"/>
                    </a:cubicBezTo>
                  </a:path>
                  <a:path w="21600" h="24472" stroke="0" extrusionOk="0">
                    <a:moveTo>
                      <a:pt x="-1" y="0"/>
                    </a:moveTo>
                    <a:cubicBezTo>
                      <a:pt x="11929" y="0"/>
                      <a:pt x="21600" y="9670"/>
                      <a:pt x="21600" y="21600"/>
                    </a:cubicBezTo>
                    <a:cubicBezTo>
                      <a:pt x="21600" y="22560"/>
                      <a:pt x="21535" y="23520"/>
                      <a:pt x="21408" y="24472"/>
                    </a:cubicBezTo>
                    <a:lnTo>
                      <a:pt x="0" y="21600"/>
                    </a:lnTo>
                    <a:close/>
                  </a:path>
                </a:pathLst>
              </a:custGeom>
              <a:noFill/>
              <a:ln w="38100">
                <a:solidFill>
                  <a:srgbClr val="FF0000"/>
                </a:solidFill>
                <a:round/>
                <a:headEnd type="none" w="sm" len="lg"/>
                <a:tailEnd type="stealth" w="med"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solidFill>
                    <a:schemeClr val="tx1"/>
                  </a:solidFill>
                </a:endParaRPr>
              </a:p>
            </p:txBody>
          </p:sp>
          <p:sp>
            <p:nvSpPr>
              <p:cNvPr id="407" name="Line 95">
                <a:extLst>
                  <a:ext uri="{FF2B5EF4-FFF2-40B4-BE49-F238E27FC236}">
                    <a16:creationId xmlns:a16="http://schemas.microsoft.com/office/drawing/2014/main" id="{70700100-4935-A7FE-353C-B93236A2C472}"/>
                  </a:ext>
                </a:extLst>
              </p:cNvPr>
              <p:cNvSpPr>
                <a:spLocks noChangeShapeType="1"/>
              </p:cNvSpPr>
              <p:nvPr/>
            </p:nvSpPr>
            <p:spPr bwMode="auto">
              <a:xfrm rot="11294006" flipH="1">
                <a:off x="1361" y="1688"/>
                <a:ext cx="229" cy="110"/>
              </a:xfrm>
              <a:prstGeom prst="line">
                <a:avLst/>
              </a:prstGeom>
              <a:noFill/>
              <a:ln w="19050">
                <a:solidFill>
                  <a:schemeClr val="tx1"/>
                </a:solidFill>
                <a:round/>
                <a:headEnd/>
                <a:tailEnd type="stealth"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solidFill>
                    <a:schemeClr val="tx1"/>
                  </a:solidFill>
                </a:endParaRPr>
              </a:p>
            </p:txBody>
          </p:sp>
          <p:sp>
            <p:nvSpPr>
              <p:cNvPr id="408" name="Text Box 96">
                <a:extLst>
                  <a:ext uri="{FF2B5EF4-FFF2-40B4-BE49-F238E27FC236}">
                    <a16:creationId xmlns:a16="http://schemas.microsoft.com/office/drawing/2014/main" id="{BC9E733D-865A-5199-2218-ACF3184950E7}"/>
                  </a:ext>
                </a:extLst>
              </p:cNvPr>
              <p:cNvSpPr txBox="1">
                <a:spLocks noChangeAspect="1" noChangeArrowheads="1"/>
              </p:cNvSpPr>
              <p:nvPr/>
            </p:nvSpPr>
            <p:spPr bwMode="auto">
              <a:xfrm>
                <a:off x="1349" y="1527"/>
                <a:ext cx="223" cy="22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just"/>
                <a:r>
                  <a:rPr lang="en-US" altLang="zh-CN" i="1">
                    <a:solidFill>
                      <a:schemeClr val="tx1"/>
                    </a:solidFill>
                    <a:ea typeface="宋体" panose="02010600030101010101" pitchFamily="2" charset="-122"/>
                  </a:rPr>
                  <a:t>r</a:t>
                </a:r>
                <a:endParaRPr lang="en-US" altLang="zh-CN" baseline="-25000">
                  <a:solidFill>
                    <a:schemeClr val="tx1"/>
                  </a:solidFill>
                  <a:ea typeface="宋体" panose="02010600030101010101" pitchFamily="2" charset="-122"/>
                </a:endParaRPr>
              </a:p>
            </p:txBody>
          </p:sp>
          <p:sp>
            <p:nvSpPr>
              <p:cNvPr id="409" name="Oval 97">
                <a:extLst>
                  <a:ext uri="{FF2B5EF4-FFF2-40B4-BE49-F238E27FC236}">
                    <a16:creationId xmlns:a16="http://schemas.microsoft.com/office/drawing/2014/main" id="{A72A6F2E-ACDD-EECE-3E6D-9FB3C832F0E8}"/>
                  </a:ext>
                </a:extLst>
              </p:cNvPr>
              <p:cNvSpPr>
                <a:spLocks noChangeAspect="1" noChangeArrowheads="1"/>
              </p:cNvSpPr>
              <p:nvPr/>
            </p:nvSpPr>
            <p:spPr bwMode="auto">
              <a:xfrm>
                <a:off x="1328" y="1756"/>
                <a:ext cx="51" cy="51"/>
              </a:xfrm>
              <a:prstGeom prst="ellipse">
                <a:avLst/>
              </a:prstGeom>
              <a:solidFill>
                <a:srgbClr val="FF0000"/>
              </a:solidFill>
              <a:ln w="2857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solidFill>
                    <a:schemeClr val="tx1"/>
                  </a:solidFill>
                </a:endParaRPr>
              </a:p>
            </p:txBody>
          </p:sp>
          <p:sp>
            <p:nvSpPr>
              <p:cNvPr id="410" name="Line 98">
                <a:extLst>
                  <a:ext uri="{FF2B5EF4-FFF2-40B4-BE49-F238E27FC236}">
                    <a16:creationId xmlns:a16="http://schemas.microsoft.com/office/drawing/2014/main" id="{7ED3E767-F861-43C7-DBDA-86FC5F7F1DEA}"/>
                  </a:ext>
                </a:extLst>
              </p:cNvPr>
              <p:cNvSpPr>
                <a:spLocks noChangeShapeType="1"/>
              </p:cNvSpPr>
              <p:nvPr/>
            </p:nvSpPr>
            <p:spPr bwMode="auto">
              <a:xfrm rot="5400000">
                <a:off x="1056" y="1798"/>
                <a:ext cx="594" cy="0"/>
              </a:xfrm>
              <a:prstGeom prst="line">
                <a:avLst/>
              </a:prstGeom>
              <a:noFill/>
              <a:ln w="3175">
                <a:solidFill>
                  <a:srgbClr val="000000"/>
                </a:solidFill>
                <a:prstDash val="lgDash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solidFill>
                    <a:schemeClr val="tx1"/>
                  </a:solidFill>
                </a:endParaRPr>
              </a:p>
            </p:txBody>
          </p:sp>
        </p:grpSp>
        <p:sp>
          <p:nvSpPr>
            <p:cNvPr id="387" name="Line 99">
              <a:extLst>
                <a:ext uri="{FF2B5EF4-FFF2-40B4-BE49-F238E27FC236}">
                  <a16:creationId xmlns:a16="http://schemas.microsoft.com/office/drawing/2014/main" id="{CC71874D-382C-0842-A68C-999EC8FE7906}"/>
                </a:ext>
              </a:extLst>
            </p:cNvPr>
            <p:cNvSpPr>
              <a:spLocks noChangeShapeType="1"/>
            </p:cNvSpPr>
            <p:nvPr/>
          </p:nvSpPr>
          <p:spPr bwMode="auto">
            <a:xfrm flipV="1">
              <a:off x="4994" y="1271"/>
              <a:ext cx="0" cy="13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solidFill>
                  <a:schemeClr val="tx1"/>
                </a:solidFill>
              </a:endParaRPr>
            </a:p>
          </p:txBody>
        </p:sp>
        <p:sp>
          <p:nvSpPr>
            <p:cNvPr id="388" name="Line 100">
              <a:extLst>
                <a:ext uri="{FF2B5EF4-FFF2-40B4-BE49-F238E27FC236}">
                  <a16:creationId xmlns:a16="http://schemas.microsoft.com/office/drawing/2014/main" id="{8BC02ECD-23EB-CB44-8A80-B7974ECAEAC8}"/>
                </a:ext>
              </a:extLst>
            </p:cNvPr>
            <p:cNvSpPr>
              <a:spLocks noChangeShapeType="1"/>
            </p:cNvSpPr>
            <p:nvPr/>
          </p:nvSpPr>
          <p:spPr bwMode="auto">
            <a:xfrm flipH="1">
              <a:off x="4477" y="1287"/>
              <a:ext cx="517" cy="0"/>
            </a:xfrm>
            <a:prstGeom prst="line">
              <a:avLst/>
            </a:prstGeom>
            <a:noFill/>
            <a:ln w="9525">
              <a:solidFill>
                <a:schemeClr val="tx1"/>
              </a:solidFill>
              <a:round/>
              <a:headEnd type="stealth" w="sm" len="lg"/>
              <a:tailEnd type="stealth"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solidFill>
                  <a:schemeClr val="tx1"/>
                </a:solidFill>
              </a:endParaRPr>
            </a:p>
          </p:txBody>
        </p:sp>
        <p:sp>
          <p:nvSpPr>
            <p:cNvPr id="389" name="Line 101">
              <a:extLst>
                <a:ext uri="{FF2B5EF4-FFF2-40B4-BE49-F238E27FC236}">
                  <a16:creationId xmlns:a16="http://schemas.microsoft.com/office/drawing/2014/main" id="{0EBAAA43-A303-BF7F-ACCD-428AE8BD9235}"/>
                </a:ext>
              </a:extLst>
            </p:cNvPr>
            <p:cNvSpPr>
              <a:spLocks noChangeShapeType="1"/>
            </p:cNvSpPr>
            <p:nvPr/>
          </p:nvSpPr>
          <p:spPr bwMode="auto">
            <a:xfrm flipH="1">
              <a:off x="4486" y="1093"/>
              <a:ext cx="1271" cy="0"/>
            </a:xfrm>
            <a:prstGeom prst="line">
              <a:avLst/>
            </a:prstGeom>
            <a:noFill/>
            <a:ln w="9525">
              <a:solidFill>
                <a:schemeClr val="tx1"/>
              </a:solidFill>
              <a:round/>
              <a:headEnd type="stealth" w="sm" len="lg"/>
              <a:tailEnd type="stealth"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solidFill>
                  <a:schemeClr val="tx1"/>
                </a:solidFill>
              </a:endParaRPr>
            </a:p>
          </p:txBody>
        </p:sp>
        <p:sp>
          <p:nvSpPr>
            <p:cNvPr id="390" name="Line 102">
              <a:extLst>
                <a:ext uri="{FF2B5EF4-FFF2-40B4-BE49-F238E27FC236}">
                  <a16:creationId xmlns:a16="http://schemas.microsoft.com/office/drawing/2014/main" id="{C4452F31-5DF0-766D-DDF9-8F1D94F26687}"/>
                </a:ext>
              </a:extLst>
            </p:cNvPr>
            <p:cNvSpPr>
              <a:spLocks noChangeShapeType="1"/>
            </p:cNvSpPr>
            <p:nvPr/>
          </p:nvSpPr>
          <p:spPr bwMode="auto">
            <a:xfrm flipV="1">
              <a:off x="4490" y="1019"/>
              <a:ext cx="0" cy="43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solidFill>
                  <a:schemeClr val="tx1"/>
                </a:solidFill>
              </a:endParaRPr>
            </a:p>
          </p:txBody>
        </p:sp>
        <p:sp>
          <p:nvSpPr>
            <p:cNvPr id="391" name="Text Box 103">
              <a:extLst>
                <a:ext uri="{FF2B5EF4-FFF2-40B4-BE49-F238E27FC236}">
                  <a16:creationId xmlns:a16="http://schemas.microsoft.com/office/drawing/2014/main" id="{98DF1CC4-081F-26D1-B9CE-39ECB3B3301A}"/>
                </a:ext>
              </a:extLst>
            </p:cNvPr>
            <p:cNvSpPr txBox="1">
              <a:spLocks noChangeArrowheads="1"/>
            </p:cNvSpPr>
            <p:nvPr/>
          </p:nvSpPr>
          <p:spPr bwMode="auto">
            <a:xfrm>
              <a:off x="5047" y="868"/>
              <a:ext cx="33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pPr>
              <a:r>
                <a:rPr lang="en-US" altLang="zh-CN" i="1" dirty="0">
                  <a:solidFill>
                    <a:schemeClr val="tx1"/>
                  </a:solidFill>
                  <a:ea typeface="宋体" panose="02010600030101010101" pitchFamily="2" charset="-122"/>
                </a:rPr>
                <a:t>b</a:t>
              </a:r>
            </a:p>
          </p:txBody>
        </p:sp>
        <p:sp>
          <p:nvSpPr>
            <p:cNvPr id="392" name="Text Box 104">
              <a:extLst>
                <a:ext uri="{FF2B5EF4-FFF2-40B4-BE49-F238E27FC236}">
                  <a16:creationId xmlns:a16="http://schemas.microsoft.com/office/drawing/2014/main" id="{759C406F-DAA6-D952-9C81-B11F096BC11B}"/>
                </a:ext>
              </a:extLst>
            </p:cNvPr>
            <p:cNvSpPr txBox="1">
              <a:spLocks noChangeArrowheads="1"/>
            </p:cNvSpPr>
            <p:nvPr/>
          </p:nvSpPr>
          <p:spPr bwMode="auto">
            <a:xfrm rot="16200000">
              <a:off x="4112" y="1445"/>
              <a:ext cx="33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pPr>
              <a:r>
                <a:rPr lang="en-US" altLang="zh-CN" i="1" dirty="0">
                  <a:solidFill>
                    <a:schemeClr val="tx1"/>
                  </a:solidFill>
                  <a:ea typeface="宋体" panose="02010600030101010101" pitchFamily="2" charset="-122"/>
                </a:rPr>
                <a:t>c</a:t>
              </a:r>
            </a:p>
          </p:txBody>
        </p:sp>
        <p:sp>
          <p:nvSpPr>
            <p:cNvPr id="393" name="Freeform 105">
              <a:extLst>
                <a:ext uri="{FF2B5EF4-FFF2-40B4-BE49-F238E27FC236}">
                  <a16:creationId xmlns:a16="http://schemas.microsoft.com/office/drawing/2014/main" id="{6420F27F-7D78-C72C-5F55-C5F4C5CEEB0D}"/>
                </a:ext>
              </a:extLst>
            </p:cNvPr>
            <p:cNvSpPr>
              <a:spLocks/>
            </p:cNvSpPr>
            <p:nvPr/>
          </p:nvSpPr>
          <p:spPr bwMode="auto">
            <a:xfrm>
              <a:off x="4272" y="1511"/>
              <a:ext cx="718" cy="1"/>
            </a:xfrm>
            <a:custGeom>
              <a:avLst/>
              <a:gdLst>
                <a:gd name="T0" fmla="*/ 718 w 718"/>
                <a:gd name="T1" fmla="*/ 0 h 1"/>
                <a:gd name="T2" fmla="*/ 0 w 718"/>
                <a:gd name="T3" fmla="*/ 1 h 1"/>
              </a:gdLst>
              <a:ahLst/>
              <a:cxnLst>
                <a:cxn ang="0">
                  <a:pos x="T0" y="T1"/>
                </a:cxn>
                <a:cxn ang="0">
                  <a:pos x="T2" y="T3"/>
                </a:cxn>
              </a:cxnLst>
              <a:rect l="0" t="0" r="r" b="b"/>
              <a:pathLst>
                <a:path w="718" h="1">
                  <a:moveTo>
                    <a:pt x="718" y="0"/>
                  </a:moveTo>
                  <a:lnTo>
                    <a:pt x="0" y="1"/>
                  </a:lnTo>
                </a:path>
              </a:pathLst>
            </a:custGeom>
            <a:noFill/>
            <a:ln w="952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solidFill>
                  <a:schemeClr val="tx1"/>
                </a:solidFill>
              </a:endParaRPr>
            </a:p>
          </p:txBody>
        </p:sp>
        <p:sp>
          <p:nvSpPr>
            <p:cNvPr id="394" name="Line 106">
              <a:extLst>
                <a:ext uri="{FF2B5EF4-FFF2-40B4-BE49-F238E27FC236}">
                  <a16:creationId xmlns:a16="http://schemas.microsoft.com/office/drawing/2014/main" id="{27AB973D-0898-D71A-313E-D9C33CE76ECD}"/>
                </a:ext>
              </a:extLst>
            </p:cNvPr>
            <p:cNvSpPr>
              <a:spLocks noChangeShapeType="1"/>
            </p:cNvSpPr>
            <p:nvPr/>
          </p:nvSpPr>
          <p:spPr bwMode="auto">
            <a:xfrm flipH="1">
              <a:off x="4293" y="1843"/>
              <a:ext cx="21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solidFill>
                  <a:schemeClr val="tx1"/>
                </a:solidFill>
              </a:endParaRPr>
            </a:p>
          </p:txBody>
        </p:sp>
        <p:sp>
          <p:nvSpPr>
            <p:cNvPr id="395" name="Freeform 107">
              <a:extLst>
                <a:ext uri="{FF2B5EF4-FFF2-40B4-BE49-F238E27FC236}">
                  <a16:creationId xmlns:a16="http://schemas.microsoft.com/office/drawing/2014/main" id="{5BD695EB-EE76-871D-E5E0-552D738E923C}"/>
                </a:ext>
              </a:extLst>
            </p:cNvPr>
            <p:cNvSpPr>
              <a:spLocks/>
            </p:cNvSpPr>
            <p:nvPr/>
          </p:nvSpPr>
          <p:spPr bwMode="auto">
            <a:xfrm>
              <a:off x="4378" y="1514"/>
              <a:ext cx="4" cy="331"/>
            </a:xfrm>
            <a:custGeom>
              <a:avLst/>
              <a:gdLst>
                <a:gd name="T0" fmla="*/ 4 w 4"/>
                <a:gd name="T1" fmla="*/ 0 h 331"/>
                <a:gd name="T2" fmla="*/ 0 w 4"/>
                <a:gd name="T3" fmla="*/ 331 h 331"/>
              </a:gdLst>
              <a:ahLst/>
              <a:cxnLst>
                <a:cxn ang="0">
                  <a:pos x="T0" y="T1"/>
                </a:cxn>
                <a:cxn ang="0">
                  <a:pos x="T2" y="T3"/>
                </a:cxn>
              </a:cxnLst>
              <a:rect l="0" t="0" r="r" b="b"/>
              <a:pathLst>
                <a:path w="4" h="331">
                  <a:moveTo>
                    <a:pt x="4" y="0"/>
                  </a:moveTo>
                  <a:lnTo>
                    <a:pt x="0" y="331"/>
                  </a:lnTo>
                </a:path>
              </a:pathLst>
            </a:custGeom>
            <a:noFill/>
            <a:ln w="9525" cap="flat" cmpd="sng">
              <a:solidFill>
                <a:schemeClr val="tx1"/>
              </a:solidFill>
              <a:prstDash val="solid"/>
              <a:round/>
              <a:headEnd type="stealth" w="sm" len="lg"/>
              <a:tailEnd type="stealth" w="sm"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solidFill>
                  <a:schemeClr val="tx1"/>
                </a:solidFill>
              </a:endParaRPr>
            </a:p>
          </p:txBody>
        </p:sp>
        <p:grpSp>
          <p:nvGrpSpPr>
            <p:cNvPr id="396" name="Group 108">
              <a:extLst>
                <a:ext uri="{FF2B5EF4-FFF2-40B4-BE49-F238E27FC236}">
                  <a16:creationId xmlns:a16="http://schemas.microsoft.com/office/drawing/2014/main" id="{58653B29-4F79-F7B1-252F-03DEFE6B74D0}"/>
                </a:ext>
              </a:extLst>
            </p:cNvPr>
            <p:cNvGrpSpPr>
              <a:grpSpLocks/>
            </p:cNvGrpSpPr>
            <p:nvPr/>
          </p:nvGrpSpPr>
          <p:grpSpPr bwMode="auto">
            <a:xfrm>
              <a:off x="4378" y="1813"/>
              <a:ext cx="223" cy="191"/>
              <a:chOff x="1378" y="1892"/>
              <a:chExt cx="223" cy="191"/>
            </a:xfrm>
          </p:grpSpPr>
          <p:grpSp>
            <p:nvGrpSpPr>
              <p:cNvPr id="397" name="Group 109">
                <a:extLst>
                  <a:ext uri="{FF2B5EF4-FFF2-40B4-BE49-F238E27FC236}">
                    <a16:creationId xmlns:a16="http://schemas.microsoft.com/office/drawing/2014/main" id="{DFF1FB7D-7FC8-A435-E921-D28C615F1D4D}"/>
                  </a:ext>
                </a:extLst>
              </p:cNvPr>
              <p:cNvGrpSpPr>
                <a:grpSpLocks/>
              </p:cNvGrpSpPr>
              <p:nvPr/>
            </p:nvGrpSpPr>
            <p:grpSpPr bwMode="auto">
              <a:xfrm>
                <a:off x="1378" y="1902"/>
                <a:ext cx="223" cy="181"/>
                <a:chOff x="2985" y="959"/>
                <a:chExt cx="277" cy="225"/>
              </a:xfrm>
            </p:grpSpPr>
            <p:sp>
              <p:nvSpPr>
                <p:cNvPr id="399" name="AutoShape 110">
                  <a:extLst>
                    <a:ext uri="{FF2B5EF4-FFF2-40B4-BE49-F238E27FC236}">
                      <a16:creationId xmlns:a16="http://schemas.microsoft.com/office/drawing/2014/main" id="{D6E2313B-F9BF-5046-B0C1-E198400B5A04}"/>
                    </a:ext>
                  </a:extLst>
                </p:cNvPr>
                <p:cNvSpPr>
                  <a:spLocks noChangeAspect="1" noChangeArrowheads="1"/>
                </p:cNvSpPr>
                <p:nvPr/>
              </p:nvSpPr>
              <p:spPr bwMode="auto">
                <a:xfrm>
                  <a:off x="3042" y="959"/>
                  <a:ext cx="163" cy="157"/>
                </a:xfrm>
                <a:prstGeom prst="triangle">
                  <a:avLst>
                    <a:gd name="adj" fmla="val 50000"/>
                  </a:avLst>
                </a:prstGeom>
                <a:gradFill rotWithShape="1">
                  <a:gsLst>
                    <a:gs pos="0">
                      <a:srgbClr val="FFFF00">
                        <a:gamma/>
                        <a:shade val="46275"/>
                        <a:invGamma/>
                      </a:srgbClr>
                    </a:gs>
                    <a:gs pos="50000">
                      <a:srgbClr val="FFFF00"/>
                    </a:gs>
                    <a:gs pos="100000">
                      <a:srgbClr val="FFFF00">
                        <a:gamma/>
                        <a:shade val="46275"/>
                        <a:invGamma/>
                      </a:srgbClr>
                    </a:gs>
                  </a:gsLst>
                  <a:lin ang="0" scaled="1"/>
                </a:gradFill>
                <a:ln w="381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solidFill>
                      <a:schemeClr val="tx1"/>
                    </a:solidFill>
                  </a:endParaRPr>
                </a:p>
              </p:txBody>
            </p:sp>
            <p:sp>
              <p:nvSpPr>
                <p:cNvPr id="400" name="Rectangle 111">
                  <a:extLst>
                    <a:ext uri="{FF2B5EF4-FFF2-40B4-BE49-F238E27FC236}">
                      <a16:creationId xmlns:a16="http://schemas.microsoft.com/office/drawing/2014/main" id="{353A51C8-D5FC-5B18-7813-766360C2AD3E}"/>
                    </a:ext>
                  </a:extLst>
                </p:cNvPr>
                <p:cNvSpPr>
                  <a:spLocks noChangeAspect="1" noChangeArrowheads="1"/>
                </p:cNvSpPr>
                <p:nvPr/>
              </p:nvSpPr>
              <p:spPr bwMode="auto">
                <a:xfrm>
                  <a:off x="2986" y="1107"/>
                  <a:ext cx="275" cy="77"/>
                </a:xfrm>
                <a:prstGeom prst="rect">
                  <a:avLst/>
                </a:prstGeom>
                <a:pattFill prst="wdUpDiag">
                  <a:fgClr>
                    <a:srgbClr val="000000"/>
                  </a:fgClr>
                  <a:bgClr>
                    <a:srgbClr val="FFFFCC"/>
                  </a:bgClr>
                </a:patt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solidFill>
                      <a:schemeClr val="tx1"/>
                    </a:solidFill>
                  </a:endParaRPr>
                </a:p>
              </p:txBody>
            </p:sp>
            <p:sp>
              <p:nvSpPr>
                <p:cNvPr id="401" name="Line 112">
                  <a:extLst>
                    <a:ext uri="{FF2B5EF4-FFF2-40B4-BE49-F238E27FC236}">
                      <a16:creationId xmlns:a16="http://schemas.microsoft.com/office/drawing/2014/main" id="{69632AD6-1408-D12C-C2C2-902705E738DB}"/>
                    </a:ext>
                  </a:extLst>
                </p:cNvPr>
                <p:cNvSpPr>
                  <a:spLocks noChangeAspect="1" noChangeShapeType="1"/>
                </p:cNvSpPr>
                <p:nvPr/>
              </p:nvSpPr>
              <p:spPr bwMode="auto">
                <a:xfrm>
                  <a:off x="2985" y="1100"/>
                  <a:ext cx="277" cy="1"/>
                </a:xfrm>
                <a:prstGeom prst="line">
                  <a:avLst/>
                </a:prstGeom>
                <a:noFill/>
                <a:ln w="571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solidFill>
                      <a:schemeClr val="tx1"/>
                    </a:solidFill>
                  </a:endParaRPr>
                </a:p>
              </p:txBody>
            </p:sp>
          </p:grpSp>
          <p:sp>
            <p:nvSpPr>
              <p:cNvPr id="398" name="Oval 113">
                <a:extLst>
                  <a:ext uri="{FF2B5EF4-FFF2-40B4-BE49-F238E27FC236}">
                    <a16:creationId xmlns:a16="http://schemas.microsoft.com/office/drawing/2014/main" id="{E70B2E25-FA61-2230-C689-EEA3AF94E0BB}"/>
                  </a:ext>
                </a:extLst>
              </p:cNvPr>
              <p:cNvSpPr>
                <a:spLocks noChangeAspect="1" noChangeArrowheads="1"/>
              </p:cNvSpPr>
              <p:nvPr/>
            </p:nvSpPr>
            <p:spPr bwMode="auto">
              <a:xfrm>
                <a:off x="1464" y="1892"/>
                <a:ext cx="51" cy="51"/>
              </a:xfrm>
              <a:prstGeom prst="ellipse">
                <a:avLst/>
              </a:prstGeom>
              <a:solidFill>
                <a:srgbClr val="FF0000"/>
              </a:solidFill>
              <a:ln w="2857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solidFill>
                    <a:schemeClr val="tx1"/>
                  </a:solidFill>
                </a:endParaRPr>
              </a:p>
            </p:txBody>
          </p:sp>
        </p:grpSp>
      </p:grpSp>
      <p:sp>
        <p:nvSpPr>
          <p:cNvPr id="414" name="Text Box 114">
            <a:extLst>
              <a:ext uri="{FF2B5EF4-FFF2-40B4-BE49-F238E27FC236}">
                <a16:creationId xmlns:a16="http://schemas.microsoft.com/office/drawing/2014/main" id="{49064493-BFF5-FCEA-ABF6-741D3AA67241}"/>
              </a:ext>
            </a:extLst>
          </p:cNvPr>
          <p:cNvSpPr txBox="1">
            <a:spLocks noChangeAspect="1" noChangeArrowheads="1"/>
          </p:cNvSpPr>
          <p:nvPr/>
        </p:nvSpPr>
        <p:spPr bwMode="auto">
          <a:xfrm>
            <a:off x="5203850" y="4037434"/>
            <a:ext cx="688975" cy="4873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r>
              <a:rPr lang="en-US" altLang="zh-CN" i="0" dirty="0">
                <a:solidFill>
                  <a:schemeClr val="tx1"/>
                </a:solidFill>
                <a:ea typeface="宋体" panose="02010600030101010101" pitchFamily="2" charset="-122"/>
              </a:rPr>
              <a:t>b</a:t>
            </a:r>
            <a:r>
              <a:rPr lang="zh-CN" altLang="en-US" i="0" dirty="0">
                <a:solidFill>
                  <a:schemeClr val="tx1"/>
                </a:solidFill>
                <a:ea typeface="宋体" panose="02010600030101010101" pitchFamily="2" charset="-122"/>
              </a:rPr>
              <a:t>）</a:t>
            </a:r>
          </a:p>
        </p:txBody>
      </p:sp>
      <p:sp>
        <p:nvSpPr>
          <p:cNvPr id="415" name="Text Box 115">
            <a:extLst>
              <a:ext uri="{FF2B5EF4-FFF2-40B4-BE49-F238E27FC236}">
                <a16:creationId xmlns:a16="http://schemas.microsoft.com/office/drawing/2014/main" id="{56D0FF89-F17C-BDFA-854D-33B6CBE9F5ED}"/>
              </a:ext>
            </a:extLst>
          </p:cNvPr>
          <p:cNvSpPr txBox="1">
            <a:spLocks noChangeAspect="1" noChangeArrowheads="1"/>
          </p:cNvSpPr>
          <p:nvPr/>
        </p:nvSpPr>
        <p:spPr bwMode="auto">
          <a:xfrm>
            <a:off x="8215337" y="4050134"/>
            <a:ext cx="635000" cy="4873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r>
              <a:rPr lang="en-US" altLang="zh-CN" i="0" dirty="0">
                <a:solidFill>
                  <a:schemeClr val="tx1"/>
                </a:solidFill>
                <a:ea typeface="宋体" panose="02010600030101010101" pitchFamily="2" charset="-122"/>
              </a:rPr>
              <a:t>c</a:t>
            </a:r>
            <a:r>
              <a:rPr lang="zh-CN" altLang="en-US" i="0" dirty="0">
                <a:solidFill>
                  <a:schemeClr val="tx1"/>
                </a:solidFill>
                <a:ea typeface="宋体" panose="02010600030101010101" pitchFamily="2" charset="-122"/>
              </a:rPr>
              <a:t>）</a:t>
            </a:r>
          </a:p>
        </p:txBody>
      </p:sp>
      <p:grpSp>
        <p:nvGrpSpPr>
          <p:cNvPr id="416" name="Group 116">
            <a:extLst>
              <a:ext uri="{FF2B5EF4-FFF2-40B4-BE49-F238E27FC236}">
                <a16:creationId xmlns:a16="http://schemas.microsoft.com/office/drawing/2014/main" id="{7ED1CA2C-500F-0723-7854-89B943D87816}"/>
              </a:ext>
            </a:extLst>
          </p:cNvPr>
          <p:cNvGrpSpPr>
            <a:grpSpLocks/>
          </p:cNvGrpSpPr>
          <p:nvPr/>
        </p:nvGrpSpPr>
        <p:grpSpPr bwMode="auto">
          <a:xfrm>
            <a:off x="6631007" y="5216128"/>
            <a:ext cx="354012" cy="303212"/>
            <a:chOff x="4991" y="3240"/>
            <a:chExt cx="223" cy="191"/>
          </a:xfrm>
        </p:grpSpPr>
        <p:grpSp>
          <p:nvGrpSpPr>
            <p:cNvPr id="417" name="Group 117">
              <a:extLst>
                <a:ext uri="{FF2B5EF4-FFF2-40B4-BE49-F238E27FC236}">
                  <a16:creationId xmlns:a16="http://schemas.microsoft.com/office/drawing/2014/main" id="{C8727F53-E2FC-9705-C465-43D191E87FE5}"/>
                </a:ext>
              </a:extLst>
            </p:cNvPr>
            <p:cNvGrpSpPr>
              <a:grpSpLocks/>
            </p:cNvGrpSpPr>
            <p:nvPr/>
          </p:nvGrpSpPr>
          <p:grpSpPr bwMode="auto">
            <a:xfrm>
              <a:off x="4991" y="3250"/>
              <a:ext cx="223" cy="181"/>
              <a:chOff x="2985" y="959"/>
              <a:chExt cx="277" cy="225"/>
            </a:xfrm>
          </p:grpSpPr>
          <p:sp>
            <p:nvSpPr>
              <p:cNvPr id="419" name="AutoShape 118">
                <a:extLst>
                  <a:ext uri="{FF2B5EF4-FFF2-40B4-BE49-F238E27FC236}">
                    <a16:creationId xmlns:a16="http://schemas.microsoft.com/office/drawing/2014/main" id="{4AE9FD14-3681-3BF2-82CD-BB7973889588}"/>
                  </a:ext>
                </a:extLst>
              </p:cNvPr>
              <p:cNvSpPr>
                <a:spLocks noChangeAspect="1" noChangeArrowheads="1"/>
              </p:cNvSpPr>
              <p:nvPr/>
            </p:nvSpPr>
            <p:spPr bwMode="auto">
              <a:xfrm>
                <a:off x="3042" y="959"/>
                <a:ext cx="163" cy="157"/>
              </a:xfrm>
              <a:prstGeom prst="triangle">
                <a:avLst>
                  <a:gd name="adj" fmla="val 50000"/>
                </a:avLst>
              </a:prstGeom>
              <a:gradFill rotWithShape="1">
                <a:gsLst>
                  <a:gs pos="0">
                    <a:srgbClr val="66FFFF">
                      <a:gamma/>
                      <a:shade val="46275"/>
                      <a:invGamma/>
                    </a:srgbClr>
                  </a:gs>
                  <a:gs pos="50000">
                    <a:srgbClr val="66FFFF"/>
                  </a:gs>
                  <a:gs pos="100000">
                    <a:srgbClr val="66FFFF">
                      <a:gamma/>
                      <a:shade val="46275"/>
                      <a:invGamma/>
                    </a:srgbClr>
                  </a:gs>
                </a:gsLst>
                <a:lin ang="0" scaled="1"/>
              </a:gradFill>
              <a:ln w="381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solidFill>
                    <a:schemeClr val="tx1"/>
                  </a:solidFill>
                </a:endParaRPr>
              </a:p>
            </p:txBody>
          </p:sp>
          <p:sp>
            <p:nvSpPr>
              <p:cNvPr id="420" name="Rectangle 119">
                <a:extLst>
                  <a:ext uri="{FF2B5EF4-FFF2-40B4-BE49-F238E27FC236}">
                    <a16:creationId xmlns:a16="http://schemas.microsoft.com/office/drawing/2014/main" id="{A40EA4BC-C4C3-6274-FE4D-A89D04B345B3}"/>
                  </a:ext>
                </a:extLst>
              </p:cNvPr>
              <p:cNvSpPr>
                <a:spLocks noChangeAspect="1" noChangeArrowheads="1"/>
              </p:cNvSpPr>
              <p:nvPr/>
            </p:nvSpPr>
            <p:spPr bwMode="auto">
              <a:xfrm>
                <a:off x="2986" y="1107"/>
                <a:ext cx="275" cy="77"/>
              </a:xfrm>
              <a:prstGeom prst="rect">
                <a:avLst/>
              </a:prstGeom>
              <a:pattFill prst="wdUpDiag">
                <a:fgClr>
                  <a:srgbClr val="000000"/>
                </a:fgClr>
                <a:bgClr>
                  <a:srgbClr val="FFFFCC"/>
                </a:bgClr>
              </a:patt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solidFill>
                    <a:schemeClr val="tx1"/>
                  </a:solidFill>
                </a:endParaRPr>
              </a:p>
            </p:txBody>
          </p:sp>
          <p:sp>
            <p:nvSpPr>
              <p:cNvPr id="421" name="Line 120">
                <a:extLst>
                  <a:ext uri="{FF2B5EF4-FFF2-40B4-BE49-F238E27FC236}">
                    <a16:creationId xmlns:a16="http://schemas.microsoft.com/office/drawing/2014/main" id="{0F94B095-B053-5955-0C35-9B8AF43984D8}"/>
                  </a:ext>
                </a:extLst>
              </p:cNvPr>
              <p:cNvSpPr>
                <a:spLocks noChangeAspect="1" noChangeShapeType="1"/>
              </p:cNvSpPr>
              <p:nvPr/>
            </p:nvSpPr>
            <p:spPr bwMode="auto">
              <a:xfrm>
                <a:off x="2985" y="1100"/>
                <a:ext cx="277" cy="1"/>
              </a:xfrm>
              <a:prstGeom prst="line">
                <a:avLst/>
              </a:prstGeom>
              <a:noFill/>
              <a:ln w="571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solidFill>
                    <a:schemeClr val="tx1"/>
                  </a:solidFill>
                </a:endParaRPr>
              </a:p>
            </p:txBody>
          </p:sp>
        </p:grpSp>
        <p:sp>
          <p:nvSpPr>
            <p:cNvPr id="418" name="Oval 121">
              <a:extLst>
                <a:ext uri="{FF2B5EF4-FFF2-40B4-BE49-F238E27FC236}">
                  <a16:creationId xmlns:a16="http://schemas.microsoft.com/office/drawing/2014/main" id="{6347E071-930E-A34E-B770-8C9E20C77182}"/>
                </a:ext>
              </a:extLst>
            </p:cNvPr>
            <p:cNvSpPr>
              <a:spLocks noChangeAspect="1" noChangeArrowheads="1"/>
            </p:cNvSpPr>
            <p:nvPr/>
          </p:nvSpPr>
          <p:spPr bwMode="auto">
            <a:xfrm>
              <a:off x="5077" y="3240"/>
              <a:ext cx="51" cy="51"/>
            </a:xfrm>
            <a:prstGeom prst="ellipse">
              <a:avLst/>
            </a:prstGeom>
            <a:solidFill>
              <a:srgbClr val="FF0000"/>
            </a:solidFill>
            <a:ln w="2857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solidFill>
                  <a:schemeClr val="tx1"/>
                </a:solidFill>
              </a:endParaRPr>
            </a:p>
          </p:txBody>
        </p:sp>
      </p:grpSp>
      <p:grpSp>
        <p:nvGrpSpPr>
          <p:cNvPr id="422" name="Group 122">
            <a:extLst>
              <a:ext uri="{FF2B5EF4-FFF2-40B4-BE49-F238E27FC236}">
                <a16:creationId xmlns:a16="http://schemas.microsoft.com/office/drawing/2014/main" id="{35F16FA8-E952-2070-9437-AEF49F34E07D}"/>
              </a:ext>
            </a:extLst>
          </p:cNvPr>
          <p:cNvGrpSpPr>
            <a:grpSpLocks/>
          </p:cNvGrpSpPr>
          <p:nvPr/>
        </p:nvGrpSpPr>
        <p:grpSpPr bwMode="auto">
          <a:xfrm flipV="1">
            <a:off x="3162634" y="4765063"/>
            <a:ext cx="354013" cy="303213"/>
            <a:chOff x="1378" y="1892"/>
            <a:chExt cx="223" cy="191"/>
          </a:xfrm>
        </p:grpSpPr>
        <p:grpSp>
          <p:nvGrpSpPr>
            <p:cNvPr id="423" name="Group 123">
              <a:extLst>
                <a:ext uri="{FF2B5EF4-FFF2-40B4-BE49-F238E27FC236}">
                  <a16:creationId xmlns:a16="http://schemas.microsoft.com/office/drawing/2014/main" id="{3D85FEFF-7E92-F449-6148-B05F4695A542}"/>
                </a:ext>
              </a:extLst>
            </p:cNvPr>
            <p:cNvGrpSpPr>
              <a:grpSpLocks/>
            </p:cNvGrpSpPr>
            <p:nvPr/>
          </p:nvGrpSpPr>
          <p:grpSpPr bwMode="auto">
            <a:xfrm>
              <a:off x="1378" y="1902"/>
              <a:ext cx="223" cy="181"/>
              <a:chOff x="2985" y="959"/>
              <a:chExt cx="277" cy="225"/>
            </a:xfrm>
          </p:grpSpPr>
          <p:sp>
            <p:nvSpPr>
              <p:cNvPr id="425" name="AutoShape 124">
                <a:extLst>
                  <a:ext uri="{FF2B5EF4-FFF2-40B4-BE49-F238E27FC236}">
                    <a16:creationId xmlns:a16="http://schemas.microsoft.com/office/drawing/2014/main" id="{244E836F-D4B8-A7E1-51B8-3DE72B7AADD1}"/>
                  </a:ext>
                </a:extLst>
              </p:cNvPr>
              <p:cNvSpPr>
                <a:spLocks noChangeAspect="1" noChangeArrowheads="1"/>
              </p:cNvSpPr>
              <p:nvPr/>
            </p:nvSpPr>
            <p:spPr bwMode="auto">
              <a:xfrm>
                <a:off x="3042" y="959"/>
                <a:ext cx="163" cy="157"/>
              </a:xfrm>
              <a:prstGeom prst="triangle">
                <a:avLst>
                  <a:gd name="adj" fmla="val 50000"/>
                </a:avLst>
              </a:prstGeom>
              <a:gradFill rotWithShape="1">
                <a:gsLst>
                  <a:gs pos="0">
                    <a:srgbClr val="FFFF00">
                      <a:gamma/>
                      <a:shade val="46275"/>
                      <a:invGamma/>
                    </a:srgbClr>
                  </a:gs>
                  <a:gs pos="50000">
                    <a:srgbClr val="FFFF00"/>
                  </a:gs>
                  <a:gs pos="100000">
                    <a:srgbClr val="FFFF00">
                      <a:gamma/>
                      <a:shade val="46275"/>
                      <a:invGamma/>
                    </a:srgbClr>
                  </a:gs>
                </a:gsLst>
                <a:lin ang="0" scaled="1"/>
              </a:gradFill>
              <a:ln w="381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solidFill>
                    <a:schemeClr val="tx1"/>
                  </a:solidFill>
                </a:endParaRPr>
              </a:p>
            </p:txBody>
          </p:sp>
          <p:sp>
            <p:nvSpPr>
              <p:cNvPr id="426" name="Rectangle 125">
                <a:extLst>
                  <a:ext uri="{FF2B5EF4-FFF2-40B4-BE49-F238E27FC236}">
                    <a16:creationId xmlns:a16="http://schemas.microsoft.com/office/drawing/2014/main" id="{B149E395-6668-D7E5-9272-9156EA1314C6}"/>
                  </a:ext>
                </a:extLst>
              </p:cNvPr>
              <p:cNvSpPr>
                <a:spLocks noChangeAspect="1" noChangeArrowheads="1"/>
              </p:cNvSpPr>
              <p:nvPr/>
            </p:nvSpPr>
            <p:spPr bwMode="auto">
              <a:xfrm>
                <a:off x="2986" y="1107"/>
                <a:ext cx="275" cy="77"/>
              </a:xfrm>
              <a:prstGeom prst="rect">
                <a:avLst/>
              </a:prstGeom>
              <a:pattFill prst="wdUpDiag">
                <a:fgClr>
                  <a:srgbClr val="000000"/>
                </a:fgClr>
                <a:bgClr>
                  <a:srgbClr val="FFFFCC"/>
                </a:bgClr>
              </a:patt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solidFill>
                    <a:schemeClr val="tx1"/>
                  </a:solidFill>
                </a:endParaRPr>
              </a:p>
            </p:txBody>
          </p:sp>
          <p:sp>
            <p:nvSpPr>
              <p:cNvPr id="427" name="Line 126">
                <a:extLst>
                  <a:ext uri="{FF2B5EF4-FFF2-40B4-BE49-F238E27FC236}">
                    <a16:creationId xmlns:a16="http://schemas.microsoft.com/office/drawing/2014/main" id="{9D7FF0B5-FFDD-80E9-2606-BCEB7A7B331E}"/>
                  </a:ext>
                </a:extLst>
              </p:cNvPr>
              <p:cNvSpPr>
                <a:spLocks noChangeAspect="1" noChangeShapeType="1"/>
              </p:cNvSpPr>
              <p:nvPr/>
            </p:nvSpPr>
            <p:spPr bwMode="auto">
              <a:xfrm>
                <a:off x="2985" y="1100"/>
                <a:ext cx="277" cy="1"/>
              </a:xfrm>
              <a:prstGeom prst="line">
                <a:avLst/>
              </a:prstGeom>
              <a:noFill/>
              <a:ln w="571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solidFill>
                    <a:schemeClr val="tx1"/>
                  </a:solidFill>
                </a:endParaRPr>
              </a:p>
            </p:txBody>
          </p:sp>
        </p:grpSp>
        <p:sp>
          <p:nvSpPr>
            <p:cNvPr id="424" name="Oval 127">
              <a:extLst>
                <a:ext uri="{FF2B5EF4-FFF2-40B4-BE49-F238E27FC236}">
                  <a16:creationId xmlns:a16="http://schemas.microsoft.com/office/drawing/2014/main" id="{5D808033-D6D4-C28C-E21A-A9D6A254178C}"/>
                </a:ext>
              </a:extLst>
            </p:cNvPr>
            <p:cNvSpPr>
              <a:spLocks noChangeAspect="1" noChangeArrowheads="1"/>
            </p:cNvSpPr>
            <p:nvPr/>
          </p:nvSpPr>
          <p:spPr bwMode="auto">
            <a:xfrm>
              <a:off x="1464" y="1892"/>
              <a:ext cx="51" cy="51"/>
            </a:xfrm>
            <a:prstGeom prst="ellipse">
              <a:avLst/>
            </a:prstGeom>
            <a:solidFill>
              <a:srgbClr val="FF0000"/>
            </a:solidFill>
            <a:ln w="2857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solidFill>
                  <a:schemeClr val="tx1"/>
                </a:solidFill>
              </a:endParaRPr>
            </a:p>
          </p:txBody>
        </p:sp>
      </p:grpSp>
      <p:grpSp>
        <p:nvGrpSpPr>
          <p:cNvPr id="428" name="Group 128">
            <a:extLst>
              <a:ext uri="{FF2B5EF4-FFF2-40B4-BE49-F238E27FC236}">
                <a16:creationId xmlns:a16="http://schemas.microsoft.com/office/drawing/2014/main" id="{D994DF1E-9832-8C54-3A56-010727D80198}"/>
              </a:ext>
            </a:extLst>
          </p:cNvPr>
          <p:cNvGrpSpPr>
            <a:grpSpLocks/>
          </p:cNvGrpSpPr>
          <p:nvPr/>
        </p:nvGrpSpPr>
        <p:grpSpPr bwMode="auto">
          <a:xfrm>
            <a:off x="2795922" y="4503126"/>
            <a:ext cx="3040063" cy="1063625"/>
            <a:chOff x="2515" y="2417"/>
            <a:chExt cx="1915" cy="670"/>
          </a:xfrm>
        </p:grpSpPr>
        <p:sp>
          <p:nvSpPr>
            <p:cNvPr id="429" name="Freeform 129">
              <a:extLst>
                <a:ext uri="{FF2B5EF4-FFF2-40B4-BE49-F238E27FC236}">
                  <a16:creationId xmlns:a16="http://schemas.microsoft.com/office/drawing/2014/main" id="{BD65ADED-10D1-749B-3CD9-8BD6E748B63D}"/>
                </a:ext>
              </a:extLst>
            </p:cNvPr>
            <p:cNvSpPr>
              <a:spLocks/>
            </p:cNvSpPr>
            <p:nvPr/>
          </p:nvSpPr>
          <p:spPr bwMode="auto">
            <a:xfrm>
              <a:off x="3237" y="2961"/>
              <a:ext cx="245" cy="126"/>
            </a:xfrm>
            <a:custGeom>
              <a:avLst/>
              <a:gdLst>
                <a:gd name="T0" fmla="*/ 0 w 245"/>
                <a:gd name="T1" fmla="*/ 3 h 126"/>
                <a:gd name="T2" fmla="*/ 1 w 245"/>
                <a:gd name="T3" fmla="*/ 119 h 126"/>
                <a:gd name="T4" fmla="*/ 19 w 245"/>
                <a:gd name="T5" fmla="*/ 111 h 126"/>
                <a:gd name="T6" fmla="*/ 49 w 245"/>
                <a:gd name="T7" fmla="*/ 97 h 126"/>
                <a:gd name="T8" fmla="*/ 125 w 245"/>
                <a:gd name="T9" fmla="*/ 87 h 126"/>
                <a:gd name="T10" fmla="*/ 185 w 245"/>
                <a:gd name="T11" fmla="*/ 95 h 126"/>
                <a:gd name="T12" fmla="*/ 243 w 245"/>
                <a:gd name="T13" fmla="*/ 126 h 126"/>
                <a:gd name="T14" fmla="*/ 243 w 245"/>
                <a:gd name="T15" fmla="*/ 1 h 126"/>
                <a:gd name="T16" fmla="*/ 0 w 245"/>
                <a:gd name="T17" fmla="*/ 3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45" h="126">
                  <a:moveTo>
                    <a:pt x="0" y="3"/>
                  </a:moveTo>
                  <a:cubicBezTo>
                    <a:pt x="1" y="42"/>
                    <a:pt x="1" y="59"/>
                    <a:pt x="1" y="119"/>
                  </a:cubicBezTo>
                  <a:cubicBezTo>
                    <a:pt x="13" y="119"/>
                    <a:pt x="13" y="113"/>
                    <a:pt x="19" y="111"/>
                  </a:cubicBezTo>
                  <a:cubicBezTo>
                    <a:pt x="28" y="108"/>
                    <a:pt x="40" y="100"/>
                    <a:pt x="49" y="97"/>
                  </a:cubicBezTo>
                  <a:cubicBezTo>
                    <a:pt x="74" y="89"/>
                    <a:pt x="97" y="87"/>
                    <a:pt x="125" y="87"/>
                  </a:cubicBezTo>
                  <a:cubicBezTo>
                    <a:pt x="149" y="89"/>
                    <a:pt x="159" y="87"/>
                    <a:pt x="185" y="95"/>
                  </a:cubicBezTo>
                  <a:cubicBezTo>
                    <a:pt x="205" y="101"/>
                    <a:pt x="215" y="111"/>
                    <a:pt x="243" y="126"/>
                  </a:cubicBezTo>
                  <a:cubicBezTo>
                    <a:pt x="244" y="63"/>
                    <a:pt x="245" y="63"/>
                    <a:pt x="243" y="1"/>
                  </a:cubicBezTo>
                  <a:cubicBezTo>
                    <a:pt x="122" y="0"/>
                    <a:pt x="0" y="3"/>
                    <a:pt x="0" y="3"/>
                  </a:cubicBezTo>
                  <a:close/>
                </a:path>
              </a:pathLst>
            </a:custGeom>
            <a:gradFill rotWithShape="1">
              <a:gsLst>
                <a:gs pos="0">
                  <a:srgbClr val="FF6600"/>
                </a:gs>
                <a:gs pos="50000">
                  <a:srgbClr val="FF9999"/>
                </a:gs>
                <a:gs pos="100000">
                  <a:srgbClr val="FF6600"/>
                </a:gs>
              </a:gsLst>
              <a:lin ang="0" scaled="1"/>
            </a:gradFill>
            <a:ln w="28575" cap="flat" cmpd="sng">
              <a:solidFill>
                <a:schemeClr val="tx1"/>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chemeClr val="tx1"/>
                </a:solidFill>
              </a:endParaRPr>
            </a:p>
          </p:txBody>
        </p:sp>
        <p:sp>
          <p:nvSpPr>
            <p:cNvPr id="430" name="Freeform 130">
              <a:extLst>
                <a:ext uri="{FF2B5EF4-FFF2-40B4-BE49-F238E27FC236}">
                  <a16:creationId xmlns:a16="http://schemas.microsoft.com/office/drawing/2014/main" id="{7612B91A-4BA2-2D0D-6D31-AA6CDD07EA99}"/>
                </a:ext>
              </a:extLst>
            </p:cNvPr>
            <p:cNvSpPr>
              <a:spLocks/>
            </p:cNvSpPr>
            <p:nvPr/>
          </p:nvSpPr>
          <p:spPr bwMode="auto">
            <a:xfrm>
              <a:off x="2845" y="2772"/>
              <a:ext cx="1284" cy="194"/>
            </a:xfrm>
            <a:custGeom>
              <a:avLst/>
              <a:gdLst>
                <a:gd name="T0" fmla="*/ 11 w 1284"/>
                <a:gd name="T1" fmla="*/ 0 h 194"/>
                <a:gd name="T2" fmla="*/ 45 w 1284"/>
                <a:gd name="T3" fmla="*/ 190 h 194"/>
                <a:gd name="T4" fmla="*/ 75 w 1284"/>
                <a:gd name="T5" fmla="*/ 192 h 194"/>
                <a:gd name="T6" fmla="*/ 1284 w 1284"/>
                <a:gd name="T7" fmla="*/ 192 h 194"/>
              </a:gdLst>
              <a:ahLst/>
              <a:cxnLst>
                <a:cxn ang="0">
                  <a:pos x="T0" y="T1"/>
                </a:cxn>
                <a:cxn ang="0">
                  <a:pos x="T2" y="T3"/>
                </a:cxn>
                <a:cxn ang="0">
                  <a:pos x="T4" y="T5"/>
                </a:cxn>
                <a:cxn ang="0">
                  <a:pos x="T6" y="T7"/>
                </a:cxn>
              </a:cxnLst>
              <a:rect l="0" t="0" r="r" b="b"/>
              <a:pathLst>
                <a:path w="1284" h="194">
                  <a:moveTo>
                    <a:pt x="11" y="0"/>
                  </a:moveTo>
                  <a:cubicBezTo>
                    <a:pt x="11" y="147"/>
                    <a:pt x="0" y="172"/>
                    <a:pt x="45" y="190"/>
                  </a:cubicBezTo>
                  <a:cubicBezTo>
                    <a:pt x="97" y="194"/>
                    <a:pt x="63" y="188"/>
                    <a:pt x="75" y="192"/>
                  </a:cubicBezTo>
                  <a:cubicBezTo>
                    <a:pt x="679" y="192"/>
                    <a:pt x="1083" y="192"/>
                    <a:pt x="1284" y="192"/>
                  </a:cubicBezTo>
                </a:path>
              </a:pathLst>
            </a:custGeom>
            <a:noFill/>
            <a:ln w="57150" cap="flat" cmpd="sng">
              <a:solidFill>
                <a:schemeClr val="tx1"/>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solidFill>
                  <a:schemeClr val="tx1"/>
                </a:solidFill>
              </a:endParaRPr>
            </a:p>
          </p:txBody>
        </p:sp>
        <p:sp>
          <p:nvSpPr>
            <p:cNvPr id="431" name="Line 131">
              <a:extLst>
                <a:ext uri="{FF2B5EF4-FFF2-40B4-BE49-F238E27FC236}">
                  <a16:creationId xmlns:a16="http://schemas.microsoft.com/office/drawing/2014/main" id="{5E15ADA5-4C44-E685-53C7-EE7455B1E8E5}"/>
                </a:ext>
              </a:extLst>
            </p:cNvPr>
            <p:cNvSpPr>
              <a:spLocks noChangeShapeType="1"/>
            </p:cNvSpPr>
            <p:nvPr/>
          </p:nvSpPr>
          <p:spPr bwMode="auto">
            <a:xfrm>
              <a:off x="4112" y="2513"/>
              <a:ext cx="0" cy="476"/>
            </a:xfrm>
            <a:prstGeom prst="line">
              <a:avLst/>
            </a:prstGeom>
            <a:noFill/>
            <a:ln w="38100">
              <a:solidFill>
                <a:srgbClr val="FF00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solidFill>
                  <a:schemeClr val="tx1"/>
                </a:solidFill>
              </a:endParaRPr>
            </a:p>
          </p:txBody>
        </p:sp>
        <p:sp>
          <p:nvSpPr>
            <p:cNvPr id="432" name="Text Box 132">
              <a:extLst>
                <a:ext uri="{FF2B5EF4-FFF2-40B4-BE49-F238E27FC236}">
                  <a16:creationId xmlns:a16="http://schemas.microsoft.com/office/drawing/2014/main" id="{C3AEA59F-689C-609D-9A93-DB9B8C4D0F31}"/>
                </a:ext>
              </a:extLst>
            </p:cNvPr>
            <p:cNvSpPr txBox="1">
              <a:spLocks noChangeArrowheads="1"/>
            </p:cNvSpPr>
            <p:nvPr/>
          </p:nvSpPr>
          <p:spPr bwMode="auto">
            <a:xfrm>
              <a:off x="2989" y="2637"/>
              <a:ext cx="33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pPr>
              <a:r>
                <a:rPr lang="en-US" altLang="zh-CN" i="1" dirty="0">
                  <a:solidFill>
                    <a:schemeClr val="tx1"/>
                  </a:solidFill>
                  <a:ea typeface="宋体" panose="02010600030101010101" pitchFamily="2" charset="-122"/>
                </a:rPr>
                <a:t>a</a:t>
              </a:r>
            </a:p>
          </p:txBody>
        </p:sp>
        <p:sp>
          <p:nvSpPr>
            <p:cNvPr id="433" name="Text Box 133">
              <a:extLst>
                <a:ext uri="{FF2B5EF4-FFF2-40B4-BE49-F238E27FC236}">
                  <a16:creationId xmlns:a16="http://schemas.microsoft.com/office/drawing/2014/main" id="{80A0643E-AFCA-E645-0874-19E6A88984B8}"/>
                </a:ext>
              </a:extLst>
            </p:cNvPr>
            <p:cNvSpPr txBox="1">
              <a:spLocks noChangeAspect="1" noChangeArrowheads="1"/>
            </p:cNvSpPr>
            <p:nvPr/>
          </p:nvSpPr>
          <p:spPr bwMode="auto">
            <a:xfrm>
              <a:off x="4112" y="2417"/>
              <a:ext cx="318" cy="2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just"/>
              <a:r>
                <a:rPr lang="en-US" altLang="zh-CN" b="1" i="1" dirty="0">
                  <a:solidFill>
                    <a:schemeClr val="tx1"/>
                  </a:solidFill>
                  <a:ea typeface="宋体" panose="02010600030101010101" pitchFamily="2" charset="-122"/>
                </a:rPr>
                <a:t>F</a:t>
              </a:r>
              <a:r>
                <a:rPr lang="en-US" altLang="zh-CN" i="0" baseline="-25000" dirty="0">
                  <a:solidFill>
                    <a:schemeClr val="tx1"/>
                  </a:solidFill>
                </a:rPr>
                <a:t>1</a:t>
              </a:r>
            </a:p>
          </p:txBody>
        </p:sp>
        <p:sp>
          <p:nvSpPr>
            <p:cNvPr id="434" name="Line 134">
              <a:extLst>
                <a:ext uri="{FF2B5EF4-FFF2-40B4-BE49-F238E27FC236}">
                  <a16:creationId xmlns:a16="http://schemas.microsoft.com/office/drawing/2014/main" id="{51C1EBC9-EA5B-717C-F99E-A21BE3EAC87C}"/>
                </a:ext>
              </a:extLst>
            </p:cNvPr>
            <p:cNvSpPr>
              <a:spLocks noChangeShapeType="1"/>
            </p:cNvSpPr>
            <p:nvPr/>
          </p:nvSpPr>
          <p:spPr bwMode="auto">
            <a:xfrm flipV="1">
              <a:off x="3362" y="2804"/>
              <a:ext cx="0" cy="13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solidFill>
                  <a:schemeClr val="tx1"/>
                </a:solidFill>
              </a:endParaRPr>
            </a:p>
          </p:txBody>
        </p:sp>
        <p:sp>
          <p:nvSpPr>
            <p:cNvPr id="435" name="Line 135">
              <a:extLst>
                <a:ext uri="{FF2B5EF4-FFF2-40B4-BE49-F238E27FC236}">
                  <a16:creationId xmlns:a16="http://schemas.microsoft.com/office/drawing/2014/main" id="{FA48FA10-4EE4-BFA5-D45F-6739E2535742}"/>
                </a:ext>
              </a:extLst>
            </p:cNvPr>
            <p:cNvSpPr>
              <a:spLocks noChangeShapeType="1"/>
            </p:cNvSpPr>
            <p:nvPr/>
          </p:nvSpPr>
          <p:spPr bwMode="auto">
            <a:xfrm flipH="1">
              <a:off x="2845" y="2880"/>
              <a:ext cx="517" cy="0"/>
            </a:xfrm>
            <a:prstGeom prst="line">
              <a:avLst/>
            </a:prstGeom>
            <a:noFill/>
            <a:ln w="9525">
              <a:solidFill>
                <a:schemeClr val="tx1"/>
              </a:solidFill>
              <a:round/>
              <a:headEnd type="stealth" w="sm" len="lg"/>
              <a:tailEnd type="stealth"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solidFill>
                  <a:schemeClr val="tx1"/>
                </a:solidFill>
              </a:endParaRPr>
            </a:p>
          </p:txBody>
        </p:sp>
        <p:sp>
          <p:nvSpPr>
            <p:cNvPr id="436" name="Line 136">
              <a:extLst>
                <a:ext uri="{FF2B5EF4-FFF2-40B4-BE49-F238E27FC236}">
                  <a16:creationId xmlns:a16="http://schemas.microsoft.com/office/drawing/2014/main" id="{A66FE6C6-7F20-FBE2-8B34-06FB9459FF77}"/>
                </a:ext>
              </a:extLst>
            </p:cNvPr>
            <p:cNvSpPr>
              <a:spLocks noChangeShapeType="1"/>
            </p:cNvSpPr>
            <p:nvPr/>
          </p:nvSpPr>
          <p:spPr bwMode="auto">
            <a:xfrm flipH="1">
              <a:off x="2854" y="2686"/>
              <a:ext cx="1271" cy="0"/>
            </a:xfrm>
            <a:prstGeom prst="line">
              <a:avLst/>
            </a:prstGeom>
            <a:noFill/>
            <a:ln w="9525">
              <a:solidFill>
                <a:schemeClr val="tx1"/>
              </a:solidFill>
              <a:round/>
              <a:headEnd type="stealth" w="sm" len="lg"/>
              <a:tailEnd type="stealth"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solidFill>
                  <a:schemeClr val="tx1"/>
                </a:solidFill>
              </a:endParaRPr>
            </a:p>
          </p:txBody>
        </p:sp>
        <p:sp>
          <p:nvSpPr>
            <p:cNvPr id="437" name="Line 137">
              <a:extLst>
                <a:ext uri="{FF2B5EF4-FFF2-40B4-BE49-F238E27FC236}">
                  <a16:creationId xmlns:a16="http://schemas.microsoft.com/office/drawing/2014/main" id="{D7029D27-3C89-36D4-59B4-A7AFB2A6A6A2}"/>
                </a:ext>
              </a:extLst>
            </p:cNvPr>
            <p:cNvSpPr>
              <a:spLocks noChangeShapeType="1"/>
            </p:cNvSpPr>
            <p:nvPr/>
          </p:nvSpPr>
          <p:spPr bwMode="auto">
            <a:xfrm flipV="1">
              <a:off x="2858" y="2660"/>
              <a:ext cx="0" cy="13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solidFill>
                  <a:schemeClr val="tx1"/>
                </a:solidFill>
              </a:endParaRPr>
            </a:p>
          </p:txBody>
        </p:sp>
        <p:sp>
          <p:nvSpPr>
            <p:cNvPr id="438" name="Text Box 138">
              <a:extLst>
                <a:ext uri="{FF2B5EF4-FFF2-40B4-BE49-F238E27FC236}">
                  <a16:creationId xmlns:a16="http://schemas.microsoft.com/office/drawing/2014/main" id="{9E0E212C-FDD2-C64A-E78C-1F1988EAC42A}"/>
                </a:ext>
              </a:extLst>
            </p:cNvPr>
            <p:cNvSpPr txBox="1">
              <a:spLocks noChangeArrowheads="1"/>
            </p:cNvSpPr>
            <p:nvPr/>
          </p:nvSpPr>
          <p:spPr bwMode="auto">
            <a:xfrm>
              <a:off x="3377" y="2453"/>
              <a:ext cx="33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pPr>
              <a:r>
                <a:rPr lang="en-US" altLang="zh-CN" i="1" dirty="0">
                  <a:solidFill>
                    <a:schemeClr val="tx1"/>
                  </a:solidFill>
                  <a:ea typeface="宋体" panose="02010600030101010101" pitchFamily="2" charset="-122"/>
                </a:rPr>
                <a:t>b</a:t>
              </a:r>
            </a:p>
          </p:txBody>
        </p:sp>
        <p:sp>
          <p:nvSpPr>
            <p:cNvPr id="439" name="Text Box 139">
              <a:extLst>
                <a:ext uri="{FF2B5EF4-FFF2-40B4-BE49-F238E27FC236}">
                  <a16:creationId xmlns:a16="http://schemas.microsoft.com/office/drawing/2014/main" id="{044D15F4-1C38-15C0-4A3C-489ABB153F04}"/>
                </a:ext>
              </a:extLst>
            </p:cNvPr>
            <p:cNvSpPr txBox="1">
              <a:spLocks noChangeArrowheads="1"/>
            </p:cNvSpPr>
            <p:nvPr/>
          </p:nvSpPr>
          <p:spPr bwMode="auto">
            <a:xfrm rot="16200000">
              <a:off x="2490" y="2667"/>
              <a:ext cx="33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pPr>
              <a:r>
                <a:rPr lang="en-US" altLang="zh-CN" i="1" dirty="0">
                  <a:solidFill>
                    <a:schemeClr val="tx1"/>
                  </a:solidFill>
                  <a:ea typeface="宋体" panose="02010600030101010101" pitchFamily="2" charset="-122"/>
                </a:rPr>
                <a:t>c</a:t>
              </a:r>
            </a:p>
          </p:txBody>
        </p:sp>
        <p:sp>
          <p:nvSpPr>
            <p:cNvPr id="440" name="Line 140">
              <a:extLst>
                <a:ext uri="{FF2B5EF4-FFF2-40B4-BE49-F238E27FC236}">
                  <a16:creationId xmlns:a16="http://schemas.microsoft.com/office/drawing/2014/main" id="{98F3769F-4664-0C14-C41E-C7296E8B074A}"/>
                </a:ext>
              </a:extLst>
            </p:cNvPr>
            <p:cNvSpPr>
              <a:spLocks noChangeShapeType="1"/>
            </p:cNvSpPr>
            <p:nvPr/>
          </p:nvSpPr>
          <p:spPr bwMode="auto">
            <a:xfrm flipH="1">
              <a:off x="2642" y="2762"/>
              <a:ext cx="21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solidFill>
                  <a:schemeClr val="tx1"/>
                </a:solidFill>
              </a:endParaRPr>
            </a:p>
          </p:txBody>
        </p:sp>
        <p:sp>
          <p:nvSpPr>
            <p:cNvPr id="441" name="Line 141">
              <a:extLst>
                <a:ext uri="{FF2B5EF4-FFF2-40B4-BE49-F238E27FC236}">
                  <a16:creationId xmlns:a16="http://schemas.microsoft.com/office/drawing/2014/main" id="{9787B2CE-D364-6288-44DC-2FDDDB5BE62E}"/>
                </a:ext>
              </a:extLst>
            </p:cNvPr>
            <p:cNvSpPr>
              <a:spLocks noChangeShapeType="1"/>
            </p:cNvSpPr>
            <p:nvPr/>
          </p:nvSpPr>
          <p:spPr bwMode="auto">
            <a:xfrm flipH="1">
              <a:off x="2634" y="2956"/>
              <a:ext cx="21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solidFill>
                  <a:schemeClr val="tx1"/>
                </a:solidFill>
              </a:endParaRPr>
            </a:p>
          </p:txBody>
        </p:sp>
        <p:sp>
          <p:nvSpPr>
            <p:cNvPr id="442" name="Line 142">
              <a:extLst>
                <a:ext uri="{FF2B5EF4-FFF2-40B4-BE49-F238E27FC236}">
                  <a16:creationId xmlns:a16="http://schemas.microsoft.com/office/drawing/2014/main" id="{08E0D14B-5D4B-6FAD-8FCB-1B7E7471055A}"/>
                </a:ext>
              </a:extLst>
            </p:cNvPr>
            <p:cNvSpPr>
              <a:spLocks noChangeShapeType="1"/>
            </p:cNvSpPr>
            <p:nvPr/>
          </p:nvSpPr>
          <p:spPr bwMode="auto">
            <a:xfrm>
              <a:off x="2777" y="2762"/>
              <a:ext cx="0" cy="187"/>
            </a:xfrm>
            <a:prstGeom prst="line">
              <a:avLst/>
            </a:prstGeom>
            <a:noFill/>
            <a:ln w="9525">
              <a:solidFill>
                <a:schemeClr val="tx1"/>
              </a:solidFill>
              <a:round/>
              <a:headEnd type="stealth" w="sm" len="lg"/>
              <a:tailEnd type="stealth"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solidFill>
                  <a:schemeClr val="tx1"/>
                </a:solidFill>
              </a:endParaRPr>
            </a:p>
          </p:txBody>
        </p:sp>
      </p:grpSp>
      <p:sp>
        <p:nvSpPr>
          <p:cNvPr id="443" name="Line 143">
            <a:extLst>
              <a:ext uri="{FF2B5EF4-FFF2-40B4-BE49-F238E27FC236}">
                <a16:creationId xmlns:a16="http://schemas.microsoft.com/office/drawing/2014/main" id="{22AA69F9-43D0-30DA-78B8-6EE3FA44F6B1}"/>
              </a:ext>
            </a:extLst>
          </p:cNvPr>
          <p:cNvSpPr>
            <a:spLocks noChangeAspect="1" noChangeShapeType="1"/>
          </p:cNvSpPr>
          <p:nvPr/>
        </p:nvSpPr>
        <p:spPr bwMode="auto">
          <a:xfrm rot="5400000">
            <a:off x="4510422" y="5166701"/>
            <a:ext cx="0" cy="730250"/>
          </a:xfrm>
          <a:prstGeom prst="line">
            <a:avLst/>
          </a:prstGeom>
          <a:noFill/>
          <a:ln w="41275">
            <a:solidFill>
              <a:srgbClr val="FF00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solidFill>
                <a:schemeClr val="tx1"/>
              </a:solidFill>
            </a:endParaRPr>
          </a:p>
        </p:txBody>
      </p:sp>
      <p:sp>
        <p:nvSpPr>
          <p:cNvPr id="444" name="Text Box 144">
            <a:extLst>
              <a:ext uri="{FF2B5EF4-FFF2-40B4-BE49-F238E27FC236}">
                <a16:creationId xmlns:a16="http://schemas.microsoft.com/office/drawing/2014/main" id="{F636A448-CF67-137C-33CE-0AE496DD8AD9}"/>
              </a:ext>
            </a:extLst>
          </p:cNvPr>
          <p:cNvSpPr txBox="1">
            <a:spLocks noChangeArrowheads="1"/>
          </p:cNvSpPr>
          <p:nvPr/>
        </p:nvSpPr>
        <p:spPr bwMode="auto">
          <a:xfrm>
            <a:off x="4536084" y="5482690"/>
            <a:ext cx="9271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pPr>
            <a:r>
              <a:rPr lang="en-US" altLang="zh-CN" b="1" i="1" dirty="0">
                <a:solidFill>
                  <a:schemeClr val="tx1"/>
                </a:solidFill>
                <a:ea typeface="宋体" panose="02010600030101010101" pitchFamily="2" charset="-122"/>
              </a:rPr>
              <a:t>F</a:t>
            </a:r>
            <a:r>
              <a:rPr lang="en-US" altLang="zh-CN" i="0" baseline="-25000" dirty="0">
                <a:solidFill>
                  <a:schemeClr val="tx1"/>
                </a:solidFill>
                <a:ea typeface="宋体" panose="02010600030101010101" pitchFamily="2" charset="-122"/>
              </a:rPr>
              <a:t>f</a:t>
            </a:r>
            <a:endParaRPr lang="en-US" altLang="zh-CN" b="1" i="0" dirty="0">
              <a:solidFill>
                <a:schemeClr val="tx1"/>
              </a:solidFill>
              <a:ea typeface="宋体" panose="02010600030101010101" pitchFamily="2" charset="-122"/>
            </a:endParaRPr>
          </a:p>
        </p:txBody>
      </p:sp>
      <p:sp>
        <p:nvSpPr>
          <p:cNvPr id="445" name="Text Box 145">
            <a:extLst>
              <a:ext uri="{FF2B5EF4-FFF2-40B4-BE49-F238E27FC236}">
                <a16:creationId xmlns:a16="http://schemas.microsoft.com/office/drawing/2014/main" id="{62BD2DDD-8159-199F-C113-5861F6BF3C8F}"/>
              </a:ext>
            </a:extLst>
          </p:cNvPr>
          <p:cNvSpPr txBox="1">
            <a:spLocks noChangeAspect="1" noChangeArrowheads="1"/>
          </p:cNvSpPr>
          <p:nvPr/>
        </p:nvSpPr>
        <p:spPr bwMode="auto">
          <a:xfrm>
            <a:off x="1236687" y="2397547"/>
            <a:ext cx="635000" cy="4873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r>
              <a:rPr lang="en-US" altLang="zh-CN" i="1">
                <a:solidFill>
                  <a:schemeClr val="tx1"/>
                </a:solidFill>
                <a:ea typeface="宋体" panose="02010600030101010101" pitchFamily="2" charset="-122"/>
              </a:rPr>
              <a:t>A</a:t>
            </a:r>
          </a:p>
        </p:txBody>
      </p:sp>
      <p:sp>
        <p:nvSpPr>
          <p:cNvPr id="446" name="Text Box 146">
            <a:extLst>
              <a:ext uri="{FF2B5EF4-FFF2-40B4-BE49-F238E27FC236}">
                <a16:creationId xmlns:a16="http://schemas.microsoft.com/office/drawing/2014/main" id="{3F58E777-217E-B654-668C-856ED4DCEF0C}"/>
              </a:ext>
            </a:extLst>
          </p:cNvPr>
          <p:cNvSpPr txBox="1">
            <a:spLocks noChangeAspect="1" noChangeArrowheads="1"/>
          </p:cNvSpPr>
          <p:nvPr/>
        </p:nvSpPr>
        <p:spPr bwMode="auto">
          <a:xfrm>
            <a:off x="4113237" y="2973809"/>
            <a:ext cx="635000" cy="4873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r>
              <a:rPr lang="en-US" altLang="zh-CN" i="1">
                <a:solidFill>
                  <a:schemeClr val="tx1"/>
                </a:solidFill>
                <a:ea typeface="宋体" panose="02010600030101010101" pitchFamily="2" charset="-122"/>
              </a:rPr>
              <a:t>A</a:t>
            </a:r>
          </a:p>
        </p:txBody>
      </p:sp>
      <p:sp>
        <p:nvSpPr>
          <p:cNvPr id="447" name="Text Box 147">
            <a:extLst>
              <a:ext uri="{FF2B5EF4-FFF2-40B4-BE49-F238E27FC236}">
                <a16:creationId xmlns:a16="http://schemas.microsoft.com/office/drawing/2014/main" id="{0709C3E3-A90D-D94B-A954-2A1E8976763D}"/>
              </a:ext>
            </a:extLst>
          </p:cNvPr>
          <p:cNvSpPr txBox="1">
            <a:spLocks noChangeAspect="1" noChangeArrowheads="1"/>
          </p:cNvSpPr>
          <p:nvPr/>
        </p:nvSpPr>
        <p:spPr bwMode="auto">
          <a:xfrm>
            <a:off x="7466037" y="3486572"/>
            <a:ext cx="635000" cy="4873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r>
              <a:rPr lang="en-US" altLang="zh-CN" i="1">
                <a:solidFill>
                  <a:schemeClr val="tx1"/>
                </a:solidFill>
                <a:ea typeface="宋体" panose="02010600030101010101" pitchFamily="2" charset="-122"/>
              </a:rPr>
              <a:t>A</a:t>
            </a:r>
          </a:p>
        </p:txBody>
      </p:sp>
      <p:sp>
        <p:nvSpPr>
          <p:cNvPr id="448" name="Text Box 148">
            <a:extLst>
              <a:ext uri="{FF2B5EF4-FFF2-40B4-BE49-F238E27FC236}">
                <a16:creationId xmlns:a16="http://schemas.microsoft.com/office/drawing/2014/main" id="{9ABFEBCA-91BC-B1F4-D276-00574982314F}"/>
              </a:ext>
            </a:extLst>
          </p:cNvPr>
          <p:cNvSpPr txBox="1">
            <a:spLocks noChangeAspect="1" noChangeArrowheads="1"/>
          </p:cNvSpPr>
          <p:nvPr/>
        </p:nvSpPr>
        <p:spPr bwMode="auto">
          <a:xfrm>
            <a:off x="2832434" y="4625363"/>
            <a:ext cx="635000" cy="4873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r>
              <a:rPr lang="en-US" altLang="zh-CN" i="1">
                <a:solidFill>
                  <a:schemeClr val="tx1"/>
                </a:solidFill>
                <a:ea typeface="宋体" panose="02010600030101010101" pitchFamily="2" charset="-122"/>
              </a:rPr>
              <a:t>A</a:t>
            </a:r>
          </a:p>
        </p:txBody>
      </p:sp>
      <p:sp>
        <p:nvSpPr>
          <p:cNvPr id="449" name="Line 149">
            <a:extLst>
              <a:ext uri="{FF2B5EF4-FFF2-40B4-BE49-F238E27FC236}">
                <a16:creationId xmlns:a16="http://schemas.microsoft.com/office/drawing/2014/main" id="{7E867ED1-4DAB-A0CC-9BA4-3BFB73B17BE4}"/>
              </a:ext>
            </a:extLst>
          </p:cNvPr>
          <p:cNvSpPr>
            <a:spLocks noChangeShapeType="1"/>
          </p:cNvSpPr>
          <p:nvPr/>
        </p:nvSpPr>
        <p:spPr bwMode="auto">
          <a:xfrm flipV="1">
            <a:off x="3316622" y="4277701"/>
            <a:ext cx="0" cy="706437"/>
          </a:xfrm>
          <a:prstGeom prst="line">
            <a:avLst/>
          </a:prstGeom>
          <a:noFill/>
          <a:ln w="38100">
            <a:solidFill>
              <a:srgbClr val="FF00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solidFill>
                <a:schemeClr val="tx1"/>
              </a:solidFill>
            </a:endParaRPr>
          </a:p>
        </p:txBody>
      </p:sp>
      <p:sp>
        <p:nvSpPr>
          <p:cNvPr id="450" name="Text Box 150">
            <a:extLst>
              <a:ext uri="{FF2B5EF4-FFF2-40B4-BE49-F238E27FC236}">
                <a16:creationId xmlns:a16="http://schemas.microsoft.com/office/drawing/2014/main" id="{E0E26772-F05B-D0F3-9843-C21DE142174D}"/>
              </a:ext>
            </a:extLst>
          </p:cNvPr>
          <p:cNvSpPr txBox="1">
            <a:spLocks noChangeArrowheads="1"/>
          </p:cNvSpPr>
          <p:nvPr/>
        </p:nvSpPr>
        <p:spPr bwMode="auto">
          <a:xfrm>
            <a:off x="3317416" y="4222138"/>
            <a:ext cx="9271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pPr>
            <a:r>
              <a:rPr lang="en-US" altLang="zh-CN" b="1" i="1" dirty="0" err="1">
                <a:solidFill>
                  <a:schemeClr val="tx1"/>
                </a:solidFill>
                <a:ea typeface="宋体" panose="02010600030101010101" pitchFamily="2" charset="-122"/>
              </a:rPr>
              <a:t>F</a:t>
            </a:r>
            <a:r>
              <a:rPr lang="en-US" altLang="zh-CN" i="1" baseline="-25000" dirty="0" err="1">
                <a:solidFill>
                  <a:schemeClr val="tx1"/>
                </a:solidFill>
                <a:ea typeface="宋体" panose="02010600030101010101" pitchFamily="2" charset="-122"/>
              </a:rPr>
              <a:t>Ay</a:t>
            </a:r>
            <a:endParaRPr lang="en-US" altLang="zh-CN" b="1" i="1" dirty="0">
              <a:solidFill>
                <a:schemeClr val="tx1"/>
              </a:solidFill>
              <a:ea typeface="宋体" panose="02010600030101010101" pitchFamily="2" charset="-122"/>
            </a:endParaRPr>
          </a:p>
        </p:txBody>
      </p:sp>
      <p:sp>
        <p:nvSpPr>
          <p:cNvPr id="451" name="Line 151">
            <a:extLst>
              <a:ext uri="{FF2B5EF4-FFF2-40B4-BE49-F238E27FC236}">
                <a16:creationId xmlns:a16="http://schemas.microsoft.com/office/drawing/2014/main" id="{A8650FB6-822F-534B-494B-D71F577E4865}"/>
              </a:ext>
            </a:extLst>
          </p:cNvPr>
          <p:cNvSpPr>
            <a:spLocks noChangeAspect="1" noChangeShapeType="1"/>
          </p:cNvSpPr>
          <p:nvPr/>
        </p:nvSpPr>
        <p:spPr bwMode="auto">
          <a:xfrm rot="5400000">
            <a:off x="2911809" y="4649176"/>
            <a:ext cx="0" cy="730250"/>
          </a:xfrm>
          <a:prstGeom prst="line">
            <a:avLst/>
          </a:prstGeom>
          <a:noFill/>
          <a:ln w="41275">
            <a:solidFill>
              <a:srgbClr val="FF00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solidFill>
                <a:schemeClr val="tx1"/>
              </a:solidFill>
            </a:endParaRPr>
          </a:p>
        </p:txBody>
      </p:sp>
      <p:sp>
        <p:nvSpPr>
          <p:cNvPr id="452" name="Text Box 152">
            <a:extLst>
              <a:ext uri="{FF2B5EF4-FFF2-40B4-BE49-F238E27FC236}">
                <a16:creationId xmlns:a16="http://schemas.microsoft.com/office/drawing/2014/main" id="{D5104483-20EE-D431-81B5-CEDD52C2A742}"/>
              </a:ext>
            </a:extLst>
          </p:cNvPr>
          <p:cNvSpPr txBox="1">
            <a:spLocks noChangeArrowheads="1"/>
          </p:cNvSpPr>
          <p:nvPr/>
        </p:nvSpPr>
        <p:spPr bwMode="auto">
          <a:xfrm>
            <a:off x="2295243" y="4953976"/>
            <a:ext cx="61180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p>
            <a:pPr>
              <a:spcBef>
                <a:spcPct val="50000"/>
              </a:spcBef>
            </a:pPr>
            <a:r>
              <a:rPr lang="en-US" altLang="zh-CN" b="1" i="1" dirty="0" err="1">
                <a:solidFill>
                  <a:schemeClr val="tx1"/>
                </a:solidFill>
                <a:ea typeface="宋体" panose="02010600030101010101" pitchFamily="2" charset="-122"/>
              </a:rPr>
              <a:t>F</a:t>
            </a:r>
            <a:r>
              <a:rPr lang="en-US" altLang="zh-CN" i="1" baseline="-25000" dirty="0" err="1">
                <a:solidFill>
                  <a:schemeClr val="tx1"/>
                </a:solidFill>
                <a:ea typeface="宋体" panose="02010600030101010101" pitchFamily="2" charset="-122"/>
              </a:rPr>
              <a:t>Ax</a:t>
            </a:r>
            <a:endParaRPr lang="en-US" altLang="zh-CN" b="1" i="1" dirty="0">
              <a:solidFill>
                <a:schemeClr val="tx1"/>
              </a:solidFill>
              <a:ea typeface="宋体" panose="02010600030101010101" pitchFamily="2" charset="-122"/>
            </a:endParaRPr>
          </a:p>
        </p:txBody>
      </p:sp>
      <p:sp>
        <p:nvSpPr>
          <p:cNvPr id="453" name="Line 153">
            <a:extLst>
              <a:ext uri="{FF2B5EF4-FFF2-40B4-BE49-F238E27FC236}">
                <a16:creationId xmlns:a16="http://schemas.microsoft.com/office/drawing/2014/main" id="{36C54D0B-FC8C-A16A-9337-6C588ECC35E9}"/>
              </a:ext>
            </a:extLst>
          </p:cNvPr>
          <p:cNvSpPr>
            <a:spLocks noChangeShapeType="1"/>
          </p:cNvSpPr>
          <p:nvPr/>
        </p:nvSpPr>
        <p:spPr bwMode="auto">
          <a:xfrm>
            <a:off x="6796107" y="4189015"/>
            <a:ext cx="0" cy="706438"/>
          </a:xfrm>
          <a:prstGeom prst="line">
            <a:avLst/>
          </a:prstGeom>
          <a:noFill/>
          <a:ln w="38100">
            <a:solidFill>
              <a:srgbClr val="FF00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solidFill>
                <a:schemeClr val="tx1"/>
              </a:solidFill>
            </a:endParaRPr>
          </a:p>
        </p:txBody>
      </p:sp>
      <p:sp>
        <p:nvSpPr>
          <p:cNvPr id="454" name="Text Box 154">
            <a:extLst>
              <a:ext uri="{FF2B5EF4-FFF2-40B4-BE49-F238E27FC236}">
                <a16:creationId xmlns:a16="http://schemas.microsoft.com/office/drawing/2014/main" id="{E3449B98-2A56-EE74-E539-8338F9AF5B76}"/>
              </a:ext>
            </a:extLst>
          </p:cNvPr>
          <p:cNvSpPr txBox="1">
            <a:spLocks noChangeArrowheads="1"/>
          </p:cNvSpPr>
          <p:nvPr/>
        </p:nvSpPr>
        <p:spPr bwMode="auto">
          <a:xfrm>
            <a:off x="6774365" y="4058073"/>
            <a:ext cx="7524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pPr>
            <a:r>
              <a:rPr lang="en-US" altLang="zh-CN" b="1" i="1" dirty="0">
                <a:solidFill>
                  <a:schemeClr val="tx1"/>
                </a:solidFill>
                <a:ea typeface="宋体" panose="02010600030101010101" pitchFamily="2" charset="-122"/>
              </a:rPr>
              <a:t>F</a:t>
            </a:r>
            <a:r>
              <a:rPr lang="en-US" altLang="zh-CN" i="1" dirty="0">
                <a:solidFill>
                  <a:schemeClr val="tx1"/>
                </a:solidFill>
              </a:rPr>
              <a:t>'</a:t>
            </a:r>
            <a:r>
              <a:rPr lang="en-US" altLang="zh-CN" i="0" baseline="-25000" dirty="0">
                <a:solidFill>
                  <a:schemeClr val="tx1"/>
                </a:solidFill>
                <a:ea typeface="宋体" panose="02010600030101010101" pitchFamily="2" charset="-122"/>
              </a:rPr>
              <a:t>N</a:t>
            </a:r>
          </a:p>
        </p:txBody>
      </p:sp>
      <p:sp>
        <p:nvSpPr>
          <p:cNvPr id="455" name="Line 155">
            <a:extLst>
              <a:ext uri="{FF2B5EF4-FFF2-40B4-BE49-F238E27FC236}">
                <a16:creationId xmlns:a16="http://schemas.microsoft.com/office/drawing/2014/main" id="{EA044B9F-A0A6-95D7-D864-9C51F9D814CB}"/>
              </a:ext>
            </a:extLst>
          </p:cNvPr>
          <p:cNvSpPr>
            <a:spLocks noChangeAspect="1" noChangeShapeType="1"/>
          </p:cNvSpPr>
          <p:nvPr/>
        </p:nvSpPr>
        <p:spPr bwMode="auto">
          <a:xfrm rot="16200000" flipH="1">
            <a:off x="7165994" y="4512865"/>
            <a:ext cx="0" cy="730250"/>
          </a:xfrm>
          <a:prstGeom prst="line">
            <a:avLst/>
          </a:prstGeom>
          <a:noFill/>
          <a:ln w="41275">
            <a:solidFill>
              <a:srgbClr val="FF00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solidFill>
                <a:schemeClr val="tx1"/>
              </a:solidFill>
            </a:endParaRPr>
          </a:p>
        </p:txBody>
      </p:sp>
      <p:sp>
        <p:nvSpPr>
          <p:cNvPr id="456" name="Text Box 156">
            <a:extLst>
              <a:ext uri="{FF2B5EF4-FFF2-40B4-BE49-F238E27FC236}">
                <a16:creationId xmlns:a16="http://schemas.microsoft.com/office/drawing/2014/main" id="{5DA63F94-7589-2C98-82EF-94FF7E16D3E9}"/>
              </a:ext>
            </a:extLst>
          </p:cNvPr>
          <p:cNvSpPr txBox="1">
            <a:spLocks noChangeArrowheads="1"/>
          </p:cNvSpPr>
          <p:nvPr/>
        </p:nvSpPr>
        <p:spPr bwMode="auto">
          <a:xfrm>
            <a:off x="7481118" y="4572969"/>
            <a:ext cx="9271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pPr>
            <a:r>
              <a:rPr lang="en-US" altLang="zh-CN" b="1" i="1" dirty="0" err="1">
                <a:solidFill>
                  <a:schemeClr val="tx1"/>
                </a:solidFill>
                <a:ea typeface="宋体" panose="02010600030101010101" pitchFamily="2" charset="-122"/>
              </a:rPr>
              <a:t>F</a:t>
            </a:r>
            <a:r>
              <a:rPr lang="en-US" altLang="zh-CN" i="1" dirty="0" err="1">
                <a:solidFill>
                  <a:schemeClr val="tx1"/>
                </a:solidFill>
                <a:ea typeface="宋体" panose="02010600030101010101" pitchFamily="2" charset="-122"/>
                <a:cs typeface="Times New Roman" panose="02020603050405020304" pitchFamily="18" charset="0"/>
              </a:rPr>
              <a:t>'</a:t>
            </a:r>
            <a:r>
              <a:rPr lang="en-US" altLang="zh-CN" i="0" baseline="-25000" dirty="0" err="1">
                <a:solidFill>
                  <a:schemeClr val="tx1"/>
                </a:solidFill>
                <a:ea typeface="宋体" panose="02010600030101010101" pitchFamily="2" charset="-122"/>
              </a:rPr>
              <a:t>f</a:t>
            </a:r>
            <a:endParaRPr lang="en-US" altLang="zh-CN" b="1" i="0" dirty="0">
              <a:solidFill>
                <a:schemeClr val="tx1"/>
              </a:solidFill>
              <a:ea typeface="宋体" panose="02010600030101010101" pitchFamily="2" charset="-122"/>
            </a:endParaRPr>
          </a:p>
        </p:txBody>
      </p:sp>
      <p:sp>
        <p:nvSpPr>
          <p:cNvPr id="457" name="Line 157">
            <a:extLst>
              <a:ext uri="{FF2B5EF4-FFF2-40B4-BE49-F238E27FC236}">
                <a16:creationId xmlns:a16="http://schemas.microsoft.com/office/drawing/2014/main" id="{D3F443C9-B7E4-ED9D-FEE0-31A3CBE3EC47}"/>
              </a:ext>
            </a:extLst>
          </p:cNvPr>
          <p:cNvSpPr>
            <a:spLocks noChangeShapeType="1"/>
          </p:cNvSpPr>
          <p:nvPr/>
        </p:nvSpPr>
        <p:spPr bwMode="auto">
          <a:xfrm flipV="1">
            <a:off x="6807219" y="5271690"/>
            <a:ext cx="0" cy="706438"/>
          </a:xfrm>
          <a:prstGeom prst="line">
            <a:avLst/>
          </a:prstGeom>
          <a:noFill/>
          <a:ln w="38100">
            <a:solidFill>
              <a:srgbClr val="FF00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solidFill>
                <a:schemeClr val="tx1"/>
              </a:solidFill>
            </a:endParaRPr>
          </a:p>
        </p:txBody>
      </p:sp>
      <p:sp>
        <p:nvSpPr>
          <p:cNvPr id="458" name="Text Box 158">
            <a:extLst>
              <a:ext uri="{FF2B5EF4-FFF2-40B4-BE49-F238E27FC236}">
                <a16:creationId xmlns:a16="http://schemas.microsoft.com/office/drawing/2014/main" id="{109ADE81-B709-5890-9F6B-F440B615EB22}"/>
              </a:ext>
            </a:extLst>
          </p:cNvPr>
          <p:cNvSpPr txBox="1">
            <a:spLocks noChangeArrowheads="1"/>
          </p:cNvSpPr>
          <p:nvPr/>
        </p:nvSpPr>
        <p:spPr bwMode="auto">
          <a:xfrm>
            <a:off x="6740544" y="5725937"/>
            <a:ext cx="9271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pPr>
            <a:r>
              <a:rPr lang="en-US" altLang="zh-CN" b="1" i="1" dirty="0" err="1">
                <a:solidFill>
                  <a:schemeClr val="tx1"/>
                </a:solidFill>
                <a:ea typeface="宋体" panose="02010600030101010101" pitchFamily="2" charset="-122"/>
              </a:rPr>
              <a:t>F</a:t>
            </a:r>
            <a:r>
              <a:rPr lang="en-US" altLang="zh-CN" i="1" baseline="-25000" dirty="0" err="1">
                <a:solidFill>
                  <a:schemeClr val="tx1"/>
                </a:solidFill>
                <a:ea typeface="宋体" panose="02010600030101010101" pitchFamily="2" charset="-122"/>
              </a:rPr>
              <a:t>Oy</a:t>
            </a:r>
            <a:endParaRPr lang="en-US" altLang="zh-CN" b="1" i="1" dirty="0">
              <a:solidFill>
                <a:schemeClr val="tx1"/>
              </a:solidFill>
              <a:ea typeface="宋体" panose="02010600030101010101" pitchFamily="2" charset="-122"/>
            </a:endParaRPr>
          </a:p>
        </p:txBody>
      </p:sp>
      <p:sp>
        <p:nvSpPr>
          <p:cNvPr id="459" name="Line 159">
            <a:extLst>
              <a:ext uri="{FF2B5EF4-FFF2-40B4-BE49-F238E27FC236}">
                <a16:creationId xmlns:a16="http://schemas.microsoft.com/office/drawing/2014/main" id="{761E6E1C-2929-DF6D-EF52-B0FC882F00B2}"/>
              </a:ext>
            </a:extLst>
          </p:cNvPr>
          <p:cNvSpPr>
            <a:spLocks noChangeAspect="1" noChangeShapeType="1"/>
          </p:cNvSpPr>
          <p:nvPr/>
        </p:nvSpPr>
        <p:spPr bwMode="auto">
          <a:xfrm rot="5400000">
            <a:off x="6375419" y="4889103"/>
            <a:ext cx="0" cy="730250"/>
          </a:xfrm>
          <a:prstGeom prst="line">
            <a:avLst/>
          </a:prstGeom>
          <a:noFill/>
          <a:ln w="41275">
            <a:solidFill>
              <a:srgbClr val="FF00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solidFill>
                <a:schemeClr val="tx1"/>
              </a:solidFill>
            </a:endParaRPr>
          </a:p>
        </p:txBody>
      </p:sp>
      <p:sp>
        <p:nvSpPr>
          <p:cNvPr id="460" name="Text Box 160">
            <a:extLst>
              <a:ext uri="{FF2B5EF4-FFF2-40B4-BE49-F238E27FC236}">
                <a16:creationId xmlns:a16="http://schemas.microsoft.com/office/drawing/2014/main" id="{990A6214-2808-2690-4E72-37291D085386}"/>
              </a:ext>
            </a:extLst>
          </p:cNvPr>
          <p:cNvSpPr txBox="1">
            <a:spLocks noChangeArrowheads="1"/>
          </p:cNvSpPr>
          <p:nvPr/>
        </p:nvSpPr>
        <p:spPr bwMode="auto">
          <a:xfrm>
            <a:off x="5786457" y="5163740"/>
            <a:ext cx="7651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pPr>
            <a:r>
              <a:rPr lang="en-US" altLang="zh-CN" b="1" i="1">
                <a:solidFill>
                  <a:schemeClr val="tx1"/>
                </a:solidFill>
                <a:ea typeface="宋体" panose="02010600030101010101" pitchFamily="2" charset="-122"/>
              </a:rPr>
              <a:t>F</a:t>
            </a:r>
            <a:r>
              <a:rPr lang="en-US" altLang="zh-CN" i="1" baseline="-25000">
                <a:solidFill>
                  <a:schemeClr val="tx1"/>
                </a:solidFill>
                <a:ea typeface="宋体" panose="02010600030101010101" pitchFamily="2" charset="-122"/>
              </a:rPr>
              <a:t>Ox</a:t>
            </a:r>
            <a:endParaRPr lang="en-US" altLang="zh-CN" b="1" i="1">
              <a:solidFill>
                <a:schemeClr val="tx1"/>
              </a:solidFill>
              <a:ea typeface="宋体" panose="02010600030101010101" pitchFamily="2" charset="-122"/>
            </a:endParaRPr>
          </a:p>
        </p:txBody>
      </p:sp>
    </p:spTree>
    <p:extLst>
      <p:ext uri="{BB962C8B-B14F-4D97-AF65-F5344CB8AC3E}">
        <p14:creationId xmlns:p14="http://schemas.microsoft.com/office/powerpoint/2010/main" val="3187914857"/>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nodeType="withEffect">
                                  <p:stCondLst>
                                    <p:cond delay="0"/>
                                  </p:stCondLst>
                                  <p:childTnLst>
                                    <p:set>
                                      <p:cBhvr>
                                        <p:cTn id="6" dur="1" fill="hold">
                                          <p:stCondLst>
                                            <p:cond delay="0"/>
                                          </p:stCondLst>
                                        </p:cTn>
                                        <p:tgtEl>
                                          <p:spTgt spid="314"/>
                                        </p:tgtEl>
                                        <p:attrNameLst>
                                          <p:attrName>style.visibility</p:attrName>
                                        </p:attrNameLst>
                                      </p:cBhvr>
                                      <p:to>
                                        <p:strVal val="visible"/>
                                      </p:to>
                                    </p:set>
                                    <p:anim calcmode="lin" valueType="num">
                                      <p:cBhvr>
                                        <p:cTn id="7" dur="5000" fill="hold"/>
                                        <p:tgtEl>
                                          <p:spTgt spid="314"/>
                                        </p:tgtEl>
                                        <p:attrNameLst>
                                          <p:attrName>ppt_w</p:attrName>
                                        </p:attrNameLst>
                                      </p:cBhvr>
                                      <p:tavLst>
                                        <p:tav tm="0">
                                          <p:val>
                                            <p:strVal val="#ppt_w*0.70"/>
                                          </p:val>
                                        </p:tav>
                                        <p:tav tm="100000">
                                          <p:val>
                                            <p:strVal val="#ppt_w"/>
                                          </p:val>
                                        </p:tav>
                                      </p:tavLst>
                                    </p:anim>
                                    <p:anim calcmode="lin" valueType="num">
                                      <p:cBhvr>
                                        <p:cTn id="8" dur="5000" fill="hold"/>
                                        <p:tgtEl>
                                          <p:spTgt spid="314"/>
                                        </p:tgtEl>
                                        <p:attrNameLst>
                                          <p:attrName>ppt_h</p:attrName>
                                        </p:attrNameLst>
                                      </p:cBhvr>
                                      <p:tavLst>
                                        <p:tav tm="0">
                                          <p:val>
                                            <p:strVal val="#ppt_h"/>
                                          </p:val>
                                        </p:tav>
                                        <p:tav tm="100000">
                                          <p:val>
                                            <p:strVal val="#ppt_h"/>
                                          </p:val>
                                        </p:tav>
                                      </p:tavLst>
                                    </p:anim>
                                    <p:animEffect transition="in" filter="fade">
                                      <p:cBhvr>
                                        <p:cTn id="9" dur="5000"/>
                                        <p:tgtEl>
                                          <p:spTgt spid="314"/>
                                        </p:tgtEl>
                                      </p:cBhvr>
                                    </p:animEffect>
                                  </p:childTnLst>
                                </p:cTn>
                              </p:par>
                              <p:par>
                                <p:cTn id="10" presetID="55" presetClass="entr" presetSubtype="0" fill="hold" nodeType="withEffect">
                                  <p:stCondLst>
                                    <p:cond delay="0"/>
                                  </p:stCondLst>
                                  <p:childTnLst>
                                    <p:set>
                                      <p:cBhvr>
                                        <p:cTn id="11" dur="1" fill="hold">
                                          <p:stCondLst>
                                            <p:cond delay="0"/>
                                          </p:stCondLst>
                                        </p:cTn>
                                        <p:tgtEl>
                                          <p:spTgt spid="349"/>
                                        </p:tgtEl>
                                        <p:attrNameLst>
                                          <p:attrName>style.visibility</p:attrName>
                                        </p:attrNameLst>
                                      </p:cBhvr>
                                      <p:to>
                                        <p:strVal val="visible"/>
                                      </p:to>
                                    </p:set>
                                    <p:anim calcmode="lin" valueType="num">
                                      <p:cBhvr>
                                        <p:cTn id="12" dur="5000" fill="hold"/>
                                        <p:tgtEl>
                                          <p:spTgt spid="349"/>
                                        </p:tgtEl>
                                        <p:attrNameLst>
                                          <p:attrName>ppt_w</p:attrName>
                                        </p:attrNameLst>
                                      </p:cBhvr>
                                      <p:tavLst>
                                        <p:tav tm="0">
                                          <p:val>
                                            <p:strVal val="#ppt_w*0.70"/>
                                          </p:val>
                                        </p:tav>
                                        <p:tav tm="100000">
                                          <p:val>
                                            <p:strVal val="#ppt_w"/>
                                          </p:val>
                                        </p:tav>
                                      </p:tavLst>
                                    </p:anim>
                                    <p:anim calcmode="lin" valueType="num">
                                      <p:cBhvr>
                                        <p:cTn id="13" dur="5000" fill="hold"/>
                                        <p:tgtEl>
                                          <p:spTgt spid="349"/>
                                        </p:tgtEl>
                                        <p:attrNameLst>
                                          <p:attrName>ppt_h</p:attrName>
                                        </p:attrNameLst>
                                      </p:cBhvr>
                                      <p:tavLst>
                                        <p:tav tm="0">
                                          <p:val>
                                            <p:strVal val="#ppt_h"/>
                                          </p:val>
                                        </p:tav>
                                        <p:tav tm="100000">
                                          <p:val>
                                            <p:strVal val="#ppt_h"/>
                                          </p:val>
                                        </p:tav>
                                      </p:tavLst>
                                    </p:anim>
                                    <p:animEffect transition="in" filter="fade">
                                      <p:cBhvr>
                                        <p:cTn id="14" dur="5000"/>
                                        <p:tgtEl>
                                          <p:spTgt spid="349"/>
                                        </p:tgtEl>
                                      </p:cBhvr>
                                    </p:animEffect>
                                  </p:childTnLst>
                                </p:cTn>
                              </p:par>
                              <p:par>
                                <p:cTn id="15" presetID="55" presetClass="entr" presetSubtype="0" fill="hold" nodeType="withEffect">
                                  <p:stCondLst>
                                    <p:cond delay="0"/>
                                  </p:stCondLst>
                                  <p:childTnLst>
                                    <p:set>
                                      <p:cBhvr>
                                        <p:cTn id="16" dur="1" fill="hold">
                                          <p:stCondLst>
                                            <p:cond delay="0"/>
                                          </p:stCondLst>
                                        </p:cTn>
                                        <p:tgtEl>
                                          <p:spTgt spid="380"/>
                                        </p:tgtEl>
                                        <p:attrNameLst>
                                          <p:attrName>style.visibility</p:attrName>
                                        </p:attrNameLst>
                                      </p:cBhvr>
                                      <p:to>
                                        <p:strVal val="visible"/>
                                      </p:to>
                                    </p:set>
                                    <p:anim calcmode="lin" valueType="num">
                                      <p:cBhvr>
                                        <p:cTn id="17" dur="5000" fill="hold"/>
                                        <p:tgtEl>
                                          <p:spTgt spid="380"/>
                                        </p:tgtEl>
                                        <p:attrNameLst>
                                          <p:attrName>ppt_w</p:attrName>
                                        </p:attrNameLst>
                                      </p:cBhvr>
                                      <p:tavLst>
                                        <p:tav tm="0">
                                          <p:val>
                                            <p:strVal val="#ppt_w*0.70"/>
                                          </p:val>
                                        </p:tav>
                                        <p:tav tm="100000">
                                          <p:val>
                                            <p:strVal val="#ppt_w"/>
                                          </p:val>
                                        </p:tav>
                                      </p:tavLst>
                                    </p:anim>
                                    <p:anim calcmode="lin" valueType="num">
                                      <p:cBhvr>
                                        <p:cTn id="18" dur="5000" fill="hold"/>
                                        <p:tgtEl>
                                          <p:spTgt spid="380"/>
                                        </p:tgtEl>
                                        <p:attrNameLst>
                                          <p:attrName>ppt_h</p:attrName>
                                        </p:attrNameLst>
                                      </p:cBhvr>
                                      <p:tavLst>
                                        <p:tav tm="0">
                                          <p:val>
                                            <p:strVal val="#ppt_h"/>
                                          </p:val>
                                        </p:tav>
                                        <p:tav tm="100000">
                                          <p:val>
                                            <p:strVal val="#ppt_h"/>
                                          </p:val>
                                        </p:tav>
                                      </p:tavLst>
                                    </p:anim>
                                    <p:animEffect transition="in" filter="fade">
                                      <p:cBhvr>
                                        <p:cTn id="19" dur="5000"/>
                                        <p:tgtEl>
                                          <p:spTgt spid="380"/>
                                        </p:tgtEl>
                                      </p:cBhvr>
                                    </p:animEffect>
                                  </p:childTnLst>
                                </p:cTn>
                              </p:par>
                              <p:par>
                                <p:cTn id="20" presetID="55" presetClass="entr" presetSubtype="0" fill="hold" grpId="0" nodeType="withEffect">
                                  <p:stCondLst>
                                    <p:cond delay="0"/>
                                  </p:stCondLst>
                                  <p:childTnLst>
                                    <p:set>
                                      <p:cBhvr>
                                        <p:cTn id="21" dur="1" fill="hold">
                                          <p:stCondLst>
                                            <p:cond delay="0"/>
                                          </p:stCondLst>
                                        </p:cTn>
                                        <p:tgtEl>
                                          <p:spTgt spid="313"/>
                                        </p:tgtEl>
                                        <p:attrNameLst>
                                          <p:attrName>style.visibility</p:attrName>
                                        </p:attrNameLst>
                                      </p:cBhvr>
                                      <p:to>
                                        <p:strVal val="visible"/>
                                      </p:to>
                                    </p:set>
                                    <p:anim calcmode="lin" valueType="num">
                                      <p:cBhvr>
                                        <p:cTn id="22" dur="5000" fill="hold"/>
                                        <p:tgtEl>
                                          <p:spTgt spid="313"/>
                                        </p:tgtEl>
                                        <p:attrNameLst>
                                          <p:attrName>ppt_w</p:attrName>
                                        </p:attrNameLst>
                                      </p:cBhvr>
                                      <p:tavLst>
                                        <p:tav tm="0">
                                          <p:val>
                                            <p:strVal val="#ppt_w*0.70"/>
                                          </p:val>
                                        </p:tav>
                                        <p:tav tm="100000">
                                          <p:val>
                                            <p:strVal val="#ppt_w"/>
                                          </p:val>
                                        </p:tav>
                                      </p:tavLst>
                                    </p:anim>
                                    <p:anim calcmode="lin" valueType="num">
                                      <p:cBhvr>
                                        <p:cTn id="23" dur="5000" fill="hold"/>
                                        <p:tgtEl>
                                          <p:spTgt spid="313"/>
                                        </p:tgtEl>
                                        <p:attrNameLst>
                                          <p:attrName>ppt_h</p:attrName>
                                        </p:attrNameLst>
                                      </p:cBhvr>
                                      <p:tavLst>
                                        <p:tav tm="0">
                                          <p:val>
                                            <p:strVal val="#ppt_h"/>
                                          </p:val>
                                        </p:tav>
                                        <p:tav tm="100000">
                                          <p:val>
                                            <p:strVal val="#ppt_h"/>
                                          </p:val>
                                        </p:tav>
                                      </p:tavLst>
                                    </p:anim>
                                    <p:animEffect transition="in" filter="fade">
                                      <p:cBhvr>
                                        <p:cTn id="24" dur="5000"/>
                                        <p:tgtEl>
                                          <p:spTgt spid="313"/>
                                        </p:tgtEl>
                                      </p:cBhvr>
                                    </p:animEffect>
                                  </p:childTnLst>
                                </p:cTn>
                              </p:par>
                              <p:par>
                                <p:cTn id="25" presetID="55" presetClass="entr" presetSubtype="0" fill="hold" grpId="0" nodeType="withEffect">
                                  <p:stCondLst>
                                    <p:cond delay="0"/>
                                  </p:stCondLst>
                                  <p:childTnLst>
                                    <p:set>
                                      <p:cBhvr>
                                        <p:cTn id="26" dur="1" fill="hold">
                                          <p:stCondLst>
                                            <p:cond delay="0"/>
                                          </p:stCondLst>
                                        </p:cTn>
                                        <p:tgtEl>
                                          <p:spTgt spid="414"/>
                                        </p:tgtEl>
                                        <p:attrNameLst>
                                          <p:attrName>style.visibility</p:attrName>
                                        </p:attrNameLst>
                                      </p:cBhvr>
                                      <p:to>
                                        <p:strVal val="visible"/>
                                      </p:to>
                                    </p:set>
                                    <p:anim calcmode="lin" valueType="num">
                                      <p:cBhvr>
                                        <p:cTn id="27" dur="5000" fill="hold"/>
                                        <p:tgtEl>
                                          <p:spTgt spid="414"/>
                                        </p:tgtEl>
                                        <p:attrNameLst>
                                          <p:attrName>ppt_w</p:attrName>
                                        </p:attrNameLst>
                                      </p:cBhvr>
                                      <p:tavLst>
                                        <p:tav tm="0">
                                          <p:val>
                                            <p:strVal val="#ppt_w*0.70"/>
                                          </p:val>
                                        </p:tav>
                                        <p:tav tm="100000">
                                          <p:val>
                                            <p:strVal val="#ppt_w"/>
                                          </p:val>
                                        </p:tav>
                                      </p:tavLst>
                                    </p:anim>
                                    <p:anim calcmode="lin" valueType="num">
                                      <p:cBhvr>
                                        <p:cTn id="28" dur="5000" fill="hold"/>
                                        <p:tgtEl>
                                          <p:spTgt spid="414"/>
                                        </p:tgtEl>
                                        <p:attrNameLst>
                                          <p:attrName>ppt_h</p:attrName>
                                        </p:attrNameLst>
                                      </p:cBhvr>
                                      <p:tavLst>
                                        <p:tav tm="0">
                                          <p:val>
                                            <p:strVal val="#ppt_h"/>
                                          </p:val>
                                        </p:tav>
                                        <p:tav tm="100000">
                                          <p:val>
                                            <p:strVal val="#ppt_h"/>
                                          </p:val>
                                        </p:tav>
                                      </p:tavLst>
                                    </p:anim>
                                    <p:animEffect transition="in" filter="fade">
                                      <p:cBhvr>
                                        <p:cTn id="29" dur="5000"/>
                                        <p:tgtEl>
                                          <p:spTgt spid="414"/>
                                        </p:tgtEl>
                                      </p:cBhvr>
                                    </p:animEffect>
                                  </p:childTnLst>
                                </p:cTn>
                              </p:par>
                              <p:par>
                                <p:cTn id="30" presetID="55" presetClass="entr" presetSubtype="0" fill="hold" grpId="0" nodeType="withEffect">
                                  <p:stCondLst>
                                    <p:cond delay="0"/>
                                  </p:stCondLst>
                                  <p:childTnLst>
                                    <p:set>
                                      <p:cBhvr>
                                        <p:cTn id="31" dur="1" fill="hold">
                                          <p:stCondLst>
                                            <p:cond delay="0"/>
                                          </p:stCondLst>
                                        </p:cTn>
                                        <p:tgtEl>
                                          <p:spTgt spid="415"/>
                                        </p:tgtEl>
                                        <p:attrNameLst>
                                          <p:attrName>style.visibility</p:attrName>
                                        </p:attrNameLst>
                                      </p:cBhvr>
                                      <p:to>
                                        <p:strVal val="visible"/>
                                      </p:to>
                                    </p:set>
                                    <p:anim calcmode="lin" valueType="num">
                                      <p:cBhvr>
                                        <p:cTn id="32" dur="5000" fill="hold"/>
                                        <p:tgtEl>
                                          <p:spTgt spid="415"/>
                                        </p:tgtEl>
                                        <p:attrNameLst>
                                          <p:attrName>ppt_w</p:attrName>
                                        </p:attrNameLst>
                                      </p:cBhvr>
                                      <p:tavLst>
                                        <p:tav tm="0">
                                          <p:val>
                                            <p:strVal val="#ppt_w*0.70"/>
                                          </p:val>
                                        </p:tav>
                                        <p:tav tm="100000">
                                          <p:val>
                                            <p:strVal val="#ppt_w"/>
                                          </p:val>
                                        </p:tav>
                                      </p:tavLst>
                                    </p:anim>
                                    <p:anim calcmode="lin" valueType="num">
                                      <p:cBhvr>
                                        <p:cTn id="33" dur="5000" fill="hold"/>
                                        <p:tgtEl>
                                          <p:spTgt spid="415"/>
                                        </p:tgtEl>
                                        <p:attrNameLst>
                                          <p:attrName>ppt_h</p:attrName>
                                        </p:attrNameLst>
                                      </p:cBhvr>
                                      <p:tavLst>
                                        <p:tav tm="0">
                                          <p:val>
                                            <p:strVal val="#ppt_h"/>
                                          </p:val>
                                        </p:tav>
                                        <p:tav tm="100000">
                                          <p:val>
                                            <p:strVal val="#ppt_h"/>
                                          </p:val>
                                        </p:tav>
                                      </p:tavLst>
                                    </p:anim>
                                    <p:animEffect transition="in" filter="fade">
                                      <p:cBhvr>
                                        <p:cTn id="34" dur="5000"/>
                                        <p:tgtEl>
                                          <p:spTgt spid="415"/>
                                        </p:tgtEl>
                                      </p:cBhvr>
                                    </p:animEffect>
                                  </p:childTnLst>
                                </p:cTn>
                              </p:par>
                              <p:par>
                                <p:cTn id="35" presetID="55" presetClass="entr" presetSubtype="0" fill="hold" grpId="0" nodeType="withEffect">
                                  <p:stCondLst>
                                    <p:cond delay="0"/>
                                  </p:stCondLst>
                                  <p:childTnLst>
                                    <p:set>
                                      <p:cBhvr>
                                        <p:cTn id="36" dur="1" fill="hold">
                                          <p:stCondLst>
                                            <p:cond delay="0"/>
                                          </p:stCondLst>
                                        </p:cTn>
                                        <p:tgtEl>
                                          <p:spTgt spid="445"/>
                                        </p:tgtEl>
                                        <p:attrNameLst>
                                          <p:attrName>style.visibility</p:attrName>
                                        </p:attrNameLst>
                                      </p:cBhvr>
                                      <p:to>
                                        <p:strVal val="visible"/>
                                      </p:to>
                                    </p:set>
                                    <p:anim calcmode="lin" valueType="num">
                                      <p:cBhvr>
                                        <p:cTn id="37" dur="5000" fill="hold"/>
                                        <p:tgtEl>
                                          <p:spTgt spid="445"/>
                                        </p:tgtEl>
                                        <p:attrNameLst>
                                          <p:attrName>ppt_w</p:attrName>
                                        </p:attrNameLst>
                                      </p:cBhvr>
                                      <p:tavLst>
                                        <p:tav tm="0">
                                          <p:val>
                                            <p:strVal val="#ppt_w*0.70"/>
                                          </p:val>
                                        </p:tav>
                                        <p:tav tm="100000">
                                          <p:val>
                                            <p:strVal val="#ppt_w"/>
                                          </p:val>
                                        </p:tav>
                                      </p:tavLst>
                                    </p:anim>
                                    <p:anim calcmode="lin" valueType="num">
                                      <p:cBhvr>
                                        <p:cTn id="38" dur="5000" fill="hold"/>
                                        <p:tgtEl>
                                          <p:spTgt spid="445"/>
                                        </p:tgtEl>
                                        <p:attrNameLst>
                                          <p:attrName>ppt_h</p:attrName>
                                        </p:attrNameLst>
                                      </p:cBhvr>
                                      <p:tavLst>
                                        <p:tav tm="0">
                                          <p:val>
                                            <p:strVal val="#ppt_h"/>
                                          </p:val>
                                        </p:tav>
                                        <p:tav tm="100000">
                                          <p:val>
                                            <p:strVal val="#ppt_h"/>
                                          </p:val>
                                        </p:tav>
                                      </p:tavLst>
                                    </p:anim>
                                    <p:animEffect transition="in" filter="fade">
                                      <p:cBhvr>
                                        <p:cTn id="39" dur="5000"/>
                                        <p:tgtEl>
                                          <p:spTgt spid="445"/>
                                        </p:tgtEl>
                                      </p:cBhvr>
                                    </p:animEffect>
                                  </p:childTnLst>
                                </p:cTn>
                              </p:par>
                              <p:par>
                                <p:cTn id="40" presetID="55" presetClass="entr" presetSubtype="0" fill="hold" grpId="0" nodeType="withEffect">
                                  <p:stCondLst>
                                    <p:cond delay="0"/>
                                  </p:stCondLst>
                                  <p:childTnLst>
                                    <p:set>
                                      <p:cBhvr>
                                        <p:cTn id="41" dur="1" fill="hold">
                                          <p:stCondLst>
                                            <p:cond delay="0"/>
                                          </p:stCondLst>
                                        </p:cTn>
                                        <p:tgtEl>
                                          <p:spTgt spid="446"/>
                                        </p:tgtEl>
                                        <p:attrNameLst>
                                          <p:attrName>style.visibility</p:attrName>
                                        </p:attrNameLst>
                                      </p:cBhvr>
                                      <p:to>
                                        <p:strVal val="visible"/>
                                      </p:to>
                                    </p:set>
                                    <p:anim calcmode="lin" valueType="num">
                                      <p:cBhvr>
                                        <p:cTn id="42" dur="5000" fill="hold"/>
                                        <p:tgtEl>
                                          <p:spTgt spid="446"/>
                                        </p:tgtEl>
                                        <p:attrNameLst>
                                          <p:attrName>ppt_w</p:attrName>
                                        </p:attrNameLst>
                                      </p:cBhvr>
                                      <p:tavLst>
                                        <p:tav tm="0">
                                          <p:val>
                                            <p:strVal val="#ppt_w*0.70"/>
                                          </p:val>
                                        </p:tav>
                                        <p:tav tm="100000">
                                          <p:val>
                                            <p:strVal val="#ppt_w"/>
                                          </p:val>
                                        </p:tav>
                                      </p:tavLst>
                                    </p:anim>
                                    <p:anim calcmode="lin" valueType="num">
                                      <p:cBhvr>
                                        <p:cTn id="43" dur="5000" fill="hold"/>
                                        <p:tgtEl>
                                          <p:spTgt spid="446"/>
                                        </p:tgtEl>
                                        <p:attrNameLst>
                                          <p:attrName>ppt_h</p:attrName>
                                        </p:attrNameLst>
                                      </p:cBhvr>
                                      <p:tavLst>
                                        <p:tav tm="0">
                                          <p:val>
                                            <p:strVal val="#ppt_h"/>
                                          </p:val>
                                        </p:tav>
                                        <p:tav tm="100000">
                                          <p:val>
                                            <p:strVal val="#ppt_h"/>
                                          </p:val>
                                        </p:tav>
                                      </p:tavLst>
                                    </p:anim>
                                    <p:animEffect transition="in" filter="fade">
                                      <p:cBhvr>
                                        <p:cTn id="44" dur="5000"/>
                                        <p:tgtEl>
                                          <p:spTgt spid="446"/>
                                        </p:tgtEl>
                                      </p:cBhvr>
                                    </p:animEffec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125"/>
                                        </p:tgtEl>
                                        <p:attrNameLst>
                                          <p:attrName>style.visibility</p:attrName>
                                        </p:attrNameLst>
                                      </p:cBhvr>
                                      <p:to>
                                        <p:strVal val="visible"/>
                                      </p:to>
                                    </p:set>
                                  </p:childTnLst>
                                </p:cTn>
                              </p:par>
                              <p:par>
                                <p:cTn id="49" presetID="55" presetClass="entr" presetSubtype="0" fill="hold" grpId="0" nodeType="withEffect">
                                  <p:stCondLst>
                                    <p:cond delay="0"/>
                                  </p:stCondLst>
                                  <p:childTnLst>
                                    <p:set>
                                      <p:cBhvr>
                                        <p:cTn id="50" dur="1" fill="hold">
                                          <p:stCondLst>
                                            <p:cond delay="0"/>
                                          </p:stCondLst>
                                        </p:cTn>
                                        <p:tgtEl>
                                          <p:spTgt spid="447"/>
                                        </p:tgtEl>
                                        <p:attrNameLst>
                                          <p:attrName>style.visibility</p:attrName>
                                        </p:attrNameLst>
                                      </p:cBhvr>
                                      <p:to>
                                        <p:strVal val="visible"/>
                                      </p:to>
                                    </p:set>
                                    <p:anim calcmode="lin" valueType="num">
                                      <p:cBhvr>
                                        <p:cTn id="51" dur="5000" fill="hold"/>
                                        <p:tgtEl>
                                          <p:spTgt spid="447"/>
                                        </p:tgtEl>
                                        <p:attrNameLst>
                                          <p:attrName>ppt_w</p:attrName>
                                        </p:attrNameLst>
                                      </p:cBhvr>
                                      <p:tavLst>
                                        <p:tav tm="0">
                                          <p:val>
                                            <p:strVal val="#ppt_w*0.70"/>
                                          </p:val>
                                        </p:tav>
                                        <p:tav tm="100000">
                                          <p:val>
                                            <p:strVal val="#ppt_w"/>
                                          </p:val>
                                        </p:tav>
                                      </p:tavLst>
                                    </p:anim>
                                    <p:anim calcmode="lin" valueType="num">
                                      <p:cBhvr>
                                        <p:cTn id="52" dur="5000" fill="hold"/>
                                        <p:tgtEl>
                                          <p:spTgt spid="447"/>
                                        </p:tgtEl>
                                        <p:attrNameLst>
                                          <p:attrName>ppt_h</p:attrName>
                                        </p:attrNameLst>
                                      </p:cBhvr>
                                      <p:tavLst>
                                        <p:tav tm="0">
                                          <p:val>
                                            <p:strVal val="#ppt_h"/>
                                          </p:val>
                                        </p:tav>
                                        <p:tav tm="100000">
                                          <p:val>
                                            <p:strVal val="#ppt_h"/>
                                          </p:val>
                                        </p:tav>
                                      </p:tavLst>
                                    </p:anim>
                                    <p:animEffect transition="in" filter="fade">
                                      <p:cBhvr>
                                        <p:cTn id="53" dur="5000"/>
                                        <p:tgtEl>
                                          <p:spTgt spid="447"/>
                                        </p:tgtEl>
                                      </p:cBhvr>
                                    </p:animEffect>
                                  </p:childTnLst>
                                </p:cTn>
                              </p:par>
                            </p:childTnLst>
                          </p:cTn>
                        </p:par>
                      </p:childTnLst>
                    </p:cTn>
                  </p:par>
                  <p:par>
                    <p:cTn id="54" fill="hold">
                      <p:stCondLst>
                        <p:cond delay="indefinite"/>
                      </p:stCondLst>
                      <p:childTnLst>
                        <p:par>
                          <p:cTn id="55" fill="hold">
                            <p:stCondLst>
                              <p:cond delay="0"/>
                            </p:stCondLst>
                            <p:childTnLst>
                              <p:par>
                                <p:cTn id="56" presetID="1" presetClass="entr" presetSubtype="0" fill="hold" nodeType="clickEffect">
                                  <p:stCondLst>
                                    <p:cond delay="0"/>
                                  </p:stCondLst>
                                  <p:childTnLst>
                                    <p:set>
                                      <p:cBhvr>
                                        <p:cTn id="57" dur="1" fill="hold">
                                          <p:stCondLst>
                                            <p:cond delay="0"/>
                                          </p:stCondLst>
                                        </p:cTn>
                                        <p:tgtEl>
                                          <p:spTgt spid="422"/>
                                        </p:tgtEl>
                                        <p:attrNameLst>
                                          <p:attrName>style.visibility</p:attrName>
                                        </p:attrNameLst>
                                      </p:cBhvr>
                                      <p:to>
                                        <p:strVal val="visible"/>
                                      </p:to>
                                    </p:set>
                                  </p:childTnLst>
                                </p:cTn>
                              </p:par>
                              <p:par>
                                <p:cTn id="58" presetID="1" presetClass="entr" presetSubtype="0" fill="hold" nodeType="withEffect">
                                  <p:stCondLst>
                                    <p:cond delay="0"/>
                                  </p:stCondLst>
                                  <p:childTnLst>
                                    <p:set>
                                      <p:cBhvr>
                                        <p:cTn id="59" dur="1" fill="hold">
                                          <p:stCondLst>
                                            <p:cond delay="0"/>
                                          </p:stCondLst>
                                        </p:cTn>
                                        <p:tgtEl>
                                          <p:spTgt spid="428"/>
                                        </p:tgtEl>
                                        <p:attrNameLst>
                                          <p:attrName>style.visibility</p:attrName>
                                        </p:attrNameLst>
                                      </p:cBhvr>
                                      <p:to>
                                        <p:strVal val="visible"/>
                                      </p:to>
                                    </p:set>
                                  </p:childTnLst>
                                </p:cTn>
                              </p:par>
                              <p:par>
                                <p:cTn id="60" presetID="0" presetClass="path" presetSubtype="0" accel="50000" decel="50000" fill="hold" nodeType="withEffect">
                                  <p:stCondLst>
                                    <p:cond delay="0"/>
                                  </p:stCondLst>
                                  <p:childTnLst>
                                    <p:animMotion origin="layout" path="M -0.12552 -0.33334 L 1.875E-6 1.85185E-6 " pathEditMode="relative" rAng="0" ptsTypes="AA">
                                      <p:cBhvr>
                                        <p:cTn id="61" dur="5000" fill="hold"/>
                                        <p:tgtEl>
                                          <p:spTgt spid="422"/>
                                        </p:tgtEl>
                                        <p:attrNameLst>
                                          <p:attrName>ppt_x</p:attrName>
                                          <p:attrName>ppt_y</p:attrName>
                                        </p:attrNameLst>
                                      </p:cBhvr>
                                      <p:rCtr x="6276" y="16667"/>
                                    </p:animMotion>
                                  </p:childTnLst>
                                </p:cTn>
                              </p:par>
                              <p:par>
                                <p:cTn id="62" presetID="0" presetClass="path" presetSubtype="0" accel="50000" decel="50000" fill="hold" nodeType="withEffect">
                                  <p:stCondLst>
                                    <p:cond delay="0"/>
                                  </p:stCondLst>
                                  <p:childTnLst>
                                    <p:animMotion origin="layout" path="M -0.12448 -0.33125 L 3.75E-6 7.40741E-7 " pathEditMode="relative" rAng="0" ptsTypes="AA">
                                      <p:cBhvr>
                                        <p:cTn id="63" dur="5000" fill="hold"/>
                                        <p:tgtEl>
                                          <p:spTgt spid="428"/>
                                        </p:tgtEl>
                                        <p:attrNameLst>
                                          <p:attrName>ppt_x</p:attrName>
                                          <p:attrName>ppt_y</p:attrName>
                                        </p:attrNameLst>
                                      </p:cBhvr>
                                      <p:rCtr x="6224" y="16551"/>
                                    </p:animMotion>
                                  </p:childTnLst>
                                </p:cTn>
                              </p:par>
                            </p:childTnLst>
                          </p:cTn>
                        </p:par>
                        <p:par>
                          <p:cTn id="64" fill="hold">
                            <p:stCondLst>
                              <p:cond delay="5000"/>
                            </p:stCondLst>
                            <p:childTnLst>
                              <p:par>
                                <p:cTn id="65" presetID="55" presetClass="entr" presetSubtype="0" fill="hold" grpId="0" nodeType="afterEffect">
                                  <p:stCondLst>
                                    <p:cond delay="0"/>
                                  </p:stCondLst>
                                  <p:childTnLst>
                                    <p:set>
                                      <p:cBhvr>
                                        <p:cTn id="66" dur="1" fill="hold">
                                          <p:stCondLst>
                                            <p:cond delay="0"/>
                                          </p:stCondLst>
                                        </p:cTn>
                                        <p:tgtEl>
                                          <p:spTgt spid="448"/>
                                        </p:tgtEl>
                                        <p:attrNameLst>
                                          <p:attrName>style.visibility</p:attrName>
                                        </p:attrNameLst>
                                      </p:cBhvr>
                                      <p:to>
                                        <p:strVal val="visible"/>
                                      </p:to>
                                    </p:set>
                                    <p:anim calcmode="lin" valueType="num">
                                      <p:cBhvr>
                                        <p:cTn id="67" dur="5000" fill="hold"/>
                                        <p:tgtEl>
                                          <p:spTgt spid="448"/>
                                        </p:tgtEl>
                                        <p:attrNameLst>
                                          <p:attrName>ppt_w</p:attrName>
                                        </p:attrNameLst>
                                      </p:cBhvr>
                                      <p:tavLst>
                                        <p:tav tm="0">
                                          <p:val>
                                            <p:strVal val="#ppt_w*0.70"/>
                                          </p:val>
                                        </p:tav>
                                        <p:tav tm="100000">
                                          <p:val>
                                            <p:strVal val="#ppt_w"/>
                                          </p:val>
                                        </p:tav>
                                      </p:tavLst>
                                    </p:anim>
                                    <p:anim calcmode="lin" valueType="num">
                                      <p:cBhvr>
                                        <p:cTn id="68" dur="5000" fill="hold"/>
                                        <p:tgtEl>
                                          <p:spTgt spid="448"/>
                                        </p:tgtEl>
                                        <p:attrNameLst>
                                          <p:attrName>ppt_h</p:attrName>
                                        </p:attrNameLst>
                                      </p:cBhvr>
                                      <p:tavLst>
                                        <p:tav tm="0">
                                          <p:val>
                                            <p:strVal val="#ppt_h"/>
                                          </p:val>
                                        </p:tav>
                                        <p:tav tm="100000">
                                          <p:val>
                                            <p:strVal val="#ppt_h"/>
                                          </p:val>
                                        </p:tav>
                                      </p:tavLst>
                                    </p:anim>
                                    <p:animEffect transition="in" filter="fade">
                                      <p:cBhvr>
                                        <p:cTn id="69" dur="5000"/>
                                        <p:tgtEl>
                                          <p:spTgt spid="448"/>
                                        </p:tgtEl>
                                      </p:cBhvr>
                                    </p:animEffect>
                                  </p:childTnLst>
                                </p:cTn>
                              </p:par>
                            </p:childTnLst>
                          </p:cTn>
                        </p:par>
                      </p:childTnLst>
                    </p:cTn>
                  </p:par>
                  <p:par>
                    <p:cTn id="70" fill="hold">
                      <p:stCondLst>
                        <p:cond delay="indefinite"/>
                      </p:stCondLst>
                      <p:childTnLst>
                        <p:par>
                          <p:cTn id="71" fill="hold">
                            <p:stCondLst>
                              <p:cond delay="0"/>
                            </p:stCondLst>
                            <p:childTnLst>
                              <p:par>
                                <p:cTn id="72" presetID="12" presetClass="entr" presetSubtype="2" fill="hold" nodeType="clickEffect">
                                  <p:stCondLst>
                                    <p:cond delay="0"/>
                                  </p:stCondLst>
                                  <p:childTnLst>
                                    <p:set>
                                      <p:cBhvr>
                                        <p:cTn id="73" dur="1" fill="hold">
                                          <p:stCondLst>
                                            <p:cond delay="0"/>
                                          </p:stCondLst>
                                        </p:cTn>
                                        <p:tgtEl>
                                          <p:spTgt spid="451"/>
                                        </p:tgtEl>
                                        <p:attrNameLst>
                                          <p:attrName>style.visibility</p:attrName>
                                        </p:attrNameLst>
                                      </p:cBhvr>
                                      <p:to>
                                        <p:strVal val="visible"/>
                                      </p:to>
                                    </p:set>
                                    <p:animEffect transition="in" filter="slide(fromRight)">
                                      <p:cBhvr>
                                        <p:cTn id="74" dur="3000"/>
                                        <p:tgtEl>
                                          <p:spTgt spid="451"/>
                                        </p:tgtEl>
                                      </p:cBhvr>
                                    </p:animEffect>
                                  </p:childTnLst>
                                </p:cTn>
                              </p:par>
                              <p:par>
                                <p:cTn id="75" presetID="19" presetClass="entr" presetSubtype="10" fill="hold" grpId="0" nodeType="withEffect">
                                  <p:stCondLst>
                                    <p:cond delay="0"/>
                                  </p:stCondLst>
                                  <p:childTnLst>
                                    <p:set>
                                      <p:cBhvr>
                                        <p:cTn id="76" dur="1" fill="hold">
                                          <p:stCondLst>
                                            <p:cond delay="0"/>
                                          </p:stCondLst>
                                        </p:cTn>
                                        <p:tgtEl>
                                          <p:spTgt spid="452"/>
                                        </p:tgtEl>
                                        <p:attrNameLst>
                                          <p:attrName>style.visibility</p:attrName>
                                        </p:attrNameLst>
                                      </p:cBhvr>
                                      <p:to>
                                        <p:strVal val="visible"/>
                                      </p:to>
                                    </p:set>
                                    <p:anim calcmode="lin" valueType="num">
                                      <p:cBhvr>
                                        <p:cTn id="77" dur="5000" fill="hold"/>
                                        <p:tgtEl>
                                          <p:spTgt spid="452"/>
                                        </p:tgtEl>
                                        <p:attrNameLst>
                                          <p:attrName>ppt_w</p:attrName>
                                        </p:attrNameLst>
                                      </p:cBhvr>
                                      <p:tavLst>
                                        <p:tav tm="0" fmla="#ppt_w*sin(2.5*pi*$)">
                                          <p:val>
                                            <p:fltVal val="0"/>
                                          </p:val>
                                        </p:tav>
                                        <p:tav tm="100000">
                                          <p:val>
                                            <p:fltVal val="1"/>
                                          </p:val>
                                        </p:tav>
                                      </p:tavLst>
                                    </p:anim>
                                    <p:anim calcmode="lin" valueType="num">
                                      <p:cBhvr>
                                        <p:cTn id="78" dur="5000" fill="hold"/>
                                        <p:tgtEl>
                                          <p:spTgt spid="452"/>
                                        </p:tgtEl>
                                        <p:attrNameLst>
                                          <p:attrName>ppt_h</p:attrName>
                                        </p:attrNameLst>
                                      </p:cBhvr>
                                      <p:tavLst>
                                        <p:tav tm="0">
                                          <p:val>
                                            <p:strVal val="#ppt_h"/>
                                          </p:val>
                                        </p:tav>
                                        <p:tav tm="100000">
                                          <p:val>
                                            <p:strVal val="#ppt_h"/>
                                          </p:val>
                                        </p:tav>
                                      </p:tavLst>
                                    </p:anim>
                                  </p:childTnLst>
                                </p:cTn>
                              </p:par>
                              <p:par>
                                <p:cTn id="79" presetID="9" presetClass="emph" presetSubtype="0" nodeType="withEffect">
                                  <p:stCondLst>
                                    <p:cond delay="0"/>
                                  </p:stCondLst>
                                  <p:childTnLst>
                                    <p:set>
                                      <p:cBhvr rctx="PPT">
                                        <p:cTn id="80" dur="indefinite"/>
                                        <p:tgtEl>
                                          <p:spTgt spid="422"/>
                                        </p:tgtEl>
                                        <p:attrNameLst>
                                          <p:attrName>style.opacity</p:attrName>
                                        </p:attrNameLst>
                                      </p:cBhvr>
                                      <p:to>
                                        <p:strVal val="0.25"/>
                                      </p:to>
                                    </p:set>
                                    <p:animEffect filter="image" prLst="opacity: 0.25">
                                      <p:cBhvr rctx="IE">
                                        <p:cTn id="81" dur="indefinite"/>
                                        <p:tgtEl>
                                          <p:spTgt spid="422"/>
                                        </p:tgtEl>
                                      </p:cBhvr>
                                    </p:animEffect>
                                  </p:childTnLst>
                                </p:cTn>
                              </p:par>
                            </p:childTnLst>
                          </p:cTn>
                        </p:par>
                        <p:par>
                          <p:cTn id="82" fill="hold">
                            <p:stCondLst>
                              <p:cond delay="5000"/>
                            </p:stCondLst>
                            <p:childTnLst>
                              <p:par>
                                <p:cTn id="83" presetID="12" presetClass="entr" presetSubtype="4" fill="hold" nodeType="afterEffect">
                                  <p:stCondLst>
                                    <p:cond delay="0"/>
                                  </p:stCondLst>
                                  <p:childTnLst>
                                    <p:set>
                                      <p:cBhvr>
                                        <p:cTn id="84" dur="1" fill="hold">
                                          <p:stCondLst>
                                            <p:cond delay="0"/>
                                          </p:stCondLst>
                                        </p:cTn>
                                        <p:tgtEl>
                                          <p:spTgt spid="449"/>
                                        </p:tgtEl>
                                        <p:attrNameLst>
                                          <p:attrName>style.visibility</p:attrName>
                                        </p:attrNameLst>
                                      </p:cBhvr>
                                      <p:to>
                                        <p:strVal val="visible"/>
                                      </p:to>
                                    </p:set>
                                    <p:animEffect transition="in" filter="slide(fromBottom)">
                                      <p:cBhvr>
                                        <p:cTn id="85" dur="3000"/>
                                        <p:tgtEl>
                                          <p:spTgt spid="449"/>
                                        </p:tgtEl>
                                      </p:cBhvr>
                                    </p:animEffect>
                                  </p:childTnLst>
                                </p:cTn>
                              </p:par>
                              <p:par>
                                <p:cTn id="86" presetID="19" presetClass="entr" presetSubtype="10" fill="hold" grpId="0" nodeType="withEffect">
                                  <p:stCondLst>
                                    <p:cond delay="0"/>
                                  </p:stCondLst>
                                  <p:childTnLst>
                                    <p:set>
                                      <p:cBhvr>
                                        <p:cTn id="87" dur="1" fill="hold">
                                          <p:stCondLst>
                                            <p:cond delay="0"/>
                                          </p:stCondLst>
                                        </p:cTn>
                                        <p:tgtEl>
                                          <p:spTgt spid="450"/>
                                        </p:tgtEl>
                                        <p:attrNameLst>
                                          <p:attrName>style.visibility</p:attrName>
                                        </p:attrNameLst>
                                      </p:cBhvr>
                                      <p:to>
                                        <p:strVal val="visible"/>
                                      </p:to>
                                    </p:set>
                                    <p:anim calcmode="lin" valueType="num">
                                      <p:cBhvr>
                                        <p:cTn id="88" dur="5000" fill="hold"/>
                                        <p:tgtEl>
                                          <p:spTgt spid="450"/>
                                        </p:tgtEl>
                                        <p:attrNameLst>
                                          <p:attrName>ppt_w</p:attrName>
                                        </p:attrNameLst>
                                      </p:cBhvr>
                                      <p:tavLst>
                                        <p:tav tm="0" fmla="#ppt_w*sin(2.5*pi*$)">
                                          <p:val>
                                            <p:fltVal val="0"/>
                                          </p:val>
                                        </p:tav>
                                        <p:tav tm="100000">
                                          <p:val>
                                            <p:fltVal val="1"/>
                                          </p:val>
                                        </p:tav>
                                      </p:tavLst>
                                    </p:anim>
                                    <p:anim calcmode="lin" valueType="num">
                                      <p:cBhvr>
                                        <p:cTn id="89" dur="5000" fill="hold"/>
                                        <p:tgtEl>
                                          <p:spTgt spid="450"/>
                                        </p:tgtEl>
                                        <p:attrNameLst>
                                          <p:attrName>ppt_h</p:attrName>
                                        </p:attrNameLst>
                                      </p:cBhvr>
                                      <p:tavLst>
                                        <p:tav tm="0">
                                          <p:val>
                                            <p:strVal val="#ppt_h"/>
                                          </p:val>
                                        </p:tav>
                                        <p:tav tm="100000">
                                          <p:val>
                                            <p:strVal val="#ppt_h"/>
                                          </p:val>
                                        </p:tav>
                                      </p:tavLst>
                                    </p:anim>
                                  </p:childTnLst>
                                </p:cTn>
                              </p:par>
                            </p:childTnLst>
                          </p:cTn>
                        </p:par>
                        <p:par>
                          <p:cTn id="90" fill="hold">
                            <p:stCondLst>
                              <p:cond delay="10000"/>
                            </p:stCondLst>
                            <p:childTnLst>
                              <p:par>
                                <p:cTn id="91" presetID="12" presetClass="entr" presetSubtype="4" fill="hold" nodeType="afterEffect">
                                  <p:stCondLst>
                                    <p:cond delay="0"/>
                                  </p:stCondLst>
                                  <p:childTnLst>
                                    <p:set>
                                      <p:cBhvr>
                                        <p:cTn id="92" dur="1" fill="hold">
                                          <p:stCondLst>
                                            <p:cond delay="0"/>
                                          </p:stCondLst>
                                        </p:cTn>
                                        <p:tgtEl>
                                          <p:spTgt spid="311"/>
                                        </p:tgtEl>
                                        <p:attrNameLst>
                                          <p:attrName>style.visibility</p:attrName>
                                        </p:attrNameLst>
                                      </p:cBhvr>
                                      <p:to>
                                        <p:strVal val="visible"/>
                                      </p:to>
                                    </p:set>
                                    <p:animEffect transition="in" filter="slide(fromBottom)">
                                      <p:cBhvr>
                                        <p:cTn id="93" dur="3000"/>
                                        <p:tgtEl>
                                          <p:spTgt spid="311"/>
                                        </p:tgtEl>
                                      </p:cBhvr>
                                    </p:animEffect>
                                  </p:childTnLst>
                                </p:cTn>
                              </p:par>
                              <p:par>
                                <p:cTn id="94" presetID="19" presetClass="entr" presetSubtype="10" fill="hold" grpId="0" nodeType="withEffect">
                                  <p:stCondLst>
                                    <p:cond delay="0"/>
                                  </p:stCondLst>
                                  <p:childTnLst>
                                    <p:set>
                                      <p:cBhvr>
                                        <p:cTn id="95" dur="1" fill="hold">
                                          <p:stCondLst>
                                            <p:cond delay="0"/>
                                          </p:stCondLst>
                                        </p:cTn>
                                        <p:tgtEl>
                                          <p:spTgt spid="312"/>
                                        </p:tgtEl>
                                        <p:attrNameLst>
                                          <p:attrName>style.visibility</p:attrName>
                                        </p:attrNameLst>
                                      </p:cBhvr>
                                      <p:to>
                                        <p:strVal val="visible"/>
                                      </p:to>
                                    </p:set>
                                    <p:anim calcmode="lin" valueType="num">
                                      <p:cBhvr>
                                        <p:cTn id="96" dur="5000" fill="hold"/>
                                        <p:tgtEl>
                                          <p:spTgt spid="312"/>
                                        </p:tgtEl>
                                        <p:attrNameLst>
                                          <p:attrName>ppt_w</p:attrName>
                                        </p:attrNameLst>
                                      </p:cBhvr>
                                      <p:tavLst>
                                        <p:tav tm="0" fmla="#ppt_w*sin(2.5*pi*$)">
                                          <p:val>
                                            <p:fltVal val="0"/>
                                          </p:val>
                                        </p:tav>
                                        <p:tav tm="100000">
                                          <p:val>
                                            <p:fltVal val="1"/>
                                          </p:val>
                                        </p:tav>
                                      </p:tavLst>
                                    </p:anim>
                                    <p:anim calcmode="lin" valueType="num">
                                      <p:cBhvr>
                                        <p:cTn id="97" dur="5000" fill="hold"/>
                                        <p:tgtEl>
                                          <p:spTgt spid="312"/>
                                        </p:tgtEl>
                                        <p:attrNameLst>
                                          <p:attrName>ppt_h</p:attrName>
                                        </p:attrNameLst>
                                      </p:cBhvr>
                                      <p:tavLst>
                                        <p:tav tm="0">
                                          <p:val>
                                            <p:strVal val="#ppt_h"/>
                                          </p:val>
                                        </p:tav>
                                        <p:tav tm="100000">
                                          <p:val>
                                            <p:strVal val="#ppt_h"/>
                                          </p:val>
                                        </p:tav>
                                      </p:tavLst>
                                    </p:anim>
                                  </p:childTnLst>
                                </p:cTn>
                              </p:par>
                            </p:childTnLst>
                          </p:cTn>
                        </p:par>
                        <p:par>
                          <p:cTn id="98" fill="hold">
                            <p:stCondLst>
                              <p:cond delay="15000"/>
                            </p:stCondLst>
                            <p:childTnLst>
                              <p:par>
                                <p:cTn id="99" presetID="12" presetClass="entr" presetSubtype="2" fill="hold" nodeType="afterEffect">
                                  <p:stCondLst>
                                    <p:cond delay="0"/>
                                  </p:stCondLst>
                                  <p:childTnLst>
                                    <p:set>
                                      <p:cBhvr>
                                        <p:cTn id="100" dur="1" fill="hold">
                                          <p:stCondLst>
                                            <p:cond delay="0"/>
                                          </p:stCondLst>
                                        </p:cTn>
                                        <p:tgtEl>
                                          <p:spTgt spid="443"/>
                                        </p:tgtEl>
                                        <p:attrNameLst>
                                          <p:attrName>style.visibility</p:attrName>
                                        </p:attrNameLst>
                                      </p:cBhvr>
                                      <p:to>
                                        <p:strVal val="visible"/>
                                      </p:to>
                                    </p:set>
                                    <p:animEffect transition="in" filter="slide(fromRight)">
                                      <p:cBhvr>
                                        <p:cTn id="101" dur="3000"/>
                                        <p:tgtEl>
                                          <p:spTgt spid="443"/>
                                        </p:tgtEl>
                                      </p:cBhvr>
                                    </p:animEffect>
                                  </p:childTnLst>
                                </p:cTn>
                              </p:par>
                              <p:par>
                                <p:cTn id="102" presetID="19" presetClass="entr" presetSubtype="10" fill="hold" grpId="0" nodeType="withEffect">
                                  <p:stCondLst>
                                    <p:cond delay="0"/>
                                  </p:stCondLst>
                                  <p:childTnLst>
                                    <p:set>
                                      <p:cBhvr>
                                        <p:cTn id="103" dur="1" fill="hold">
                                          <p:stCondLst>
                                            <p:cond delay="0"/>
                                          </p:stCondLst>
                                        </p:cTn>
                                        <p:tgtEl>
                                          <p:spTgt spid="444"/>
                                        </p:tgtEl>
                                        <p:attrNameLst>
                                          <p:attrName>style.visibility</p:attrName>
                                        </p:attrNameLst>
                                      </p:cBhvr>
                                      <p:to>
                                        <p:strVal val="visible"/>
                                      </p:to>
                                    </p:set>
                                    <p:anim calcmode="lin" valueType="num">
                                      <p:cBhvr>
                                        <p:cTn id="104" dur="5000" fill="hold"/>
                                        <p:tgtEl>
                                          <p:spTgt spid="444"/>
                                        </p:tgtEl>
                                        <p:attrNameLst>
                                          <p:attrName>ppt_w</p:attrName>
                                        </p:attrNameLst>
                                      </p:cBhvr>
                                      <p:tavLst>
                                        <p:tav tm="0" fmla="#ppt_w*sin(2.5*pi*$)">
                                          <p:val>
                                            <p:fltVal val="0"/>
                                          </p:val>
                                        </p:tav>
                                        <p:tav tm="100000">
                                          <p:val>
                                            <p:fltVal val="1"/>
                                          </p:val>
                                        </p:tav>
                                      </p:tavLst>
                                    </p:anim>
                                    <p:anim calcmode="lin" valueType="num">
                                      <p:cBhvr>
                                        <p:cTn id="105" dur="5000" fill="hold"/>
                                        <p:tgtEl>
                                          <p:spTgt spid="444"/>
                                        </p:tgtEl>
                                        <p:attrNameLst>
                                          <p:attrName>ppt_h</p:attrName>
                                        </p:attrNameLst>
                                      </p:cBhvr>
                                      <p:tavLst>
                                        <p:tav tm="0">
                                          <p:val>
                                            <p:strVal val="#ppt_h"/>
                                          </p:val>
                                        </p:tav>
                                        <p:tav tm="100000">
                                          <p:val>
                                            <p:strVal val="#ppt_h"/>
                                          </p:val>
                                        </p:tav>
                                      </p:tavLst>
                                    </p:anim>
                                  </p:childTnLst>
                                </p:cTn>
                              </p:par>
                            </p:childTnLst>
                          </p:cTn>
                        </p:par>
                      </p:childTnLst>
                    </p:cTn>
                  </p:par>
                  <p:par>
                    <p:cTn id="106" fill="hold">
                      <p:stCondLst>
                        <p:cond delay="indefinite"/>
                      </p:stCondLst>
                      <p:childTnLst>
                        <p:par>
                          <p:cTn id="107" fill="hold">
                            <p:stCondLst>
                              <p:cond delay="0"/>
                            </p:stCondLst>
                            <p:childTnLst>
                              <p:par>
                                <p:cTn id="108" presetID="1" presetClass="entr" presetSubtype="0" fill="hold" nodeType="clickEffect">
                                  <p:stCondLst>
                                    <p:cond delay="0"/>
                                  </p:stCondLst>
                                  <p:childTnLst>
                                    <p:set>
                                      <p:cBhvr>
                                        <p:cTn id="109" dur="1" fill="hold">
                                          <p:stCondLst>
                                            <p:cond delay="0"/>
                                          </p:stCondLst>
                                        </p:cTn>
                                        <p:tgtEl>
                                          <p:spTgt spid="304"/>
                                        </p:tgtEl>
                                        <p:attrNameLst>
                                          <p:attrName>style.visibility</p:attrName>
                                        </p:attrNameLst>
                                      </p:cBhvr>
                                      <p:to>
                                        <p:strVal val="visible"/>
                                      </p:to>
                                    </p:set>
                                  </p:childTnLst>
                                </p:cTn>
                              </p:par>
                              <p:par>
                                <p:cTn id="110" presetID="1" presetClass="entr" presetSubtype="0" fill="hold" nodeType="withEffect">
                                  <p:stCondLst>
                                    <p:cond delay="0"/>
                                  </p:stCondLst>
                                  <p:childTnLst>
                                    <p:set>
                                      <p:cBhvr>
                                        <p:cTn id="111" dur="1" fill="hold">
                                          <p:stCondLst>
                                            <p:cond delay="0"/>
                                          </p:stCondLst>
                                        </p:cTn>
                                        <p:tgtEl>
                                          <p:spTgt spid="416"/>
                                        </p:tgtEl>
                                        <p:attrNameLst>
                                          <p:attrName>style.visibility</p:attrName>
                                        </p:attrNameLst>
                                      </p:cBhvr>
                                      <p:to>
                                        <p:strVal val="visible"/>
                                      </p:to>
                                    </p:set>
                                  </p:childTnLst>
                                </p:cTn>
                              </p:par>
                              <p:par>
                                <p:cTn id="112" presetID="0" presetClass="path" presetSubtype="0" accel="50000" decel="50000" fill="hold" nodeType="withEffect">
                                  <p:stCondLst>
                                    <p:cond delay="0"/>
                                  </p:stCondLst>
                                  <p:childTnLst>
                                    <p:animMotion origin="layout" path="M -0.67413 -0.34745 L -8.33333E-7 -2.22222E-6 " pathEditMode="relative" rAng="0" ptsTypes="AA">
                                      <p:cBhvr>
                                        <p:cTn id="113" dur="5000" fill="hold"/>
                                        <p:tgtEl>
                                          <p:spTgt spid="304"/>
                                        </p:tgtEl>
                                        <p:attrNameLst>
                                          <p:attrName>ppt_x</p:attrName>
                                          <p:attrName>ppt_y</p:attrName>
                                        </p:attrNameLst>
                                      </p:cBhvr>
                                      <p:rCtr x="33698" y="17361"/>
                                    </p:animMotion>
                                  </p:childTnLst>
                                </p:cTn>
                              </p:par>
                              <p:par>
                                <p:cTn id="114" presetID="0" presetClass="path" presetSubtype="0" accel="50000" decel="50000" fill="hold" nodeType="withEffect">
                                  <p:stCondLst>
                                    <p:cond delay="0"/>
                                  </p:stCondLst>
                                  <p:childTnLst>
                                    <p:animMotion origin="layout" path="M -0.67413 -0.34745 L 3.05556E-6 -7.40741E-7 " pathEditMode="relative" rAng="0" ptsTypes="AA">
                                      <p:cBhvr>
                                        <p:cTn id="115" dur="5000" fill="hold"/>
                                        <p:tgtEl>
                                          <p:spTgt spid="416"/>
                                        </p:tgtEl>
                                        <p:attrNameLst>
                                          <p:attrName>ppt_x</p:attrName>
                                          <p:attrName>ppt_y</p:attrName>
                                        </p:attrNameLst>
                                      </p:cBhvr>
                                      <p:rCtr x="33698" y="17361"/>
                                    </p:animMotion>
                                  </p:childTnLst>
                                </p:cTn>
                              </p:par>
                            </p:childTnLst>
                          </p:cTn>
                        </p:par>
                      </p:childTnLst>
                    </p:cTn>
                  </p:par>
                  <p:par>
                    <p:cTn id="116" fill="hold">
                      <p:stCondLst>
                        <p:cond delay="indefinite"/>
                      </p:stCondLst>
                      <p:childTnLst>
                        <p:par>
                          <p:cTn id="117" fill="hold">
                            <p:stCondLst>
                              <p:cond delay="0"/>
                            </p:stCondLst>
                            <p:childTnLst>
                              <p:par>
                                <p:cTn id="118" presetID="12" presetClass="entr" presetSubtype="2" fill="hold" nodeType="clickEffect">
                                  <p:stCondLst>
                                    <p:cond delay="0"/>
                                  </p:stCondLst>
                                  <p:childTnLst>
                                    <p:set>
                                      <p:cBhvr>
                                        <p:cTn id="119" dur="1" fill="hold">
                                          <p:stCondLst>
                                            <p:cond delay="0"/>
                                          </p:stCondLst>
                                        </p:cTn>
                                        <p:tgtEl>
                                          <p:spTgt spid="459"/>
                                        </p:tgtEl>
                                        <p:attrNameLst>
                                          <p:attrName>style.visibility</p:attrName>
                                        </p:attrNameLst>
                                      </p:cBhvr>
                                      <p:to>
                                        <p:strVal val="visible"/>
                                      </p:to>
                                    </p:set>
                                    <p:animEffect transition="in" filter="slide(fromRight)">
                                      <p:cBhvr>
                                        <p:cTn id="120" dur="3000"/>
                                        <p:tgtEl>
                                          <p:spTgt spid="459"/>
                                        </p:tgtEl>
                                      </p:cBhvr>
                                    </p:animEffect>
                                  </p:childTnLst>
                                </p:cTn>
                              </p:par>
                              <p:par>
                                <p:cTn id="121" presetID="9" presetClass="emph" presetSubtype="0" nodeType="withEffect">
                                  <p:stCondLst>
                                    <p:cond delay="0"/>
                                  </p:stCondLst>
                                  <p:childTnLst>
                                    <p:set>
                                      <p:cBhvr rctx="PPT">
                                        <p:cTn id="122" dur="indefinite"/>
                                        <p:tgtEl>
                                          <p:spTgt spid="416"/>
                                        </p:tgtEl>
                                        <p:attrNameLst>
                                          <p:attrName>style.opacity</p:attrName>
                                        </p:attrNameLst>
                                      </p:cBhvr>
                                      <p:to>
                                        <p:strVal val="0.25"/>
                                      </p:to>
                                    </p:set>
                                    <p:animEffect filter="image" prLst="opacity: 0.25">
                                      <p:cBhvr rctx="IE">
                                        <p:cTn id="123" dur="indefinite"/>
                                        <p:tgtEl>
                                          <p:spTgt spid="416"/>
                                        </p:tgtEl>
                                      </p:cBhvr>
                                    </p:animEffect>
                                  </p:childTnLst>
                                </p:cTn>
                              </p:par>
                              <p:par>
                                <p:cTn id="124" presetID="19" presetClass="entr" presetSubtype="10" fill="hold" grpId="0" nodeType="withEffect">
                                  <p:stCondLst>
                                    <p:cond delay="0"/>
                                  </p:stCondLst>
                                  <p:childTnLst>
                                    <p:set>
                                      <p:cBhvr>
                                        <p:cTn id="125" dur="1" fill="hold">
                                          <p:stCondLst>
                                            <p:cond delay="0"/>
                                          </p:stCondLst>
                                        </p:cTn>
                                        <p:tgtEl>
                                          <p:spTgt spid="460"/>
                                        </p:tgtEl>
                                        <p:attrNameLst>
                                          <p:attrName>style.visibility</p:attrName>
                                        </p:attrNameLst>
                                      </p:cBhvr>
                                      <p:to>
                                        <p:strVal val="visible"/>
                                      </p:to>
                                    </p:set>
                                    <p:anim calcmode="lin" valueType="num">
                                      <p:cBhvr>
                                        <p:cTn id="126" dur="5000" fill="hold"/>
                                        <p:tgtEl>
                                          <p:spTgt spid="460"/>
                                        </p:tgtEl>
                                        <p:attrNameLst>
                                          <p:attrName>ppt_w</p:attrName>
                                        </p:attrNameLst>
                                      </p:cBhvr>
                                      <p:tavLst>
                                        <p:tav tm="0" fmla="#ppt_w*sin(2.5*pi*$)">
                                          <p:val>
                                            <p:fltVal val="0"/>
                                          </p:val>
                                        </p:tav>
                                        <p:tav tm="100000">
                                          <p:val>
                                            <p:fltVal val="1"/>
                                          </p:val>
                                        </p:tav>
                                      </p:tavLst>
                                    </p:anim>
                                    <p:anim calcmode="lin" valueType="num">
                                      <p:cBhvr>
                                        <p:cTn id="127" dur="5000" fill="hold"/>
                                        <p:tgtEl>
                                          <p:spTgt spid="460"/>
                                        </p:tgtEl>
                                        <p:attrNameLst>
                                          <p:attrName>ppt_h</p:attrName>
                                        </p:attrNameLst>
                                      </p:cBhvr>
                                      <p:tavLst>
                                        <p:tav tm="0">
                                          <p:val>
                                            <p:strVal val="#ppt_h"/>
                                          </p:val>
                                        </p:tav>
                                        <p:tav tm="100000">
                                          <p:val>
                                            <p:strVal val="#ppt_h"/>
                                          </p:val>
                                        </p:tav>
                                      </p:tavLst>
                                    </p:anim>
                                  </p:childTnLst>
                                </p:cTn>
                              </p:par>
                            </p:childTnLst>
                          </p:cTn>
                        </p:par>
                        <p:par>
                          <p:cTn id="128" fill="hold">
                            <p:stCondLst>
                              <p:cond delay="5000"/>
                            </p:stCondLst>
                            <p:childTnLst>
                              <p:par>
                                <p:cTn id="129" presetID="12" presetClass="entr" presetSubtype="4" fill="hold" nodeType="afterEffect">
                                  <p:stCondLst>
                                    <p:cond delay="0"/>
                                  </p:stCondLst>
                                  <p:childTnLst>
                                    <p:set>
                                      <p:cBhvr>
                                        <p:cTn id="130" dur="1" fill="hold">
                                          <p:stCondLst>
                                            <p:cond delay="0"/>
                                          </p:stCondLst>
                                        </p:cTn>
                                        <p:tgtEl>
                                          <p:spTgt spid="457"/>
                                        </p:tgtEl>
                                        <p:attrNameLst>
                                          <p:attrName>style.visibility</p:attrName>
                                        </p:attrNameLst>
                                      </p:cBhvr>
                                      <p:to>
                                        <p:strVal val="visible"/>
                                      </p:to>
                                    </p:set>
                                    <p:animEffect transition="in" filter="slide(fromBottom)">
                                      <p:cBhvr>
                                        <p:cTn id="131" dur="3000"/>
                                        <p:tgtEl>
                                          <p:spTgt spid="457"/>
                                        </p:tgtEl>
                                      </p:cBhvr>
                                    </p:animEffect>
                                  </p:childTnLst>
                                </p:cTn>
                              </p:par>
                              <p:par>
                                <p:cTn id="132" presetID="19" presetClass="entr" presetSubtype="10" fill="hold" grpId="0" nodeType="withEffect">
                                  <p:stCondLst>
                                    <p:cond delay="0"/>
                                  </p:stCondLst>
                                  <p:childTnLst>
                                    <p:set>
                                      <p:cBhvr>
                                        <p:cTn id="133" dur="1" fill="hold">
                                          <p:stCondLst>
                                            <p:cond delay="0"/>
                                          </p:stCondLst>
                                        </p:cTn>
                                        <p:tgtEl>
                                          <p:spTgt spid="458"/>
                                        </p:tgtEl>
                                        <p:attrNameLst>
                                          <p:attrName>style.visibility</p:attrName>
                                        </p:attrNameLst>
                                      </p:cBhvr>
                                      <p:to>
                                        <p:strVal val="visible"/>
                                      </p:to>
                                    </p:set>
                                    <p:anim calcmode="lin" valueType="num">
                                      <p:cBhvr>
                                        <p:cTn id="134" dur="5000" fill="hold"/>
                                        <p:tgtEl>
                                          <p:spTgt spid="458"/>
                                        </p:tgtEl>
                                        <p:attrNameLst>
                                          <p:attrName>ppt_w</p:attrName>
                                        </p:attrNameLst>
                                      </p:cBhvr>
                                      <p:tavLst>
                                        <p:tav tm="0" fmla="#ppt_w*sin(2.5*pi*$)">
                                          <p:val>
                                            <p:fltVal val="0"/>
                                          </p:val>
                                        </p:tav>
                                        <p:tav tm="100000">
                                          <p:val>
                                            <p:fltVal val="1"/>
                                          </p:val>
                                        </p:tav>
                                      </p:tavLst>
                                    </p:anim>
                                    <p:anim calcmode="lin" valueType="num">
                                      <p:cBhvr>
                                        <p:cTn id="135" dur="5000" fill="hold"/>
                                        <p:tgtEl>
                                          <p:spTgt spid="458"/>
                                        </p:tgtEl>
                                        <p:attrNameLst>
                                          <p:attrName>ppt_h</p:attrName>
                                        </p:attrNameLst>
                                      </p:cBhvr>
                                      <p:tavLst>
                                        <p:tav tm="0">
                                          <p:val>
                                            <p:strVal val="#ppt_h"/>
                                          </p:val>
                                        </p:tav>
                                        <p:tav tm="100000">
                                          <p:val>
                                            <p:strVal val="#ppt_h"/>
                                          </p:val>
                                        </p:tav>
                                      </p:tavLst>
                                    </p:anim>
                                  </p:childTnLst>
                                </p:cTn>
                              </p:par>
                            </p:childTnLst>
                          </p:cTn>
                        </p:par>
                        <p:par>
                          <p:cTn id="136" fill="hold">
                            <p:stCondLst>
                              <p:cond delay="10000"/>
                            </p:stCondLst>
                            <p:childTnLst>
                              <p:par>
                                <p:cTn id="137" presetID="12" presetClass="entr" presetSubtype="1" fill="hold" nodeType="afterEffect">
                                  <p:stCondLst>
                                    <p:cond delay="0"/>
                                  </p:stCondLst>
                                  <p:childTnLst>
                                    <p:set>
                                      <p:cBhvr>
                                        <p:cTn id="138" dur="1" fill="hold">
                                          <p:stCondLst>
                                            <p:cond delay="0"/>
                                          </p:stCondLst>
                                        </p:cTn>
                                        <p:tgtEl>
                                          <p:spTgt spid="453"/>
                                        </p:tgtEl>
                                        <p:attrNameLst>
                                          <p:attrName>style.visibility</p:attrName>
                                        </p:attrNameLst>
                                      </p:cBhvr>
                                      <p:to>
                                        <p:strVal val="visible"/>
                                      </p:to>
                                    </p:set>
                                    <p:animEffect transition="in" filter="slide(fromTop)">
                                      <p:cBhvr>
                                        <p:cTn id="139" dur="3000"/>
                                        <p:tgtEl>
                                          <p:spTgt spid="453"/>
                                        </p:tgtEl>
                                      </p:cBhvr>
                                    </p:animEffect>
                                  </p:childTnLst>
                                </p:cTn>
                              </p:par>
                              <p:par>
                                <p:cTn id="140" presetID="19" presetClass="entr" presetSubtype="10" fill="hold" grpId="0" nodeType="withEffect">
                                  <p:stCondLst>
                                    <p:cond delay="0"/>
                                  </p:stCondLst>
                                  <p:childTnLst>
                                    <p:set>
                                      <p:cBhvr>
                                        <p:cTn id="141" dur="1" fill="hold">
                                          <p:stCondLst>
                                            <p:cond delay="0"/>
                                          </p:stCondLst>
                                        </p:cTn>
                                        <p:tgtEl>
                                          <p:spTgt spid="454"/>
                                        </p:tgtEl>
                                        <p:attrNameLst>
                                          <p:attrName>style.visibility</p:attrName>
                                        </p:attrNameLst>
                                      </p:cBhvr>
                                      <p:to>
                                        <p:strVal val="visible"/>
                                      </p:to>
                                    </p:set>
                                    <p:anim calcmode="lin" valueType="num">
                                      <p:cBhvr>
                                        <p:cTn id="142" dur="5000" fill="hold"/>
                                        <p:tgtEl>
                                          <p:spTgt spid="454"/>
                                        </p:tgtEl>
                                        <p:attrNameLst>
                                          <p:attrName>ppt_w</p:attrName>
                                        </p:attrNameLst>
                                      </p:cBhvr>
                                      <p:tavLst>
                                        <p:tav tm="0" fmla="#ppt_w*sin(2.5*pi*$)">
                                          <p:val>
                                            <p:fltVal val="0"/>
                                          </p:val>
                                        </p:tav>
                                        <p:tav tm="100000">
                                          <p:val>
                                            <p:fltVal val="1"/>
                                          </p:val>
                                        </p:tav>
                                      </p:tavLst>
                                    </p:anim>
                                    <p:anim calcmode="lin" valueType="num">
                                      <p:cBhvr>
                                        <p:cTn id="143" dur="5000" fill="hold"/>
                                        <p:tgtEl>
                                          <p:spTgt spid="454"/>
                                        </p:tgtEl>
                                        <p:attrNameLst>
                                          <p:attrName>ppt_h</p:attrName>
                                        </p:attrNameLst>
                                      </p:cBhvr>
                                      <p:tavLst>
                                        <p:tav tm="0">
                                          <p:val>
                                            <p:strVal val="#ppt_h"/>
                                          </p:val>
                                        </p:tav>
                                        <p:tav tm="100000">
                                          <p:val>
                                            <p:strVal val="#ppt_h"/>
                                          </p:val>
                                        </p:tav>
                                      </p:tavLst>
                                    </p:anim>
                                  </p:childTnLst>
                                </p:cTn>
                              </p:par>
                            </p:childTnLst>
                          </p:cTn>
                        </p:par>
                        <p:par>
                          <p:cTn id="144" fill="hold">
                            <p:stCondLst>
                              <p:cond delay="15000"/>
                            </p:stCondLst>
                            <p:childTnLst>
                              <p:par>
                                <p:cTn id="145" presetID="12" presetClass="entr" presetSubtype="8" fill="hold" nodeType="afterEffect">
                                  <p:stCondLst>
                                    <p:cond delay="0"/>
                                  </p:stCondLst>
                                  <p:childTnLst>
                                    <p:set>
                                      <p:cBhvr>
                                        <p:cTn id="146" dur="1" fill="hold">
                                          <p:stCondLst>
                                            <p:cond delay="0"/>
                                          </p:stCondLst>
                                        </p:cTn>
                                        <p:tgtEl>
                                          <p:spTgt spid="455"/>
                                        </p:tgtEl>
                                        <p:attrNameLst>
                                          <p:attrName>style.visibility</p:attrName>
                                        </p:attrNameLst>
                                      </p:cBhvr>
                                      <p:to>
                                        <p:strVal val="visible"/>
                                      </p:to>
                                    </p:set>
                                    <p:animEffect transition="in" filter="slide(fromLeft)">
                                      <p:cBhvr>
                                        <p:cTn id="147" dur="3000"/>
                                        <p:tgtEl>
                                          <p:spTgt spid="455"/>
                                        </p:tgtEl>
                                      </p:cBhvr>
                                    </p:animEffect>
                                  </p:childTnLst>
                                </p:cTn>
                              </p:par>
                              <p:par>
                                <p:cTn id="148" presetID="19" presetClass="entr" presetSubtype="10" fill="hold" grpId="0" nodeType="withEffect">
                                  <p:stCondLst>
                                    <p:cond delay="0"/>
                                  </p:stCondLst>
                                  <p:childTnLst>
                                    <p:set>
                                      <p:cBhvr>
                                        <p:cTn id="149" dur="1" fill="hold">
                                          <p:stCondLst>
                                            <p:cond delay="0"/>
                                          </p:stCondLst>
                                        </p:cTn>
                                        <p:tgtEl>
                                          <p:spTgt spid="456"/>
                                        </p:tgtEl>
                                        <p:attrNameLst>
                                          <p:attrName>style.visibility</p:attrName>
                                        </p:attrNameLst>
                                      </p:cBhvr>
                                      <p:to>
                                        <p:strVal val="visible"/>
                                      </p:to>
                                    </p:set>
                                    <p:anim calcmode="lin" valueType="num">
                                      <p:cBhvr>
                                        <p:cTn id="150" dur="5000" fill="hold"/>
                                        <p:tgtEl>
                                          <p:spTgt spid="456"/>
                                        </p:tgtEl>
                                        <p:attrNameLst>
                                          <p:attrName>ppt_w</p:attrName>
                                        </p:attrNameLst>
                                      </p:cBhvr>
                                      <p:tavLst>
                                        <p:tav tm="0" fmla="#ppt_w*sin(2.5*pi*$)">
                                          <p:val>
                                            <p:fltVal val="0"/>
                                          </p:val>
                                        </p:tav>
                                        <p:tav tm="100000">
                                          <p:val>
                                            <p:fltVal val="1"/>
                                          </p:val>
                                        </p:tav>
                                      </p:tavLst>
                                    </p:anim>
                                    <p:anim calcmode="lin" valueType="num">
                                      <p:cBhvr>
                                        <p:cTn id="151" dur="5000" fill="hold"/>
                                        <p:tgtEl>
                                          <p:spTgt spid="45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5" grpId="0"/>
      <p:bldP spid="312" grpId="0"/>
      <p:bldP spid="313" grpId="0"/>
      <p:bldP spid="414" grpId="0"/>
      <p:bldP spid="415" grpId="0"/>
      <p:bldP spid="444" grpId="0"/>
      <p:bldP spid="445" grpId="0"/>
      <p:bldP spid="446" grpId="0"/>
      <p:bldP spid="447" grpId="0"/>
      <p:bldP spid="448" grpId="0"/>
      <p:bldP spid="450" grpId="0"/>
      <p:bldP spid="452" grpId="0"/>
      <p:bldP spid="454" grpId="0"/>
      <p:bldP spid="456" grpId="0"/>
      <p:bldP spid="458" grpId="0"/>
      <p:bldP spid="460"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164442" y="91693"/>
            <a:ext cx="5546711" cy="615553"/>
          </a:xfrm>
          <a:prstGeom prst="rect">
            <a:avLst/>
          </a:prstGeom>
        </p:spPr>
        <p:txBody>
          <a:bodyPr wrap="none">
            <a:spAutoFit/>
          </a:bodyPr>
          <a:lstStyle/>
          <a:p>
            <a:pPr>
              <a:defRPr/>
            </a:pPr>
            <a:r>
              <a:rPr kumimoji="1" lang="zh-CN" altLang="en-US" sz="3400" i="0" dirty="0">
                <a:solidFill>
                  <a:srgbClr val="FFFFFF"/>
                </a:solidFill>
                <a:latin typeface="微软雅黑" panose="020B0503020204020204" pitchFamily="34" charset="-122"/>
                <a:ea typeface="微软雅黑" panose="020B0503020204020204" pitchFamily="34" charset="-122"/>
              </a:rPr>
              <a:t>第二章</a:t>
            </a:r>
            <a:r>
              <a:rPr kumimoji="1" lang="en-US" altLang="zh-CN" sz="3400" i="0" dirty="0">
                <a:solidFill>
                  <a:srgbClr val="FFFFFF"/>
                </a:solidFill>
                <a:latin typeface="微软雅黑" panose="020B0503020204020204" pitchFamily="34" charset="-122"/>
                <a:ea typeface="微软雅黑" panose="020B0503020204020204" pitchFamily="34" charset="-122"/>
              </a:rPr>
              <a:t> </a:t>
            </a:r>
            <a:r>
              <a:rPr kumimoji="1" lang="zh-CN" altLang="en-US" sz="3400" i="0" dirty="0">
                <a:solidFill>
                  <a:srgbClr val="FFFFFF"/>
                </a:solidFill>
                <a:latin typeface="微软雅黑" panose="020B0503020204020204" pitchFamily="34" charset="-122"/>
                <a:ea typeface="微软雅黑" panose="020B0503020204020204" pitchFamily="34" charset="-122"/>
              </a:rPr>
              <a:t>平面问题的受力分析</a:t>
            </a:r>
          </a:p>
        </p:txBody>
      </p:sp>
      <p:sp>
        <p:nvSpPr>
          <p:cNvPr id="125" name="Rectangle 5"/>
          <p:cNvSpPr>
            <a:spLocks noChangeArrowheads="1"/>
          </p:cNvSpPr>
          <p:nvPr/>
        </p:nvSpPr>
        <p:spPr bwMode="auto">
          <a:xfrm>
            <a:off x="279412" y="962907"/>
            <a:ext cx="10569116" cy="30046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just">
              <a:spcBef>
                <a:spcPct val="20000"/>
              </a:spcBef>
              <a:buClr>
                <a:schemeClr val="accent1"/>
              </a:buClr>
              <a:buSzPct val="75000"/>
              <a:buFont typeface="Monotype Sorts" pitchFamily="2" charset="2"/>
              <a:buChar char="•"/>
              <a:defRPr kumimoji="1" sz="2400">
                <a:solidFill>
                  <a:schemeClr val="tx1"/>
                </a:solidFill>
                <a:latin typeface="Impact" panose="020B0806030902050204" pitchFamily="34" charset="0"/>
                <a:ea typeface="宋体" panose="02010600030101010101" pitchFamily="2" charset="-122"/>
              </a:defRPr>
            </a:lvl1pPr>
            <a:lvl2pPr marL="742950" indent="-285750">
              <a:spcBef>
                <a:spcPct val="20000"/>
              </a:spcBef>
              <a:buClr>
                <a:schemeClr val="accent2"/>
              </a:buClr>
              <a:buChar char="•"/>
              <a:defRPr kumimoji="1" sz="2000">
                <a:solidFill>
                  <a:schemeClr val="tx1"/>
                </a:solidFill>
                <a:latin typeface="Impact" panose="020B0806030902050204" pitchFamily="34" charset="0"/>
                <a:ea typeface="宋体" panose="02010600030101010101" pitchFamily="2" charset="-122"/>
              </a:defRPr>
            </a:lvl2pPr>
            <a:lvl3pPr marL="1143000" indent="-228600">
              <a:spcBef>
                <a:spcPct val="20000"/>
              </a:spcBef>
              <a:buChar char="–"/>
              <a:defRPr kumimoji="1" sz="2400">
                <a:solidFill>
                  <a:schemeClr val="tx1"/>
                </a:solidFill>
                <a:latin typeface="Impact" panose="020B0806030902050204" pitchFamily="34" charset="0"/>
                <a:ea typeface="宋体" panose="02010600030101010101" pitchFamily="2" charset="-122"/>
              </a:defRPr>
            </a:lvl3pPr>
            <a:lvl4pPr marL="1600200" indent="-228600">
              <a:spcBef>
                <a:spcPct val="20000"/>
              </a:spcBef>
              <a:buChar char="–"/>
              <a:defRPr kumimoji="1" sz="2000">
                <a:solidFill>
                  <a:schemeClr val="tx1"/>
                </a:solidFill>
                <a:latin typeface="Impact" panose="020B0806030902050204" pitchFamily="34" charset="0"/>
                <a:ea typeface="宋体" panose="02010600030101010101" pitchFamily="2" charset="-122"/>
              </a:defRPr>
            </a:lvl4pPr>
            <a:lvl5pPr marL="2057400" indent="-228600">
              <a:spcBef>
                <a:spcPct val="20000"/>
              </a:spcBef>
              <a:buChar char="»"/>
              <a:defRPr kumimoji="1" sz="2000">
                <a:solidFill>
                  <a:schemeClr val="tx1"/>
                </a:solidFill>
                <a:latin typeface="Impact" panose="020B0806030902050204" pitchFamily="34"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9pPr>
          </a:lstStyle>
          <a:p>
            <a:pPr algn="l">
              <a:lnSpc>
                <a:spcPct val="120000"/>
              </a:lnSpc>
              <a:buNone/>
            </a:pPr>
            <a:r>
              <a:rPr lang="en-US" altLang="zh-CN" i="0" dirty="0">
                <a:solidFill>
                  <a:srgbClr val="0033CC"/>
                </a:solidFill>
                <a:latin typeface="Times New Roman" panose="02020603050405020304" pitchFamily="18" charset="0"/>
                <a:ea typeface="黑体" panose="02010609060101010101" pitchFamily="49" charset="-122"/>
              </a:rPr>
              <a:t>    </a:t>
            </a:r>
            <a:r>
              <a:rPr lang="en-US" altLang="zh-CN" i="0" dirty="0">
                <a:latin typeface="Times New Roman" panose="02020603050405020304" pitchFamily="18" charset="0"/>
                <a:ea typeface="黑体" panose="02010609060101010101" pitchFamily="49" charset="-122"/>
              </a:rPr>
              <a:t>2</a:t>
            </a:r>
            <a:r>
              <a:rPr lang="zh-CN" altLang="en-US" i="0" dirty="0">
                <a:latin typeface="Times New Roman" panose="02020603050405020304" pitchFamily="18" charset="0"/>
                <a:ea typeface="黑体" panose="02010609060101010101" pitchFamily="49" charset="-122"/>
              </a:rPr>
              <a:t>）因所求力为</a:t>
            </a:r>
            <a:r>
              <a:rPr lang="en-US" altLang="zh-CN" b="1" dirty="0">
                <a:latin typeface="+mn-lt"/>
              </a:rPr>
              <a:t>F</a:t>
            </a:r>
            <a:r>
              <a:rPr lang="en-US" altLang="zh-CN" i="0" baseline="-25000" dirty="0">
                <a:latin typeface="+mn-lt"/>
              </a:rPr>
              <a:t>1</a:t>
            </a:r>
            <a:r>
              <a:rPr lang="zh-CN" altLang="en-US" i="0" dirty="0">
                <a:latin typeface="Times New Roman" panose="02020603050405020304" pitchFamily="18" charset="0"/>
                <a:ea typeface="黑体" panose="02010609060101010101" pitchFamily="49" charset="-122"/>
              </a:rPr>
              <a:t>之最小值，故摩擦处于临界状态，补充方程应为</a:t>
            </a:r>
            <a:r>
              <a:rPr lang="en-US" altLang="zh-CN" b="1" dirty="0">
                <a:latin typeface="+mn-lt"/>
              </a:rPr>
              <a:t>F</a:t>
            </a:r>
            <a:r>
              <a:rPr lang="en-US" altLang="zh-CN" baseline="-25000" dirty="0">
                <a:latin typeface="+mn-lt"/>
              </a:rPr>
              <a:t>f</a:t>
            </a:r>
            <a:r>
              <a:rPr lang="zh-CN" altLang="en-US" i="0" dirty="0">
                <a:latin typeface="+mn-lt"/>
              </a:rPr>
              <a:t>＝</a:t>
            </a:r>
            <a:r>
              <a:rPr lang="en-US" altLang="zh-CN" dirty="0">
                <a:latin typeface="+mn-lt"/>
              </a:rPr>
              <a:t>f</a:t>
            </a:r>
            <a:r>
              <a:rPr lang="en-US" altLang="zh-CN" baseline="-25000" dirty="0">
                <a:latin typeface="+mn-lt"/>
              </a:rPr>
              <a:t>s</a:t>
            </a:r>
            <a:r>
              <a:rPr lang="en-US" altLang="zh-CN" b="1" dirty="0">
                <a:latin typeface="+mn-lt"/>
              </a:rPr>
              <a:t> F</a:t>
            </a:r>
            <a:r>
              <a:rPr lang="en-US" altLang="zh-CN" baseline="-25000" dirty="0">
                <a:latin typeface="+mn-lt"/>
              </a:rPr>
              <a:t>N</a:t>
            </a:r>
            <a:r>
              <a:rPr lang="zh-CN" altLang="en-US" i="0" dirty="0">
                <a:latin typeface="Times New Roman" panose="02020603050405020304" pitchFamily="18" charset="0"/>
                <a:ea typeface="黑体" panose="02010609060101010101" pitchFamily="49" charset="-122"/>
              </a:rPr>
              <a:t>，列平衡方程求解。</a:t>
            </a:r>
            <a:endParaRPr lang="en-US" altLang="zh-CN" i="0" dirty="0">
              <a:latin typeface="Times New Roman" panose="02020603050405020304" pitchFamily="18" charset="0"/>
              <a:ea typeface="黑体" panose="02010609060101010101" pitchFamily="49" charset="-122"/>
            </a:endParaRPr>
          </a:p>
          <a:p>
            <a:pPr algn="l">
              <a:lnSpc>
                <a:spcPct val="120000"/>
              </a:lnSpc>
              <a:buNone/>
            </a:pPr>
            <a:r>
              <a:rPr lang="zh-CN" altLang="en-US" i="0" dirty="0">
                <a:latin typeface="Times New Roman" panose="02020603050405020304" pitchFamily="18" charset="0"/>
                <a:ea typeface="黑体" panose="02010609060101010101" pitchFamily="49" charset="-122"/>
              </a:rPr>
              <a:t>鼓轮</a:t>
            </a:r>
            <a:endParaRPr lang="en-US" altLang="zh-CN" i="0" dirty="0">
              <a:latin typeface="Times New Roman" panose="02020603050405020304" pitchFamily="18" charset="0"/>
              <a:ea typeface="黑体" panose="02010609060101010101" pitchFamily="49" charset="-122"/>
            </a:endParaRPr>
          </a:p>
          <a:p>
            <a:pPr algn="l">
              <a:lnSpc>
                <a:spcPct val="120000"/>
              </a:lnSpc>
              <a:buNone/>
            </a:pPr>
            <a:r>
              <a:rPr lang="zh-CN" altLang="en-US" dirty="0">
                <a:latin typeface="+mj-lt"/>
              </a:rPr>
              <a:t>∑</a:t>
            </a:r>
            <a:r>
              <a:rPr lang="en-US" altLang="zh-CN" b="1" i="1" dirty="0">
                <a:latin typeface="+mj-lt"/>
              </a:rPr>
              <a:t>M</a:t>
            </a:r>
            <a:r>
              <a:rPr lang="en-US" altLang="zh-CN" baseline="-25000" dirty="0">
                <a:latin typeface="+mj-lt"/>
              </a:rPr>
              <a:t>O</a:t>
            </a:r>
            <a:r>
              <a:rPr lang="zh-CN" altLang="en-US" i="0" dirty="0">
                <a:latin typeface="+mj-lt"/>
              </a:rPr>
              <a:t>＝</a:t>
            </a:r>
            <a:r>
              <a:rPr lang="en-US" altLang="zh-CN" i="0" dirty="0">
                <a:latin typeface="+mj-lt"/>
              </a:rPr>
              <a:t>0</a:t>
            </a:r>
            <a:r>
              <a:rPr lang="zh-CN" altLang="en-US" i="0" dirty="0">
                <a:latin typeface="+mj-lt"/>
              </a:rPr>
              <a:t>，</a:t>
            </a:r>
            <a:r>
              <a:rPr lang="en-US" altLang="zh-CN" i="1" dirty="0">
                <a:latin typeface="+mj-lt"/>
              </a:rPr>
              <a:t>M</a:t>
            </a:r>
            <a:r>
              <a:rPr lang="zh-CN" altLang="en-US" dirty="0">
                <a:latin typeface="+mj-lt"/>
              </a:rPr>
              <a:t>－</a:t>
            </a:r>
            <a:r>
              <a:rPr kumimoji="1" lang="en-US" altLang="zh-CN" sz="2400" b="1" i="1" u="none" strike="noStrike" kern="1200" cap="none" spc="0" normalizeH="0" baseline="0" noProof="0" dirty="0" err="1">
                <a:ln>
                  <a:noFill/>
                </a:ln>
                <a:effectLst/>
                <a:uLnTx/>
                <a:uFillTx/>
                <a:latin typeface="Times New Roman" panose="02020603050405020304" pitchFamily="18" charset="0"/>
                <a:ea typeface="宋体" panose="02010600030101010101" pitchFamily="2" charset="-122"/>
                <a:cs typeface="+mn-cs"/>
              </a:rPr>
              <a:t>F</a:t>
            </a:r>
            <a:r>
              <a:rPr kumimoji="1" lang="en-US" altLang="zh-CN" sz="2400" b="0" i="1" u="none" strike="noStrike" kern="1200" cap="none" spc="0" normalizeH="0" baseline="0" noProof="0" dirty="0" err="1">
                <a:ln>
                  <a:noFill/>
                </a:ln>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1" lang="en-US" altLang="zh-CN" sz="2400" i="0" u="none" strike="noStrike" kern="1200" cap="none" spc="0" normalizeH="0" baseline="-25000" noProof="0" dirty="0" err="1">
                <a:ln>
                  <a:noFill/>
                </a:ln>
                <a:effectLst/>
                <a:uLnTx/>
                <a:uFillTx/>
                <a:latin typeface="Times New Roman" panose="02020603050405020304" pitchFamily="18" charset="0"/>
                <a:ea typeface="宋体" panose="02010600030101010101" pitchFamily="2" charset="-122"/>
                <a:cs typeface="+mn-cs"/>
              </a:rPr>
              <a:t>f</a:t>
            </a:r>
            <a:r>
              <a:rPr lang="en-US" altLang="zh-CN" i="1" dirty="0">
                <a:latin typeface="+mj-lt"/>
              </a:rPr>
              <a:t>r</a:t>
            </a:r>
            <a:r>
              <a:rPr lang="zh-CN" altLang="en-US" i="0" dirty="0">
                <a:latin typeface="+mj-lt"/>
              </a:rPr>
              <a:t>＝</a:t>
            </a:r>
            <a:r>
              <a:rPr lang="en-US" altLang="zh-CN" i="0" dirty="0">
                <a:latin typeface="+mj-lt"/>
              </a:rPr>
              <a:t>0</a:t>
            </a:r>
          </a:p>
          <a:p>
            <a:pPr algn="l">
              <a:lnSpc>
                <a:spcPct val="120000"/>
              </a:lnSpc>
              <a:buNone/>
            </a:pPr>
            <a:r>
              <a:rPr kumimoji="1" lang="en-US" altLang="zh-CN" sz="2400" b="1" i="1" u="none" strike="noStrike" kern="1200" cap="none" spc="0" normalizeH="0" baseline="0" noProof="0" dirty="0" err="1">
                <a:ln>
                  <a:noFill/>
                </a:ln>
                <a:effectLst/>
                <a:uLnTx/>
                <a:uFillTx/>
                <a:latin typeface="Times New Roman" panose="02020603050405020304" pitchFamily="18" charset="0"/>
                <a:ea typeface="宋体" panose="02010600030101010101" pitchFamily="2" charset="-122"/>
                <a:cs typeface="+mn-cs"/>
              </a:rPr>
              <a:t>F</a:t>
            </a:r>
            <a:r>
              <a:rPr kumimoji="1" lang="en-US" altLang="zh-CN" sz="2400" b="0" i="1" u="none" strike="noStrike" kern="1200" cap="none" spc="0" normalizeH="0" baseline="0" noProof="0" dirty="0" err="1">
                <a:ln>
                  <a:noFill/>
                </a:ln>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1" lang="en-US" altLang="zh-CN" sz="2400" i="0" u="none" strike="noStrike" kern="1200" cap="none" spc="0" normalizeH="0" baseline="-25000" noProof="0" dirty="0" err="1">
                <a:ln>
                  <a:noFill/>
                </a:ln>
                <a:effectLst/>
                <a:uLnTx/>
                <a:uFillTx/>
                <a:latin typeface="Times New Roman" panose="02020603050405020304" pitchFamily="18" charset="0"/>
                <a:ea typeface="宋体" panose="02010600030101010101" pitchFamily="2" charset="-122"/>
                <a:cs typeface="+mn-cs"/>
              </a:rPr>
              <a:t>f</a:t>
            </a:r>
            <a:r>
              <a:rPr lang="en-US" altLang="zh-CN" i="0" baseline="-25000" dirty="0">
                <a:latin typeface="+mj-lt"/>
              </a:rPr>
              <a:t> </a:t>
            </a:r>
            <a:r>
              <a:rPr lang="zh-CN" altLang="en-US" i="0" dirty="0">
                <a:latin typeface="+mj-lt"/>
              </a:rPr>
              <a:t>＝</a:t>
            </a:r>
            <a:r>
              <a:rPr lang="en-US" altLang="zh-CN" i="1" dirty="0">
                <a:latin typeface="+mj-lt"/>
              </a:rPr>
              <a:t>M</a:t>
            </a:r>
            <a:r>
              <a:rPr lang="en-US" altLang="zh-CN" dirty="0">
                <a:latin typeface="+mj-lt"/>
              </a:rPr>
              <a:t>/r</a:t>
            </a:r>
            <a:r>
              <a:rPr lang="zh-CN" altLang="en-US" i="0" dirty="0">
                <a:latin typeface="+mj-lt"/>
              </a:rPr>
              <a:t>，</a:t>
            </a:r>
            <a:r>
              <a:rPr kumimoji="1" lang="en-US" altLang="zh-CN" sz="2400" b="1" i="1" u="none" strike="noStrike" kern="1200" cap="none" spc="0" normalizeH="0" baseline="0" noProof="0" dirty="0" err="1">
                <a:ln>
                  <a:noFill/>
                </a:ln>
                <a:effectLst/>
                <a:uLnTx/>
                <a:uFillTx/>
                <a:latin typeface="Times New Roman" panose="02020603050405020304" pitchFamily="18" charset="0"/>
                <a:ea typeface="宋体" panose="02010600030101010101" pitchFamily="2" charset="-122"/>
                <a:cs typeface="+mn-cs"/>
              </a:rPr>
              <a:t>F</a:t>
            </a:r>
            <a:r>
              <a:rPr kumimoji="1" lang="en-US" altLang="zh-CN" sz="2400" b="0" i="1" u="none" strike="noStrike" kern="1200" cap="none" spc="0" normalizeH="0" baseline="0" noProof="0" dirty="0" err="1">
                <a:ln>
                  <a:noFill/>
                </a:ln>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1" lang="en-US" altLang="zh-CN" sz="2400" i="0" u="none" strike="noStrike" kern="1200" cap="none" spc="0" normalizeH="0" baseline="-25000" noProof="0" dirty="0" err="1">
                <a:ln>
                  <a:noFill/>
                </a:ln>
                <a:effectLst/>
                <a:uLnTx/>
                <a:uFillTx/>
                <a:latin typeface="Times New Roman" panose="02020603050405020304" pitchFamily="18" charset="0"/>
                <a:ea typeface="宋体" panose="02010600030101010101" pitchFamily="2" charset="-122"/>
                <a:cs typeface="+mn-cs"/>
              </a:rPr>
              <a:t>f</a:t>
            </a:r>
            <a:r>
              <a:rPr lang="zh-CN" altLang="en-US" i="0" dirty="0">
                <a:latin typeface="+mj-lt"/>
              </a:rPr>
              <a:t>＝</a:t>
            </a:r>
            <a:r>
              <a:rPr lang="en-US" altLang="zh-CN" i="1" dirty="0" err="1">
                <a:latin typeface="+mj-lt"/>
              </a:rPr>
              <a:t>f</a:t>
            </a:r>
            <a:r>
              <a:rPr lang="en-US" altLang="zh-CN" i="0" baseline="-25000" dirty="0" err="1">
                <a:latin typeface="+mj-lt"/>
              </a:rPr>
              <a:t>s</a:t>
            </a:r>
            <a:r>
              <a:rPr lang="en-US" altLang="zh-CN" i="1" dirty="0" err="1">
                <a:latin typeface="+mj-lt"/>
              </a:rPr>
              <a:t>F</a:t>
            </a:r>
            <a:r>
              <a:rPr lang="en-US" altLang="zh-CN" i="0" baseline="-25000" dirty="0" err="1">
                <a:latin typeface="+mj-lt"/>
              </a:rPr>
              <a:t>N</a:t>
            </a:r>
            <a:r>
              <a:rPr lang="zh-CN" altLang="en-US" i="0" dirty="0">
                <a:latin typeface="+mj-lt"/>
              </a:rPr>
              <a:t>，</a:t>
            </a:r>
          </a:p>
          <a:p>
            <a:pPr algn="l">
              <a:lnSpc>
                <a:spcPct val="120000"/>
              </a:lnSpc>
              <a:buNone/>
            </a:pPr>
            <a:r>
              <a:rPr lang="en-US" altLang="zh-CN" i="1" dirty="0">
                <a:latin typeface="+mj-lt"/>
              </a:rPr>
              <a:t>F</a:t>
            </a:r>
            <a:r>
              <a:rPr lang="en-US" altLang="zh-CN" i="0" baseline="-25000" dirty="0">
                <a:latin typeface="+mj-lt"/>
              </a:rPr>
              <a:t>N</a:t>
            </a:r>
            <a:r>
              <a:rPr lang="zh-CN" altLang="en-US" i="0" dirty="0">
                <a:latin typeface="+mj-lt"/>
              </a:rPr>
              <a:t>＝</a:t>
            </a:r>
            <a:r>
              <a:rPr kumimoji="1" lang="en-US" altLang="zh-CN" sz="2400" b="1" i="1" u="none" strike="noStrike" kern="1200" cap="none" spc="0" normalizeH="0" baseline="0" noProof="0" dirty="0" err="1">
                <a:ln>
                  <a:noFill/>
                </a:ln>
                <a:effectLst/>
                <a:uLnTx/>
                <a:uFillTx/>
                <a:latin typeface="Times New Roman" panose="02020603050405020304" pitchFamily="18" charset="0"/>
                <a:ea typeface="宋体" panose="02010600030101010101" pitchFamily="2" charset="-122"/>
                <a:cs typeface="+mn-cs"/>
              </a:rPr>
              <a:t>F</a:t>
            </a:r>
            <a:r>
              <a:rPr kumimoji="1" lang="en-US" altLang="zh-CN" sz="2400" b="0" i="1" u="none" strike="noStrike" kern="1200" cap="none" spc="0" normalizeH="0" baseline="0" noProof="0" dirty="0" err="1">
                <a:ln>
                  <a:noFill/>
                </a:ln>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1" lang="en-US" altLang="zh-CN" sz="2400" i="0" u="none" strike="noStrike" kern="1200" cap="none" spc="0" normalizeH="0" baseline="-25000" noProof="0" dirty="0" err="1">
                <a:ln>
                  <a:noFill/>
                </a:ln>
                <a:effectLst/>
                <a:uLnTx/>
                <a:uFillTx/>
                <a:latin typeface="Times New Roman" panose="02020603050405020304" pitchFamily="18" charset="0"/>
                <a:ea typeface="宋体" panose="02010600030101010101" pitchFamily="2" charset="-122"/>
                <a:cs typeface="+mn-cs"/>
              </a:rPr>
              <a:t>f</a:t>
            </a:r>
            <a:r>
              <a:rPr lang="zh-CN" altLang="en-US" i="0" dirty="0">
                <a:latin typeface="+mj-lt"/>
              </a:rPr>
              <a:t>／</a:t>
            </a:r>
            <a:r>
              <a:rPr lang="en-US" altLang="zh-CN" i="1" dirty="0">
                <a:latin typeface="+mj-lt"/>
              </a:rPr>
              <a:t>f</a:t>
            </a:r>
            <a:r>
              <a:rPr lang="en-US" altLang="zh-CN" i="0" baseline="-25000" dirty="0">
                <a:latin typeface="+mj-lt"/>
              </a:rPr>
              <a:t>s</a:t>
            </a:r>
            <a:r>
              <a:rPr lang="zh-CN" altLang="en-US" i="0" dirty="0">
                <a:latin typeface="+mj-lt"/>
              </a:rPr>
              <a:t>＝</a:t>
            </a:r>
            <a:r>
              <a:rPr lang="en-US" altLang="zh-CN" i="1" dirty="0">
                <a:latin typeface="+mj-lt"/>
              </a:rPr>
              <a:t>M</a:t>
            </a:r>
            <a:r>
              <a:rPr lang="en-US" altLang="zh-CN" i="0" dirty="0">
                <a:latin typeface="+mj-lt"/>
              </a:rPr>
              <a:t>/</a:t>
            </a:r>
            <a:r>
              <a:rPr lang="en-US" altLang="zh-CN" dirty="0" err="1">
                <a:latin typeface="+mj-lt"/>
              </a:rPr>
              <a:t>r</a:t>
            </a:r>
            <a:r>
              <a:rPr lang="en-US" altLang="zh-CN" i="1" dirty="0" err="1">
                <a:latin typeface="+mj-lt"/>
              </a:rPr>
              <a:t>f</a:t>
            </a:r>
            <a:r>
              <a:rPr lang="en-US" altLang="zh-CN" i="0" baseline="-25000" dirty="0" err="1">
                <a:latin typeface="+mj-lt"/>
              </a:rPr>
              <a:t>s</a:t>
            </a:r>
            <a:endParaRPr lang="zh-CN" altLang="en-US" i="0" dirty="0">
              <a:latin typeface="+mj-lt"/>
              <a:ea typeface="黑体" panose="02010609060101010101" pitchFamily="49" charset="-122"/>
            </a:endParaRPr>
          </a:p>
        </p:txBody>
      </p:sp>
      <p:sp>
        <p:nvSpPr>
          <p:cNvPr id="2" name="Text Box 162">
            <a:extLst>
              <a:ext uri="{FF2B5EF4-FFF2-40B4-BE49-F238E27FC236}">
                <a16:creationId xmlns:a16="http://schemas.microsoft.com/office/drawing/2014/main" id="{F6423F55-A0D9-F392-AE8B-C53D876B4D67}"/>
              </a:ext>
            </a:extLst>
          </p:cNvPr>
          <p:cNvSpPr txBox="1">
            <a:spLocks noChangeArrowheads="1"/>
          </p:cNvSpPr>
          <p:nvPr/>
        </p:nvSpPr>
        <p:spPr bwMode="auto">
          <a:xfrm>
            <a:off x="3696494" y="1957943"/>
            <a:ext cx="4799012" cy="14219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20000"/>
              </a:lnSpc>
            </a:pPr>
            <a:r>
              <a:rPr kumimoji="1" lang="zh-CN" altLang="en-US" i="0" dirty="0">
                <a:solidFill>
                  <a:schemeClr val="tx1"/>
                </a:solidFill>
                <a:ea typeface="黑体" panose="02010609060101010101" pitchFamily="49" charset="-122"/>
              </a:rPr>
              <a:t>制动杆</a:t>
            </a:r>
          </a:p>
          <a:p>
            <a:pPr algn="l">
              <a:lnSpc>
                <a:spcPct val="120000"/>
              </a:lnSpc>
            </a:pPr>
            <a:r>
              <a:rPr lang="zh-CN" altLang="en-US" dirty="0">
                <a:solidFill>
                  <a:schemeClr val="tx1"/>
                </a:solidFill>
                <a:latin typeface="+mj-lt"/>
              </a:rPr>
              <a:t>∑</a:t>
            </a:r>
            <a:r>
              <a:rPr lang="en-US" altLang="zh-CN" i="1" dirty="0">
                <a:solidFill>
                  <a:schemeClr val="tx1"/>
                </a:solidFill>
                <a:latin typeface="+mj-lt"/>
              </a:rPr>
              <a:t>M</a:t>
            </a:r>
            <a:r>
              <a:rPr lang="en-US" altLang="zh-CN" i="1" baseline="-25000" dirty="0">
                <a:solidFill>
                  <a:schemeClr val="tx1"/>
                </a:solidFill>
                <a:latin typeface="+mj-lt"/>
              </a:rPr>
              <a:t>A</a:t>
            </a:r>
            <a:r>
              <a:rPr lang="zh-CN" altLang="en-US" i="0" dirty="0">
                <a:solidFill>
                  <a:schemeClr val="tx1"/>
                </a:solidFill>
                <a:latin typeface="+mj-lt"/>
              </a:rPr>
              <a:t>＝</a:t>
            </a:r>
            <a:r>
              <a:rPr lang="en-US" altLang="zh-CN" i="0" dirty="0">
                <a:solidFill>
                  <a:schemeClr val="tx1"/>
                </a:solidFill>
                <a:latin typeface="+mj-lt"/>
              </a:rPr>
              <a:t>0</a:t>
            </a:r>
            <a:r>
              <a:rPr lang="zh-CN" altLang="en-US" i="0" dirty="0">
                <a:solidFill>
                  <a:schemeClr val="tx1"/>
                </a:solidFill>
                <a:latin typeface="+mj-lt"/>
              </a:rPr>
              <a:t>，</a:t>
            </a:r>
            <a:r>
              <a:rPr lang="en-US" altLang="zh-CN" i="1" dirty="0">
                <a:solidFill>
                  <a:schemeClr val="tx1"/>
                </a:solidFill>
                <a:latin typeface="+mj-lt"/>
              </a:rPr>
              <a:t>F</a:t>
            </a:r>
            <a:r>
              <a:rPr lang="en-US" altLang="zh-CN" i="0" baseline="-25000" dirty="0">
                <a:solidFill>
                  <a:schemeClr val="tx1"/>
                </a:solidFill>
                <a:latin typeface="+mj-lt"/>
              </a:rPr>
              <a:t>N</a:t>
            </a:r>
            <a:r>
              <a:rPr lang="en-US" altLang="zh-CN" i="1" dirty="0">
                <a:solidFill>
                  <a:schemeClr val="tx1"/>
                </a:solidFill>
                <a:latin typeface="+mj-lt"/>
              </a:rPr>
              <a:t>a</a:t>
            </a:r>
            <a:r>
              <a:rPr lang="en-US" altLang="zh-CN" dirty="0">
                <a:solidFill>
                  <a:schemeClr val="tx1"/>
                </a:solidFill>
                <a:latin typeface="+mj-lt"/>
              </a:rPr>
              <a:t>-</a:t>
            </a:r>
            <a:r>
              <a:rPr lang="en-US" altLang="zh-CN" i="1" dirty="0">
                <a:solidFill>
                  <a:schemeClr val="tx1"/>
                </a:solidFill>
                <a:latin typeface="+mj-lt"/>
              </a:rPr>
              <a:t>F</a:t>
            </a:r>
            <a:r>
              <a:rPr lang="en-US" altLang="zh-CN" i="0" baseline="-25000" dirty="0">
                <a:solidFill>
                  <a:schemeClr val="tx1"/>
                </a:solidFill>
                <a:latin typeface="+mj-lt"/>
              </a:rPr>
              <a:t>f</a:t>
            </a:r>
            <a:r>
              <a:rPr lang="en-US" altLang="zh-CN" i="1" dirty="0">
                <a:solidFill>
                  <a:schemeClr val="tx1"/>
                </a:solidFill>
                <a:latin typeface="+mj-lt"/>
              </a:rPr>
              <a:t>c</a:t>
            </a:r>
            <a:r>
              <a:rPr lang="en-US" altLang="zh-CN" dirty="0">
                <a:solidFill>
                  <a:schemeClr val="tx1"/>
                </a:solidFill>
                <a:latin typeface="+mj-lt"/>
              </a:rPr>
              <a:t>-</a:t>
            </a:r>
            <a:r>
              <a:rPr lang="en-US" altLang="zh-CN" i="1" dirty="0">
                <a:solidFill>
                  <a:schemeClr val="tx1"/>
                </a:solidFill>
                <a:latin typeface="+mj-lt"/>
              </a:rPr>
              <a:t>F</a:t>
            </a:r>
            <a:r>
              <a:rPr lang="en-US" altLang="zh-CN" i="0" baseline="-25000" dirty="0">
                <a:solidFill>
                  <a:schemeClr val="tx1"/>
                </a:solidFill>
                <a:latin typeface="+mj-lt"/>
              </a:rPr>
              <a:t>1</a:t>
            </a:r>
            <a:r>
              <a:rPr lang="en-US" altLang="zh-CN" i="1" dirty="0">
                <a:solidFill>
                  <a:schemeClr val="tx1"/>
                </a:solidFill>
                <a:latin typeface="+mj-lt"/>
              </a:rPr>
              <a:t>b</a:t>
            </a:r>
            <a:r>
              <a:rPr lang="zh-CN" altLang="en-US" i="0" dirty="0">
                <a:solidFill>
                  <a:schemeClr val="tx1"/>
                </a:solidFill>
                <a:latin typeface="+mj-lt"/>
              </a:rPr>
              <a:t>＝</a:t>
            </a:r>
            <a:r>
              <a:rPr lang="en-US" altLang="zh-CN" i="0" dirty="0">
                <a:solidFill>
                  <a:schemeClr val="tx1"/>
                </a:solidFill>
                <a:latin typeface="+mj-lt"/>
              </a:rPr>
              <a:t>0</a:t>
            </a:r>
          </a:p>
          <a:p>
            <a:pPr>
              <a:lnSpc>
                <a:spcPct val="120000"/>
              </a:lnSpc>
            </a:pPr>
            <a:r>
              <a:rPr lang="en-US" altLang="zh-CN" i="1" dirty="0">
                <a:solidFill>
                  <a:schemeClr val="tx1"/>
                </a:solidFill>
                <a:latin typeface="+mj-lt"/>
              </a:rPr>
              <a:t>F</a:t>
            </a:r>
            <a:r>
              <a:rPr lang="en-US" altLang="zh-CN" i="0" baseline="-25000" dirty="0">
                <a:solidFill>
                  <a:schemeClr val="tx1"/>
                </a:solidFill>
                <a:latin typeface="+mj-lt"/>
              </a:rPr>
              <a:t>1</a:t>
            </a:r>
            <a:r>
              <a:rPr lang="en-US" altLang="zh-CN" dirty="0">
                <a:solidFill>
                  <a:schemeClr val="tx1"/>
                </a:solidFill>
                <a:latin typeface="+mj-lt"/>
              </a:rPr>
              <a:t> </a:t>
            </a:r>
            <a:r>
              <a:rPr lang="zh-CN" altLang="en-US" i="0" dirty="0">
                <a:solidFill>
                  <a:schemeClr val="tx1"/>
                </a:solidFill>
                <a:latin typeface="+mj-lt"/>
              </a:rPr>
              <a:t>＝</a:t>
            </a:r>
            <a:r>
              <a:rPr lang="en-US" altLang="zh-CN" i="0" dirty="0">
                <a:solidFill>
                  <a:schemeClr val="tx1"/>
                </a:solidFill>
                <a:latin typeface="+mj-lt"/>
              </a:rPr>
              <a:t>(</a:t>
            </a:r>
            <a:r>
              <a:rPr lang="en-US" altLang="zh-CN" i="1" dirty="0" err="1">
                <a:solidFill>
                  <a:schemeClr val="tx1"/>
                </a:solidFill>
                <a:latin typeface="+mj-lt"/>
              </a:rPr>
              <a:t>F</a:t>
            </a:r>
            <a:r>
              <a:rPr lang="en-US" altLang="zh-CN" i="0" baseline="-25000" dirty="0" err="1">
                <a:solidFill>
                  <a:schemeClr val="tx1"/>
                </a:solidFill>
                <a:latin typeface="+mj-lt"/>
              </a:rPr>
              <a:t>N</a:t>
            </a:r>
            <a:r>
              <a:rPr lang="en-US" altLang="zh-CN" i="1" dirty="0" err="1">
                <a:solidFill>
                  <a:schemeClr val="tx1"/>
                </a:solidFill>
                <a:latin typeface="+mj-lt"/>
              </a:rPr>
              <a:t>a</a:t>
            </a:r>
            <a:r>
              <a:rPr lang="en-US" altLang="zh-CN" dirty="0" err="1">
                <a:solidFill>
                  <a:schemeClr val="tx1"/>
                </a:solidFill>
                <a:latin typeface="+mj-lt"/>
              </a:rPr>
              <a:t>-</a:t>
            </a:r>
            <a:r>
              <a:rPr lang="en-US" altLang="zh-CN" i="1" dirty="0" err="1">
                <a:solidFill>
                  <a:schemeClr val="tx1"/>
                </a:solidFill>
                <a:latin typeface="+mj-lt"/>
              </a:rPr>
              <a:t>F</a:t>
            </a:r>
            <a:r>
              <a:rPr lang="en-US" altLang="zh-CN" i="0" baseline="-25000" dirty="0" err="1">
                <a:solidFill>
                  <a:schemeClr val="tx1"/>
                </a:solidFill>
                <a:latin typeface="+mj-lt"/>
              </a:rPr>
              <a:t>f</a:t>
            </a:r>
            <a:r>
              <a:rPr lang="en-US" altLang="zh-CN" i="1" dirty="0" err="1">
                <a:solidFill>
                  <a:schemeClr val="tx1"/>
                </a:solidFill>
                <a:latin typeface="+mj-lt"/>
              </a:rPr>
              <a:t>c</a:t>
            </a:r>
            <a:r>
              <a:rPr lang="en-US" altLang="zh-CN" i="0" dirty="0">
                <a:solidFill>
                  <a:schemeClr val="tx1"/>
                </a:solidFill>
                <a:latin typeface="+mj-lt"/>
              </a:rPr>
              <a:t>)/</a:t>
            </a:r>
            <a:r>
              <a:rPr lang="en-US" altLang="zh-CN" i="1" dirty="0">
                <a:solidFill>
                  <a:schemeClr val="tx1"/>
                </a:solidFill>
                <a:latin typeface="+mj-lt"/>
              </a:rPr>
              <a:t>b</a:t>
            </a:r>
            <a:r>
              <a:rPr lang="zh-CN" altLang="en-US" i="0" dirty="0">
                <a:solidFill>
                  <a:schemeClr val="tx1"/>
                </a:solidFill>
                <a:latin typeface="+mj-lt"/>
              </a:rPr>
              <a:t>＝</a:t>
            </a:r>
            <a:r>
              <a:rPr lang="en-US" altLang="zh-CN" dirty="0"/>
              <a:t> </a:t>
            </a:r>
            <a:r>
              <a:rPr lang="en-US" altLang="zh-CN" dirty="0">
                <a:solidFill>
                  <a:schemeClr val="tx1"/>
                </a:solidFill>
              </a:rPr>
              <a:t>M</a:t>
            </a:r>
            <a:r>
              <a:rPr lang="en-US" altLang="zh-CN" i="0" dirty="0">
                <a:solidFill>
                  <a:schemeClr val="tx1"/>
                </a:solidFill>
                <a:latin typeface="+mj-lt"/>
              </a:rPr>
              <a:t>(</a:t>
            </a:r>
            <a:r>
              <a:rPr lang="en-US" altLang="zh-CN" i="1" dirty="0">
                <a:solidFill>
                  <a:schemeClr val="tx1"/>
                </a:solidFill>
                <a:latin typeface="+mj-lt"/>
              </a:rPr>
              <a:t>a</a:t>
            </a:r>
            <a:r>
              <a:rPr lang="en-US" altLang="zh-CN" dirty="0">
                <a:solidFill>
                  <a:schemeClr val="tx1"/>
                </a:solidFill>
                <a:latin typeface="+mj-lt"/>
              </a:rPr>
              <a:t>-</a:t>
            </a:r>
            <a:r>
              <a:rPr lang="en-US" altLang="zh-CN" i="1" dirty="0" err="1">
                <a:solidFill>
                  <a:schemeClr val="tx1"/>
                </a:solidFill>
                <a:latin typeface="+mj-lt"/>
              </a:rPr>
              <a:t>f</a:t>
            </a:r>
            <a:r>
              <a:rPr lang="en-US" altLang="zh-CN" i="0" baseline="-25000" dirty="0" err="1">
                <a:solidFill>
                  <a:schemeClr val="tx1"/>
                </a:solidFill>
                <a:latin typeface="+mj-lt"/>
              </a:rPr>
              <a:t>s</a:t>
            </a:r>
            <a:r>
              <a:rPr lang="en-US" altLang="zh-CN" i="1" dirty="0" err="1">
                <a:solidFill>
                  <a:schemeClr val="tx1"/>
                </a:solidFill>
                <a:latin typeface="+mj-lt"/>
              </a:rPr>
              <a:t>c</a:t>
            </a:r>
            <a:r>
              <a:rPr lang="en-US" altLang="zh-CN" i="0" dirty="0">
                <a:solidFill>
                  <a:schemeClr val="tx1"/>
                </a:solidFill>
                <a:latin typeface="+mj-lt"/>
              </a:rPr>
              <a:t>)/</a:t>
            </a:r>
            <a:r>
              <a:rPr lang="en-US" altLang="zh-CN" dirty="0" err="1">
                <a:solidFill>
                  <a:schemeClr val="tx1"/>
                </a:solidFill>
                <a:latin typeface="+mj-lt"/>
              </a:rPr>
              <a:t>rbf</a:t>
            </a:r>
            <a:r>
              <a:rPr lang="en-US" altLang="zh-CN" i="0" baseline="-25000" dirty="0" err="1">
                <a:solidFill>
                  <a:schemeClr val="tx1"/>
                </a:solidFill>
                <a:latin typeface="+mj-lt"/>
              </a:rPr>
              <a:t>s</a:t>
            </a:r>
            <a:endParaRPr lang="en-US" altLang="zh-CN" i="0" baseline="-25000" dirty="0">
              <a:solidFill>
                <a:schemeClr val="tx1"/>
              </a:solidFill>
              <a:latin typeface="+mj-lt"/>
            </a:endParaRPr>
          </a:p>
        </p:txBody>
      </p:sp>
      <p:sp>
        <p:nvSpPr>
          <p:cNvPr id="3" name="Rectangle 5">
            <a:extLst>
              <a:ext uri="{FF2B5EF4-FFF2-40B4-BE49-F238E27FC236}">
                <a16:creationId xmlns:a16="http://schemas.microsoft.com/office/drawing/2014/main" id="{754F6A83-9A7F-4650-FFEC-52265C1EAFCA}"/>
              </a:ext>
            </a:extLst>
          </p:cNvPr>
          <p:cNvSpPr>
            <a:spLocks noChangeArrowheads="1"/>
          </p:cNvSpPr>
          <p:nvPr/>
        </p:nvSpPr>
        <p:spPr bwMode="auto">
          <a:xfrm>
            <a:off x="8175612" y="1772816"/>
            <a:ext cx="4016388" cy="22659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just">
              <a:spcBef>
                <a:spcPct val="20000"/>
              </a:spcBef>
              <a:buClr>
                <a:schemeClr val="accent1"/>
              </a:buClr>
              <a:buSzPct val="75000"/>
              <a:buFont typeface="Monotype Sorts" pitchFamily="2" charset="2"/>
              <a:buChar char="•"/>
              <a:defRPr kumimoji="1" sz="2400">
                <a:solidFill>
                  <a:schemeClr val="tx1"/>
                </a:solidFill>
                <a:latin typeface="Impact" panose="020B0806030902050204" pitchFamily="34" charset="0"/>
                <a:ea typeface="宋体" panose="02010600030101010101" pitchFamily="2" charset="-122"/>
              </a:defRPr>
            </a:lvl1pPr>
            <a:lvl2pPr marL="742950" indent="-285750">
              <a:spcBef>
                <a:spcPct val="20000"/>
              </a:spcBef>
              <a:buClr>
                <a:schemeClr val="accent2"/>
              </a:buClr>
              <a:buChar char="•"/>
              <a:defRPr kumimoji="1" sz="2000">
                <a:solidFill>
                  <a:schemeClr val="tx1"/>
                </a:solidFill>
                <a:latin typeface="Impact" panose="020B0806030902050204" pitchFamily="34" charset="0"/>
                <a:ea typeface="宋体" panose="02010600030101010101" pitchFamily="2" charset="-122"/>
              </a:defRPr>
            </a:lvl2pPr>
            <a:lvl3pPr marL="1143000" indent="-228600">
              <a:spcBef>
                <a:spcPct val="20000"/>
              </a:spcBef>
              <a:buChar char="–"/>
              <a:defRPr kumimoji="1" sz="2400">
                <a:solidFill>
                  <a:schemeClr val="tx1"/>
                </a:solidFill>
                <a:latin typeface="Impact" panose="020B0806030902050204" pitchFamily="34" charset="0"/>
                <a:ea typeface="宋体" panose="02010600030101010101" pitchFamily="2" charset="-122"/>
              </a:defRPr>
            </a:lvl3pPr>
            <a:lvl4pPr marL="1600200" indent="-228600">
              <a:spcBef>
                <a:spcPct val="20000"/>
              </a:spcBef>
              <a:buChar char="–"/>
              <a:defRPr kumimoji="1" sz="2000">
                <a:solidFill>
                  <a:schemeClr val="tx1"/>
                </a:solidFill>
                <a:latin typeface="Impact" panose="020B0806030902050204" pitchFamily="34" charset="0"/>
                <a:ea typeface="宋体" panose="02010600030101010101" pitchFamily="2" charset="-122"/>
              </a:defRPr>
            </a:lvl4pPr>
            <a:lvl5pPr marL="2057400" indent="-228600">
              <a:spcBef>
                <a:spcPct val="20000"/>
              </a:spcBef>
              <a:buChar char="»"/>
              <a:defRPr kumimoji="1" sz="2000">
                <a:solidFill>
                  <a:schemeClr val="tx1"/>
                </a:solidFill>
                <a:latin typeface="Impact" panose="020B0806030902050204" pitchFamily="34"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9pPr>
          </a:lstStyle>
          <a:p>
            <a:pPr algn="l">
              <a:lnSpc>
                <a:spcPct val="120000"/>
              </a:lnSpc>
              <a:buNone/>
            </a:pPr>
            <a:r>
              <a:rPr lang="zh-CN" altLang="en-US" i="0" dirty="0">
                <a:latin typeface="Times New Roman" panose="02020603050405020304" pitchFamily="18" charset="0"/>
                <a:ea typeface="黑体" panose="02010609060101010101" pitchFamily="49" charset="-122"/>
              </a:rPr>
              <a:t>如有具体数值，代入后所得之主动力</a:t>
            </a:r>
            <a:r>
              <a:rPr lang="en-US" altLang="zh-CN" dirty="0">
                <a:latin typeface="Times New Roman" panose="02020603050405020304" pitchFamily="18" charset="0"/>
                <a:ea typeface="黑体" panose="02010609060101010101" pitchFamily="49" charset="-122"/>
              </a:rPr>
              <a:t>F</a:t>
            </a:r>
            <a:r>
              <a:rPr lang="zh-CN" altLang="en-US" i="0" dirty="0">
                <a:latin typeface="Times New Roman" panose="02020603050405020304" pitchFamily="18" charset="0"/>
                <a:ea typeface="黑体" panose="02010609060101010101" pitchFamily="49" charset="-122"/>
              </a:rPr>
              <a:t>值为零、为负，说明不用力。甚至略微反向提一下装置都不会松开，这就是解析法中的自锁条件。</a:t>
            </a:r>
            <a:endParaRPr lang="zh-CN" altLang="en-US" i="0" dirty="0">
              <a:latin typeface="+mj-lt"/>
              <a:ea typeface="黑体" panose="02010609060101010101" pitchFamily="49" charset="-122"/>
            </a:endParaRPr>
          </a:p>
        </p:txBody>
      </p:sp>
      <p:sp>
        <p:nvSpPr>
          <p:cNvPr id="6" name="Rectangle 5">
            <a:extLst>
              <a:ext uri="{FF2B5EF4-FFF2-40B4-BE49-F238E27FC236}">
                <a16:creationId xmlns:a16="http://schemas.microsoft.com/office/drawing/2014/main" id="{7394197A-0AA8-C690-61DF-77BB94E5CBC6}"/>
              </a:ext>
            </a:extLst>
          </p:cNvPr>
          <p:cNvSpPr>
            <a:spLocks noChangeArrowheads="1"/>
          </p:cNvSpPr>
          <p:nvPr/>
        </p:nvSpPr>
        <p:spPr bwMode="auto">
          <a:xfrm>
            <a:off x="279412" y="4038757"/>
            <a:ext cx="10569116" cy="4931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just">
              <a:spcBef>
                <a:spcPct val="20000"/>
              </a:spcBef>
              <a:buClr>
                <a:schemeClr val="accent1"/>
              </a:buClr>
              <a:buSzPct val="75000"/>
              <a:buFont typeface="Monotype Sorts" pitchFamily="2" charset="2"/>
              <a:buChar char="•"/>
              <a:defRPr kumimoji="1" sz="2400">
                <a:solidFill>
                  <a:schemeClr val="tx1"/>
                </a:solidFill>
                <a:latin typeface="Impact" panose="020B0806030902050204" pitchFamily="34" charset="0"/>
                <a:ea typeface="宋体" panose="02010600030101010101" pitchFamily="2" charset="-122"/>
              </a:defRPr>
            </a:lvl1pPr>
            <a:lvl2pPr marL="742950" indent="-285750">
              <a:spcBef>
                <a:spcPct val="20000"/>
              </a:spcBef>
              <a:buClr>
                <a:schemeClr val="accent2"/>
              </a:buClr>
              <a:buChar char="•"/>
              <a:defRPr kumimoji="1" sz="2000">
                <a:solidFill>
                  <a:schemeClr val="tx1"/>
                </a:solidFill>
                <a:latin typeface="Impact" panose="020B0806030902050204" pitchFamily="34" charset="0"/>
                <a:ea typeface="宋体" panose="02010600030101010101" pitchFamily="2" charset="-122"/>
              </a:defRPr>
            </a:lvl2pPr>
            <a:lvl3pPr marL="1143000" indent="-228600">
              <a:spcBef>
                <a:spcPct val="20000"/>
              </a:spcBef>
              <a:buChar char="–"/>
              <a:defRPr kumimoji="1" sz="2400">
                <a:solidFill>
                  <a:schemeClr val="tx1"/>
                </a:solidFill>
                <a:latin typeface="Impact" panose="020B0806030902050204" pitchFamily="34" charset="0"/>
                <a:ea typeface="宋体" panose="02010600030101010101" pitchFamily="2" charset="-122"/>
              </a:defRPr>
            </a:lvl3pPr>
            <a:lvl4pPr marL="1600200" indent="-228600">
              <a:spcBef>
                <a:spcPct val="20000"/>
              </a:spcBef>
              <a:buChar char="–"/>
              <a:defRPr kumimoji="1" sz="2000">
                <a:solidFill>
                  <a:schemeClr val="tx1"/>
                </a:solidFill>
                <a:latin typeface="Impact" panose="020B0806030902050204" pitchFamily="34" charset="0"/>
                <a:ea typeface="宋体" panose="02010600030101010101" pitchFamily="2" charset="-122"/>
              </a:defRPr>
            </a:lvl4pPr>
            <a:lvl5pPr marL="2057400" indent="-228600">
              <a:spcBef>
                <a:spcPct val="20000"/>
              </a:spcBef>
              <a:buChar char="»"/>
              <a:defRPr kumimoji="1" sz="2000">
                <a:solidFill>
                  <a:schemeClr val="tx1"/>
                </a:solidFill>
                <a:latin typeface="Impact" panose="020B0806030902050204" pitchFamily="34"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9pPr>
          </a:lstStyle>
          <a:p>
            <a:pPr algn="l">
              <a:lnSpc>
                <a:spcPct val="120000"/>
              </a:lnSpc>
              <a:buNone/>
            </a:pPr>
            <a:r>
              <a:rPr lang="en-US" altLang="zh-CN" i="0" dirty="0">
                <a:solidFill>
                  <a:srgbClr val="0033CC"/>
                </a:solidFill>
                <a:latin typeface="Times New Roman" panose="02020603050405020304" pitchFamily="18" charset="0"/>
                <a:ea typeface="黑体" panose="02010609060101010101" pitchFamily="49" charset="-122"/>
              </a:rPr>
              <a:t>    </a:t>
            </a:r>
            <a:r>
              <a:rPr lang="en-US" altLang="zh-CN" i="0" dirty="0">
                <a:latin typeface="Times New Roman" panose="02020603050405020304" pitchFamily="18" charset="0"/>
                <a:ea typeface="黑体" panose="02010609060101010101" pitchFamily="49" charset="-122"/>
              </a:rPr>
              <a:t>3</a:t>
            </a:r>
            <a:r>
              <a:rPr lang="zh-CN" altLang="en-US" i="0" dirty="0">
                <a:latin typeface="Times New Roman" panose="02020603050405020304" pitchFamily="18" charset="0"/>
                <a:ea typeface="黑体" panose="02010609060101010101" pitchFamily="49" charset="-122"/>
              </a:rPr>
              <a:t>）求力</a:t>
            </a:r>
            <a:r>
              <a:rPr lang="en-US" altLang="zh-CN" b="1" dirty="0">
                <a:latin typeface="+mn-lt"/>
              </a:rPr>
              <a:t>F</a:t>
            </a:r>
            <a:r>
              <a:rPr lang="en-US" altLang="zh-CN" i="0" baseline="-25000" dirty="0">
                <a:latin typeface="+mn-lt"/>
              </a:rPr>
              <a:t>2</a:t>
            </a:r>
            <a:r>
              <a:rPr lang="zh-CN" altLang="en-US" i="0" dirty="0">
                <a:latin typeface="Times New Roman" panose="02020603050405020304" pitchFamily="18" charset="0"/>
                <a:ea typeface="黑体" panose="02010609060101010101" pitchFamily="49" charset="-122"/>
              </a:rPr>
              <a:t>之最小值，</a:t>
            </a:r>
            <a:r>
              <a:rPr lang="en-US" altLang="zh-CN" dirty="0">
                <a:latin typeface="Times New Roman" panose="02020603050405020304" pitchFamily="18" charset="0"/>
                <a:ea typeface="黑体" panose="02010609060101010101" pitchFamily="49" charset="-122"/>
              </a:rPr>
              <a:t>c</a:t>
            </a:r>
            <a:r>
              <a:rPr lang="en-US" altLang="zh-CN" i="0" dirty="0">
                <a:latin typeface="Times New Roman" panose="02020603050405020304" pitchFamily="18" charset="0"/>
                <a:ea typeface="黑体" panose="02010609060101010101" pitchFamily="49" charset="-122"/>
              </a:rPr>
              <a:t>=0</a:t>
            </a:r>
            <a:r>
              <a:rPr lang="zh-CN" altLang="en-US" i="0" dirty="0">
                <a:latin typeface="Times New Roman" panose="02020603050405020304" pitchFamily="18" charset="0"/>
                <a:ea typeface="黑体" panose="02010609060101010101" pitchFamily="49" charset="-122"/>
              </a:rPr>
              <a:t> ，</a:t>
            </a:r>
            <a:r>
              <a:rPr lang="en-US" altLang="zh-CN" i="1" dirty="0">
                <a:solidFill>
                  <a:schemeClr val="tx1"/>
                </a:solidFill>
                <a:latin typeface="+mj-lt"/>
              </a:rPr>
              <a:t> F</a:t>
            </a:r>
            <a:r>
              <a:rPr lang="en-US" altLang="zh-CN" i="0" baseline="-25000" dirty="0">
                <a:solidFill>
                  <a:schemeClr val="tx1"/>
                </a:solidFill>
                <a:latin typeface="+mj-lt"/>
              </a:rPr>
              <a:t>2</a:t>
            </a:r>
            <a:r>
              <a:rPr lang="en-US" altLang="zh-CN" dirty="0">
                <a:solidFill>
                  <a:schemeClr val="tx1"/>
                </a:solidFill>
                <a:latin typeface="+mj-lt"/>
              </a:rPr>
              <a:t> </a:t>
            </a:r>
            <a:r>
              <a:rPr lang="zh-CN" altLang="en-US" i="0" dirty="0">
                <a:solidFill>
                  <a:schemeClr val="tx1"/>
                </a:solidFill>
                <a:latin typeface="+mj-lt"/>
              </a:rPr>
              <a:t>＝</a:t>
            </a:r>
            <a:r>
              <a:rPr lang="en-US" altLang="zh-CN" dirty="0">
                <a:solidFill>
                  <a:schemeClr val="tx1"/>
                </a:solidFill>
                <a:latin typeface="+mj-lt"/>
              </a:rPr>
              <a:t>M</a:t>
            </a:r>
            <a:r>
              <a:rPr lang="en-US" altLang="zh-CN" i="1" dirty="0">
                <a:solidFill>
                  <a:schemeClr val="tx1"/>
                </a:solidFill>
                <a:latin typeface="+mj-lt"/>
              </a:rPr>
              <a:t>a</a:t>
            </a:r>
            <a:r>
              <a:rPr lang="en-US" altLang="zh-CN" i="0" dirty="0">
                <a:solidFill>
                  <a:schemeClr val="tx1"/>
                </a:solidFill>
                <a:latin typeface="+mj-lt"/>
              </a:rPr>
              <a:t>/</a:t>
            </a:r>
            <a:r>
              <a:rPr lang="en-US" altLang="zh-CN" dirty="0" err="1">
                <a:solidFill>
                  <a:schemeClr val="tx1"/>
                </a:solidFill>
                <a:latin typeface="+mj-lt"/>
              </a:rPr>
              <a:t>rbf</a:t>
            </a:r>
            <a:r>
              <a:rPr lang="en-US" altLang="zh-CN" i="0" baseline="-25000" dirty="0" err="1">
                <a:solidFill>
                  <a:schemeClr val="tx1"/>
                </a:solidFill>
                <a:latin typeface="+mj-lt"/>
              </a:rPr>
              <a:t>s</a:t>
            </a:r>
            <a:endParaRPr lang="zh-CN" altLang="en-US" i="0" dirty="0">
              <a:latin typeface="+mj-lt"/>
              <a:ea typeface="黑体" panose="02010609060101010101" pitchFamily="49" charset="-122"/>
            </a:endParaRPr>
          </a:p>
        </p:txBody>
      </p:sp>
      <p:sp>
        <p:nvSpPr>
          <p:cNvPr id="8" name="Rectangle 5">
            <a:extLst>
              <a:ext uri="{FF2B5EF4-FFF2-40B4-BE49-F238E27FC236}">
                <a16:creationId xmlns:a16="http://schemas.microsoft.com/office/drawing/2014/main" id="{EFEA98D5-CB0B-0269-1D4D-36B00960989F}"/>
              </a:ext>
            </a:extLst>
          </p:cNvPr>
          <p:cNvSpPr>
            <a:spLocks noChangeArrowheads="1"/>
          </p:cNvSpPr>
          <p:nvPr/>
        </p:nvSpPr>
        <p:spPr bwMode="auto">
          <a:xfrm>
            <a:off x="279412" y="4547302"/>
            <a:ext cx="10569116" cy="4931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just">
              <a:spcBef>
                <a:spcPct val="20000"/>
              </a:spcBef>
              <a:buClr>
                <a:schemeClr val="accent1"/>
              </a:buClr>
              <a:buSzPct val="75000"/>
              <a:buFont typeface="Monotype Sorts" pitchFamily="2" charset="2"/>
              <a:buChar char="•"/>
              <a:defRPr kumimoji="1" sz="2400">
                <a:solidFill>
                  <a:schemeClr val="tx1"/>
                </a:solidFill>
                <a:latin typeface="Impact" panose="020B0806030902050204" pitchFamily="34" charset="0"/>
                <a:ea typeface="宋体" panose="02010600030101010101" pitchFamily="2" charset="-122"/>
              </a:defRPr>
            </a:lvl1pPr>
            <a:lvl2pPr marL="742950" indent="-285750">
              <a:spcBef>
                <a:spcPct val="20000"/>
              </a:spcBef>
              <a:buClr>
                <a:schemeClr val="accent2"/>
              </a:buClr>
              <a:buChar char="•"/>
              <a:defRPr kumimoji="1" sz="2000">
                <a:solidFill>
                  <a:schemeClr val="tx1"/>
                </a:solidFill>
                <a:latin typeface="Impact" panose="020B0806030902050204" pitchFamily="34" charset="0"/>
                <a:ea typeface="宋体" panose="02010600030101010101" pitchFamily="2" charset="-122"/>
              </a:defRPr>
            </a:lvl2pPr>
            <a:lvl3pPr marL="1143000" indent="-228600">
              <a:spcBef>
                <a:spcPct val="20000"/>
              </a:spcBef>
              <a:buChar char="–"/>
              <a:defRPr kumimoji="1" sz="2400">
                <a:solidFill>
                  <a:schemeClr val="tx1"/>
                </a:solidFill>
                <a:latin typeface="Impact" panose="020B0806030902050204" pitchFamily="34" charset="0"/>
                <a:ea typeface="宋体" panose="02010600030101010101" pitchFamily="2" charset="-122"/>
              </a:defRPr>
            </a:lvl3pPr>
            <a:lvl4pPr marL="1600200" indent="-228600">
              <a:spcBef>
                <a:spcPct val="20000"/>
              </a:spcBef>
              <a:buChar char="–"/>
              <a:defRPr kumimoji="1" sz="2000">
                <a:solidFill>
                  <a:schemeClr val="tx1"/>
                </a:solidFill>
                <a:latin typeface="Impact" panose="020B0806030902050204" pitchFamily="34" charset="0"/>
                <a:ea typeface="宋体" panose="02010600030101010101" pitchFamily="2" charset="-122"/>
              </a:defRPr>
            </a:lvl4pPr>
            <a:lvl5pPr marL="2057400" indent="-228600">
              <a:spcBef>
                <a:spcPct val="20000"/>
              </a:spcBef>
              <a:buChar char="»"/>
              <a:defRPr kumimoji="1" sz="2000">
                <a:solidFill>
                  <a:schemeClr val="tx1"/>
                </a:solidFill>
                <a:latin typeface="Impact" panose="020B0806030902050204" pitchFamily="34"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9pPr>
          </a:lstStyle>
          <a:p>
            <a:pPr algn="l">
              <a:lnSpc>
                <a:spcPct val="120000"/>
              </a:lnSpc>
              <a:buNone/>
            </a:pPr>
            <a:r>
              <a:rPr lang="en-US" altLang="zh-CN" i="0" dirty="0">
                <a:solidFill>
                  <a:srgbClr val="0033CC"/>
                </a:solidFill>
                <a:latin typeface="Times New Roman" panose="02020603050405020304" pitchFamily="18" charset="0"/>
                <a:ea typeface="黑体" panose="02010609060101010101" pitchFamily="49" charset="-122"/>
              </a:rPr>
              <a:t>    </a:t>
            </a:r>
            <a:r>
              <a:rPr lang="en-US" altLang="zh-CN" i="0" dirty="0">
                <a:latin typeface="Times New Roman" panose="02020603050405020304" pitchFamily="18" charset="0"/>
                <a:ea typeface="黑体" panose="02010609060101010101" pitchFamily="49" charset="-122"/>
              </a:rPr>
              <a:t>4</a:t>
            </a:r>
            <a:r>
              <a:rPr lang="zh-CN" altLang="en-US" i="0" dirty="0">
                <a:latin typeface="Times New Roman" panose="02020603050405020304" pitchFamily="18" charset="0"/>
                <a:ea typeface="黑体" panose="02010609060101010101" pitchFamily="49" charset="-122"/>
              </a:rPr>
              <a:t>）求力</a:t>
            </a:r>
            <a:r>
              <a:rPr lang="en-US" altLang="zh-CN" b="1" dirty="0">
                <a:latin typeface="+mn-lt"/>
              </a:rPr>
              <a:t>F</a:t>
            </a:r>
            <a:r>
              <a:rPr lang="en-US" altLang="zh-CN" i="0" baseline="-25000" dirty="0">
                <a:latin typeface="+mn-lt"/>
              </a:rPr>
              <a:t>3</a:t>
            </a:r>
            <a:r>
              <a:rPr lang="zh-CN" altLang="en-US" i="0" dirty="0">
                <a:latin typeface="Times New Roman" panose="02020603050405020304" pitchFamily="18" charset="0"/>
                <a:ea typeface="黑体" panose="02010609060101010101" pitchFamily="49" charset="-122"/>
              </a:rPr>
              <a:t>之最小值，用</a:t>
            </a:r>
            <a:r>
              <a:rPr lang="en-US" altLang="zh-CN" i="0" dirty="0">
                <a:latin typeface="Times New Roman" panose="02020603050405020304" pitchFamily="18" charset="0"/>
                <a:ea typeface="黑体" panose="02010609060101010101" pitchFamily="49" charset="-122"/>
              </a:rPr>
              <a:t>-</a:t>
            </a:r>
            <a:r>
              <a:rPr lang="en-US" altLang="zh-CN" dirty="0">
                <a:latin typeface="Times New Roman" panose="02020603050405020304" pitchFamily="18" charset="0"/>
                <a:ea typeface="黑体" panose="02010609060101010101" pitchFamily="49" charset="-122"/>
              </a:rPr>
              <a:t>c</a:t>
            </a:r>
            <a:r>
              <a:rPr lang="zh-CN" altLang="en-US" i="0" dirty="0">
                <a:latin typeface="Times New Roman" panose="02020603050405020304" pitchFamily="18" charset="0"/>
                <a:ea typeface="黑体" panose="02010609060101010101" pitchFamily="49" charset="-122"/>
              </a:rPr>
              <a:t>取代</a:t>
            </a:r>
            <a:r>
              <a:rPr lang="en-US" altLang="zh-CN" i="1" dirty="0">
                <a:solidFill>
                  <a:schemeClr val="tx1"/>
                </a:solidFill>
                <a:latin typeface="+mj-lt"/>
              </a:rPr>
              <a:t>F</a:t>
            </a:r>
            <a:r>
              <a:rPr lang="en-US" altLang="zh-CN" i="0" baseline="-25000" dirty="0">
                <a:solidFill>
                  <a:schemeClr val="tx1"/>
                </a:solidFill>
                <a:latin typeface="+mj-lt"/>
              </a:rPr>
              <a:t>1</a:t>
            </a:r>
            <a:r>
              <a:rPr lang="en-US" altLang="zh-CN" dirty="0">
                <a:solidFill>
                  <a:schemeClr val="tx1"/>
                </a:solidFill>
                <a:latin typeface="+mj-lt"/>
              </a:rPr>
              <a:t> </a:t>
            </a:r>
            <a:r>
              <a:rPr lang="zh-CN" altLang="en-US" i="0" dirty="0">
                <a:latin typeface="Times New Roman" panose="02020603050405020304" pitchFamily="18" charset="0"/>
                <a:ea typeface="黑体" panose="02010609060101010101" pitchFamily="49" charset="-122"/>
              </a:rPr>
              <a:t>表达式中的</a:t>
            </a:r>
            <a:r>
              <a:rPr lang="en-US" altLang="zh-CN" dirty="0">
                <a:solidFill>
                  <a:schemeClr val="tx1"/>
                </a:solidFill>
                <a:latin typeface="+mj-lt"/>
              </a:rPr>
              <a:t>c</a:t>
            </a:r>
            <a:r>
              <a:rPr lang="zh-CN" altLang="en-US" i="0" dirty="0">
                <a:latin typeface="Times New Roman" panose="02020603050405020304" pitchFamily="18" charset="0"/>
                <a:ea typeface="黑体" panose="02010609060101010101" pitchFamily="49" charset="-122"/>
              </a:rPr>
              <a:t>，</a:t>
            </a:r>
            <a:r>
              <a:rPr lang="en-US" altLang="zh-CN" i="1" dirty="0">
                <a:solidFill>
                  <a:schemeClr val="tx1"/>
                </a:solidFill>
                <a:latin typeface="+mj-lt"/>
              </a:rPr>
              <a:t> F</a:t>
            </a:r>
            <a:r>
              <a:rPr lang="en-US" altLang="zh-CN" i="0" baseline="-25000" dirty="0">
                <a:solidFill>
                  <a:schemeClr val="tx1"/>
                </a:solidFill>
                <a:latin typeface="+mj-lt"/>
              </a:rPr>
              <a:t>3</a:t>
            </a:r>
            <a:r>
              <a:rPr lang="zh-CN" altLang="en-US" i="0" dirty="0">
                <a:solidFill>
                  <a:schemeClr val="tx1"/>
                </a:solidFill>
                <a:latin typeface="+mj-lt"/>
              </a:rPr>
              <a:t>＝</a:t>
            </a:r>
            <a:r>
              <a:rPr lang="en-US" altLang="zh-CN" dirty="0"/>
              <a:t> </a:t>
            </a:r>
            <a:r>
              <a:rPr lang="en-US" altLang="zh-CN" dirty="0">
                <a:solidFill>
                  <a:schemeClr val="tx1"/>
                </a:solidFill>
                <a:latin typeface="+mn-lt"/>
              </a:rPr>
              <a:t>M</a:t>
            </a:r>
            <a:r>
              <a:rPr lang="en-US" altLang="zh-CN" i="0" dirty="0">
                <a:solidFill>
                  <a:schemeClr val="tx1"/>
                </a:solidFill>
                <a:latin typeface="+mj-lt"/>
              </a:rPr>
              <a:t>(</a:t>
            </a:r>
            <a:r>
              <a:rPr lang="en-US" altLang="zh-CN" i="1" dirty="0" err="1">
                <a:solidFill>
                  <a:schemeClr val="tx1"/>
                </a:solidFill>
                <a:latin typeface="+mj-lt"/>
              </a:rPr>
              <a:t>a</a:t>
            </a:r>
            <a:r>
              <a:rPr lang="en-US" altLang="zh-CN" dirty="0" err="1">
                <a:solidFill>
                  <a:schemeClr val="tx1"/>
                </a:solidFill>
                <a:latin typeface="+mj-lt"/>
              </a:rPr>
              <a:t>+</a:t>
            </a:r>
            <a:r>
              <a:rPr lang="en-US" altLang="zh-CN" i="1" dirty="0" err="1">
                <a:solidFill>
                  <a:schemeClr val="tx1"/>
                </a:solidFill>
                <a:latin typeface="+mj-lt"/>
              </a:rPr>
              <a:t>f</a:t>
            </a:r>
            <a:r>
              <a:rPr lang="en-US" altLang="zh-CN" i="0" baseline="-25000" dirty="0" err="1">
                <a:solidFill>
                  <a:schemeClr val="tx1"/>
                </a:solidFill>
                <a:latin typeface="+mj-lt"/>
              </a:rPr>
              <a:t>s</a:t>
            </a:r>
            <a:r>
              <a:rPr lang="en-US" altLang="zh-CN" i="1" dirty="0" err="1">
                <a:solidFill>
                  <a:schemeClr val="tx1"/>
                </a:solidFill>
                <a:latin typeface="+mj-lt"/>
              </a:rPr>
              <a:t>c</a:t>
            </a:r>
            <a:r>
              <a:rPr lang="en-US" altLang="zh-CN" i="0" dirty="0">
                <a:solidFill>
                  <a:schemeClr val="tx1"/>
                </a:solidFill>
                <a:latin typeface="+mj-lt"/>
              </a:rPr>
              <a:t>)/</a:t>
            </a:r>
            <a:r>
              <a:rPr lang="en-US" altLang="zh-CN" dirty="0" err="1">
                <a:solidFill>
                  <a:schemeClr val="tx1"/>
                </a:solidFill>
                <a:latin typeface="+mj-lt"/>
              </a:rPr>
              <a:t>rbf</a:t>
            </a:r>
            <a:r>
              <a:rPr lang="en-US" altLang="zh-CN" i="0" baseline="-25000" dirty="0" err="1">
                <a:solidFill>
                  <a:schemeClr val="tx1"/>
                </a:solidFill>
                <a:latin typeface="+mj-lt"/>
              </a:rPr>
              <a:t>s</a:t>
            </a:r>
            <a:endParaRPr lang="zh-CN" altLang="en-US" i="0" dirty="0">
              <a:latin typeface="+mj-lt"/>
              <a:ea typeface="黑体" panose="02010609060101010101" pitchFamily="49" charset="-122"/>
            </a:endParaRPr>
          </a:p>
        </p:txBody>
      </p:sp>
      <p:sp>
        <p:nvSpPr>
          <p:cNvPr id="10" name="文本框 9">
            <a:extLst>
              <a:ext uri="{FF2B5EF4-FFF2-40B4-BE49-F238E27FC236}">
                <a16:creationId xmlns:a16="http://schemas.microsoft.com/office/drawing/2014/main" id="{A27443AD-3252-0017-3152-D120FDF53699}"/>
              </a:ext>
            </a:extLst>
          </p:cNvPr>
          <p:cNvSpPr txBox="1"/>
          <p:nvPr/>
        </p:nvSpPr>
        <p:spPr>
          <a:xfrm>
            <a:off x="839416" y="5229200"/>
            <a:ext cx="8928992" cy="936347"/>
          </a:xfrm>
          <a:prstGeom prst="rect">
            <a:avLst/>
          </a:prstGeom>
          <a:noFill/>
        </p:spPr>
        <p:txBody>
          <a:bodyPr wrap="square">
            <a:spAutoFit/>
          </a:bodyPr>
          <a:lstStyle/>
          <a:p>
            <a:pPr>
              <a:lnSpc>
                <a:spcPct val="120000"/>
              </a:lnSpc>
            </a:pPr>
            <a:r>
              <a:rPr kumimoji="1" lang="zh-CN" altLang="en-US" i="0" dirty="0">
                <a:solidFill>
                  <a:schemeClr val="tx1"/>
                </a:solidFill>
                <a:ea typeface="黑体" panose="02010609060101010101" pitchFamily="49" charset="-122"/>
              </a:rPr>
              <a:t>可见，图</a:t>
            </a:r>
            <a:r>
              <a:rPr kumimoji="1" lang="en-US" altLang="zh-CN" i="0" dirty="0">
                <a:solidFill>
                  <a:schemeClr val="tx1"/>
                </a:solidFill>
                <a:ea typeface="黑体" panose="02010609060101010101" pitchFamily="49" charset="-122"/>
              </a:rPr>
              <a:t>a</a:t>
            </a:r>
            <a:r>
              <a:rPr kumimoji="1" lang="zh-CN" altLang="en-US" i="0" dirty="0">
                <a:solidFill>
                  <a:schemeClr val="tx1"/>
                </a:solidFill>
                <a:ea typeface="黑体" panose="02010609060101010101" pitchFamily="49" charset="-122"/>
              </a:rPr>
              <a:t>的制动装置所需的力</a:t>
            </a:r>
            <a:r>
              <a:rPr lang="en-US" altLang="zh-CN" b="1" i="1" dirty="0">
                <a:solidFill>
                  <a:schemeClr val="tx1"/>
                </a:solidFill>
                <a:latin typeface="+mj-lt"/>
              </a:rPr>
              <a:t>F</a:t>
            </a:r>
            <a:r>
              <a:rPr lang="en-US" altLang="zh-CN" i="0" baseline="-25000" dirty="0">
                <a:solidFill>
                  <a:schemeClr val="tx1"/>
                </a:solidFill>
                <a:latin typeface="+mj-lt"/>
              </a:rPr>
              <a:t>1</a:t>
            </a:r>
            <a:r>
              <a:rPr kumimoji="1" lang="zh-CN" altLang="en-US" i="0" dirty="0">
                <a:solidFill>
                  <a:schemeClr val="tx1"/>
                </a:solidFill>
                <a:ea typeface="黑体" panose="02010609060101010101" pitchFamily="49" charset="-122"/>
              </a:rPr>
              <a:t>最小，且当</a:t>
            </a:r>
            <a:r>
              <a:rPr lang="en-US" altLang="zh-CN" i="1" dirty="0">
                <a:solidFill>
                  <a:schemeClr val="tx1"/>
                </a:solidFill>
                <a:latin typeface="+mj-lt"/>
              </a:rPr>
              <a:t>a</a:t>
            </a:r>
            <a:r>
              <a:rPr lang="zh-CN" altLang="en-US" i="0" dirty="0">
                <a:solidFill>
                  <a:schemeClr val="tx1"/>
                </a:solidFill>
                <a:latin typeface="+mj-lt"/>
              </a:rPr>
              <a:t>＜</a:t>
            </a:r>
            <a:r>
              <a:rPr lang="en-US" altLang="zh-CN" i="1" dirty="0" err="1">
                <a:solidFill>
                  <a:schemeClr val="tx1"/>
                </a:solidFill>
                <a:latin typeface="+mj-lt"/>
              </a:rPr>
              <a:t>f</a:t>
            </a:r>
            <a:r>
              <a:rPr lang="en-US" altLang="zh-CN" i="0" baseline="-25000" dirty="0" err="1">
                <a:solidFill>
                  <a:schemeClr val="tx1"/>
                </a:solidFill>
                <a:latin typeface="+mj-lt"/>
              </a:rPr>
              <a:t>s</a:t>
            </a:r>
            <a:r>
              <a:rPr lang="en-US" altLang="zh-CN" i="1" dirty="0" err="1">
                <a:solidFill>
                  <a:schemeClr val="tx1"/>
                </a:solidFill>
                <a:latin typeface="+mj-lt"/>
              </a:rPr>
              <a:t>c</a:t>
            </a:r>
            <a:r>
              <a:rPr kumimoji="1" lang="zh-CN" altLang="en-US" i="0" dirty="0">
                <a:solidFill>
                  <a:schemeClr val="tx1"/>
                </a:solidFill>
                <a:ea typeface="黑体" panose="02010609060101010101" pitchFamily="49" charset="-122"/>
              </a:rPr>
              <a:t>时有自锁作用，故</a:t>
            </a:r>
            <a:r>
              <a:rPr kumimoji="1" lang="zh-CN" altLang="en-US" i="0" dirty="0">
                <a:ea typeface="黑体" panose="02010609060101010101" pitchFamily="49" charset="-122"/>
              </a:rPr>
              <a:t>图</a:t>
            </a:r>
            <a:r>
              <a:rPr kumimoji="1" lang="en-US" altLang="zh-CN" i="0" dirty="0">
                <a:ea typeface="黑体" panose="02010609060101010101" pitchFamily="49" charset="-122"/>
              </a:rPr>
              <a:t>a</a:t>
            </a:r>
            <a:r>
              <a:rPr kumimoji="1" lang="zh-CN" altLang="en-US" i="0" dirty="0">
                <a:solidFill>
                  <a:schemeClr val="tx1"/>
                </a:solidFill>
                <a:ea typeface="黑体" panose="02010609060101010101" pitchFamily="49" charset="-122"/>
              </a:rPr>
              <a:t>所示结构力学上</a:t>
            </a:r>
            <a:r>
              <a:rPr kumimoji="1" lang="zh-CN" altLang="en-US" i="0" dirty="0">
                <a:ea typeface="黑体" panose="02010609060101010101" pitchFamily="49" charset="-122"/>
              </a:rPr>
              <a:t>较为合理</a:t>
            </a:r>
            <a:r>
              <a:rPr kumimoji="1" lang="zh-CN" altLang="en-US" i="0" dirty="0">
                <a:solidFill>
                  <a:schemeClr val="tx1"/>
                </a:solidFill>
                <a:ea typeface="黑体" panose="02010609060101010101" pitchFamily="49" charset="-122"/>
              </a:rPr>
              <a:t>。</a:t>
            </a:r>
          </a:p>
        </p:txBody>
      </p:sp>
    </p:spTree>
    <p:extLst>
      <p:ext uri="{BB962C8B-B14F-4D97-AF65-F5344CB8AC3E}">
        <p14:creationId xmlns:p14="http://schemas.microsoft.com/office/powerpoint/2010/main" val="143597101"/>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iterate type="lt">
                                    <p:tmPct val="70000"/>
                                  </p:iterate>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300"/>
                                        <p:tgtEl>
                                          <p:spTgt spid="2">
                                            <p:txEl>
                                              <p:pRg st="0" end="0"/>
                                            </p:txEl>
                                          </p:spTgt>
                                        </p:tgtEl>
                                      </p:cBhvr>
                                    </p:animEffect>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iterate type="lt">
                                    <p:tmPct val="70000"/>
                                  </p:iterate>
                                  <p:childTnLst>
                                    <p:set>
                                      <p:cBhvr>
                                        <p:cTn id="11" dur="1" fill="hold">
                                          <p:stCondLst>
                                            <p:cond delay="0"/>
                                          </p:stCondLst>
                                        </p:cTn>
                                        <p:tgtEl>
                                          <p:spTgt spid="2">
                                            <p:txEl>
                                              <p:pRg st="1" end="1"/>
                                            </p:txEl>
                                          </p:spTgt>
                                        </p:tgtEl>
                                        <p:attrNameLst>
                                          <p:attrName>style.visibility</p:attrName>
                                        </p:attrNameLst>
                                      </p:cBhvr>
                                      <p:to>
                                        <p:strVal val="visible"/>
                                      </p:to>
                                    </p:set>
                                    <p:animEffect transition="in" filter="wipe(left)">
                                      <p:cBhvr>
                                        <p:cTn id="12" dur="300"/>
                                        <p:tgtEl>
                                          <p:spTgt spid="2">
                                            <p:txEl>
                                              <p:pRg st="1" end="1"/>
                                            </p:txEl>
                                          </p:spTgt>
                                        </p:tgtEl>
                                      </p:cBhvr>
                                    </p:animEffect>
                                  </p:childTnLst>
                                  <p:subTnLst>
                                    <p:audio>
                                      <p:cMediaNode>
                                        <p:cTn display="0" masterRel="sameClick">
                                          <p:stCondLst>
                                            <p:cond evt="begin" delay="0">
                                              <p:tn val="10"/>
                                            </p:cond>
                                          </p:stCondLst>
                                          <p:endCondLst>
                                            <p:cond evt="onStopAudio" delay="0">
                                              <p:tgtEl>
                                                <p:sldTgt/>
                                              </p:tgtEl>
                                            </p:cond>
                                          </p:endCondLst>
                                        </p:cTn>
                                        <p:tgtEl>
                                          <p:sndTgt r:embed="rId3" name="CAMERA.WAV"/>
                                        </p:tgtEl>
                                      </p:cMediaNode>
                                    </p:audio>
                                  </p:sub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iterate type="lt">
                                    <p:tmPct val="70000"/>
                                  </p:iterate>
                                  <p:childTnLst>
                                    <p:set>
                                      <p:cBhvr>
                                        <p:cTn id="16" dur="1" fill="hold">
                                          <p:stCondLst>
                                            <p:cond delay="0"/>
                                          </p:stCondLst>
                                        </p:cTn>
                                        <p:tgtEl>
                                          <p:spTgt spid="2">
                                            <p:txEl>
                                              <p:pRg st="2" end="2"/>
                                            </p:txEl>
                                          </p:spTgt>
                                        </p:tgtEl>
                                        <p:attrNameLst>
                                          <p:attrName>style.visibility</p:attrName>
                                        </p:attrNameLst>
                                      </p:cBhvr>
                                      <p:to>
                                        <p:strVal val="visible"/>
                                      </p:to>
                                    </p:set>
                                    <p:animEffect transition="in" filter="wipe(left)">
                                      <p:cBhvr>
                                        <p:cTn id="17" dur="300"/>
                                        <p:tgtEl>
                                          <p:spTgt spid="2">
                                            <p:txEl>
                                              <p:pRg st="2" end="2"/>
                                            </p:txEl>
                                          </p:spTgt>
                                        </p:tgtEl>
                                      </p:cBhvr>
                                    </p:animEffect>
                                  </p:childTnLst>
                                  <p:subTnLst>
                                    <p:audio>
                                      <p:cMediaNode>
                                        <p:cTn display="0" masterRel="sameClick">
                                          <p:stCondLst>
                                            <p:cond evt="begin" delay="0">
                                              <p:tn val="15"/>
                                            </p:cond>
                                          </p:stCondLst>
                                          <p:endCondLst>
                                            <p:cond evt="onStopAudio" delay="0">
                                              <p:tgtEl>
                                                <p:sldTgt/>
                                              </p:tgtEl>
                                            </p:cond>
                                          </p:endCondLst>
                                        </p:cTn>
                                        <p:tgtEl>
                                          <p:sndTgt r:embed="rId3" name="CAMERA.WAV"/>
                                        </p:tgtEl>
                                      </p:cMediaNode>
                                    </p:audio>
                                  </p:sub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3"/>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6"/>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grpId="0" nodeType="clickEffect">
                                  <p:stCondLst>
                                    <p:cond delay="0"/>
                                  </p:stCondLst>
                                  <p:childTnLst>
                                    <p:set>
                                      <p:cBhvr>
                                        <p:cTn id="29" dur="1" fill="hold">
                                          <p:stCondLst>
                                            <p:cond delay="0"/>
                                          </p:stCondLst>
                                        </p:cTn>
                                        <p:tgtEl>
                                          <p:spTgt spid="8"/>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grpId="0" nodeType="clickEffect">
                                  <p:stCondLst>
                                    <p:cond delay="0"/>
                                  </p:stCondLst>
                                  <p:childTnLst>
                                    <p:set>
                                      <p:cBhvr>
                                        <p:cTn id="33"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autoUpdateAnimBg="0"/>
      <p:bldP spid="3" grpId="0"/>
      <p:bldP spid="6" grpId="0"/>
      <p:bldP spid="8" grpId="0"/>
      <p:bldP spid="10"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164442" y="91693"/>
            <a:ext cx="5546711" cy="615553"/>
          </a:xfrm>
          <a:prstGeom prst="rect">
            <a:avLst/>
          </a:prstGeom>
        </p:spPr>
        <p:txBody>
          <a:bodyPr wrap="none">
            <a:spAutoFit/>
          </a:bodyPr>
          <a:lstStyle/>
          <a:p>
            <a:pPr>
              <a:defRPr/>
            </a:pPr>
            <a:r>
              <a:rPr kumimoji="1" lang="zh-CN" altLang="en-US" sz="3400" i="0" dirty="0">
                <a:solidFill>
                  <a:srgbClr val="FFFFFF"/>
                </a:solidFill>
                <a:latin typeface="微软雅黑" panose="020B0503020204020204" pitchFamily="34" charset="-122"/>
                <a:ea typeface="微软雅黑" panose="020B0503020204020204" pitchFamily="34" charset="-122"/>
              </a:rPr>
              <a:t>第二章</a:t>
            </a:r>
            <a:r>
              <a:rPr kumimoji="1" lang="en-US" altLang="zh-CN" sz="3400" i="0" dirty="0">
                <a:solidFill>
                  <a:srgbClr val="FFFFFF"/>
                </a:solidFill>
                <a:latin typeface="微软雅黑" panose="020B0503020204020204" pitchFamily="34" charset="-122"/>
                <a:ea typeface="微软雅黑" panose="020B0503020204020204" pitchFamily="34" charset="-122"/>
              </a:rPr>
              <a:t> </a:t>
            </a:r>
            <a:r>
              <a:rPr kumimoji="1" lang="zh-CN" altLang="en-US" sz="3400" i="0" dirty="0">
                <a:solidFill>
                  <a:srgbClr val="FFFFFF"/>
                </a:solidFill>
                <a:latin typeface="微软雅黑" panose="020B0503020204020204" pitchFamily="34" charset="-122"/>
                <a:ea typeface="微软雅黑" panose="020B0503020204020204" pitchFamily="34" charset="-122"/>
              </a:rPr>
              <a:t>平面问题的受力分析</a:t>
            </a:r>
          </a:p>
        </p:txBody>
      </p:sp>
      <p:sp>
        <p:nvSpPr>
          <p:cNvPr id="18" name="矩形 17"/>
          <p:cNvSpPr/>
          <p:nvPr/>
        </p:nvSpPr>
        <p:spPr>
          <a:xfrm>
            <a:off x="3887703" y="856028"/>
            <a:ext cx="2492990" cy="599331"/>
          </a:xfrm>
          <a:prstGeom prst="rect">
            <a:avLst/>
          </a:prstGeom>
        </p:spPr>
        <p:txBody>
          <a:bodyPr wrap="none">
            <a:spAutoFit/>
          </a:bodyPr>
          <a:lstStyle/>
          <a:p>
            <a:pPr>
              <a:lnSpc>
                <a:spcPct val="120000"/>
              </a:lnSpc>
            </a:pPr>
            <a:r>
              <a:rPr lang="zh-CN" altLang="en-US" sz="3000" i="0" dirty="0">
                <a:solidFill>
                  <a:srgbClr val="4F81BD"/>
                </a:solidFill>
                <a:latin typeface="微软雅黑" panose="020B0503020204020204" pitchFamily="34" charset="-122"/>
                <a:ea typeface="微软雅黑" panose="020B0503020204020204" pitchFamily="34" charset="-122"/>
              </a:rPr>
              <a:t>滚动摩擦简介</a:t>
            </a:r>
          </a:p>
        </p:txBody>
      </p:sp>
      <p:sp>
        <p:nvSpPr>
          <p:cNvPr id="3" name="矩形 10">
            <a:extLst>
              <a:ext uri="{FF2B5EF4-FFF2-40B4-BE49-F238E27FC236}">
                <a16:creationId xmlns:a16="http://schemas.microsoft.com/office/drawing/2014/main" id="{FB9C18E5-6816-016D-55C1-71DFA07BC0AD}"/>
              </a:ext>
            </a:extLst>
          </p:cNvPr>
          <p:cNvSpPr>
            <a:spLocks noChangeArrowheads="1"/>
          </p:cNvSpPr>
          <p:nvPr/>
        </p:nvSpPr>
        <p:spPr bwMode="auto">
          <a:xfrm>
            <a:off x="911424" y="1455359"/>
            <a:ext cx="10369152" cy="21605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nSpc>
                <a:spcPct val="120000"/>
              </a:lnSpc>
            </a:pPr>
            <a:r>
              <a:rPr kumimoji="1" lang="zh-CN" altLang="en-US" sz="2800" i="0" dirty="0">
                <a:latin typeface="微软雅黑" panose="020B0503020204020204" pitchFamily="34" charset="-122"/>
                <a:ea typeface="微软雅黑" panose="020B0503020204020204" pitchFamily="34" charset="-122"/>
              </a:rPr>
              <a:t>当搬运重物时，若在重物底下垫辊轴，比直接放在地面上推动省力得多。这说明用辊轴的滚动来代替箱底的滑动，所受的阻力要小得多。</a:t>
            </a:r>
            <a:endParaRPr kumimoji="1" lang="en-US" altLang="zh-CN" sz="2800" i="0" dirty="0">
              <a:latin typeface="微软雅黑" panose="020B0503020204020204" pitchFamily="34" charset="-122"/>
              <a:ea typeface="微软雅黑" panose="020B0503020204020204" pitchFamily="34" charset="-122"/>
            </a:endParaRPr>
          </a:p>
          <a:p>
            <a:pPr>
              <a:lnSpc>
                <a:spcPct val="120000"/>
              </a:lnSpc>
            </a:pPr>
            <a:r>
              <a:rPr kumimoji="1" lang="zh-CN" altLang="en-US" sz="2800" i="0" dirty="0">
                <a:latin typeface="微软雅黑" panose="020B0503020204020204" pitchFamily="34" charset="-122"/>
                <a:ea typeface="微软雅黑" panose="020B0503020204020204" pitchFamily="34" charset="-122"/>
              </a:rPr>
              <a:t>车辆用车轮，机器中用滚动轴承，就是利用了这个道理。 </a:t>
            </a:r>
          </a:p>
        </p:txBody>
      </p:sp>
      <p:sp>
        <p:nvSpPr>
          <p:cNvPr id="9" name="Rectangle 61">
            <a:extLst>
              <a:ext uri="{FF2B5EF4-FFF2-40B4-BE49-F238E27FC236}">
                <a16:creationId xmlns:a16="http://schemas.microsoft.com/office/drawing/2014/main" id="{73C9FF17-C75A-8DBC-5351-D7589ADCC51D}"/>
              </a:ext>
            </a:extLst>
          </p:cNvPr>
          <p:cNvSpPr>
            <a:spLocks noChangeArrowheads="1"/>
          </p:cNvSpPr>
          <p:nvPr/>
        </p:nvSpPr>
        <p:spPr bwMode="auto">
          <a:xfrm>
            <a:off x="1919536" y="3626614"/>
            <a:ext cx="7920880" cy="2523134"/>
          </a:xfrm>
          <a:prstGeom prst="rect">
            <a:avLst/>
          </a:prstGeom>
          <a:solidFill>
            <a:srgbClr val="B9CDE5"/>
          </a:solidFill>
          <a:ln>
            <a:noFill/>
          </a:ln>
          <a:effectLst/>
        </p:spPr>
        <p:txBody>
          <a:bodyPr wrap="none" anchor="ctr"/>
          <a:lstStyle/>
          <a:p>
            <a:endParaRPr lang="zh-CN" altLang="en-US"/>
          </a:p>
        </p:txBody>
      </p:sp>
      <p:pic>
        <p:nvPicPr>
          <p:cNvPr id="2" name="图片 1"/>
          <p:cNvPicPr>
            <a:picLocks noChangeAspect="1"/>
          </p:cNvPicPr>
          <p:nvPr/>
        </p:nvPicPr>
        <p:blipFill>
          <a:blip r:embed="rId3"/>
          <a:stretch>
            <a:fillRect/>
          </a:stretch>
        </p:blipFill>
        <p:spPr>
          <a:xfrm>
            <a:off x="2321914" y="3717032"/>
            <a:ext cx="3563625" cy="2319320"/>
          </a:xfrm>
          <a:prstGeom prst="rect">
            <a:avLst/>
          </a:prstGeom>
        </p:spPr>
      </p:pic>
      <p:pic>
        <p:nvPicPr>
          <p:cNvPr id="4" name="图片 3"/>
          <p:cNvPicPr>
            <a:picLocks noChangeAspect="1"/>
          </p:cNvPicPr>
          <p:nvPr/>
        </p:nvPicPr>
        <p:blipFill>
          <a:blip r:embed="rId4"/>
          <a:stretch>
            <a:fillRect/>
          </a:stretch>
        </p:blipFill>
        <p:spPr>
          <a:xfrm>
            <a:off x="6744072" y="3626614"/>
            <a:ext cx="2548241" cy="2394675"/>
          </a:xfrm>
          <a:prstGeom prst="rect">
            <a:avLst/>
          </a:prstGeom>
        </p:spPr>
      </p:pic>
    </p:spTree>
    <p:extLst>
      <p:ext uri="{BB962C8B-B14F-4D97-AF65-F5344CB8AC3E}">
        <p14:creationId xmlns:p14="http://schemas.microsoft.com/office/powerpoint/2010/main" val="4064155098"/>
      </p:ext>
    </p:extLst>
  </p:cSld>
  <p:clrMapOvr>
    <a:masterClrMapping/>
  </p:clrMapOvr>
  <p:transition spd="slow"/>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164442" y="91693"/>
            <a:ext cx="5546711" cy="615553"/>
          </a:xfrm>
          <a:prstGeom prst="rect">
            <a:avLst/>
          </a:prstGeom>
        </p:spPr>
        <p:txBody>
          <a:bodyPr wrap="none">
            <a:spAutoFit/>
          </a:bodyPr>
          <a:lstStyle/>
          <a:p>
            <a:pPr>
              <a:defRPr/>
            </a:pPr>
            <a:r>
              <a:rPr kumimoji="1" lang="zh-CN" altLang="en-US" sz="3400" i="0" dirty="0">
                <a:solidFill>
                  <a:srgbClr val="FFFFFF"/>
                </a:solidFill>
                <a:latin typeface="微软雅黑" panose="020B0503020204020204" pitchFamily="34" charset="-122"/>
                <a:ea typeface="微软雅黑" panose="020B0503020204020204" pitchFamily="34" charset="-122"/>
              </a:rPr>
              <a:t>第二章</a:t>
            </a:r>
            <a:r>
              <a:rPr kumimoji="1" lang="en-US" altLang="zh-CN" sz="3400" i="0" dirty="0">
                <a:solidFill>
                  <a:srgbClr val="FFFFFF"/>
                </a:solidFill>
                <a:latin typeface="微软雅黑" panose="020B0503020204020204" pitchFamily="34" charset="-122"/>
                <a:ea typeface="微软雅黑" panose="020B0503020204020204" pitchFamily="34" charset="-122"/>
              </a:rPr>
              <a:t> </a:t>
            </a:r>
            <a:r>
              <a:rPr kumimoji="1" lang="zh-CN" altLang="en-US" sz="3400" i="0" dirty="0">
                <a:solidFill>
                  <a:srgbClr val="FFFFFF"/>
                </a:solidFill>
                <a:latin typeface="微软雅黑" panose="020B0503020204020204" pitchFamily="34" charset="-122"/>
                <a:ea typeface="微软雅黑" panose="020B0503020204020204" pitchFamily="34" charset="-122"/>
              </a:rPr>
              <a:t>平面问题的受力分析</a:t>
            </a:r>
          </a:p>
        </p:txBody>
      </p:sp>
      <p:sp>
        <p:nvSpPr>
          <p:cNvPr id="3" name="矩形 10">
            <a:extLst>
              <a:ext uri="{FF2B5EF4-FFF2-40B4-BE49-F238E27FC236}">
                <a16:creationId xmlns:a16="http://schemas.microsoft.com/office/drawing/2014/main" id="{FB9C18E5-6816-016D-55C1-71DFA07BC0AD}"/>
              </a:ext>
            </a:extLst>
          </p:cNvPr>
          <p:cNvSpPr>
            <a:spLocks noChangeArrowheads="1"/>
          </p:cNvSpPr>
          <p:nvPr/>
        </p:nvSpPr>
        <p:spPr bwMode="auto">
          <a:xfrm>
            <a:off x="911424" y="970702"/>
            <a:ext cx="10369152" cy="2677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nSpc>
                <a:spcPct val="120000"/>
              </a:lnSpc>
            </a:pPr>
            <a:r>
              <a:rPr kumimoji="1" lang="zh-CN" altLang="en-US" sz="2800" i="0" dirty="0">
                <a:latin typeface="微软雅黑" panose="020B0503020204020204" pitchFamily="34" charset="-122"/>
                <a:ea typeface="微软雅黑" panose="020B0503020204020204" pitchFamily="34" charset="-122"/>
              </a:rPr>
              <a:t>将一重力为</a:t>
            </a:r>
            <a:r>
              <a:rPr kumimoji="1" lang="en-US" altLang="zh-CN" sz="2800" dirty="0">
                <a:latin typeface="+mj-lt"/>
                <a:ea typeface="微软雅黑" panose="020B0503020204020204" pitchFamily="34" charset="-122"/>
              </a:rPr>
              <a:t>W</a:t>
            </a:r>
            <a:r>
              <a:rPr kumimoji="1" lang="zh-CN" altLang="en-US" sz="2800" i="0" dirty="0">
                <a:latin typeface="微软雅黑" panose="020B0503020204020204" pitchFamily="34" charset="-122"/>
                <a:ea typeface="微软雅黑" panose="020B0503020204020204" pitchFamily="34" charset="-122"/>
              </a:rPr>
              <a:t>的车轮放在地面上，在车轮上加一微小的水平拉力</a:t>
            </a:r>
            <a:r>
              <a:rPr lang="en-US" altLang="zh-CN" sz="2800" dirty="0"/>
              <a:t>F</a:t>
            </a:r>
            <a:r>
              <a:rPr kumimoji="1" lang="zh-CN" altLang="en-US" sz="2800" i="0" dirty="0">
                <a:latin typeface="微软雅黑" panose="020B0503020204020204" pitchFamily="34" charset="-122"/>
                <a:ea typeface="微软雅黑" panose="020B0503020204020204" pitchFamily="34" charset="-122"/>
              </a:rPr>
              <a:t>，此时车轮与地面接触处就会产生一摩擦阻力</a:t>
            </a:r>
            <a:r>
              <a:rPr lang="en-US" altLang="zh-CN" sz="2800" dirty="0" err="1"/>
              <a:t>F</a:t>
            </a:r>
            <a:r>
              <a:rPr lang="en-US" altLang="zh-CN" sz="2800" i="0" baseline="-25000" dirty="0" err="1"/>
              <a:t>f</a:t>
            </a:r>
            <a:r>
              <a:rPr kumimoji="1" lang="zh-CN" altLang="en-US" sz="2800" i="0" dirty="0">
                <a:latin typeface="微软雅黑" panose="020B0503020204020204" pitchFamily="34" charset="-122"/>
                <a:ea typeface="微软雅黑" panose="020B0503020204020204" pitchFamily="34" charset="-122"/>
              </a:rPr>
              <a:t>，已阻止车轮滑动。主动力</a:t>
            </a:r>
            <a:r>
              <a:rPr lang="en-US" altLang="zh-CN" sz="2800" dirty="0"/>
              <a:t>F</a:t>
            </a:r>
            <a:r>
              <a:rPr kumimoji="1" lang="zh-CN" altLang="en-US" sz="2800" i="0" dirty="0">
                <a:latin typeface="微软雅黑" panose="020B0503020204020204" pitchFamily="34" charset="-122"/>
                <a:ea typeface="微软雅黑" panose="020B0503020204020204" pitchFamily="34" charset="-122"/>
              </a:rPr>
              <a:t>与滑动摩擦力组成一力偶，其值为</a:t>
            </a:r>
            <a:r>
              <a:rPr lang="en-US" altLang="zh-CN" sz="2800" dirty="0"/>
              <a:t>Fr</a:t>
            </a:r>
            <a:r>
              <a:rPr kumimoji="1" lang="zh-CN" altLang="en-US" sz="2800" i="0" dirty="0">
                <a:latin typeface="微软雅黑" panose="020B0503020204020204" pitchFamily="34" charset="-122"/>
                <a:ea typeface="微软雅黑" panose="020B0503020204020204" pitchFamily="34" charset="-122"/>
              </a:rPr>
              <a:t>，它将驱使车轮转动。其实，若</a:t>
            </a:r>
            <a:r>
              <a:rPr lang="en-US" altLang="zh-CN" sz="2800" dirty="0"/>
              <a:t>F </a:t>
            </a:r>
            <a:r>
              <a:rPr kumimoji="1" lang="zh-CN" altLang="en-US" sz="2800" i="0" dirty="0">
                <a:latin typeface="微软雅黑" panose="020B0503020204020204" pitchFamily="34" charset="-122"/>
                <a:ea typeface="微软雅黑" panose="020B0503020204020204" pitchFamily="34" charset="-122"/>
              </a:rPr>
              <a:t>不大，转动并不会发生，这说明还存在一阻止转动的力偶，这就是滚动力偶矩。</a:t>
            </a:r>
          </a:p>
        </p:txBody>
      </p:sp>
      <p:sp>
        <p:nvSpPr>
          <p:cNvPr id="9" name="Rectangle 61">
            <a:extLst>
              <a:ext uri="{FF2B5EF4-FFF2-40B4-BE49-F238E27FC236}">
                <a16:creationId xmlns:a16="http://schemas.microsoft.com/office/drawing/2014/main" id="{73C9FF17-C75A-8DBC-5351-D7589ADCC51D}"/>
              </a:ext>
            </a:extLst>
          </p:cNvPr>
          <p:cNvSpPr>
            <a:spLocks noChangeArrowheads="1"/>
          </p:cNvSpPr>
          <p:nvPr/>
        </p:nvSpPr>
        <p:spPr bwMode="auto">
          <a:xfrm>
            <a:off x="1919536" y="3626613"/>
            <a:ext cx="7920880" cy="2602563"/>
          </a:xfrm>
          <a:prstGeom prst="rect">
            <a:avLst/>
          </a:prstGeom>
          <a:solidFill>
            <a:srgbClr val="B9CDE5"/>
          </a:solidFill>
          <a:ln>
            <a:noFill/>
          </a:ln>
          <a:effectLst/>
        </p:spPr>
        <p:txBody>
          <a:bodyPr wrap="none" anchor="ctr"/>
          <a:lstStyle/>
          <a:p>
            <a:endParaRPr lang="zh-CN" altLang="en-US"/>
          </a:p>
        </p:txBody>
      </p:sp>
      <p:sp>
        <p:nvSpPr>
          <p:cNvPr id="8" name="Line 4"/>
          <p:cNvSpPr>
            <a:spLocks noChangeShapeType="1"/>
          </p:cNvSpPr>
          <p:nvPr/>
        </p:nvSpPr>
        <p:spPr bwMode="auto">
          <a:xfrm flipV="1">
            <a:off x="3701097" y="5444952"/>
            <a:ext cx="0" cy="711200"/>
          </a:xfrm>
          <a:prstGeom prst="line">
            <a:avLst/>
          </a:prstGeom>
          <a:noFill/>
          <a:ln w="38100">
            <a:solidFill>
              <a:srgbClr val="FF00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0" name="Text Box 5"/>
          <p:cNvSpPr txBox="1">
            <a:spLocks noChangeArrowheads="1"/>
          </p:cNvSpPr>
          <p:nvPr/>
        </p:nvSpPr>
        <p:spPr bwMode="auto">
          <a:xfrm>
            <a:off x="3664584" y="5710064"/>
            <a:ext cx="9271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pPr>
            <a:r>
              <a:rPr lang="en-US" altLang="zh-CN" sz="2800" b="1" i="1" dirty="0">
                <a:solidFill>
                  <a:srgbClr val="FF0000"/>
                </a:solidFill>
                <a:ea typeface="宋体" panose="02010600030101010101" pitchFamily="2" charset="-122"/>
              </a:rPr>
              <a:t>F</a:t>
            </a:r>
            <a:r>
              <a:rPr lang="en-US" altLang="zh-CN" sz="2800" baseline="-25000" dirty="0">
                <a:solidFill>
                  <a:srgbClr val="FF0000"/>
                </a:solidFill>
                <a:ea typeface="宋体" panose="02010600030101010101" pitchFamily="2" charset="-122"/>
              </a:rPr>
              <a:t>N</a:t>
            </a:r>
            <a:endParaRPr lang="en-US" altLang="zh-CN" sz="2800" b="1" i="1" dirty="0">
              <a:solidFill>
                <a:srgbClr val="FF0000"/>
              </a:solidFill>
              <a:ea typeface="宋体" panose="02010600030101010101" pitchFamily="2" charset="-122"/>
            </a:endParaRPr>
          </a:p>
        </p:txBody>
      </p:sp>
      <p:sp>
        <p:nvSpPr>
          <p:cNvPr id="11" name="Line 6"/>
          <p:cNvSpPr>
            <a:spLocks noChangeAspect="1" noChangeShapeType="1"/>
          </p:cNvSpPr>
          <p:nvPr/>
        </p:nvSpPr>
        <p:spPr bwMode="auto">
          <a:xfrm rot="5400000" flipH="1">
            <a:off x="4060666" y="5137771"/>
            <a:ext cx="1587" cy="685800"/>
          </a:xfrm>
          <a:prstGeom prst="line">
            <a:avLst/>
          </a:prstGeom>
          <a:noFill/>
          <a:ln w="38100">
            <a:solidFill>
              <a:srgbClr val="FF00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2" name="Text Box 7"/>
          <p:cNvSpPr txBox="1">
            <a:spLocks noChangeArrowheads="1"/>
          </p:cNvSpPr>
          <p:nvPr/>
        </p:nvSpPr>
        <p:spPr bwMode="auto">
          <a:xfrm>
            <a:off x="4375668" y="5162377"/>
            <a:ext cx="696913"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pPr>
            <a:r>
              <a:rPr lang="en-US" altLang="zh-CN" sz="2800" b="1" i="1" dirty="0" err="1">
                <a:solidFill>
                  <a:srgbClr val="FF0000"/>
                </a:solidFill>
                <a:ea typeface="宋体" panose="02010600030101010101" pitchFamily="2" charset="-122"/>
              </a:rPr>
              <a:t>F</a:t>
            </a:r>
            <a:r>
              <a:rPr lang="en-US" altLang="zh-CN" sz="2800" i="0" baseline="-25000" dirty="0" err="1">
                <a:solidFill>
                  <a:srgbClr val="FF0000"/>
                </a:solidFill>
              </a:rPr>
              <a:t>f</a:t>
            </a:r>
            <a:endParaRPr lang="en-US" altLang="zh-CN" sz="2800" i="0" baseline="-25000" dirty="0">
              <a:solidFill>
                <a:srgbClr val="FF0000"/>
              </a:solidFill>
            </a:endParaRPr>
          </a:p>
        </p:txBody>
      </p:sp>
      <p:grpSp>
        <p:nvGrpSpPr>
          <p:cNvPr id="13" name="Group 10"/>
          <p:cNvGrpSpPr>
            <a:grpSpLocks/>
          </p:cNvGrpSpPr>
          <p:nvPr/>
        </p:nvGrpSpPr>
        <p:grpSpPr bwMode="auto">
          <a:xfrm>
            <a:off x="2686685" y="3554239"/>
            <a:ext cx="2170112" cy="2255838"/>
            <a:chOff x="4097" y="320"/>
            <a:chExt cx="1367" cy="1421"/>
          </a:xfrm>
        </p:grpSpPr>
        <p:sp>
          <p:nvSpPr>
            <p:cNvPr id="14" name="Oval 11"/>
            <p:cNvSpPr>
              <a:spLocks noChangeArrowheads="1"/>
            </p:cNvSpPr>
            <p:nvPr/>
          </p:nvSpPr>
          <p:spPr bwMode="auto">
            <a:xfrm>
              <a:off x="4268" y="610"/>
              <a:ext cx="899" cy="899"/>
            </a:xfrm>
            <a:prstGeom prst="ellipse">
              <a:avLst/>
            </a:prstGeom>
            <a:gradFill rotWithShape="1">
              <a:gsLst>
                <a:gs pos="0">
                  <a:srgbClr val="FFFFFF"/>
                </a:gs>
                <a:gs pos="7001">
                  <a:srgbClr val="E6E6E6"/>
                </a:gs>
                <a:gs pos="32001">
                  <a:srgbClr val="7D8496"/>
                </a:gs>
                <a:gs pos="47000">
                  <a:srgbClr val="E6E6E6"/>
                </a:gs>
                <a:gs pos="85001">
                  <a:srgbClr val="7D8496"/>
                </a:gs>
                <a:gs pos="100000">
                  <a:srgbClr val="E6E6E6"/>
                </a:gs>
              </a:gsLst>
              <a:path path="shape">
                <a:fillToRect l="50000" t="50000" r="50000" b="50000"/>
              </a:path>
            </a:gradFill>
            <a:ln w="571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 name="Text Box 12"/>
            <p:cNvSpPr txBox="1">
              <a:spLocks noChangeArrowheads="1"/>
            </p:cNvSpPr>
            <p:nvPr/>
          </p:nvSpPr>
          <p:spPr bwMode="auto">
            <a:xfrm>
              <a:off x="4775" y="320"/>
              <a:ext cx="406"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pPr>
              <a:r>
                <a:rPr lang="en-US" altLang="zh-CN" sz="2800" b="1" i="1" dirty="0">
                  <a:solidFill>
                    <a:srgbClr val="FF0000"/>
                  </a:solidFill>
                  <a:ea typeface="宋体" panose="02010600030101010101" pitchFamily="2" charset="-122"/>
                </a:rPr>
                <a:t>W</a:t>
              </a:r>
            </a:p>
          </p:txBody>
        </p:sp>
        <p:sp>
          <p:nvSpPr>
            <p:cNvPr id="16" name="Text Box 13"/>
            <p:cNvSpPr txBox="1">
              <a:spLocks noChangeArrowheads="1"/>
            </p:cNvSpPr>
            <p:nvPr/>
          </p:nvSpPr>
          <p:spPr bwMode="auto">
            <a:xfrm>
              <a:off x="5090" y="751"/>
              <a:ext cx="374"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pPr>
              <a:r>
                <a:rPr lang="en-US" altLang="zh-CN" sz="2800" b="1" i="1">
                  <a:solidFill>
                    <a:srgbClr val="FF0000"/>
                  </a:solidFill>
                  <a:ea typeface="宋体" panose="02010600030101010101" pitchFamily="2" charset="-122"/>
                </a:rPr>
                <a:t>F</a:t>
              </a:r>
            </a:p>
          </p:txBody>
        </p:sp>
        <p:sp>
          <p:nvSpPr>
            <p:cNvPr id="17" name="Text Box 14"/>
            <p:cNvSpPr txBox="1">
              <a:spLocks noChangeArrowheads="1"/>
            </p:cNvSpPr>
            <p:nvPr/>
          </p:nvSpPr>
          <p:spPr bwMode="auto">
            <a:xfrm>
              <a:off x="4415" y="654"/>
              <a:ext cx="309"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pPr>
              <a:r>
                <a:rPr lang="en-US" altLang="zh-CN" sz="2800" i="1" dirty="0">
                  <a:solidFill>
                    <a:schemeClr val="tx1"/>
                  </a:solidFill>
                  <a:ea typeface="宋体" panose="02010600030101010101" pitchFamily="2" charset="-122"/>
                </a:rPr>
                <a:t>r</a:t>
              </a:r>
              <a:endParaRPr lang="en-US" altLang="zh-CN" sz="2800" i="1" dirty="0">
                <a:solidFill>
                  <a:schemeClr val="tx1"/>
                </a:solidFill>
                <a:ea typeface="宋体" panose="02010600030101010101" pitchFamily="2" charset="-122"/>
                <a:cs typeface="Times New Roman" panose="02020603050405020304" pitchFamily="18" charset="0"/>
              </a:endParaRPr>
            </a:p>
          </p:txBody>
        </p:sp>
        <p:sp>
          <p:nvSpPr>
            <p:cNvPr id="19" name="Line 15"/>
            <p:cNvSpPr>
              <a:spLocks noChangeShapeType="1"/>
            </p:cNvSpPr>
            <p:nvPr/>
          </p:nvSpPr>
          <p:spPr bwMode="auto">
            <a:xfrm>
              <a:off x="4097" y="1056"/>
              <a:ext cx="1274" cy="0"/>
            </a:xfrm>
            <a:prstGeom prst="line">
              <a:avLst/>
            </a:prstGeom>
            <a:noFill/>
            <a:ln w="9525">
              <a:solidFill>
                <a:schemeClr val="tx1"/>
              </a:solidFill>
              <a:prstDash val="lgDash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0" name="Line 16"/>
            <p:cNvSpPr>
              <a:spLocks noChangeAspect="1" noChangeShapeType="1"/>
            </p:cNvSpPr>
            <p:nvPr/>
          </p:nvSpPr>
          <p:spPr bwMode="auto">
            <a:xfrm rot="-5400000">
              <a:off x="4965" y="810"/>
              <a:ext cx="1" cy="497"/>
            </a:xfrm>
            <a:prstGeom prst="line">
              <a:avLst/>
            </a:prstGeom>
            <a:noFill/>
            <a:ln w="38100">
              <a:solidFill>
                <a:srgbClr val="FF00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1" name="Line 17"/>
            <p:cNvSpPr>
              <a:spLocks noChangeShapeType="1"/>
            </p:cNvSpPr>
            <p:nvPr/>
          </p:nvSpPr>
          <p:spPr bwMode="auto">
            <a:xfrm flipH="1" flipV="1">
              <a:off x="4340" y="787"/>
              <a:ext cx="373" cy="284"/>
            </a:xfrm>
            <a:prstGeom prst="line">
              <a:avLst/>
            </a:prstGeom>
            <a:noFill/>
            <a:ln w="9525">
              <a:solidFill>
                <a:schemeClr val="tx1"/>
              </a:solidFill>
              <a:round/>
              <a:headEnd/>
              <a:tailEnd type="stealth"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2" name="Oval 18"/>
            <p:cNvSpPr>
              <a:spLocks noChangeArrowheads="1"/>
            </p:cNvSpPr>
            <p:nvPr/>
          </p:nvSpPr>
          <p:spPr bwMode="auto">
            <a:xfrm>
              <a:off x="4694" y="1025"/>
              <a:ext cx="56" cy="56"/>
            </a:xfrm>
            <a:prstGeom prst="ellipse">
              <a:avLst/>
            </a:prstGeom>
            <a:solidFill>
              <a:schemeClr val="accent1"/>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3" name="Line 19"/>
            <p:cNvSpPr>
              <a:spLocks noChangeShapeType="1"/>
            </p:cNvSpPr>
            <p:nvPr/>
          </p:nvSpPr>
          <p:spPr bwMode="auto">
            <a:xfrm>
              <a:off x="4722" y="529"/>
              <a:ext cx="0" cy="530"/>
            </a:xfrm>
            <a:prstGeom prst="line">
              <a:avLst/>
            </a:prstGeom>
            <a:noFill/>
            <a:ln w="38100">
              <a:solidFill>
                <a:srgbClr val="FF00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0" name="Text Box 14"/>
            <p:cNvSpPr txBox="1">
              <a:spLocks noChangeArrowheads="1"/>
            </p:cNvSpPr>
            <p:nvPr/>
          </p:nvSpPr>
          <p:spPr bwMode="auto">
            <a:xfrm>
              <a:off x="4356" y="1414"/>
              <a:ext cx="309"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pPr>
              <a:r>
                <a:rPr lang="en-US" altLang="zh-CN" sz="2800" i="1" dirty="0">
                  <a:solidFill>
                    <a:schemeClr val="tx1"/>
                  </a:solidFill>
                  <a:ea typeface="宋体" panose="02010600030101010101" pitchFamily="2" charset="-122"/>
                </a:rPr>
                <a:t>A</a:t>
              </a:r>
              <a:endParaRPr lang="en-US" altLang="zh-CN" sz="2800" i="1" dirty="0">
                <a:solidFill>
                  <a:schemeClr val="tx1"/>
                </a:solidFill>
                <a:ea typeface="宋体" panose="02010600030101010101" pitchFamily="2" charset="-122"/>
                <a:cs typeface="Times New Roman" panose="02020603050405020304" pitchFamily="18" charset="0"/>
              </a:endParaRPr>
            </a:p>
          </p:txBody>
        </p:sp>
      </p:grpSp>
      <p:grpSp>
        <p:nvGrpSpPr>
          <p:cNvPr id="24" name="Group 20"/>
          <p:cNvGrpSpPr>
            <a:grpSpLocks/>
          </p:cNvGrpSpPr>
          <p:nvPr/>
        </p:nvGrpSpPr>
        <p:grpSpPr bwMode="auto">
          <a:xfrm>
            <a:off x="6500813" y="3774902"/>
            <a:ext cx="2170112" cy="2381250"/>
            <a:chOff x="4095" y="1992"/>
            <a:chExt cx="1367" cy="1500"/>
          </a:xfrm>
        </p:grpSpPr>
        <p:grpSp>
          <p:nvGrpSpPr>
            <p:cNvPr id="25" name="Group 21"/>
            <p:cNvGrpSpPr>
              <a:grpSpLocks/>
            </p:cNvGrpSpPr>
            <p:nvPr/>
          </p:nvGrpSpPr>
          <p:grpSpPr bwMode="auto">
            <a:xfrm>
              <a:off x="4095" y="1992"/>
              <a:ext cx="1367" cy="1235"/>
              <a:chOff x="4097" y="274"/>
              <a:chExt cx="1367" cy="1235"/>
            </a:xfrm>
          </p:grpSpPr>
          <p:sp>
            <p:nvSpPr>
              <p:cNvPr id="28" name="Oval 22"/>
              <p:cNvSpPr>
                <a:spLocks noChangeArrowheads="1"/>
              </p:cNvSpPr>
              <p:nvPr/>
            </p:nvSpPr>
            <p:spPr bwMode="auto">
              <a:xfrm>
                <a:off x="4268" y="610"/>
                <a:ext cx="899" cy="899"/>
              </a:xfrm>
              <a:prstGeom prst="ellipse">
                <a:avLst/>
              </a:prstGeom>
              <a:gradFill rotWithShape="1">
                <a:gsLst>
                  <a:gs pos="0">
                    <a:srgbClr val="FFFFFF"/>
                  </a:gs>
                  <a:gs pos="7001">
                    <a:srgbClr val="E6E6E6"/>
                  </a:gs>
                  <a:gs pos="32001">
                    <a:srgbClr val="7D8496"/>
                  </a:gs>
                  <a:gs pos="47000">
                    <a:srgbClr val="E6E6E6"/>
                  </a:gs>
                  <a:gs pos="85001">
                    <a:srgbClr val="7D8496"/>
                  </a:gs>
                  <a:gs pos="100000">
                    <a:srgbClr val="E6E6E6"/>
                  </a:gs>
                </a:gsLst>
                <a:path path="shape">
                  <a:fillToRect l="50000" t="50000" r="50000" b="50000"/>
                </a:path>
              </a:gradFill>
              <a:ln w="571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9" name="Text Box 23"/>
              <p:cNvSpPr txBox="1">
                <a:spLocks noChangeArrowheads="1"/>
              </p:cNvSpPr>
              <p:nvPr/>
            </p:nvSpPr>
            <p:spPr bwMode="auto">
              <a:xfrm>
                <a:off x="4653" y="274"/>
                <a:ext cx="406"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pPr>
                <a:r>
                  <a:rPr lang="en-US" altLang="zh-CN" sz="2800" b="1" i="1">
                    <a:solidFill>
                      <a:srgbClr val="FF0000"/>
                    </a:solidFill>
                    <a:ea typeface="宋体" panose="02010600030101010101" pitchFamily="2" charset="-122"/>
                  </a:rPr>
                  <a:t>W</a:t>
                </a:r>
              </a:p>
            </p:txBody>
          </p:sp>
          <p:sp>
            <p:nvSpPr>
              <p:cNvPr id="30" name="Text Box 24"/>
              <p:cNvSpPr txBox="1">
                <a:spLocks noChangeArrowheads="1"/>
              </p:cNvSpPr>
              <p:nvPr/>
            </p:nvSpPr>
            <p:spPr bwMode="auto">
              <a:xfrm>
                <a:off x="5090" y="751"/>
                <a:ext cx="374"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pPr>
                <a:r>
                  <a:rPr lang="en-US" altLang="zh-CN" sz="2800" b="1" i="1">
                    <a:solidFill>
                      <a:srgbClr val="FF0000"/>
                    </a:solidFill>
                    <a:ea typeface="宋体" panose="02010600030101010101" pitchFamily="2" charset="-122"/>
                  </a:rPr>
                  <a:t>F</a:t>
                </a:r>
              </a:p>
            </p:txBody>
          </p:sp>
          <p:sp>
            <p:nvSpPr>
              <p:cNvPr id="31" name="Text Box 25"/>
              <p:cNvSpPr txBox="1">
                <a:spLocks noChangeArrowheads="1"/>
              </p:cNvSpPr>
              <p:nvPr/>
            </p:nvSpPr>
            <p:spPr bwMode="auto">
              <a:xfrm>
                <a:off x="4415" y="654"/>
                <a:ext cx="309"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pPr>
                <a:r>
                  <a:rPr lang="en-US" altLang="zh-CN" sz="2800" i="1">
                    <a:solidFill>
                      <a:schemeClr val="tx1"/>
                    </a:solidFill>
                    <a:ea typeface="宋体" panose="02010600030101010101" pitchFamily="2" charset="-122"/>
                  </a:rPr>
                  <a:t>r</a:t>
                </a:r>
                <a:endParaRPr lang="en-US" altLang="zh-CN" sz="2800" i="1">
                  <a:solidFill>
                    <a:schemeClr val="tx1"/>
                  </a:solidFill>
                  <a:ea typeface="宋体" panose="02010600030101010101" pitchFamily="2" charset="-122"/>
                  <a:cs typeface="Times New Roman" panose="02020603050405020304" pitchFamily="18" charset="0"/>
                </a:endParaRPr>
              </a:p>
            </p:txBody>
          </p:sp>
          <p:sp>
            <p:nvSpPr>
              <p:cNvPr id="32" name="Line 26"/>
              <p:cNvSpPr>
                <a:spLocks noChangeShapeType="1"/>
              </p:cNvSpPr>
              <p:nvPr/>
            </p:nvSpPr>
            <p:spPr bwMode="auto">
              <a:xfrm>
                <a:off x="4097" y="1056"/>
                <a:ext cx="1274" cy="0"/>
              </a:xfrm>
              <a:prstGeom prst="line">
                <a:avLst/>
              </a:prstGeom>
              <a:noFill/>
              <a:ln w="9525">
                <a:solidFill>
                  <a:schemeClr val="tx1"/>
                </a:solidFill>
                <a:prstDash val="lgDash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3" name="Line 27"/>
              <p:cNvSpPr>
                <a:spLocks noChangeAspect="1" noChangeShapeType="1"/>
              </p:cNvSpPr>
              <p:nvPr/>
            </p:nvSpPr>
            <p:spPr bwMode="auto">
              <a:xfrm rot="-5400000">
                <a:off x="4965" y="810"/>
                <a:ext cx="1" cy="497"/>
              </a:xfrm>
              <a:prstGeom prst="line">
                <a:avLst/>
              </a:prstGeom>
              <a:noFill/>
              <a:ln w="38100">
                <a:solidFill>
                  <a:srgbClr val="FF00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4" name="Line 28"/>
              <p:cNvSpPr>
                <a:spLocks noChangeShapeType="1"/>
              </p:cNvSpPr>
              <p:nvPr/>
            </p:nvSpPr>
            <p:spPr bwMode="auto">
              <a:xfrm flipH="1" flipV="1">
                <a:off x="4340" y="787"/>
                <a:ext cx="373" cy="284"/>
              </a:xfrm>
              <a:prstGeom prst="line">
                <a:avLst/>
              </a:prstGeom>
              <a:noFill/>
              <a:ln w="9525">
                <a:solidFill>
                  <a:schemeClr val="tx1"/>
                </a:solidFill>
                <a:round/>
                <a:headEnd/>
                <a:tailEnd type="stealth"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5" name="Oval 29"/>
              <p:cNvSpPr>
                <a:spLocks noChangeArrowheads="1"/>
              </p:cNvSpPr>
              <p:nvPr/>
            </p:nvSpPr>
            <p:spPr bwMode="auto">
              <a:xfrm>
                <a:off x="4694" y="1025"/>
                <a:ext cx="56" cy="56"/>
              </a:xfrm>
              <a:prstGeom prst="ellipse">
                <a:avLst/>
              </a:prstGeom>
              <a:solidFill>
                <a:schemeClr val="accent1"/>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6" name="Line 30"/>
              <p:cNvSpPr>
                <a:spLocks noChangeShapeType="1"/>
              </p:cNvSpPr>
              <p:nvPr/>
            </p:nvSpPr>
            <p:spPr bwMode="auto">
              <a:xfrm>
                <a:off x="4722" y="529"/>
                <a:ext cx="0" cy="530"/>
              </a:xfrm>
              <a:prstGeom prst="line">
                <a:avLst/>
              </a:prstGeom>
              <a:noFill/>
              <a:ln w="38100">
                <a:solidFill>
                  <a:srgbClr val="FF00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sp>
          <p:nvSpPr>
            <p:cNvPr id="26" name="Freeform 31" descr="宽上对角线"/>
            <p:cNvSpPr>
              <a:spLocks/>
            </p:cNvSpPr>
            <p:nvPr/>
          </p:nvSpPr>
          <p:spPr bwMode="auto">
            <a:xfrm>
              <a:off x="4251" y="3077"/>
              <a:ext cx="1209" cy="415"/>
            </a:xfrm>
            <a:custGeom>
              <a:avLst/>
              <a:gdLst>
                <a:gd name="T0" fmla="*/ 6 w 1209"/>
                <a:gd name="T1" fmla="*/ 124 h 415"/>
                <a:gd name="T2" fmla="*/ 544 w 1209"/>
                <a:gd name="T3" fmla="*/ 152 h 415"/>
                <a:gd name="T4" fmla="*/ 584 w 1209"/>
                <a:gd name="T5" fmla="*/ 144 h 415"/>
                <a:gd name="T6" fmla="*/ 665 w 1209"/>
                <a:gd name="T7" fmla="*/ 111 h 415"/>
                <a:gd name="T8" fmla="*/ 746 w 1209"/>
                <a:gd name="T9" fmla="*/ 46 h 415"/>
                <a:gd name="T10" fmla="*/ 803 w 1209"/>
                <a:gd name="T11" fmla="*/ 5 h 415"/>
                <a:gd name="T12" fmla="*/ 921 w 1209"/>
                <a:gd name="T13" fmla="*/ 15 h 415"/>
                <a:gd name="T14" fmla="*/ 959 w 1209"/>
                <a:gd name="T15" fmla="*/ 67 h 415"/>
                <a:gd name="T16" fmla="*/ 979 w 1209"/>
                <a:gd name="T17" fmla="*/ 123 h 415"/>
                <a:gd name="T18" fmla="*/ 1014 w 1209"/>
                <a:gd name="T19" fmla="*/ 160 h 415"/>
                <a:gd name="T20" fmla="*/ 1209 w 1209"/>
                <a:gd name="T21" fmla="*/ 160 h 415"/>
                <a:gd name="T22" fmla="*/ 1209 w 1209"/>
                <a:gd name="T23" fmla="*/ 411 h 415"/>
                <a:gd name="T24" fmla="*/ 0 w 1209"/>
                <a:gd name="T25" fmla="*/ 406 h 415"/>
                <a:gd name="T26" fmla="*/ 6 w 1209"/>
                <a:gd name="T27" fmla="*/ 124 h 4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209" h="415">
                  <a:moveTo>
                    <a:pt x="6" y="124"/>
                  </a:moveTo>
                  <a:cubicBezTo>
                    <a:pt x="187" y="121"/>
                    <a:pt x="363" y="157"/>
                    <a:pt x="544" y="152"/>
                  </a:cubicBezTo>
                  <a:cubicBezTo>
                    <a:pt x="567" y="151"/>
                    <a:pt x="561" y="151"/>
                    <a:pt x="584" y="144"/>
                  </a:cubicBezTo>
                  <a:cubicBezTo>
                    <a:pt x="610" y="135"/>
                    <a:pt x="623" y="131"/>
                    <a:pt x="665" y="111"/>
                  </a:cubicBezTo>
                  <a:cubicBezTo>
                    <a:pt x="707" y="91"/>
                    <a:pt x="720" y="69"/>
                    <a:pt x="746" y="46"/>
                  </a:cubicBezTo>
                  <a:cubicBezTo>
                    <a:pt x="772" y="23"/>
                    <a:pt x="789" y="20"/>
                    <a:pt x="803" y="5"/>
                  </a:cubicBezTo>
                  <a:cubicBezTo>
                    <a:pt x="832" y="0"/>
                    <a:pt x="895" y="5"/>
                    <a:pt x="921" y="15"/>
                  </a:cubicBezTo>
                  <a:cubicBezTo>
                    <a:pt x="933" y="32"/>
                    <a:pt x="943" y="43"/>
                    <a:pt x="959" y="67"/>
                  </a:cubicBezTo>
                  <a:cubicBezTo>
                    <a:pt x="971" y="83"/>
                    <a:pt x="970" y="107"/>
                    <a:pt x="979" y="123"/>
                  </a:cubicBezTo>
                  <a:cubicBezTo>
                    <a:pt x="988" y="139"/>
                    <a:pt x="976" y="154"/>
                    <a:pt x="1014" y="160"/>
                  </a:cubicBezTo>
                  <a:cubicBezTo>
                    <a:pt x="1111" y="160"/>
                    <a:pt x="1209" y="160"/>
                    <a:pt x="1209" y="160"/>
                  </a:cubicBezTo>
                  <a:cubicBezTo>
                    <a:pt x="1209" y="282"/>
                    <a:pt x="1209" y="257"/>
                    <a:pt x="1209" y="411"/>
                  </a:cubicBezTo>
                  <a:cubicBezTo>
                    <a:pt x="600" y="411"/>
                    <a:pt x="267" y="415"/>
                    <a:pt x="0" y="406"/>
                  </a:cubicBezTo>
                  <a:cubicBezTo>
                    <a:pt x="3" y="265"/>
                    <a:pt x="6" y="124"/>
                    <a:pt x="6" y="124"/>
                  </a:cubicBezTo>
                  <a:close/>
                </a:path>
              </a:pathLst>
            </a:custGeom>
            <a:pattFill prst="wdUpDiag">
              <a:fgClr>
                <a:schemeClr val="tx1"/>
              </a:fgClr>
              <a:bgClr>
                <a:srgbClr val="FFFF66"/>
              </a:bgClr>
            </a:pattFill>
            <a:ln>
              <a:noFill/>
            </a:ln>
            <a:effectLst/>
            <a:extLst>
              <a:ext uri="{91240B29-F687-4F45-9708-019B960494DF}">
                <a14:hiddenLine xmlns:a14="http://schemas.microsoft.com/office/drawing/2010/main" w="38100"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7" name="Freeform 32"/>
            <p:cNvSpPr>
              <a:spLocks/>
            </p:cNvSpPr>
            <p:nvPr/>
          </p:nvSpPr>
          <p:spPr bwMode="auto">
            <a:xfrm>
              <a:off x="4254" y="3074"/>
              <a:ext cx="1208" cy="167"/>
            </a:xfrm>
            <a:custGeom>
              <a:avLst/>
              <a:gdLst>
                <a:gd name="T0" fmla="*/ 0 w 1208"/>
                <a:gd name="T1" fmla="*/ 124 h 167"/>
                <a:gd name="T2" fmla="*/ 279 w 1208"/>
                <a:gd name="T3" fmla="*/ 130 h 167"/>
                <a:gd name="T4" fmla="*/ 414 w 1208"/>
                <a:gd name="T5" fmla="*/ 160 h 167"/>
                <a:gd name="T6" fmla="*/ 567 w 1208"/>
                <a:gd name="T7" fmla="*/ 157 h 167"/>
                <a:gd name="T8" fmla="*/ 664 w 1208"/>
                <a:gd name="T9" fmla="*/ 118 h 167"/>
                <a:gd name="T10" fmla="*/ 750 w 1208"/>
                <a:gd name="T11" fmla="*/ 58 h 167"/>
                <a:gd name="T12" fmla="*/ 800 w 1208"/>
                <a:gd name="T13" fmla="*/ 6 h 167"/>
                <a:gd name="T14" fmla="*/ 914 w 1208"/>
                <a:gd name="T15" fmla="*/ 22 h 167"/>
                <a:gd name="T16" fmla="*/ 958 w 1208"/>
                <a:gd name="T17" fmla="*/ 74 h 167"/>
                <a:gd name="T18" fmla="*/ 978 w 1208"/>
                <a:gd name="T19" fmla="*/ 130 h 167"/>
                <a:gd name="T20" fmla="*/ 1013 w 1208"/>
                <a:gd name="T21" fmla="*/ 167 h 167"/>
                <a:gd name="T22" fmla="*/ 1208 w 1208"/>
                <a:gd name="T23" fmla="*/ 167 h 1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208" h="167">
                  <a:moveTo>
                    <a:pt x="0" y="124"/>
                  </a:moveTo>
                  <a:cubicBezTo>
                    <a:pt x="55" y="124"/>
                    <a:pt x="191" y="123"/>
                    <a:pt x="279" y="130"/>
                  </a:cubicBezTo>
                  <a:cubicBezTo>
                    <a:pt x="348" y="136"/>
                    <a:pt x="366" y="156"/>
                    <a:pt x="414" y="160"/>
                  </a:cubicBezTo>
                  <a:cubicBezTo>
                    <a:pt x="437" y="159"/>
                    <a:pt x="544" y="164"/>
                    <a:pt x="567" y="157"/>
                  </a:cubicBezTo>
                  <a:cubicBezTo>
                    <a:pt x="593" y="148"/>
                    <a:pt x="622" y="138"/>
                    <a:pt x="664" y="118"/>
                  </a:cubicBezTo>
                  <a:cubicBezTo>
                    <a:pt x="706" y="98"/>
                    <a:pt x="724" y="81"/>
                    <a:pt x="750" y="58"/>
                  </a:cubicBezTo>
                  <a:cubicBezTo>
                    <a:pt x="776" y="35"/>
                    <a:pt x="786" y="21"/>
                    <a:pt x="800" y="6"/>
                  </a:cubicBezTo>
                  <a:cubicBezTo>
                    <a:pt x="827" y="0"/>
                    <a:pt x="888" y="11"/>
                    <a:pt x="914" y="22"/>
                  </a:cubicBezTo>
                  <a:cubicBezTo>
                    <a:pt x="938" y="44"/>
                    <a:pt x="942" y="50"/>
                    <a:pt x="958" y="74"/>
                  </a:cubicBezTo>
                  <a:cubicBezTo>
                    <a:pt x="970" y="90"/>
                    <a:pt x="969" y="114"/>
                    <a:pt x="978" y="130"/>
                  </a:cubicBezTo>
                  <a:cubicBezTo>
                    <a:pt x="987" y="146"/>
                    <a:pt x="975" y="161"/>
                    <a:pt x="1013" y="167"/>
                  </a:cubicBezTo>
                  <a:cubicBezTo>
                    <a:pt x="1110" y="167"/>
                    <a:pt x="1208" y="167"/>
                    <a:pt x="1208" y="167"/>
                  </a:cubicBezTo>
                </a:path>
              </a:pathLst>
            </a:custGeom>
            <a:noFill/>
            <a:ln w="38100" cap="flat" cmpd="sng">
              <a:solidFill>
                <a:schemeClr val="tx1"/>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37" name="Line 33"/>
          <p:cNvSpPr>
            <a:spLocks noChangeShapeType="1"/>
          </p:cNvSpPr>
          <p:nvPr/>
        </p:nvSpPr>
        <p:spPr bwMode="auto">
          <a:xfrm flipH="1" flipV="1">
            <a:off x="7883525" y="5614815"/>
            <a:ext cx="233363" cy="261937"/>
          </a:xfrm>
          <a:prstGeom prst="line">
            <a:avLst/>
          </a:prstGeom>
          <a:noFill/>
          <a:ln w="19050">
            <a:solidFill>
              <a:srgbClr val="FF00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8" name="Line 34"/>
          <p:cNvSpPr>
            <a:spLocks noChangeShapeType="1"/>
          </p:cNvSpPr>
          <p:nvPr/>
        </p:nvSpPr>
        <p:spPr bwMode="auto">
          <a:xfrm flipH="1" flipV="1">
            <a:off x="7794625" y="5692602"/>
            <a:ext cx="166688" cy="303213"/>
          </a:xfrm>
          <a:prstGeom prst="line">
            <a:avLst/>
          </a:prstGeom>
          <a:noFill/>
          <a:ln w="19050">
            <a:solidFill>
              <a:srgbClr val="FF00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9" name="Line 35"/>
          <p:cNvSpPr>
            <a:spLocks noChangeShapeType="1"/>
          </p:cNvSpPr>
          <p:nvPr/>
        </p:nvSpPr>
        <p:spPr bwMode="auto">
          <a:xfrm flipH="1" flipV="1">
            <a:off x="7988300" y="5525915"/>
            <a:ext cx="304800" cy="220662"/>
          </a:xfrm>
          <a:prstGeom prst="line">
            <a:avLst/>
          </a:prstGeom>
          <a:noFill/>
          <a:ln w="19050">
            <a:solidFill>
              <a:srgbClr val="FF00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40" name="Line 36"/>
          <p:cNvSpPr>
            <a:spLocks noChangeShapeType="1"/>
          </p:cNvSpPr>
          <p:nvPr/>
        </p:nvSpPr>
        <p:spPr bwMode="auto">
          <a:xfrm flipH="1" flipV="1">
            <a:off x="7664450" y="5740227"/>
            <a:ext cx="82550" cy="346075"/>
          </a:xfrm>
          <a:prstGeom prst="line">
            <a:avLst/>
          </a:prstGeom>
          <a:noFill/>
          <a:ln w="19050">
            <a:solidFill>
              <a:srgbClr val="FF00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41" name="Line 37"/>
          <p:cNvSpPr>
            <a:spLocks noChangeShapeType="1"/>
          </p:cNvSpPr>
          <p:nvPr/>
        </p:nvSpPr>
        <p:spPr bwMode="auto">
          <a:xfrm flipV="1">
            <a:off x="7508875" y="5725940"/>
            <a:ext cx="26988" cy="344487"/>
          </a:xfrm>
          <a:prstGeom prst="line">
            <a:avLst/>
          </a:prstGeom>
          <a:noFill/>
          <a:ln w="19050">
            <a:solidFill>
              <a:srgbClr val="FF00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Tree>
    <p:extLst>
      <p:ext uri="{BB962C8B-B14F-4D97-AF65-F5344CB8AC3E}">
        <p14:creationId xmlns:p14="http://schemas.microsoft.com/office/powerpoint/2010/main" val="470218567"/>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4" fill="hold" nodeType="with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heel(4)">
                                      <p:cBhvr>
                                        <p:cTn id="7" dur="3000"/>
                                        <p:tgtEl>
                                          <p:spTgt spid="13"/>
                                        </p:tgtEl>
                                      </p:cBhvr>
                                    </p:animEffect>
                                  </p:childTnLst>
                                </p:cTn>
                              </p:par>
                              <p:par>
                                <p:cTn id="8" presetID="12" presetClass="entr" presetSubtype="4" fill="hold" grpId="0" nodeType="withEffect">
                                  <p:stCondLst>
                                    <p:cond delay="4000"/>
                                  </p:stCondLst>
                                  <p:childTnLst>
                                    <p:set>
                                      <p:cBhvr>
                                        <p:cTn id="9" dur="1" fill="hold">
                                          <p:stCondLst>
                                            <p:cond delay="0"/>
                                          </p:stCondLst>
                                        </p:cTn>
                                        <p:tgtEl>
                                          <p:spTgt spid="8"/>
                                        </p:tgtEl>
                                        <p:attrNameLst>
                                          <p:attrName>style.visibility</p:attrName>
                                        </p:attrNameLst>
                                      </p:cBhvr>
                                      <p:to>
                                        <p:strVal val="visible"/>
                                      </p:to>
                                    </p:set>
                                    <p:animEffect transition="in" filter="slide(fromBottom)">
                                      <p:cBhvr>
                                        <p:cTn id="10" dur="3000"/>
                                        <p:tgtEl>
                                          <p:spTgt spid="8"/>
                                        </p:tgtEl>
                                      </p:cBhvr>
                                    </p:animEffect>
                                  </p:childTnLst>
                                </p:cTn>
                              </p:par>
                              <p:par>
                                <p:cTn id="11" presetID="19" presetClass="entr" presetSubtype="10" fill="hold" grpId="0" nodeType="withEffect">
                                  <p:stCondLst>
                                    <p:cond delay="4000"/>
                                  </p:stCondLst>
                                  <p:childTnLst>
                                    <p:set>
                                      <p:cBhvr>
                                        <p:cTn id="12" dur="1" fill="hold">
                                          <p:stCondLst>
                                            <p:cond delay="0"/>
                                          </p:stCondLst>
                                        </p:cTn>
                                        <p:tgtEl>
                                          <p:spTgt spid="10"/>
                                        </p:tgtEl>
                                        <p:attrNameLst>
                                          <p:attrName>style.visibility</p:attrName>
                                        </p:attrNameLst>
                                      </p:cBhvr>
                                      <p:to>
                                        <p:strVal val="visible"/>
                                      </p:to>
                                    </p:set>
                                    <p:anim calcmode="lin" valueType="num">
                                      <p:cBhvr>
                                        <p:cTn id="13" dur="5000" fill="hold"/>
                                        <p:tgtEl>
                                          <p:spTgt spid="10"/>
                                        </p:tgtEl>
                                        <p:attrNameLst>
                                          <p:attrName>ppt_w</p:attrName>
                                        </p:attrNameLst>
                                      </p:cBhvr>
                                      <p:tavLst>
                                        <p:tav tm="0" fmla="#ppt_w*sin(2.5*pi*$)">
                                          <p:val>
                                            <p:fltVal val="0"/>
                                          </p:val>
                                        </p:tav>
                                        <p:tav tm="100000">
                                          <p:val>
                                            <p:fltVal val="1"/>
                                          </p:val>
                                        </p:tav>
                                      </p:tavLst>
                                    </p:anim>
                                    <p:anim calcmode="lin" valueType="num">
                                      <p:cBhvr>
                                        <p:cTn id="14" dur="5000" fill="hold"/>
                                        <p:tgtEl>
                                          <p:spTgt spid="10"/>
                                        </p:tgtEl>
                                        <p:attrNameLst>
                                          <p:attrName>ppt_h</p:attrName>
                                        </p:attrNameLst>
                                      </p:cBhvr>
                                      <p:tavLst>
                                        <p:tav tm="0">
                                          <p:val>
                                            <p:strVal val="#ppt_h"/>
                                          </p:val>
                                        </p:tav>
                                        <p:tav tm="100000">
                                          <p:val>
                                            <p:strVal val="#ppt_h"/>
                                          </p:val>
                                        </p:tav>
                                      </p:tavLst>
                                    </p:anim>
                                  </p:childTnLst>
                                </p:cTn>
                              </p:par>
                              <p:par>
                                <p:cTn id="15" presetID="12" presetClass="entr" presetSubtype="2" fill="hold" grpId="0" nodeType="withEffect">
                                  <p:stCondLst>
                                    <p:cond delay="4000"/>
                                  </p:stCondLst>
                                  <p:childTnLst>
                                    <p:set>
                                      <p:cBhvr>
                                        <p:cTn id="16" dur="1" fill="hold">
                                          <p:stCondLst>
                                            <p:cond delay="0"/>
                                          </p:stCondLst>
                                        </p:cTn>
                                        <p:tgtEl>
                                          <p:spTgt spid="11"/>
                                        </p:tgtEl>
                                        <p:attrNameLst>
                                          <p:attrName>style.visibility</p:attrName>
                                        </p:attrNameLst>
                                      </p:cBhvr>
                                      <p:to>
                                        <p:strVal val="visible"/>
                                      </p:to>
                                    </p:set>
                                    <p:animEffect transition="in" filter="slide(fromRight)">
                                      <p:cBhvr>
                                        <p:cTn id="17" dur="3000"/>
                                        <p:tgtEl>
                                          <p:spTgt spid="11"/>
                                        </p:tgtEl>
                                      </p:cBhvr>
                                    </p:animEffect>
                                  </p:childTnLst>
                                </p:cTn>
                              </p:par>
                              <p:par>
                                <p:cTn id="18" presetID="19" presetClass="entr" presetSubtype="10" fill="hold" grpId="0" nodeType="withEffect">
                                  <p:stCondLst>
                                    <p:cond delay="4000"/>
                                  </p:stCondLst>
                                  <p:childTnLst>
                                    <p:set>
                                      <p:cBhvr>
                                        <p:cTn id="19" dur="1" fill="hold">
                                          <p:stCondLst>
                                            <p:cond delay="0"/>
                                          </p:stCondLst>
                                        </p:cTn>
                                        <p:tgtEl>
                                          <p:spTgt spid="12"/>
                                        </p:tgtEl>
                                        <p:attrNameLst>
                                          <p:attrName>style.visibility</p:attrName>
                                        </p:attrNameLst>
                                      </p:cBhvr>
                                      <p:to>
                                        <p:strVal val="visible"/>
                                      </p:to>
                                    </p:set>
                                    <p:anim calcmode="lin" valueType="num">
                                      <p:cBhvr>
                                        <p:cTn id="20" dur="5000" fill="hold"/>
                                        <p:tgtEl>
                                          <p:spTgt spid="12"/>
                                        </p:tgtEl>
                                        <p:attrNameLst>
                                          <p:attrName>ppt_w</p:attrName>
                                        </p:attrNameLst>
                                      </p:cBhvr>
                                      <p:tavLst>
                                        <p:tav tm="0" fmla="#ppt_w*sin(2.5*pi*$)">
                                          <p:val>
                                            <p:fltVal val="0"/>
                                          </p:val>
                                        </p:tav>
                                        <p:tav tm="100000">
                                          <p:val>
                                            <p:fltVal val="1"/>
                                          </p:val>
                                        </p:tav>
                                      </p:tavLst>
                                    </p:anim>
                                    <p:anim calcmode="lin" valueType="num">
                                      <p:cBhvr>
                                        <p:cTn id="21" dur="5000" fill="hold"/>
                                        <p:tgtEl>
                                          <p:spTgt spid="12"/>
                                        </p:tgtEl>
                                        <p:attrNameLst>
                                          <p:attrName>ppt_h</p:attrName>
                                        </p:attrNameLst>
                                      </p:cBhvr>
                                      <p:tavLst>
                                        <p:tav tm="0">
                                          <p:val>
                                            <p:strVal val="#ppt_h"/>
                                          </p:val>
                                        </p:tav>
                                        <p:tav tm="100000">
                                          <p:val>
                                            <p:strVal val="#ppt_h"/>
                                          </p:val>
                                        </p:tav>
                                      </p:tavLst>
                                    </p:anim>
                                  </p:childTnLst>
                                </p:cTn>
                              </p:par>
                              <p:par>
                                <p:cTn id="22" presetID="20" presetClass="entr" presetSubtype="0" fill="hold" nodeType="withEffect">
                                  <p:stCondLst>
                                    <p:cond delay="0"/>
                                  </p:stCondLst>
                                  <p:childTnLst>
                                    <p:set>
                                      <p:cBhvr>
                                        <p:cTn id="23" dur="1" fill="hold">
                                          <p:stCondLst>
                                            <p:cond delay="0"/>
                                          </p:stCondLst>
                                        </p:cTn>
                                        <p:tgtEl>
                                          <p:spTgt spid="24"/>
                                        </p:tgtEl>
                                        <p:attrNameLst>
                                          <p:attrName>style.visibility</p:attrName>
                                        </p:attrNameLst>
                                      </p:cBhvr>
                                      <p:to>
                                        <p:strVal val="visible"/>
                                      </p:to>
                                    </p:set>
                                    <p:animEffect transition="in" filter="wedge">
                                      <p:cBhvr>
                                        <p:cTn id="24" dur="3000"/>
                                        <p:tgtEl>
                                          <p:spTgt spid="24"/>
                                        </p:tgtEl>
                                      </p:cBhvr>
                                    </p:animEffect>
                                  </p:childTnLst>
                                </p:cTn>
                              </p:par>
                              <p:par>
                                <p:cTn id="25" presetID="22" presetClass="entr" presetSubtype="4" fill="hold" grpId="0" nodeType="withEffect">
                                  <p:stCondLst>
                                    <p:cond delay="4000"/>
                                  </p:stCondLst>
                                  <p:childTnLst>
                                    <p:set>
                                      <p:cBhvr>
                                        <p:cTn id="26" dur="1" fill="hold">
                                          <p:stCondLst>
                                            <p:cond delay="0"/>
                                          </p:stCondLst>
                                        </p:cTn>
                                        <p:tgtEl>
                                          <p:spTgt spid="37"/>
                                        </p:tgtEl>
                                        <p:attrNameLst>
                                          <p:attrName>style.visibility</p:attrName>
                                        </p:attrNameLst>
                                      </p:cBhvr>
                                      <p:to>
                                        <p:strVal val="visible"/>
                                      </p:to>
                                    </p:set>
                                    <p:animEffect transition="in" filter="wipe(down)">
                                      <p:cBhvr>
                                        <p:cTn id="27" dur="3000"/>
                                        <p:tgtEl>
                                          <p:spTgt spid="37"/>
                                        </p:tgtEl>
                                      </p:cBhvr>
                                    </p:animEffect>
                                  </p:childTnLst>
                                </p:cTn>
                              </p:par>
                              <p:par>
                                <p:cTn id="28" presetID="22" presetClass="entr" presetSubtype="4" fill="hold" grpId="0" nodeType="withEffect">
                                  <p:stCondLst>
                                    <p:cond delay="4000"/>
                                  </p:stCondLst>
                                  <p:childTnLst>
                                    <p:set>
                                      <p:cBhvr>
                                        <p:cTn id="29" dur="1" fill="hold">
                                          <p:stCondLst>
                                            <p:cond delay="0"/>
                                          </p:stCondLst>
                                        </p:cTn>
                                        <p:tgtEl>
                                          <p:spTgt spid="38"/>
                                        </p:tgtEl>
                                        <p:attrNameLst>
                                          <p:attrName>style.visibility</p:attrName>
                                        </p:attrNameLst>
                                      </p:cBhvr>
                                      <p:to>
                                        <p:strVal val="visible"/>
                                      </p:to>
                                    </p:set>
                                    <p:animEffect transition="in" filter="wipe(down)">
                                      <p:cBhvr>
                                        <p:cTn id="30" dur="3000"/>
                                        <p:tgtEl>
                                          <p:spTgt spid="38"/>
                                        </p:tgtEl>
                                      </p:cBhvr>
                                    </p:animEffect>
                                  </p:childTnLst>
                                </p:cTn>
                              </p:par>
                              <p:par>
                                <p:cTn id="31" presetID="22" presetClass="entr" presetSubtype="4" fill="hold" grpId="0" nodeType="withEffect">
                                  <p:stCondLst>
                                    <p:cond delay="4000"/>
                                  </p:stCondLst>
                                  <p:childTnLst>
                                    <p:set>
                                      <p:cBhvr>
                                        <p:cTn id="32" dur="1" fill="hold">
                                          <p:stCondLst>
                                            <p:cond delay="0"/>
                                          </p:stCondLst>
                                        </p:cTn>
                                        <p:tgtEl>
                                          <p:spTgt spid="39"/>
                                        </p:tgtEl>
                                        <p:attrNameLst>
                                          <p:attrName>style.visibility</p:attrName>
                                        </p:attrNameLst>
                                      </p:cBhvr>
                                      <p:to>
                                        <p:strVal val="visible"/>
                                      </p:to>
                                    </p:set>
                                    <p:animEffect transition="in" filter="wipe(down)">
                                      <p:cBhvr>
                                        <p:cTn id="33" dur="3000"/>
                                        <p:tgtEl>
                                          <p:spTgt spid="39"/>
                                        </p:tgtEl>
                                      </p:cBhvr>
                                    </p:animEffect>
                                  </p:childTnLst>
                                </p:cTn>
                              </p:par>
                              <p:par>
                                <p:cTn id="34" presetID="22" presetClass="entr" presetSubtype="4" fill="hold" grpId="0" nodeType="withEffect">
                                  <p:stCondLst>
                                    <p:cond delay="4000"/>
                                  </p:stCondLst>
                                  <p:childTnLst>
                                    <p:set>
                                      <p:cBhvr>
                                        <p:cTn id="35" dur="1" fill="hold">
                                          <p:stCondLst>
                                            <p:cond delay="0"/>
                                          </p:stCondLst>
                                        </p:cTn>
                                        <p:tgtEl>
                                          <p:spTgt spid="40"/>
                                        </p:tgtEl>
                                        <p:attrNameLst>
                                          <p:attrName>style.visibility</p:attrName>
                                        </p:attrNameLst>
                                      </p:cBhvr>
                                      <p:to>
                                        <p:strVal val="visible"/>
                                      </p:to>
                                    </p:set>
                                    <p:animEffect transition="in" filter="wipe(down)">
                                      <p:cBhvr>
                                        <p:cTn id="36" dur="3000"/>
                                        <p:tgtEl>
                                          <p:spTgt spid="40"/>
                                        </p:tgtEl>
                                      </p:cBhvr>
                                    </p:animEffect>
                                  </p:childTnLst>
                                </p:cTn>
                              </p:par>
                              <p:par>
                                <p:cTn id="37" presetID="22" presetClass="entr" presetSubtype="4" fill="hold" grpId="0" nodeType="withEffect">
                                  <p:stCondLst>
                                    <p:cond delay="4000"/>
                                  </p:stCondLst>
                                  <p:childTnLst>
                                    <p:set>
                                      <p:cBhvr>
                                        <p:cTn id="38" dur="1" fill="hold">
                                          <p:stCondLst>
                                            <p:cond delay="0"/>
                                          </p:stCondLst>
                                        </p:cTn>
                                        <p:tgtEl>
                                          <p:spTgt spid="41"/>
                                        </p:tgtEl>
                                        <p:attrNameLst>
                                          <p:attrName>style.visibility</p:attrName>
                                        </p:attrNameLst>
                                      </p:cBhvr>
                                      <p:to>
                                        <p:strVal val="visible"/>
                                      </p:to>
                                    </p:set>
                                    <p:animEffect transition="in" filter="wipe(down)">
                                      <p:cBhvr>
                                        <p:cTn id="39" dur="30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p:bldP spid="11" grpId="0" animBg="1"/>
      <p:bldP spid="12" grpId="0"/>
      <p:bldP spid="37" grpId="0" animBg="1"/>
      <p:bldP spid="38" grpId="0" animBg="1"/>
      <p:bldP spid="39" grpId="0" animBg="1"/>
      <p:bldP spid="40" grpId="0" animBg="1"/>
      <p:bldP spid="41"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164442" y="91693"/>
            <a:ext cx="5546711" cy="615553"/>
          </a:xfrm>
          <a:prstGeom prst="rect">
            <a:avLst/>
          </a:prstGeom>
        </p:spPr>
        <p:txBody>
          <a:bodyPr wrap="none">
            <a:spAutoFit/>
          </a:bodyPr>
          <a:lstStyle/>
          <a:p>
            <a:pPr>
              <a:defRPr/>
            </a:pPr>
            <a:r>
              <a:rPr kumimoji="1" lang="zh-CN" altLang="en-US" sz="3400" i="0" dirty="0">
                <a:solidFill>
                  <a:srgbClr val="FFFFFF"/>
                </a:solidFill>
                <a:latin typeface="微软雅黑" panose="020B0503020204020204" pitchFamily="34" charset="-122"/>
                <a:ea typeface="微软雅黑" panose="020B0503020204020204" pitchFamily="34" charset="-122"/>
              </a:rPr>
              <a:t>第二章</a:t>
            </a:r>
            <a:r>
              <a:rPr kumimoji="1" lang="en-US" altLang="zh-CN" sz="3400" i="0" dirty="0">
                <a:solidFill>
                  <a:srgbClr val="FFFFFF"/>
                </a:solidFill>
                <a:latin typeface="微软雅黑" panose="020B0503020204020204" pitchFamily="34" charset="-122"/>
                <a:ea typeface="微软雅黑" panose="020B0503020204020204" pitchFamily="34" charset="-122"/>
              </a:rPr>
              <a:t> </a:t>
            </a:r>
            <a:r>
              <a:rPr kumimoji="1" lang="zh-CN" altLang="en-US" sz="3400" i="0" dirty="0">
                <a:solidFill>
                  <a:srgbClr val="FFFFFF"/>
                </a:solidFill>
                <a:latin typeface="微软雅黑" panose="020B0503020204020204" pitchFamily="34" charset="-122"/>
                <a:ea typeface="微软雅黑" panose="020B0503020204020204" pitchFamily="34" charset="-122"/>
              </a:rPr>
              <a:t>平面问题的受力分析</a:t>
            </a:r>
          </a:p>
        </p:txBody>
      </p:sp>
      <p:sp>
        <p:nvSpPr>
          <p:cNvPr id="3" name="矩形 10">
            <a:extLst>
              <a:ext uri="{FF2B5EF4-FFF2-40B4-BE49-F238E27FC236}">
                <a16:creationId xmlns:a16="http://schemas.microsoft.com/office/drawing/2014/main" id="{FB9C18E5-6816-016D-55C1-71DFA07BC0AD}"/>
              </a:ext>
            </a:extLst>
          </p:cNvPr>
          <p:cNvSpPr>
            <a:spLocks noChangeArrowheads="1"/>
          </p:cNvSpPr>
          <p:nvPr/>
        </p:nvSpPr>
        <p:spPr bwMode="auto">
          <a:xfrm>
            <a:off x="911424" y="970702"/>
            <a:ext cx="10657184" cy="16435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nSpc>
                <a:spcPct val="120000"/>
              </a:lnSpc>
            </a:pPr>
            <a:r>
              <a:rPr kumimoji="1" lang="zh-CN" altLang="en-US" sz="2800" i="0" dirty="0">
                <a:latin typeface="微软雅黑" panose="020B0503020204020204" pitchFamily="34" charset="-122"/>
                <a:ea typeface="微软雅黑" panose="020B0503020204020204" pitchFamily="34" charset="-122"/>
              </a:rPr>
              <a:t>将分布约束力向点</a:t>
            </a:r>
            <a:r>
              <a:rPr lang="en-US" altLang="zh-CN" sz="2800" dirty="0"/>
              <a:t>A</a:t>
            </a:r>
            <a:r>
              <a:rPr kumimoji="1" lang="zh-CN" altLang="en-US" sz="2800" i="0" dirty="0">
                <a:latin typeface="微软雅黑" panose="020B0503020204020204" pitchFamily="34" charset="-122"/>
                <a:ea typeface="微软雅黑" panose="020B0503020204020204" pitchFamily="34" charset="-122"/>
              </a:rPr>
              <a:t>简化，可得法向约束反力</a:t>
            </a:r>
            <a:r>
              <a:rPr lang="en-US" altLang="zh-CN" sz="2800" dirty="0"/>
              <a:t>F</a:t>
            </a:r>
            <a:r>
              <a:rPr lang="en-US" altLang="zh-CN" sz="2800" i="0" baseline="-25000" dirty="0"/>
              <a:t>N</a:t>
            </a:r>
            <a:r>
              <a:rPr kumimoji="1" lang="zh-CN" altLang="en-US" sz="2800" i="0" dirty="0">
                <a:latin typeface="微软雅黑" panose="020B0503020204020204" pitchFamily="34" charset="-122"/>
                <a:ea typeface="微软雅黑" panose="020B0503020204020204" pitchFamily="34" charset="-122"/>
              </a:rPr>
              <a:t>（正压力）、切向约束力</a:t>
            </a:r>
            <a:r>
              <a:rPr lang="en-US" altLang="zh-CN" sz="2800" dirty="0" err="1"/>
              <a:t>F</a:t>
            </a:r>
            <a:r>
              <a:rPr lang="en-US" altLang="zh-CN" sz="2800" dirty="0" err="1">
                <a:cs typeface="Times New Roman" panose="02020603050405020304" pitchFamily="18" charset="0"/>
              </a:rPr>
              <a:t>'</a:t>
            </a:r>
            <a:r>
              <a:rPr lang="en-US" altLang="zh-CN" sz="2800" i="0" baseline="-25000" dirty="0" err="1"/>
              <a:t>f</a:t>
            </a:r>
            <a:r>
              <a:rPr lang="en-US" altLang="zh-CN" sz="2800" dirty="0"/>
              <a:t> </a:t>
            </a:r>
            <a:r>
              <a:rPr kumimoji="1" lang="zh-CN" altLang="en-US" sz="2800" i="0" dirty="0">
                <a:latin typeface="微软雅黑" panose="020B0503020204020204" pitchFamily="34" charset="-122"/>
                <a:ea typeface="微软雅黑" panose="020B0503020204020204" pitchFamily="34" charset="-122"/>
              </a:rPr>
              <a:t>（滑动摩擦力）及滚动摩擦力偶</a:t>
            </a:r>
            <a:r>
              <a:rPr lang="en-US" altLang="zh-CN" sz="2800" dirty="0"/>
              <a:t>M</a:t>
            </a:r>
            <a:r>
              <a:rPr lang="en-US" altLang="zh-CN" sz="2800" i="0" baseline="-25000" dirty="0"/>
              <a:t>f</a:t>
            </a:r>
            <a:r>
              <a:rPr lang="en-US" altLang="zh-CN" sz="2800" dirty="0"/>
              <a:t> </a:t>
            </a:r>
            <a:r>
              <a:rPr kumimoji="1" lang="zh-CN" altLang="en-US" sz="2800" i="0" dirty="0">
                <a:latin typeface="微软雅黑" panose="020B0503020204020204" pitchFamily="34" charset="-122"/>
                <a:ea typeface="微软雅黑" panose="020B0503020204020204" pitchFamily="34" charset="-122"/>
              </a:rPr>
              <a:t>，</a:t>
            </a:r>
            <a:r>
              <a:rPr lang="zh-CN" altLang="en-US" sz="2800" dirty="0"/>
              <a:t> </a:t>
            </a:r>
            <a:r>
              <a:rPr kumimoji="1" lang="zh-CN" altLang="en-US" sz="2800" i="0" dirty="0">
                <a:latin typeface="微软雅黑" panose="020B0503020204020204" pitchFamily="34" charset="-122"/>
                <a:ea typeface="微软雅黑" panose="020B0503020204020204" pitchFamily="34" charset="-122"/>
              </a:rPr>
              <a:t>当</a:t>
            </a:r>
            <a:r>
              <a:rPr lang="en-US" altLang="zh-CN" sz="2800" dirty="0"/>
              <a:t>F </a:t>
            </a:r>
            <a:r>
              <a:rPr kumimoji="1" lang="zh-CN" altLang="en-US" sz="2800" i="0" dirty="0">
                <a:latin typeface="微软雅黑" panose="020B0503020204020204" pitchFamily="34" charset="-122"/>
                <a:ea typeface="微软雅黑" panose="020B0503020204020204" pitchFamily="34" charset="-122"/>
              </a:rPr>
              <a:t>逐渐增加时，</a:t>
            </a:r>
            <a:r>
              <a:rPr lang="en-US" altLang="zh-CN" sz="2800" dirty="0"/>
              <a:t>M</a:t>
            </a:r>
            <a:r>
              <a:rPr lang="en-US" altLang="zh-CN" sz="2800" i="0" baseline="-25000" dirty="0"/>
              <a:t>f</a:t>
            </a:r>
            <a:r>
              <a:rPr lang="en-US" altLang="zh-CN" sz="2800" baseline="-25000" dirty="0"/>
              <a:t> </a:t>
            </a:r>
            <a:r>
              <a:rPr kumimoji="1" lang="zh-CN" altLang="en-US" sz="2800" i="0" dirty="0">
                <a:latin typeface="微软雅黑" panose="020B0503020204020204" pitchFamily="34" charset="-122"/>
                <a:ea typeface="微软雅黑" panose="020B0503020204020204" pitchFamily="34" charset="-122"/>
              </a:rPr>
              <a:t>也会增加，但也有一最大值</a:t>
            </a:r>
            <a:r>
              <a:rPr lang="en-US" altLang="zh-CN" sz="2800" dirty="0" err="1"/>
              <a:t>M</a:t>
            </a:r>
            <a:r>
              <a:rPr lang="en-US" altLang="zh-CN" sz="2800" i="0" baseline="-25000" dirty="0" err="1"/>
              <a:t>fmax</a:t>
            </a:r>
            <a:r>
              <a:rPr kumimoji="1" lang="zh-CN" altLang="en-US" sz="2800" i="0" dirty="0">
                <a:latin typeface="微软雅黑" panose="020B0503020204020204" pitchFamily="34" charset="-122"/>
                <a:ea typeface="微软雅黑" panose="020B0503020204020204" pitchFamily="34" charset="-122"/>
              </a:rPr>
              <a:t>；当</a:t>
            </a:r>
            <a:r>
              <a:rPr lang="en-US" altLang="zh-CN" sz="2800" dirty="0"/>
              <a:t>F </a:t>
            </a:r>
            <a:r>
              <a:rPr kumimoji="1" lang="zh-CN" altLang="en-US" sz="2800" i="0" dirty="0">
                <a:latin typeface="微软雅黑" panose="020B0503020204020204" pitchFamily="34" charset="-122"/>
                <a:ea typeface="微软雅黑" panose="020B0503020204020204" pitchFamily="34" charset="-122"/>
              </a:rPr>
              <a:t>再增加，滚动就开始了。</a:t>
            </a:r>
          </a:p>
        </p:txBody>
      </p:sp>
      <p:sp>
        <p:nvSpPr>
          <p:cNvPr id="9" name="Rectangle 61">
            <a:extLst>
              <a:ext uri="{FF2B5EF4-FFF2-40B4-BE49-F238E27FC236}">
                <a16:creationId xmlns:a16="http://schemas.microsoft.com/office/drawing/2014/main" id="{73C9FF17-C75A-8DBC-5351-D7589ADCC51D}"/>
              </a:ext>
            </a:extLst>
          </p:cNvPr>
          <p:cNvSpPr>
            <a:spLocks noChangeArrowheads="1"/>
          </p:cNvSpPr>
          <p:nvPr/>
        </p:nvSpPr>
        <p:spPr bwMode="auto">
          <a:xfrm>
            <a:off x="983432" y="3614514"/>
            <a:ext cx="10009111" cy="2602563"/>
          </a:xfrm>
          <a:prstGeom prst="rect">
            <a:avLst/>
          </a:prstGeom>
          <a:solidFill>
            <a:srgbClr val="B9CDE5"/>
          </a:solidFill>
          <a:ln>
            <a:noFill/>
          </a:ln>
          <a:effectLst/>
        </p:spPr>
        <p:txBody>
          <a:bodyPr wrap="none" anchor="ctr"/>
          <a:lstStyle/>
          <a:p>
            <a:endParaRPr lang="zh-CN" altLang="en-US"/>
          </a:p>
        </p:txBody>
      </p:sp>
      <p:grpSp>
        <p:nvGrpSpPr>
          <p:cNvPr id="24" name="Group 20"/>
          <p:cNvGrpSpPr>
            <a:grpSpLocks/>
          </p:cNvGrpSpPr>
          <p:nvPr/>
        </p:nvGrpSpPr>
        <p:grpSpPr bwMode="auto">
          <a:xfrm>
            <a:off x="1631504" y="3714575"/>
            <a:ext cx="2170112" cy="2381250"/>
            <a:chOff x="4095" y="1992"/>
            <a:chExt cx="1367" cy="1500"/>
          </a:xfrm>
        </p:grpSpPr>
        <p:grpSp>
          <p:nvGrpSpPr>
            <p:cNvPr id="25" name="Group 21"/>
            <p:cNvGrpSpPr>
              <a:grpSpLocks/>
            </p:cNvGrpSpPr>
            <p:nvPr/>
          </p:nvGrpSpPr>
          <p:grpSpPr bwMode="auto">
            <a:xfrm>
              <a:off x="4095" y="1992"/>
              <a:ext cx="1367" cy="1235"/>
              <a:chOff x="4097" y="274"/>
              <a:chExt cx="1367" cy="1235"/>
            </a:xfrm>
          </p:grpSpPr>
          <p:sp>
            <p:nvSpPr>
              <p:cNvPr id="28" name="Oval 22"/>
              <p:cNvSpPr>
                <a:spLocks noChangeArrowheads="1"/>
              </p:cNvSpPr>
              <p:nvPr/>
            </p:nvSpPr>
            <p:spPr bwMode="auto">
              <a:xfrm>
                <a:off x="4268" y="610"/>
                <a:ext cx="899" cy="899"/>
              </a:xfrm>
              <a:prstGeom prst="ellipse">
                <a:avLst/>
              </a:prstGeom>
              <a:gradFill rotWithShape="1">
                <a:gsLst>
                  <a:gs pos="0">
                    <a:srgbClr val="FFFFFF"/>
                  </a:gs>
                  <a:gs pos="7001">
                    <a:srgbClr val="E6E6E6"/>
                  </a:gs>
                  <a:gs pos="32001">
                    <a:srgbClr val="7D8496"/>
                  </a:gs>
                  <a:gs pos="47000">
                    <a:srgbClr val="E6E6E6"/>
                  </a:gs>
                  <a:gs pos="85001">
                    <a:srgbClr val="7D8496"/>
                  </a:gs>
                  <a:gs pos="100000">
                    <a:srgbClr val="E6E6E6"/>
                  </a:gs>
                </a:gsLst>
                <a:path path="shape">
                  <a:fillToRect l="50000" t="50000" r="50000" b="50000"/>
                </a:path>
              </a:gradFill>
              <a:ln w="571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9" name="Text Box 23"/>
              <p:cNvSpPr txBox="1">
                <a:spLocks noChangeArrowheads="1"/>
              </p:cNvSpPr>
              <p:nvPr/>
            </p:nvSpPr>
            <p:spPr bwMode="auto">
              <a:xfrm>
                <a:off x="4653" y="274"/>
                <a:ext cx="406"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pPr>
                <a:r>
                  <a:rPr lang="en-US" altLang="zh-CN" sz="2800" b="1" i="1">
                    <a:solidFill>
                      <a:srgbClr val="FF0000"/>
                    </a:solidFill>
                    <a:ea typeface="宋体" panose="02010600030101010101" pitchFamily="2" charset="-122"/>
                  </a:rPr>
                  <a:t>W</a:t>
                </a:r>
              </a:p>
            </p:txBody>
          </p:sp>
          <p:sp>
            <p:nvSpPr>
              <p:cNvPr id="30" name="Text Box 24"/>
              <p:cNvSpPr txBox="1">
                <a:spLocks noChangeArrowheads="1"/>
              </p:cNvSpPr>
              <p:nvPr/>
            </p:nvSpPr>
            <p:spPr bwMode="auto">
              <a:xfrm>
                <a:off x="5090" y="751"/>
                <a:ext cx="374"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pPr>
                <a:r>
                  <a:rPr lang="en-US" altLang="zh-CN" sz="2800" b="1" i="1">
                    <a:solidFill>
                      <a:srgbClr val="FF0000"/>
                    </a:solidFill>
                    <a:ea typeface="宋体" panose="02010600030101010101" pitchFamily="2" charset="-122"/>
                  </a:rPr>
                  <a:t>F</a:t>
                </a:r>
              </a:p>
            </p:txBody>
          </p:sp>
          <p:sp>
            <p:nvSpPr>
              <p:cNvPr id="31" name="Text Box 25"/>
              <p:cNvSpPr txBox="1">
                <a:spLocks noChangeArrowheads="1"/>
              </p:cNvSpPr>
              <p:nvPr/>
            </p:nvSpPr>
            <p:spPr bwMode="auto">
              <a:xfrm>
                <a:off x="4415" y="654"/>
                <a:ext cx="309"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pPr>
                <a:r>
                  <a:rPr lang="en-US" altLang="zh-CN" sz="2800" i="1">
                    <a:solidFill>
                      <a:schemeClr val="tx1"/>
                    </a:solidFill>
                    <a:ea typeface="宋体" panose="02010600030101010101" pitchFamily="2" charset="-122"/>
                  </a:rPr>
                  <a:t>r</a:t>
                </a:r>
                <a:endParaRPr lang="en-US" altLang="zh-CN" sz="2800" i="1">
                  <a:solidFill>
                    <a:schemeClr val="tx1"/>
                  </a:solidFill>
                  <a:ea typeface="宋体" panose="02010600030101010101" pitchFamily="2" charset="-122"/>
                  <a:cs typeface="Times New Roman" panose="02020603050405020304" pitchFamily="18" charset="0"/>
                </a:endParaRPr>
              </a:p>
            </p:txBody>
          </p:sp>
          <p:sp>
            <p:nvSpPr>
              <p:cNvPr id="32" name="Line 26"/>
              <p:cNvSpPr>
                <a:spLocks noChangeShapeType="1"/>
              </p:cNvSpPr>
              <p:nvPr/>
            </p:nvSpPr>
            <p:spPr bwMode="auto">
              <a:xfrm>
                <a:off x="4097" y="1056"/>
                <a:ext cx="1274" cy="0"/>
              </a:xfrm>
              <a:prstGeom prst="line">
                <a:avLst/>
              </a:prstGeom>
              <a:noFill/>
              <a:ln w="9525">
                <a:solidFill>
                  <a:schemeClr val="tx1"/>
                </a:solidFill>
                <a:prstDash val="lgDash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3" name="Line 27"/>
              <p:cNvSpPr>
                <a:spLocks noChangeAspect="1" noChangeShapeType="1"/>
              </p:cNvSpPr>
              <p:nvPr/>
            </p:nvSpPr>
            <p:spPr bwMode="auto">
              <a:xfrm rot="-5400000">
                <a:off x="4965" y="810"/>
                <a:ext cx="1" cy="497"/>
              </a:xfrm>
              <a:prstGeom prst="line">
                <a:avLst/>
              </a:prstGeom>
              <a:noFill/>
              <a:ln w="38100">
                <a:solidFill>
                  <a:srgbClr val="FF00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4" name="Line 28"/>
              <p:cNvSpPr>
                <a:spLocks noChangeShapeType="1"/>
              </p:cNvSpPr>
              <p:nvPr/>
            </p:nvSpPr>
            <p:spPr bwMode="auto">
              <a:xfrm flipH="1" flipV="1">
                <a:off x="4340" y="787"/>
                <a:ext cx="373" cy="284"/>
              </a:xfrm>
              <a:prstGeom prst="line">
                <a:avLst/>
              </a:prstGeom>
              <a:noFill/>
              <a:ln w="9525">
                <a:solidFill>
                  <a:schemeClr val="tx1"/>
                </a:solidFill>
                <a:round/>
                <a:headEnd/>
                <a:tailEnd type="stealth"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5" name="Oval 29"/>
              <p:cNvSpPr>
                <a:spLocks noChangeArrowheads="1"/>
              </p:cNvSpPr>
              <p:nvPr/>
            </p:nvSpPr>
            <p:spPr bwMode="auto">
              <a:xfrm>
                <a:off x="4694" y="1025"/>
                <a:ext cx="56" cy="56"/>
              </a:xfrm>
              <a:prstGeom prst="ellipse">
                <a:avLst/>
              </a:prstGeom>
              <a:solidFill>
                <a:schemeClr val="accent1"/>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6" name="Line 30"/>
              <p:cNvSpPr>
                <a:spLocks noChangeShapeType="1"/>
              </p:cNvSpPr>
              <p:nvPr/>
            </p:nvSpPr>
            <p:spPr bwMode="auto">
              <a:xfrm>
                <a:off x="4722" y="529"/>
                <a:ext cx="0" cy="530"/>
              </a:xfrm>
              <a:prstGeom prst="line">
                <a:avLst/>
              </a:prstGeom>
              <a:noFill/>
              <a:ln w="38100">
                <a:solidFill>
                  <a:srgbClr val="FF00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sp>
          <p:nvSpPr>
            <p:cNvPr id="26" name="Freeform 31" descr="宽上对角线"/>
            <p:cNvSpPr>
              <a:spLocks/>
            </p:cNvSpPr>
            <p:nvPr/>
          </p:nvSpPr>
          <p:spPr bwMode="auto">
            <a:xfrm>
              <a:off x="4251" y="3077"/>
              <a:ext cx="1209" cy="415"/>
            </a:xfrm>
            <a:custGeom>
              <a:avLst/>
              <a:gdLst>
                <a:gd name="T0" fmla="*/ 6 w 1209"/>
                <a:gd name="T1" fmla="*/ 124 h 415"/>
                <a:gd name="T2" fmla="*/ 544 w 1209"/>
                <a:gd name="T3" fmla="*/ 152 h 415"/>
                <a:gd name="T4" fmla="*/ 584 w 1209"/>
                <a:gd name="T5" fmla="*/ 144 h 415"/>
                <a:gd name="T6" fmla="*/ 665 w 1209"/>
                <a:gd name="T7" fmla="*/ 111 h 415"/>
                <a:gd name="T8" fmla="*/ 746 w 1209"/>
                <a:gd name="T9" fmla="*/ 46 h 415"/>
                <a:gd name="T10" fmla="*/ 803 w 1209"/>
                <a:gd name="T11" fmla="*/ 5 h 415"/>
                <a:gd name="T12" fmla="*/ 921 w 1209"/>
                <a:gd name="T13" fmla="*/ 15 h 415"/>
                <a:gd name="T14" fmla="*/ 959 w 1209"/>
                <a:gd name="T15" fmla="*/ 67 h 415"/>
                <a:gd name="T16" fmla="*/ 979 w 1209"/>
                <a:gd name="T17" fmla="*/ 123 h 415"/>
                <a:gd name="T18" fmla="*/ 1014 w 1209"/>
                <a:gd name="T19" fmla="*/ 160 h 415"/>
                <a:gd name="T20" fmla="*/ 1209 w 1209"/>
                <a:gd name="T21" fmla="*/ 160 h 415"/>
                <a:gd name="T22" fmla="*/ 1209 w 1209"/>
                <a:gd name="T23" fmla="*/ 411 h 415"/>
                <a:gd name="T24" fmla="*/ 0 w 1209"/>
                <a:gd name="T25" fmla="*/ 406 h 415"/>
                <a:gd name="T26" fmla="*/ 6 w 1209"/>
                <a:gd name="T27" fmla="*/ 124 h 4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209" h="415">
                  <a:moveTo>
                    <a:pt x="6" y="124"/>
                  </a:moveTo>
                  <a:cubicBezTo>
                    <a:pt x="187" y="121"/>
                    <a:pt x="363" y="157"/>
                    <a:pt x="544" y="152"/>
                  </a:cubicBezTo>
                  <a:cubicBezTo>
                    <a:pt x="567" y="151"/>
                    <a:pt x="561" y="151"/>
                    <a:pt x="584" y="144"/>
                  </a:cubicBezTo>
                  <a:cubicBezTo>
                    <a:pt x="610" y="135"/>
                    <a:pt x="623" y="131"/>
                    <a:pt x="665" y="111"/>
                  </a:cubicBezTo>
                  <a:cubicBezTo>
                    <a:pt x="707" y="91"/>
                    <a:pt x="720" y="69"/>
                    <a:pt x="746" y="46"/>
                  </a:cubicBezTo>
                  <a:cubicBezTo>
                    <a:pt x="772" y="23"/>
                    <a:pt x="789" y="20"/>
                    <a:pt x="803" y="5"/>
                  </a:cubicBezTo>
                  <a:cubicBezTo>
                    <a:pt x="832" y="0"/>
                    <a:pt x="895" y="5"/>
                    <a:pt x="921" y="15"/>
                  </a:cubicBezTo>
                  <a:cubicBezTo>
                    <a:pt x="933" y="32"/>
                    <a:pt x="943" y="43"/>
                    <a:pt x="959" y="67"/>
                  </a:cubicBezTo>
                  <a:cubicBezTo>
                    <a:pt x="971" y="83"/>
                    <a:pt x="970" y="107"/>
                    <a:pt x="979" y="123"/>
                  </a:cubicBezTo>
                  <a:cubicBezTo>
                    <a:pt x="988" y="139"/>
                    <a:pt x="976" y="154"/>
                    <a:pt x="1014" y="160"/>
                  </a:cubicBezTo>
                  <a:cubicBezTo>
                    <a:pt x="1111" y="160"/>
                    <a:pt x="1209" y="160"/>
                    <a:pt x="1209" y="160"/>
                  </a:cubicBezTo>
                  <a:cubicBezTo>
                    <a:pt x="1209" y="282"/>
                    <a:pt x="1209" y="257"/>
                    <a:pt x="1209" y="411"/>
                  </a:cubicBezTo>
                  <a:cubicBezTo>
                    <a:pt x="600" y="411"/>
                    <a:pt x="267" y="415"/>
                    <a:pt x="0" y="406"/>
                  </a:cubicBezTo>
                  <a:cubicBezTo>
                    <a:pt x="3" y="265"/>
                    <a:pt x="6" y="124"/>
                    <a:pt x="6" y="124"/>
                  </a:cubicBezTo>
                  <a:close/>
                </a:path>
              </a:pathLst>
            </a:custGeom>
            <a:pattFill prst="wdUpDiag">
              <a:fgClr>
                <a:schemeClr val="tx1"/>
              </a:fgClr>
              <a:bgClr>
                <a:srgbClr val="FFFF66"/>
              </a:bgClr>
            </a:pattFill>
            <a:ln>
              <a:noFill/>
            </a:ln>
            <a:effectLst/>
            <a:extLst>
              <a:ext uri="{91240B29-F687-4F45-9708-019B960494DF}">
                <a14:hiddenLine xmlns:a14="http://schemas.microsoft.com/office/drawing/2010/main" w="38100"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7" name="Freeform 32"/>
            <p:cNvSpPr>
              <a:spLocks/>
            </p:cNvSpPr>
            <p:nvPr/>
          </p:nvSpPr>
          <p:spPr bwMode="auto">
            <a:xfrm>
              <a:off x="4254" y="3074"/>
              <a:ext cx="1208" cy="167"/>
            </a:xfrm>
            <a:custGeom>
              <a:avLst/>
              <a:gdLst>
                <a:gd name="T0" fmla="*/ 0 w 1208"/>
                <a:gd name="T1" fmla="*/ 124 h 167"/>
                <a:gd name="T2" fmla="*/ 279 w 1208"/>
                <a:gd name="T3" fmla="*/ 130 h 167"/>
                <a:gd name="T4" fmla="*/ 414 w 1208"/>
                <a:gd name="T5" fmla="*/ 160 h 167"/>
                <a:gd name="T6" fmla="*/ 567 w 1208"/>
                <a:gd name="T7" fmla="*/ 157 h 167"/>
                <a:gd name="T8" fmla="*/ 664 w 1208"/>
                <a:gd name="T9" fmla="*/ 118 h 167"/>
                <a:gd name="T10" fmla="*/ 750 w 1208"/>
                <a:gd name="T11" fmla="*/ 58 h 167"/>
                <a:gd name="T12" fmla="*/ 800 w 1208"/>
                <a:gd name="T13" fmla="*/ 6 h 167"/>
                <a:gd name="T14" fmla="*/ 914 w 1208"/>
                <a:gd name="T15" fmla="*/ 22 h 167"/>
                <a:gd name="T16" fmla="*/ 958 w 1208"/>
                <a:gd name="T17" fmla="*/ 74 h 167"/>
                <a:gd name="T18" fmla="*/ 978 w 1208"/>
                <a:gd name="T19" fmla="*/ 130 h 167"/>
                <a:gd name="T20" fmla="*/ 1013 w 1208"/>
                <a:gd name="T21" fmla="*/ 167 h 167"/>
                <a:gd name="T22" fmla="*/ 1208 w 1208"/>
                <a:gd name="T23" fmla="*/ 167 h 1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208" h="167">
                  <a:moveTo>
                    <a:pt x="0" y="124"/>
                  </a:moveTo>
                  <a:cubicBezTo>
                    <a:pt x="55" y="124"/>
                    <a:pt x="191" y="123"/>
                    <a:pt x="279" y="130"/>
                  </a:cubicBezTo>
                  <a:cubicBezTo>
                    <a:pt x="348" y="136"/>
                    <a:pt x="366" y="156"/>
                    <a:pt x="414" y="160"/>
                  </a:cubicBezTo>
                  <a:cubicBezTo>
                    <a:pt x="437" y="159"/>
                    <a:pt x="544" y="164"/>
                    <a:pt x="567" y="157"/>
                  </a:cubicBezTo>
                  <a:cubicBezTo>
                    <a:pt x="593" y="148"/>
                    <a:pt x="622" y="138"/>
                    <a:pt x="664" y="118"/>
                  </a:cubicBezTo>
                  <a:cubicBezTo>
                    <a:pt x="706" y="98"/>
                    <a:pt x="724" y="81"/>
                    <a:pt x="750" y="58"/>
                  </a:cubicBezTo>
                  <a:cubicBezTo>
                    <a:pt x="776" y="35"/>
                    <a:pt x="786" y="21"/>
                    <a:pt x="800" y="6"/>
                  </a:cubicBezTo>
                  <a:cubicBezTo>
                    <a:pt x="827" y="0"/>
                    <a:pt x="888" y="11"/>
                    <a:pt x="914" y="22"/>
                  </a:cubicBezTo>
                  <a:cubicBezTo>
                    <a:pt x="938" y="44"/>
                    <a:pt x="942" y="50"/>
                    <a:pt x="958" y="74"/>
                  </a:cubicBezTo>
                  <a:cubicBezTo>
                    <a:pt x="970" y="90"/>
                    <a:pt x="969" y="114"/>
                    <a:pt x="978" y="130"/>
                  </a:cubicBezTo>
                  <a:cubicBezTo>
                    <a:pt x="987" y="146"/>
                    <a:pt x="975" y="161"/>
                    <a:pt x="1013" y="167"/>
                  </a:cubicBezTo>
                  <a:cubicBezTo>
                    <a:pt x="1110" y="167"/>
                    <a:pt x="1208" y="167"/>
                    <a:pt x="1208" y="167"/>
                  </a:cubicBezTo>
                </a:path>
              </a:pathLst>
            </a:custGeom>
            <a:noFill/>
            <a:ln w="38100" cap="flat" cmpd="sng">
              <a:solidFill>
                <a:schemeClr val="tx1"/>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37" name="Line 33"/>
          <p:cNvSpPr>
            <a:spLocks noChangeShapeType="1"/>
          </p:cNvSpPr>
          <p:nvPr/>
        </p:nvSpPr>
        <p:spPr bwMode="auto">
          <a:xfrm flipH="1" flipV="1">
            <a:off x="3014216" y="5554488"/>
            <a:ext cx="233363" cy="261937"/>
          </a:xfrm>
          <a:prstGeom prst="line">
            <a:avLst/>
          </a:prstGeom>
          <a:noFill/>
          <a:ln w="19050">
            <a:solidFill>
              <a:srgbClr val="FF00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8" name="Line 34"/>
          <p:cNvSpPr>
            <a:spLocks noChangeShapeType="1"/>
          </p:cNvSpPr>
          <p:nvPr/>
        </p:nvSpPr>
        <p:spPr bwMode="auto">
          <a:xfrm flipH="1" flipV="1">
            <a:off x="2925316" y="5632275"/>
            <a:ext cx="166688" cy="303213"/>
          </a:xfrm>
          <a:prstGeom prst="line">
            <a:avLst/>
          </a:prstGeom>
          <a:noFill/>
          <a:ln w="19050">
            <a:solidFill>
              <a:srgbClr val="FF00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9" name="Line 35"/>
          <p:cNvSpPr>
            <a:spLocks noChangeShapeType="1"/>
          </p:cNvSpPr>
          <p:nvPr/>
        </p:nvSpPr>
        <p:spPr bwMode="auto">
          <a:xfrm flipH="1" flipV="1">
            <a:off x="3118991" y="5465588"/>
            <a:ext cx="304800" cy="220662"/>
          </a:xfrm>
          <a:prstGeom prst="line">
            <a:avLst/>
          </a:prstGeom>
          <a:noFill/>
          <a:ln w="19050">
            <a:solidFill>
              <a:srgbClr val="FF00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40" name="Line 36"/>
          <p:cNvSpPr>
            <a:spLocks noChangeShapeType="1"/>
          </p:cNvSpPr>
          <p:nvPr/>
        </p:nvSpPr>
        <p:spPr bwMode="auto">
          <a:xfrm flipH="1" flipV="1">
            <a:off x="2795141" y="5679900"/>
            <a:ext cx="82550" cy="346075"/>
          </a:xfrm>
          <a:prstGeom prst="line">
            <a:avLst/>
          </a:prstGeom>
          <a:noFill/>
          <a:ln w="19050">
            <a:solidFill>
              <a:srgbClr val="FF00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41" name="Line 37"/>
          <p:cNvSpPr>
            <a:spLocks noChangeShapeType="1"/>
          </p:cNvSpPr>
          <p:nvPr/>
        </p:nvSpPr>
        <p:spPr bwMode="auto">
          <a:xfrm flipV="1">
            <a:off x="2639566" y="5665613"/>
            <a:ext cx="26988" cy="344487"/>
          </a:xfrm>
          <a:prstGeom prst="line">
            <a:avLst/>
          </a:prstGeom>
          <a:noFill/>
          <a:ln w="19050">
            <a:solidFill>
              <a:srgbClr val="FF00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42" name="Line 4"/>
          <p:cNvSpPr>
            <a:spLocks noChangeShapeType="1"/>
          </p:cNvSpPr>
          <p:nvPr/>
        </p:nvSpPr>
        <p:spPr bwMode="auto">
          <a:xfrm flipV="1">
            <a:off x="6035049" y="5557663"/>
            <a:ext cx="0" cy="538163"/>
          </a:xfrm>
          <a:prstGeom prst="line">
            <a:avLst/>
          </a:prstGeom>
          <a:noFill/>
          <a:ln w="38100">
            <a:solidFill>
              <a:srgbClr val="FF00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43" name="Text Box 5"/>
          <p:cNvSpPr txBox="1">
            <a:spLocks noChangeArrowheads="1"/>
          </p:cNvSpPr>
          <p:nvPr/>
        </p:nvSpPr>
        <p:spPr bwMode="auto">
          <a:xfrm>
            <a:off x="5318663" y="5637637"/>
            <a:ext cx="9271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pPr>
            <a:r>
              <a:rPr lang="en-US" altLang="zh-CN" sz="2800" b="1" i="1" dirty="0">
                <a:solidFill>
                  <a:srgbClr val="FF0000"/>
                </a:solidFill>
                <a:ea typeface="宋体" panose="02010600030101010101" pitchFamily="2" charset="-122"/>
              </a:rPr>
              <a:t>F</a:t>
            </a:r>
            <a:r>
              <a:rPr lang="en-US" altLang="zh-CN" sz="2800" i="0" baseline="-25000" dirty="0">
                <a:solidFill>
                  <a:srgbClr val="FF0000"/>
                </a:solidFill>
                <a:ea typeface="宋体" panose="02010600030101010101" pitchFamily="2" charset="-122"/>
              </a:rPr>
              <a:t>N</a:t>
            </a:r>
            <a:endParaRPr lang="en-US" altLang="zh-CN" sz="2800" b="1" i="0" dirty="0">
              <a:solidFill>
                <a:srgbClr val="FF0000"/>
              </a:solidFill>
              <a:ea typeface="宋体" panose="02010600030101010101" pitchFamily="2" charset="-122"/>
            </a:endParaRPr>
          </a:p>
        </p:txBody>
      </p:sp>
      <p:sp>
        <p:nvSpPr>
          <p:cNvPr id="44" name="Freeform 6"/>
          <p:cNvSpPr>
            <a:spLocks noChangeAspect="1"/>
          </p:cNvSpPr>
          <p:nvPr/>
        </p:nvSpPr>
        <p:spPr bwMode="auto">
          <a:xfrm>
            <a:off x="6052512" y="5594176"/>
            <a:ext cx="684212" cy="1587"/>
          </a:xfrm>
          <a:custGeom>
            <a:avLst/>
            <a:gdLst>
              <a:gd name="T0" fmla="*/ 431 w 431"/>
              <a:gd name="T1" fmla="*/ 1 h 1"/>
              <a:gd name="T2" fmla="*/ 0 w 431"/>
              <a:gd name="T3" fmla="*/ 0 h 1"/>
            </a:gdLst>
            <a:ahLst/>
            <a:cxnLst>
              <a:cxn ang="0">
                <a:pos x="T0" y="T1"/>
              </a:cxn>
              <a:cxn ang="0">
                <a:pos x="T2" y="T3"/>
              </a:cxn>
            </a:cxnLst>
            <a:rect l="0" t="0" r="r" b="b"/>
            <a:pathLst>
              <a:path w="431" h="1">
                <a:moveTo>
                  <a:pt x="431" y="1"/>
                </a:moveTo>
                <a:lnTo>
                  <a:pt x="0" y="0"/>
                </a:lnTo>
              </a:path>
            </a:pathLst>
          </a:custGeom>
          <a:noFill/>
          <a:ln w="38100">
            <a:solidFill>
              <a:srgbClr val="FF0000"/>
            </a:solidFill>
            <a:round/>
            <a:headEnd/>
            <a:tailEnd type="stealth" w="med"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45" name="Text Box 7"/>
          <p:cNvSpPr txBox="1">
            <a:spLocks noChangeArrowheads="1"/>
          </p:cNvSpPr>
          <p:nvPr/>
        </p:nvSpPr>
        <p:spPr bwMode="auto">
          <a:xfrm>
            <a:off x="6694655" y="5164744"/>
            <a:ext cx="696913"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pPr>
            <a:r>
              <a:rPr lang="en-US" altLang="zh-CN" sz="2800" b="1" i="1" dirty="0" err="1">
                <a:solidFill>
                  <a:srgbClr val="FF0000"/>
                </a:solidFill>
                <a:ea typeface="宋体" panose="02010600030101010101" pitchFamily="2" charset="-122"/>
              </a:rPr>
              <a:t>F</a:t>
            </a:r>
            <a:r>
              <a:rPr lang="en-US" altLang="zh-CN" sz="2800" b="1" i="1" dirty="0" err="1">
                <a:solidFill>
                  <a:srgbClr val="FF0000"/>
                </a:solidFill>
                <a:ea typeface="宋体" panose="02010600030101010101" pitchFamily="2" charset="-122"/>
                <a:cs typeface="Times New Roman" panose="02020603050405020304" pitchFamily="18" charset="0"/>
              </a:rPr>
              <a:t>'</a:t>
            </a:r>
            <a:r>
              <a:rPr lang="en-US" altLang="zh-CN" sz="2800" i="0" baseline="-25000" dirty="0" err="1">
                <a:solidFill>
                  <a:srgbClr val="FF0000"/>
                </a:solidFill>
              </a:rPr>
              <a:t>f</a:t>
            </a:r>
            <a:endParaRPr lang="en-US" altLang="zh-CN" sz="2800" i="0" baseline="-25000" dirty="0">
              <a:solidFill>
                <a:srgbClr val="FF0000"/>
              </a:solidFill>
            </a:endParaRPr>
          </a:p>
        </p:txBody>
      </p:sp>
      <p:grpSp>
        <p:nvGrpSpPr>
          <p:cNvPr id="46" name="Group 10"/>
          <p:cNvGrpSpPr>
            <a:grpSpLocks/>
          </p:cNvGrpSpPr>
          <p:nvPr/>
        </p:nvGrpSpPr>
        <p:grpSpPr bwMode="auto">
          <a:xfrm>
            <a:off x="5020637" y="3593926"/>
            <a:ext cx="2170112" cy="1960562"/>
            <a:chOff x="4097" y="274"/>
            <a:chExt cx="1367" cy="1235"/>
          </a:xfrm>
        </p:grpSpPr>
        <p:sp>
          <p:nvSpPr>
            <p:cNvPr id="47" name="Oval 11"/>
            <p:cNvSpPr>
              <a:spLocks noChangeArrowheads="1"/>
            </p:cNvSpPr>
            <p:nvPr/>
          </p:nvSpPr>
          <p:spPr bwMode="auto">
            <a:xfrm>
              <a:off x="4268" y="610"/>
              <a:ext cx="899" cy="899"/>
            </a:xfrm>
            <a:prstGeom prst="ellipse">
              <a:avLst/>
            </a:prstGeom>
            <a:gradFill rotWithShape="1">
              <a:gsLst>
                <a:gs pos="0">
                  <a:srgbClr val="FFFFFF"/>
                </a:gs>
                <a:gs pos="7001">
                  <a:srgbClr val="E6E6E6"/>
                </a:gs>
                <a:gs pos="32001">
                  <a:srgbClr val="7D8496"/>
                </a:gs>
                <a:gs pos="47000">
                  <a:srgbClr val="E6E6E6"/>
                </a:gs>
                <a:gs pos="85001">
                  <a:srgbClr val="7D8496"/>
                </a:gs>
                <a:gs pos="100000">
                  <a:srgbClr val="E6E6E6"/>
                </a:gs>
              </a:gsLst>
              <a:path path="shape">
                <a:fillToRect l="50000" t="50000" r="50000" b="50000"/>
              </a:path>
            </a:gradFill>
            <a:ln w="571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8" name="Text Box 12"/>
            <p:cNvSpPr txBox="1">
              <a:spLocks noChangeArrowheads="1"/>
            </p:cNvSpPr>
            <p:nvPr/>
          </p:nvSpPr>
          <p:spPr bwMode="auto">
            <a:xfrm>
              <a:off x="4653" y="274"/>
              <a:ext cx="406"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pPr>
              <a:r>
                <a:rPr lang="en-US" altLang="zh-CN" sz="2800" b="1" i="1">
                  <a:solidFill>
                    <a:srgbClr val="FF0000"/>
                  </a:solidFill>
                  <a:ea typeface="宋体" panose="02010600030101010101" pitchFamily="2" charset="-122"/>
                </a:rPr>
                <a:t>W</a:t>
              </a:r>
            </a:p>
          </p:txBody>
        </p:sp>
        <p:sp>
          <p:nvSpPr>
            <p:cNvPr id="49" name="Text Box 13"/>
            <p:cNvSpPr txBox="1">
              <a:spLocks noChangeArrowheads="1"/>
            </p:cNvSpPr>
            <p:nvPr/>
          </p:nvSpPr>
          <p:spPr bwMode="auto">
            <a:xfrm>
              <a:off x="5090" y="751"/>
              <a:ext cx="374"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pPr>
              <a:r>
                <a:rPr lang="en-US" altLang="zh-CN" sz="2800" b="1" i="1">
                  <a:solidFill>
                    <a:srgbClr val="FF0000"/>
                  </a:solidFill>
                  <a:ea typeface="宋体" panose="02010600030101010101" pitchFamily="2" charset="-122"/>
                </a:rPr>
                <a:t>F</a:t>
              </a:r>
            </a:p>
          </p:txBody>
        </p:sp>
        <p:sp>
          <p:nvSpPr>
            <p:cNvPr id="50" name="Text Box 14"/>
            <p:cNvSpPr txBox="1">
              <a:spLocks noChangeArrowheads="1"/>
            </p:cNvSpPr>
            <p:nvPr/>
          </p:nvSpPr>
          <p:spPr bwMode="auto">
            <a:xfrm>
              <a:off x="4415" y="654"/>
              <a:ext cx="309"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pPr>
              <a:r>
                <a:rPr lang="en-US" altLang="zh-CN" sz="2800" i="1">
                  <a:solidFill>
                    <a:schemeClr val="tx1"/>
                  </a:solidFill>
                  <a:ea typeface="宋体" panose="02010600030101010101" pitchFamily="2" charset="-122"/>
                </a:rPr>
                <a:t>r</a:t>
              </a:r>
              <a:endParaRPr lang="en-US" altLang="zh-CN" sz="2800" i="1">
                <a:solidFill>
                  <a:schemeClr val="tx1"/>
                </a:solidFill>
                <a:ea typeface="宋体" panose="02010600030101010101" pitchFamily="2" charset="-122"/>
                <a:cs typeface="Times New Roman" panose="02020603050405020304" pitchFamily="18" charset="0"/>
              </a:endParaRPr>
            </a:p>
          </p:txBody>
        </p:sp>
        <p:sp>
          <p:nvSpPr>
            <p:cNvPr id="51" name="Line 15"/>
            <p:cNvSpPr>
              <a:spLocks noChangeShapeType="1"/>
            </p:cNvSpPr>
            <p:nvPr/>
          </p:nvSpPr>
          <p:spPr bwMode="auto">
            <a:xfrm>
              <a:off x="4097" y="1056"/>
              <a:ext cx="1274" cy="0"/>
            </a:xfrm>
            <a:prstGeom prst="line">
              <a:avLst/>
            </a:prstGeom>
            <a:noFill/>
            <a:ln w="9525">
              <a:solidFill>
                <a:schemeClr val="tx1"/>
              </a:solidFill>
              <a:prstDash val="lgDash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2" name="Line 16"/>
            <p:cNvSpPr>
              <a:spLocks noChangeAspect="1" noChangeShapeType="1"/>
            </p:cNvSpPr>
            <p:nvPr/>
          </p:nvSpPr>
          <p:spPr bwMode="auto">
            <a:xfrm rot="-5400000">
              <a:off x="4965" y="810"/>
              <a:ext cx="1" cy="497"/>
            </a:xfrm>
            <a:prstGeom prst="line">
              <a:avLst/>
            </a:prstGeom>
            <a:noFill/>
            <a:ln w="38100">
              <a:solidFill>
                <a:srgbClr val="FF00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53" name="Line 17"/>
            <p:cNvSpPr>
              <a:spLocks noChangeShapeType="1"/>
            </p:cNvSpPr>
            <p:nvPr/>
          </p:nvSpPr>
          <p:spPr bwMode="auto">
            <a:xfrm flipH="1" flipV="1">
              <a:off x="4340" y="787"/>
              <a:ext cx="373" cy="284"/>
            </a:xfrm>
            <a:prstGeom prst="line">
              <a:avLst/>
            </a:prstGeom>
            <a:noFill/>
            <a:ln w="9525">
              <a:solidFill>
                <a:schemeClr val="tx1"/>
              </a:solidFill>
              <a:round/>
              <a:headEnd/>
              <a:tailEnd type="stealth"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4" name="Oval 18"/>
            <p:cNvSpPr>
              <a:spLocks noChangeArrowheads="1"/>
            </p:cNvSpPr>
            <p:nvPr/>
          </p:nvSpPr>
          <p:spPr bwMode="auto">
            <a:xfrm>
              <a:off x="4694" y="1025"/>
              <a:ext cx="56" cy="56"/>
            </a:xfrm>
            <a:prstGeom prst="ellipse">
              <a:avLst/>
            </a:prstGeom>
            <a:solidFill>
              <a:schemeClr val="accent1"/>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55" name="Line 19"/>
            <p:cNvSpPr>
              <a:spLocks noChangeShapeType="1"/>
            </p:cNvSpPr>
            <p:nvPr/>
          </p:nvSpPr>
          <p:spPr bwMode="auto">
            <a:xfrm>
              <a:off x="4722" y="529"/>
              <a:ext cx="0" cy="530"/>
            </a:xfrm>
            <a:prstGeom prst="line">
              <a:avLst/>
            </a:prstGeom>
            <a:noFill/>
            <a:ln w="38100">
              <a:solidFill>
                <a:srgbClr val="FF00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sp>
        <p:nvSpPr>
          <p:cNvPr id="56" name="Arc 38"/>
          <p:cNvSpPr>
            <a:spLocks noChangeAspect="1"/>
          </p:cNvSpPr>
          <p:nvPr/>
        </p:nvSpPr>
        <p:spPr bwMode="auto">
          <a:xfrm rot="9109285">
            <a:off x="5835024" y="5532263"/>
            <a:ext cx="457200" cy="30480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0" y="0"/>
                </a:moveTo>
                <a:cubicBezTo>
                  <a:pt x="11929" y="0"/>
                  <a:pt x="21600" y="9670"/>
                  <a:pt x="21600" y="21600"/>
                </a:cubicBezTo>
              </a:path>
              <a:path w="21600" h="21600" stroke="0" extrusionOk="0">
                <a:moveTo>
                  <a:pt x="0" y="0"/>
                </a:moveTo>
                <a:cubicBezTo>
                  <a:pt x="11929" y="0"/>
                  <a:pt x="21600" y="9670"/>
                  <a:pt x="21600" y="21600"/>
                </a:cubicBezTo>
                <a:lnTo>
                  <a:pt x="0" y="21600"/>
                </a:lnTo>
                <a:close/>
              </a:path>
            </a:pathLst>
          </a:custGeom>
          <a:noFill/>
          <a:ln w="38100">
            <a:solidFill>
              <a:srgbClr val="FF0000"/>
            </a:solidFill>
            <a:round/>
            <a:headEnd type="stealth" w="med" len="lg"/>
            <a:tailEnd type="none" w="sm"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57" name="Text Box 39"/>
          <p:cNvSpPr txBox="1">
            <a:spLocks noChangeAspect="1" noChangeArrowheads="1"/>
          </p:cNvSpPr>
          <p:nvPr/>
        </p:nvSpPr>
        <p:spPr bwMode="auto">
          <a:xfrm>
            <a:off x="6231899" y="5632276"/>
            <a:ext cx="666750" cy="49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r>
              <a:rPr lang="en-US" altLang="zh-CN" i="1" dirty="0">
                <a:solidFill>
                  <a:srgbClr val="FF0000"/>
                </a:solidFill>
                <a:ea typeface="宋体" panose="02010600030101010101" pitchFamily="2" charset="-122"/>
              </a:rPr>
              <a:t>M</a:t>
            </a:r>
            <a:r>
              <a:rPr lang="en-US" altLang="zh-CN" i="0" baseline="-25000" dirty="0">
                <a:solidFill>
                  <a:srgbClr val="FF0000"/>
                </a:solidFill>
                <a:ea typeface="宋体" panose="02010600030101010101" pitchFamily="2" charset="-122"/>
              </a:rPr>
              <a:t>f</a:t>
            </a:r>
          </a:p>
        </p:txBody>
      </p:sp>
      <p:sp>
        <p:nvSpPr>
          <p:cNvPr id="58" name="Text Box 14"/>
          <p:cNvSpPr txBox="1">
            <a:spLocks noChangeArrowheads="1"/>
          </p:cNvSpPr>
          <p:nvPr/>
        </p:nvSpPr>
        <p:spPr bwMode="auto">
          <a:xfrm>
            <a:off x="2400487" y="5208413"/>
            <a:ext cx="490537"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pPr>
            <a:r>
              <a:rPr lang="en-US" altLang="zh-CN" sz="2800" i="1" dirty="0">
                <a:solidFill>
                  <a:schemeClr val="tx1"/>
                </a:solidFill>
                <a:ea typeface="宋体" panose="02010600030101010101" pitchFamily="2" charset="-122"/>
              </a:rPr>
              <a:t>A</a:t>
            </a:r>
            <a:endParaRPr lang="en-US" altLang="zh-CN" sz="2800" i="1" dirty="0">
              <a:solidFill>
                <a:schemeClr val="tx1"/>
              </a:solidFill>
              <a:ea typeface="宋体" panose="02010600030101010101" pitchFamily="2" charset="-122"/>
              <a:cs typeface="Times New Roman" panose="02020603050405020304" pitchFamily="18" charset="0"/>
            </a:endParaRPr>
          </a:p>
        </p:txBody>
      </p:sp>
      <p:sp>
        <p:nvSpPr>
          <p:cNvPr id="59" name="Text Box 14"/>
          <p:cNvSpPr txBox="1">
            <a:spLocks noChangeArrowheads="1"/>
          </p:cNvSpPr>
          <p:nvPr/>
        </p:nvSpPr>
        <p:spPr bwMode="auto">
          <a:xfrm>
            <a:off x="5833508" y="5048075"/>
            <a:ext cx="490537"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pPr>
            <a:r>
              <a:rPr lang="en-US" altLang="zh-CN" sz="2800" i="1" dirty="0">
                <a:solidFill>
                  <a:schemeClr val="tx1"/>
                </a:solidFill>
                <a:ea typeface="宋体" panose="02010600030101010101" pitchFamily="2" charset="-122"/>
              </a:rPr>
              <a:t>A</a:t>
            </a:r>
            <a:endParaRPr lang="en-US" altLang="zh-CN" sz="2800" i="1" dirty="0">
              <a:solidFill>
                <a:schemeClr val="tx1"/>
              </a:solidFill>
              <a:ea typeface="宋体" panose="02010600030101010101" pitchFamily="2" charset="-122"/>
              <a:cs typeface="Times New Roman" panose="02020603050405020304" pitchFamily="18" charset="0"/>
            </a:endParaRPr>
          </a:p>
        </p:txBody>
      </p:sp>
      <p:sp>
        <p:nvSpPr>
          <p:cNvPr id="60" name="Text Box 40"/>
          <p:cNvSpPr txBox="1">
            <a:spLocks noChangeArrowheads="1"/>
          </p:cNvSpPr>
          <p:nvPr/>
        </p:nvSpPr>
        <p:spPr bwMode="auto">
          <a:xfrm>
            <a:off x="2834199" y="2489208"/>
            <a:ext cx="6837394" cy="12126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30000"/>
              </a:lnSpc>
            </a:pPr>
            <a:r>
              <a:rPr lang="en-US" altLang="zh-CN" sz="2800" dirty="0" err="1">
                <a:solidFill>
                  <a:schemeClr val="tx1"/>
                </a:solidFill>
              </a:rPr>
              <a:t>M</a:t>
            </a:r>
            <a:r>
              <a:rPr lang="en-US" altLang="zh-CN" sz="2800" i="0" baseline="-25000" dirty="0" err="1">
                <a:solidFill>
                  <a:schemeClr val="tx1"/>
                </a:solidFill>
              </a:rPr>
              <a:t>fmax</a:t>
            </a:r>
            <a:r>
              <a:rPr lang="en-US" altLang="zh-CN" sz="2800" dirty="0">
                <a:solidFill>
                  <a:schemeClr val="tx1"/>
                </a:solidFill>
              </a:rPr>
              <a:t>=</a:t>
            </a:r>
            <a:r>
              <a:rPr lang="en-US" altLang="zh-CN" sz="2800" dirty="0">
                <a:solidFill>
                  <a:schemeClr val="tx1"/>
                </a:solidFill>
                <a:sym typeface="Symbol" panose="05050102010706020507" pitchFamily="18" charset="2"/>
              </a:rPr>
              <a:t></a:t>
            </a:r>
            <a:r>
              <a:rPr lang="en-US" altLang="zh-CN" sz="2800" dirty="0">
                <a:solidFill>
                  <a:schemeClr val="tx1"/>
                </a:solidFill>
              </a:rPr>
              <a:t>F</a:t>
            </a:r>
            <a:r>
              <a:rPr lang="en-US" altLang="zh-CN" sz="2800" i="0" baseline="-25000" dirty="0">
                <a:solidFill>
                  <a:schemeClr val="tx1"/>
                </a:solidFill>
              </a:rPr>
              <a:t>N      </a:t>
            </a:r>
            <a:r>
              <a:rPr kumimoji="1" lang="zh-CN" altLang="en-US" sz="2800" i="0" dirty="0">
                <a:latin typeface="微软雅黑" panose="020B0503020204020204" pitchFamily="34" charset="-122"/>
                <a:ea typeface="微软雅黑" panose="020B0503020204020204" pitchFamily="34" charset="-122"/>
              </a:rPr>
              <a:t>库仑滚动摩擦定律</a:t>
            </a:r>
            <a:endParaRPr kumimoji="1" lang="en-US" altLang="zh-CN" sz="2800" i="0" dirty="0">
              <a:latin typeface="微软雅黑" panose="020B0503020204020204" pitchFamily="34" charset="-122"/>
              <a:ea typeface="微软雅黑" panose="020B0503020204020204" pitchFamily="34" charset="-122"/>
            </a:endParaRPr>
          </a:p>
          <a:p>
            <a:pPr>
              <a:lnSpc>
                <a:spcPct val="130000"/>
              </a:lnSpc>
            </a:pPr>
            <a:r>
              <a:rPr lang="en-US" altLang="zh-CN" sz="2800" dirty="0">
                <a:solidFill>
                  <a:schemeClr val="tx1"/>
                </a:solidFill>
                <a:sym typeface="Symbol" panose="05050102010706020507" pitchFamily="18" charset="2"/>
              </a:rPr>
              <a:t> </a:t>
            </a:r>
            <a:r>
              <a:rPr lang="en-US" altLang="zh-CN" sz="2800" i="0" dirty="0">
                <a:solidFill>
                  <a:schemeClr val="tx1"/>
                </a:solidFill>
                <a:ea typeface="微软雅黑" panose="020B0503020204020204" pitchFamily="34" charset="-122"/>
              </a:rPr>
              <a:t>— </a:t>
            </a:r>
            <a:r>
              <a:rPr lang="zh-CN" altLang="en-US" sz="2800" i="0" dirty="0">
                <a:solidFill>
                  <a:schemeClr val="tx1"/>
                </a:solidFill>
                <a:ea typeface="微软雅黑" panose="020B0503020204020204" pitchFamily="34" charset="-122"/>
              </a:rPr>
              <a:t>滚动动摩擦因数</a:t>
            </a:r>
            <a:endParaRPr kumimoji="1" lang="zh-CN" altLang="en-US" sz="2800" i="0" dirty="0">
              <a:latin typeface="微软雅黑" panose="020B0503020204020204" pitchFamily="34" charset="-122"/>
              <a:ea typeface="微软雅黑" panose="020B0503020204020204" pitchFamily="34" charset="-122"/>
            </a:endParaRPr>
          </a:p>
        </p:txBody>
      </p:sp>
      <p:sp>
        <p:nvSpPr>
          <p:cNvPr id="61" name="Text Box 41"/>
          <p:cNvSpPr txBox="1">
            <a:spLocks noChangeArrowheads="1"/>
          </p:cNvSpPr>
          <p:nvPr/>
        </p:nvSpPr>
        <p:spPr bwMode="auto">
          <a:xfrm>
            <a:off x="8360468" y="5459589"/>
            <a:ext cx="62388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dirty="0">
                <a:solidFill>
                  <a:schemeClr val="tx1"/>
                </a:solidFill>
                <a:sym typeface="Symbol" panose="05050102010706020507" pitchFamily="18" charset="2"/>
              </a:rPr>
              <a:t></a:t>
            </a:r>
            <a:endParaRPr lang="en-US" altLang="zh-CN" i="1" dirty="0">
              <a:solidFill>
                <a:schemeClr val="tx1"/>
              </a:solidFill>
            </a:endParaRPr>
          </a:p>
        </p:txBody>
      </p:sp>
      <p:sp>
        <p:nvSpPr>
          <p:cNvPr id="62" name="Line 42"/>
          <p:cNvSpPr>
            <a:spLocks noChangeShapeType="1"/>
          </p:cNvSpPr>
          <p:nvPr/>
        </p:nvSpPr>
        <p:spPr bwMode="auto">
          <a:xfrm flipV="1">
            <a:off x="8987531" y="5548489"/>
            <a:ext cx="0" cy="642937"/>
          </a:xfrm>
          <a:prstGeom prst="line">
            <a:avLst/>
          </a:prstGeom>
          <a:noFill/>
          <a:ln w="19050">
            <a:solidFill>
              <a:schemeClr val="tx1"/>
            </a:solidFill>
            <a:round/>
            <a:headEnd/>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3" name="Text Box 43"/>
          <p:cNvSpPr txBox="1">
            <a:spLocks noChangeArrowheads="1"/>
          </p:cNvSpPr>
          <p:nvPr/>
        </p:nvSpPr>
        <p:spPr bwMode="auto">
          <a:xfrm>
            <a:off x="9458918" y="5732890"/>
            <a:ext cx="9271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pPr>
            <a:r>
              <a:rPr lang="en-US" altLang="zh-CN" sz="2800" b="1" i="1" dirty="0">
                <a:solidFill>
                  <a:srgbClr val="FF0000"/>
                </a:solidFill>
                <a:ea typeface="宋体" panose="02010600030101010101" pitchFamily="2" charset="-122"/>
              </a:rPr>
              <a:t>F</a:t>
            </a:r>
            <a:r>
              <a:rPr lang="en-US" altLang="zh-CN" sz="2800" i="0" baseline="-25000" dirty="0">
                <a:solidFill>
                  <a:srgbClr val="FF0000"/>
                </a:solidFill>
                <a:ea typeface="宋体" panose="02010600030101010101" pitchFamily="2" charset="-122"/>
              </a:rPr>
              <a:t>N</a:t>
            </a:r>
            <a:endParaRPr lang="en-US" altLang="zh-CN" sz="2800" b="1" i="0" dirty="0">
              <a:solidFill>
                <a:srgbClr val="FF0000"/>
              </a:solidFill>
              <a:ea typeface="宋体" panose="02010600030101010101" pitchFamily="2" charset="-122"/>
            </a:endParaRPr>
          </a:p>
        </p:txBody>
      </p:sp>
      <p:sp>
        <p:nvSpPr>
          <p:cNvPr id="64" name="Freeform 44"/>
          <p:cNvSpPr>
            <a:spLocks noChangeAspect="1"/>
          </p:cNvSpPr>
          <p:nvPr/>
        </p:nvSpPr>
        <p:spPr bwMode="auto">
          <a:xfrm>
            <a:off x="9004993" y="5585001"/>
            <a:ext cx="684213" cy="1588"/>
          </a:xfrm>
          <a:custGeom>
            <a:avLst/>
            <a:gdLst>
              <a:gd name="T0" fmla="*/ 431 w 431"/>
              <a:gd name="T1" fmla="*/ 1 h 1"/>
              <a:gd name="T2" fmla="*/ 0 w 431"/>
              <a:gd name="T3" fmla="*/ 0 h 1"/>
            </a:gdLst>
            <a:ahLst/>
            <a:cxnLst>
              <a:cxn ang="0">
                <a:pos x="T0" y="T1"/>
              </a:cxn>
              <a:cxn ang="0">
                <a:pos x="T2" y="T3"/>
              </a:cxn>
            </a:cxnLst>
            <a:rect l="0" t="0" r="r" b="b"/>
            <a:pathLst>
              <a:path w="431" h="1">
                <a:moveTo>
                  <a:pt x="431" y="1"/>
                </a:moveTo>
                <a:lnTo>
                  <a:pt x="0" y="0"/>
                </a:lnTo>
              </a:path>
            </a:pathLst>
          </a:custGeom>
          <a:noFill/>
          <a:ln w="38100">
            <a:solidFill>
              <a:srgbClr val="FF0000"/>
            </a:solidFill>
            <a:round/>
            <a:headEnd/>
            <a:tailEnd type="stealth" w="med"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5" name="Text Box 45"/>
          <p:cNvSpPr txBox="1">
            <a:spLocks noChangeArrowheads="1"/>
          </p:cNvSpPr>
          <p:nvPr/>
        </p:nvSpPr>
        <p:spPr bwMode="auto">
          <a:xfrm>
            <a:off x="9648734" y="5208413"/>
            <a:ext cx="696912"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pPr>
            <a:r>
              <a:rPr lang="en-US" altLang="zh-CN" sz="2800" b="1" i="1" dirty="0" err="1">
                <a:solidFill>
                  <a:srgbClr val="FF0000"/>
                </a:solidFill>
                <a:ea typeface="宋体" panose="02010600030101010101" pitchFamily="2" charset="-122"/>
              </a:rPr>
              <a:t>F</a:t>
            </a:r>
            <a:r>
              <a:rPr lang="en-US" altLang="zh-CN" sz="2800" b="1" i="1" dirty="0" err="1">
                <a:solidFill>
                  <a:srgbClr val="FF0000"/>
                </a:solidFill>
                <a:ea typeface="宋体" panose="02010600030101010101" pitchFamily="2" charset="-122"/>
                <a:cs typeface="Times New Roman" panose="02020603050405020304" pitchFamily="18" charset="0"/>
              </a:rPr>
              <a:t>'</a:t>
            </a:r>
            <a:r>
              <a:rPr lang="en-US" altLang="zh-CN" sz="2800" i="0" baseline="-25000" dirty="0" err="1">
                <a:solidFill>
                  <a:srgbClr val="FF0000"/>
                </a:solidFill>
              </a:rPr>
              <a:t>f</a:t>
            </a:r>
            <a:endParaRPr lang="en-US" altLang="zh-CN" sz="2800" i="0" baseline="-25000" dirty="0">
              <a:solidFill>
                <a:srgbClr val="FF0000"/>
              </a:solidFill>
            </a:endParaRPr>
          </a:p>
        </p:txBody>
      </p:sp>
      <p:grpSp>
        <p:nvGrpSpPr>
          <p:cNvPr id="66" name="Group 46"/>
          <p:cNvGrpSpPr>
            <a:grpSpLocks/>
          </p:cNvGrpSpPr>
          <p:nvPr/>
        </p:nvGrpSpPr>
        <p:grpSpPr bwMode="auto">
          <a:xfrm>
            <a:off x="7973118" y="3584751"/>
            <a:ext cx="2170113" cy="1960563"/>
            <a:chOff x="4097" y="274"/>
            <a:chExt cx="1367" cy="1235"/>
          </a:xfrm>
        </p:grpSpPr>
        <p:sp>
          <p:nvSpPr>
            <p:cNvPr id="67" name="Oval 47"/>
            <p:cNvSpPr>
              <a:spLocks noChangeArrowheads="1"/>
            </p:cNvSpPr>
            <p:nvPr/>
          </p:nvSpPr>
          <p:spPr bwMode="auto">
            <a:xfrm>
              <a:off x="4268" y="610"/>
              <a:ext cx="899" cy="899"/>
            </a:xfrm>
            <a:prstGeom prst="ellipse">
              <a:avLst/>
            </a:prstGeom>
            <a:gradFill rotWithShape="1">
              <a:gsLst>
                <a:gs pos="0">
                  <a:srgbClr val="FFFFFF"/>
                </a:gs>
                <a:gs pos="7001">
                  <a:srgbClr val="E6E6E6"/>
                </a:gs>
                <a:gs pos="32001">
                  <a:srgbClr val="7D8496"/>
                </a:gs>
                <a:gs pos="47000">
                  <a:srgbClr val="E6E6E6"/>
                </a:gs>
                <a:gs pos="85001">
                  <a:srgbClr val="7D8496"/>
                </a:gs>
                <a:gs pos="100000">
                  <a:srgbClr val="E6E6E6"/>
                </a:gs>
              </a:gsLst>
              <a:path path="shape">
                <a:fillToRect l="50000" t="50000" r="50000" b="50000"/>
              </a:path>
            </a:gradFill>
            <a:ln w="571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8" name="Text Box 48"/>
            <p:cNvSpPr txBox="1">
              <a:spLocks noChangeArrowheads="1"/>
            </p:cNvSpPr>
            <p:nvPr/>
          </p:nvSpPr>
          <p:spPr bwMode="auto">
            <a:xfrm>
              <a:off x="4653" y="274"/>
              <a:ext cx="406"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pPr>
              <a:r>
                <a:rPr lang="en-US" altLang="zh-CN" sz="2800" b="1" i="1">
                  <a:solidFill>
                    <a:srgbClr val="FF0000"/>
                  </a:solidFill>
                  <a:ea typeface="宋体" panose="02010600030101010101" pitchFamily="2" charset="-122"/>
                </a:rPr>
                <a:t>W</a:t>
              </a:r>
            </a:p>
          </p:txBody>
        </p:sp>
        <p:sp>
          <p:nvSpPr>
            <p:cNvPr id="69" name="Text Box 49"/>
            <p:cNvSpPr txBox="1">
              <a:spLocks noChangeArrowheads="1"/>
            </p:cNvSpPr>
            <p:nvPr/>
          </p:nvSpPr>
          <p:spPr bwMode="auto">
            <a:xfrm>
              <a:off x="5090" y="751"/>
              <a:ext cx="374"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pPr>
              <a:r>
                <a:rPr lang="en-US" altLang="zh-CN" sz="2800" b="1" i="1">
                  <a:solidFill>
                    <a:srgbClr val="FF0000"/>
                  </a:solidFill>
                  <a:ea typeface="宋体" panose="02010600030101010101" pitchFamily="2" charset="-122"/>
                </a:rPr>
                <a:t>F</a:t>
              </a:r>
            </a:p>
          </p:txBody>
        </p:sp>
        <p:sp>
          <p:nvSpPr>
            <p:cNvPr id="70" name="Text Box 50"/>
            <p:cNvSpPr txBox="1">
              <a:spLocks noChangeArrowheads="1"/>
            </p:cNvSpPr>
            <p:nvPr/>
          </p:nvSpPr>
          <p:spPr bwMode="auto">
            <a:xfrm>
              <a:off x="4415" y="654"/>
              <a:ext cx="309"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pPr>
              <a:r>
                <a:rPr lang="en-US" altLang="zh-CN" sz="2800" i="1" dirty="0">
                  <a:solidFill>
                    <a:schemeClr val="tx1"/>
                  </a:solidFill>
                  <a:ea typeface="宋体" panose="02010600030101010101" pitchFamily="2" charset="-122"/>
                </a:rPr>
                <a:t>r</a:t>
              </a:r>
              <a:endParaRPr lang="en-US" altLang="zh-CN" sz="2800" i="1" dirty="0">
                <a:solidFill>
                  <a:schemeClr val="tx1"/>
                </a:solidFill>
                <a:ea typeface="宋体" panose="02010600030101010101" pitchFamily="2" charset="-122"/>
                <a:cs typeface="Times New Roman" panose="02020603050405020304" pitchFamily="18" charset="0"/>
              </a:endParaRPr>
            </a:p>
          </p:txBody>
        </p:sp>
        <p:sp>
          <p:nvSpPr>
            <p:cNvPr id="71" name="Line 51"/>
            <p:cNvSpPr>
              <a:spLocks noChangeShapeType="1"/>
            </p:cNvSpPr>
            <p:nvPr/>
          </p:nvSpPr>
          <p:spPr bwMode="auto">
            <a:xfrm>
              <a:off x="4097" y="1056"/>
              <a:ext cx="1274" cy="0"/>
            </a:xfrm>
            <a:prstGeom prst="line">
              <a:avLst/>
            </a:prstGeom>
            <a:noFill/>
            <a:ln w="9525">
              <a:solidFill>
                <a:schemeClr val="tx1"/>
              </a:solidFill>
              <a:prstDash val="lgDash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2" name="Line 52"/>
            <p:cNvSpPr>
              <a:spLocks noChangeAspect="1" noChangeShapeType="1"/>
            </p:cNvSpPr>
            <p:nvPr/>
          </p:nvSpPr>
          <p:spPr bwMode="auto">
            <a:xfrm rot="-5400000">
              <a:off x="4965" y="810"/>
              <a:ext cx="1" cy="497"/>
            </a:xfrm>
            <a:prstGeom prst="line">
              <a:avLst/>
            </a:prstGeom>
            <a:noFill/>
            <a:ln w="38100">
              <a:solidFill>
                <a:srgbClr val="FF00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73" name="Line 53"/>
            <p:cNvSpPr>
              <a:spLocks noChangeShapeType="1"/>
            </p:cNvSpPr>
            <p:nvPr/>
          </p:nvSpPr>
          <p:spPr bwMode="auto">
            <a:xfrm flipH="1" flipV="1">
              <a:off x="4340" y="787"/>
              <a:ext cx="373" cy="284"/>
            </a:xfrm>
            <a:prstGeom prst="line">
              <a:avLst/>
            </a:prstGeom>
            <a:noFill/>
            <a:ln w="9525">
              <a:solidFill>
                <a:schemeClr val="tx1"/>
              </a:solidFill>
              <a:round/>
              <a:headEnd/>
              <a:tailEnd type="stealth"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4" name="Oval 54"/>
            <p:cNvSpPr>
              <a:spLocks noChangeArrowheads="1"/>
            </p:cNvSpPr>
            <p:nvPr/>
          </p:nvSpPr>
          <p:spPr bwMode="auto">
            <a:xfrm>
              <a:off x="4694" y="1025"/>
              <a:ext cx="56" cy="56"/>
            </a:xfrm>
            <a:prstGeom prst="ellipse">
              <a:avLst/>
            </a:prstGeom>
            <a:solidFill>
              <a:schemeClr val="accent1"/>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75" name="Line 55"/>
            <p:cNvSpPr>
              <a:spLocks noChangeShapeType="1"/>
            </p:cNvSpPr>
            <p:nvPr/>
          </p:nvSpPr>
          <p:spPr bwMode="auto">
            <a:xfrm>
              <a:off x="4722" y="529"/>
              <a:ext cx="0" cy="530"/>
            </a:xfrm>
            <a:prstGeom prst="line">
              <a:avLst/>
            </a:prstGeom>
            <a:noFill/>
            <a:ln w="38100">
              <a:solidFill>
                <a:srgbClr val="FF00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sp>
        <p:nvSpPr>
          <p:cNvPr id="76" name="Line 57"/>
          <p:cNvSpPr>
            <a:spLocks noChangeShapeType="1"/>
          </p:cNvSpPr>
          <p:nvPr/>
        </p:nvSpPr>
        <p:spPr bwMode="auto">
          <a:xfrm flipV="1">
            <a:off x="9230418" y="5515151"/>
            <a:ext cx="0" cy="641599"/>
          </a:xfrm>
          <a:prstGeom prst="line">
            <a:avLst/>
          </a:prstGeom>
          <a:noFill/>
          <a:ln w="38100">
            <a:solidFill>
              <a:srgbClr val="FF00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77" name="Line 58"/>
          <p:cNvSpPr>
            <a:spLocks noChangeShapeType="1"/>
          </p:cNvSpPr>
          <p:nvPr/>
        </p:nvSpPr>
        <p:spPr bwMode="auto">
          <a:xfrm>
            <a:off x="8500168" y="5854876"/>
            <a:ext cx="484188" cy="0"/>
          </a:xfrm>
          <a:prstGeom prst="line">
            <a:avLst/>
          </a:prstGeom>
          <a:noFill/>
          <a:ln w="9525">
            <a:solidFill>
              <a:schemeClr val="tx1"/>
            </a:solidFill>
            <a:round/>
            <a:headEnd/>
            <a:tailEnd type="stealth"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8" name="Line 59"/>
          <p:cNvSpPr>
            <a:spLocks noChangeShapeType="1"/>
          </p:cNvSpPr>
          <p:nvPr/>
        </p:nvSpPr>
        <p:spPr bwMode="auto">
          <a:xfrm>
            <a:off x="8970068" y="5854876"/>
            <a:ext cx="277813"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9" name="Line 60"/>
          <p:cNvSpPr>
            <a:spLocks noChangeShapeType="1"/>
          </p:cNvSpPr>
          <p:nvPr/>
        </p:nvSpPr>
        <p:spPr bwMode="auto">
          <a:xfrm flipH="1">
            <a:off x="9227243" y="5854876"/>
            <a:ext cx="484188" cy="0"/>
          </a:xfrm>
          <a:prstGeom prst="line">
            <a:avLst/>
          </a:prstGeom>
          <a:noFill/>
          <a:ln w="9525">
            <a:solidFill>
              <a:schemeClr val="tx1"/>
            </a:solidFill>
            <a:round/>
            <a:headEnd/>
            <a:tailEnd type="stealth"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0" name="Text Box 14"/>
          <p:cNvSpPr txBox="1">
            <a:spLocks noChangeArrowheads="1"/>
          </p:cNvSpPr>
          <p:nvPr/>
        </p:nvSpPr>
        <p:spPr bwMode="auto">
          <a:xfrm>
            <a:off x="8723212" y="4956351"/>
            <a:ext cx="490537"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pPr>
            <a:r>
              <a:rPr lang="en-US" altLang="zh-CN" sz="2800" i="1" dirty="0">
                <a:solidFill>
                  <a:schemeClr val="tx1"/>
                </a:solidFill>
                <a:ea typeface="宋体" panose="02010600030101010101" pitchFamily="2" charset="-122"/>
              </a:rPr>
              <a:t>A</a:t>
            </a:r>
            <a:endParaRPr lang="en-US" altLang="zh-CN" sz="2800" i="1" dirty="0">
              <a:solidFill>
                <a:schemeClr val="tx1"/>
              </a:solidFill>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3528973325"/>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0" presetClass="entr" presetSubtype="0" fill="hold" nodeType="with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wedge">
                                      <p:cBhvr>
                                        <p:cTn id="7" dur="3000"/>
                                        <p:tgtEl>
                                          <p:spTgt spid="24"/>
                                        </p:tgtEl>
                                      </p:cBhvr>
                                    </p:animEffect>
                                  </p:childTnLst>
                                </p:cTn>
                              </p:par>
                              <p:par>
                                <p:cTn id="8" presetID="22" presetClass="entr" presetSubtype="4" fill="hold" grpId="0" nodeType="withEffect">
                                  <p:stCondLst>
                                    <p:cond delay="4000"/>
                                  </p:stCondLst>
                                  <p:childTnLst>
                                    <p:set>
                                      <p:cBhvr>
                                        <p:cTn id="9" dur="1" fill="hold">
                                          <p:stCondLst>
                                            <p:cond delay="0"/>
                                          </p:stCondLst>
                                        </p:cTn>
                                        <p:tgtEl>
                                          <p:spTgt spid="37"/>
                                        </p:tgtEl>
                                        <p:attrNameLst>
                                          <p:attrName>style.visibility</p:attrName>
                                        </p:attrNameLst>
                                      </p:cBhvr>
                                      <p:to>
                                        <p:strVal val="visible"/>
                                      </p:to>
                                    </p:set>
                                    <p:animEffect transition="in" filter="wipe(down)">
                                      <p:cBhvr>
                                        <p:cTn id="10" dur="3000"/>
                                        <p:tgtEl>
                                          <p:spTgt spid="37"/>
                                        </p:tgtEl>
                                      </p:cBhvr>
                                    </p:animEffect>
                                  </p:childTnLst>
                                </p:cTn>
                              </p:par>
                              <p:par>
                                <p:cTn id="11" presetID="22" presetClass="entr" presetSubtype="4" fill="hold" grpId="0" nodeType="withEffect">
                                  <p:stCondLst>
                                    <p:cond delay="4000"/>
                                  </p:stCondLst>
                                  <p:childTnLst>
                                    <p:set>
                                      <p:cBhvr>
                                        <p:cTn id="12" dur="1" fill="hold">
                                          <p:stCondLst>
                                            <p:cond delay="0"/>
                                          </p:stCondLst>
                                        </p:cTn>
                                        <p:tgtEl>
                                          <p:spTgt spid="38"/>
                                        </p:tgtEl>
                                        <p:attrNameLst>
                                          <p:attrName>style.visibility</p:attrName>
                                        </p:attrNameLst>
                                      </p:cBhvr>
                                      <p:to>
                                        <p:strVal val="visible"/>
                                      </p:to>
                                    </p:set>
                                    <p:animEffect transition="in" filter="wipe(down)">
                                      <p:cBhvr>
                                        <p:cTn id="13" dur="3000"/>
                                        <p:tgtEl>
                                          <p:spTgt spid="38"/>
                                        </p:tgtEl>
                                      </p:cBhvr>
                                    </p:animEffect>
                                  </p:childTnLst>
                                </p:cTn>
                              </p:par>
                              <p:par>
                                <p:cTn id="14" presetID="22" presetClass="entr" presetSubtype="4" fill="hold" grpId="0" nodeType="withEffect">
                                  <p:stCondLst>
                                    <p:cond delay="4000"/>
                                  </p:stCondLst>
                                  <p:childTnLst>
                                    <p:set>
                                      <p:cBhvr>
                                        <p:cTn id="15" dur="1" fill="hold">
                                          <p:stCondLst>
                                            <p:cond delay="0"/>
                                          </p:stCondLst>
                                        </p:cTn>
                                        <p:tgtEl>
                                          <p:spTgt spid="39"/>
                                        </p:tgtEl>
                                        <p:attrNameLst>
                                          <p:attrName>style.visibility</p:attrName>
                                        </p:attrNameLst>
                                      </p:cBhvr>
                                      <p:to>
                                        <p:strVal val="visible"/>
                                      </p:to>
                                    </p:set>
                                    <p:animEffect transition="in" filter="wipe(down)">
                                      <p:cBhvr>
                                        <p:cTn id="16" dur="3000"/>
                                        <p:tgtEl>
                                          <p:spTgt spid="39"/>
                                        </p:tgtEl>
                                      </p:cBhvr>
                                    </p:animEffect>
                                  </p:childTnLst>
                                </p:cTn>
                              </p:par>
                              <p:par>
                                <p:cTn id="17" presetID="22" presetClass="entr" presetSubtype="4" fill="hold" grpId="0" nodeType="withEffect">
                                  <p:stCondLst>
                                    <p:cond delay="4000"/>
                                  </p:stCondLst>
                                  <p:childTnLst>
                                    <p:set>
                                      <p:cBhvr>
                                        <p:cTn id="18" dur="1" fill="hold">
                                          <p:stCondLst>
                                            <p:cond delay="0"/>
                                          </p:stCondLst>
                                        </p:cTn>
                                        <p:tgtEl>
                                          <p:spTgt spid="40"/>
                                        </p:tgtEl>
                                        <p:attrNameLst>
                                          <p:attrName>style.visibility</p:attrName>
                                        </p:attrNameLst>
                                      </p:cBhvr>
                                      <p:to>
                                        <p:strVal val="visible"/>
                                      </p:to>
                                    </p:set>
                                    <p:animEffect transition="in" filter="wipe(down)">
                                      <p:cBhvr>
                                        <p:cTn id="19" dur="3000"/>
                                        <p:tgtEl>
                                          <p:spTgt spid="40"/>
                                        </p:tgtEl>
                                      </p:cBhvr>
                                    </p:animEffect>
                                  </p:childTnLst>
                                </p:cTn>
                              </p:par>
                              <p:par>
                                <p:cTn id="20" presetID="22" presetClass="entr" presetSubtype="4" fill="hold" grpId="0" nodeType="withEffect">
                                  <p:stCondLst>
                                    <p:cond delay="4000"/>
                                  </p:stCondLst>
                                  <p:childTnLst>
                                    <p:set>
                                      <p:cBhvr>
                                        <p:cTn id="21" dur="1" fill="hold">
                                          <p:stCondLst>
                                            <p:cond delay="0"/>
                                          </p:stCondLst>
                                        </p:cTn>
                                        <p:tgtEl>
                                          <p:spTgt spid="41"/>
                                        </p:tgtEl>
                                        <p:attrNameLst>
                                          <p:attrName>style.visibility</p:attrName>
                                        </p:attrNameLst>
                                      </p:cBhvr>
                                      <p:to>
                                        <p:strVal val="visible"/>
                                      </p:to>
                                    </p:set>
                                    <p:animEffect transition="in" filter="wipe(down)">
                                      <p:cBhvr>
                                        <p:cTn id="22" dur="3000"/>
                                        <p:tgtEl>
                                          <p:spTgt spid="41"/>
                                        </p:tgtEl>
                                      </p:cBhvr>
                                    </p:animEffect>
                                  </p:childTnLst>
                                </p:cTn>
                              </p:par>
                              <p:par>
                                <p:cTn id="23" presetID="21" presetClass="entr" presetSubtype="4" fill="hold" nodeType="withEffect">
                                  <p:stCondLst>
                                    <p:cond delay="0"/>
                                  </p:stCondLst>
                                  <p:childTnLst>
                                    <p:set>
                                      <p:cBhvr>
                                        <p:cTn id="24" dur="1" fill="hold">
                                          <p:stCondLst>
                                            <p:cond delay="0"/>
                                          </p:stCondLst>
                                        </p:cTn>
                                        <p:tgtEl>
                                          <p:spTgt spid="46"/>
                                        </p:tgtEl>
                                        <p:attrNameLst>
                                          <p:attrName>style.visibility</p:attrName>
                                        </p:attrNameLst>
                                      </p:cBhvr>
                                      <p:to>
                                        <p:strVal val="visible"/>
                                      </p:to>
                                    </p:set>
                                    <p:animEffect transition="in" filter="wheel(4)">
                                      <p:cBhvr>
                                        <p:cTn id="25" dur="3000"/>
                                        <p:tgtEl>
                                          <p:spTgt spid="46"/>
                                        </p:tgtEl>
                                      </p:cBhvr>
                                    </p:animEffect>
                                  </p:childTnLst>
                                </p:cTn>
                              </p:par>
                            </p:childTnLst>
                          </p:cTn>
                        </p:par>
                        <p:par>
                          <p:cTn id="26" fill="hold">
                            <p:stCondLst>
                              <p:cond delay="7000"/>
                            </p:stCondLst>
                            <p:childTnLst>
                              <p:par>
                                <p:cTn id="27" presetID="12" presetClass="entr" presetSubtype="4" fill="hold" grpId="0" nodeType="afterEffect">
                                  <p:stCondLst>
                                    <p:cond delay="0"/>
                                  </p:stCondLst>
                                  <p:childTnLst>
                                    <p:set>
                                      <p:cBhvr>
                                        <p:cTn id="28" dur="1" fill="hold">
                                          <p:stCondLst>
                                            <p:cond delay="0"/>
                                          </p:stCondLst>
                                        </p:cTn>
                                        <p:tgtEl>
                                          <p:spTgt spid="42"/>
                                        </p:tgtEl>
                                        <p:attrNameLst>
                                          <p:attrName>style.visibility</p:attrName>
                                        </p:attrNameLst>
                                      </p:cBhvr>
                                      <p:to>
                                        <p:strVal val="visible"/>
                                      </p:to>
                                    </p:set>
                                    <p:animEffect transition="in" filter="slide(fromBottom)">
                                      <p:cBhvr>
                                        <p:cTn id="29" dur="3000"/>
                                        <p:tgtEl>
                                          <p:spTgt spid="42"/>
                                        </p:tgtEl>
                                      </p:cBhvr>
                                    </p:animEffect>
                                  </p:childTnLst>
                                </p:cTn>
                              </p:par>
                              <p:par>
                                <p:cTn id="30" presetID="19" presetClass="entr" presetSubtype="10" fill="hold" grpId="0" nodeType="withEffect">
                                  <p:stCondLst>
                                    <p:cond delay="4000"/>
                                  </p:stCondLst>
                                  <p:childTnLst>
                                    <p:set>
                                      <p:cBhvr>
                                        <p:cTn id="31" dur="1" fill="hold">
                                          <p:stCondLst>
                                            <p:cond delay="0"/>
                                          </p:stCondLst>
                                        </p:cTn>
                                        <p:tgtEl>
                                          <p:spTgt spid="43"/>
                                        </p:tgtEl>
                                        <p:attrNameLst>
                                          <p:attrName>style.visibility</p:attrName>
                                        </p:attrNameLst>
                                      </p:cBhvr>
                                      <p:to>
                                        <p:strVal val="visible"/>
                                      </p:to>
                                    </p:set>
                                    <p:anim calcmode="lin" valueType="num">
                                      <p:cBhvr>
                                        <p:cTn id="32" dur="5000" fill="hold"/>
                                        <p:tgtEl>
                                          <p:spTgt spid="43"/>
                                        </p:tgtEl>
                                        <p:attrNameLst>
                                          <p:attrName>ppt_w</p:attrName>
                                        </p:attrNameLst>
                                      </p:cBhvr>
                                      <p:tavLst>
                                        <p:tav tm="0" fmla="#ppt_w*sin(2.5*pi*$)">
                                          <p:val>
                                            <p:fltVal val="0"/>
                                          </p:val>
                                        </p:tav>
                                        <p:tav tm="100000">
                                          <p:val>
                                            <p:fltVal val="1"/>
                                          </p:val>
                                        </p:tav>
                                      </p:tavLst>
                                    </p:anim>
                                    <p:anim calcmode="lin" valueType="num">
                                      <p:cBhvr>
                                        <p:cTn id="33" dur="5000" fill="hold"/>
                                        <p:tgtEl>
                                          <p:spTgt spid="43"/>
                                        </p:tgtEl>
                                        <p:attrNameLst>
                                          <p:attrName>ppt_h</p:attrName>
                                        </p:attrNameLst>
                                      </p:cBhvr>
                                      <p:tavLst>
                                        <p:tav tm="0">
                                          <p:val>
                                            <p:strVal val="#ppt_h"/>
                                          </p:val>
                                        </p:tav>
                                        <p:tav tm="100000">
                                          <p:val>
                                            <p:strVal val="#ppt_h"/>
                                          </p:val>
                                        </p:tav>
                                      </p:tavLst>
                                    </p:anim>
                                  </p:childTnLst>
                                </p:cTn>
                              </p:par>
                            </p:childTnLst>
                          </p:cTn>
                        </p:par>
                        <p:par>
                          <p:cTn id="34" fill="hold">
                            <p:stCondLst>
                              <p:cond delay="16000"/>
                            </p:stCondLst>
                            <p:childTnLst>
                              <p:par>
                                <p:cTn id="35" presetID="12" presetClass="entr" presetSubtype="2" fill="hold" grpId="0" nodeType="afterEffect">
                                  <p:stCondLst>
                                    <p:cond delay="0"/>
                                  </p:stCondLst>
                                  <p:childTnLst>
                                    <p:set>
                                      <p:cBhvr>
                                        <p:cTn id="36" dur="1" fill="hold">
                                          <p:stCondLst>
                                            <p:cond delay="0"/>
                                          </p:stCondLst>
                                        </p:cTn>
                                        <p:tgtEl>
                                          <p:spTgt spid="44"/>
                                        </p:tgtEl>
                                        <p:attrNameLst>
                                          <p:attrName>style.visibility</p:attrName>
                                        </p:attrNameLst>
                                      </p:cBhvr>
                                      <p:to>
                                        <p:strVal val="visible"/>
                                      </p:to>
                                    </p:set>
                                    <p:animEffect transition="in" filter="slide(fromRight)">
                                      <p:cBhvr>
                                        <p:cTn id="37" dur="3000"/>
                                        <p:tgtEl>
                                          <p:spTgt spid="44"/>
                                        </p:tgtEl>
                                      </p:cBhvr>
                                    </p:animEffect>
                                  </p:childTnLst>
                                </p:cTn>
                              </p:par>
                              <p:par>
                                <p:cTn id="38" presetID="19" presetClass="entr" presetSubtype="10" fill="hold" grpId="0" nodeType="withEffect">
                                  <p:stCondLst>
                                    <p:cond delay="4000"/>
                                  </p:stCondLst>
                                  <p:childTnLst>
                                    <p:set>
                                      <p:cBhvr>
                                        <p:cTn id="39" dur="1" fill="hold">
                                          <p:stCondLst>
                                            <p:cond delay="0"/>
                                          </p:stCondLst>
                                        </p:cTn>
                                        <p:tgtEl>
                                          <p:spTgt spid="45"/>
                                        </p:tgtEl>
                                        <p:attrNameLst>
                                          <p:attrName>style.visibility</p:attrName>
                                        </p:attrNameLst>
                                      </p:cBhvr>
                                      <p:to>
                                        <p:strVal val="visible"/>
                                      </p:to>
                                    </p:set>
                                    <p:anim calcmode="lin" valueType="num">
                                      <p:cBhvr>
                                        <p:cTn id="40" dur="5000" fill="hold"/>
                                        <p:tgtEl>
                                          <p:spTgt spid="45"/>
                                        </p:tgtEl>
                                        <p:attrNameLst>
                                          <p:attrName>ppt_w</p:attrName>
                                        </p:attrNameLst>
                                      </p:cBhvr>
                                      <p:tavLst>
                                        <p:tav tm="0" fmla="#ppt_w*sin(2.5*pi*$)">
                                          <p:val>
                                            <p:fltVal val="0"/>
                                          </p:val>
                                        </p:tav>
                                        <p:tav tm="100000">
                                          <p:val>
                                            <p:fltVal val="1"/>
                                          </p:val>
                                        </p:tav>
                                      </p:tavLst>
                                    </p:anim>
                                    <p:anim calcmode="lin" valueType="num">
                                      <p:cBhvr>
                                        <p:cTn id="41" dur="5000" fill="hold"/>
                                        <p:tgtEl>
                                          <p:spTgt spid="45"/>
                                        </p:tgtEl>
                                        <p:attrNameLst>
                                          <p:attrName>ppt_h</p:attrName>
                                        </p:attrNameLst>
                                      </p:cBhvr>
                                      <p:tavLst>
                                        <p:tav tm="0">
                                          <p:val>
                                            <p:strVal val="#ppt_h"/>
                                          </p:val>
                                        </p:tav>
                                        <p:tav tm="100000">
                                          <p:val>
                                            <p:strVal val="#ppt_h"/>
                                          </p:val>
                                        </p:tav>
                                      </p:tavLst>
                                    </p:anim>
                                  </p:childTnLst>
                                </p:cTn>
                              </p:par>
                            </p:childTnLst>
                          </p:cTn>
                        </p:par>
                        <p:par>
                          <p:cTn id="42" fill="hold">
                            <p:stCondLst>
                              <p:cond delay="25000"/>
                            </p:stCondLst>
                            <p:childTnLst>
                              <p:par>
                                <p:cTn id="43" presetID="22" presetClass="entr" presetSubtype="8" fill="hold" grpId="0" nodeType="afterEffect">
                                  <p:stCondLst>
                                    <p:cond delay="0"/>
                                  </p:stCondLst>
                                  <p:childTnLst>
                                    <p:set>
                                      <p:cBhvr>
                                        <p:cTn id="44" dur="1" fill="hold">
                                          <p:stCondLst>
                                            <p:cond delay="0"/>
                                          </p:stCondLst>
                                        </p:cTn>
                                        <p:tgtEl>
                                          <p:spTgt spid="56"/>
                                        </p:tgtEl>
                                        <p:attrNameLst>
                                          <p:attrName>style.visibility</p:attrName>
                                        </p:attrNameLst>
                                      </p:cBhvr>
                                      <p:to>
                                        <p:strVal val="visible"/>
                                      </p:to>
                                    </p:set>
                                    <p:animEffect transition="in" filter="wipe(left)">
                                      <p:cBhvr>
                                        <p:cTn id="45" dur="5000"/>
                                        <p:tgtEl>
                                          <p:spTgt spid="56"/>
                                        </p:tgtEl>
                                      </p:cBhvr>
                                    </p:animEffect>
                                  </p:childTnLst>
                                  <p:subTnLst>
                                    <p:audio>
                                      <p:cMediaNode>
                                        <p:cTn display="0" masterRel="sameClick">
                                          <p:stCondLst>
                                            <p:cond evt="begin" delay="0">
                                              <p:tn val="43"/>
                                            </p:cond>
                                          </p:stCondLst>
                                          <p:endCondLst>
                                            <p:cond evt="onStopAudio" delay="0">
                                              <p:tgtEl>
                                                <p:sldTgt/>
                                              </p:tgtEl>
                                            </p:cond>
                                          </p:endCondLst>
                                        </p:cTn>
                                        <p:tgtEl>
                                          <p:sndTgt r:embed="rId3" name="CHIMES.WAV"/>
                                        </p:tgtEl>
                                      </p:cMediaNode>
                                    </p:audio>
                                  </p:subTnLst>
                                </p:cTn>
                              </p:par>
                              <p:par>
                                <p:cTn id="46" presetID="20" presetClass="entr" presetSubtype="0" fill="hold" grpId="0" nodeType="withEffect">
                                  <p:stCondLst>
                                    <p:cond delay="0"/>
                                  </p:stCondLst>
                                  <p:childTnLst>
                                    <p:set>
                                      <p:cBhvr>
                                        <p:cTn id="47" dur="1" fill="hold">
                                          <p:stCondLst>
                                            <p:cond delay="0"/>
                                          </p:stCondLst>
                                        </p:cTn>
                                        <p:tgtEl>
                                          <p:spTgt spid="57"/>
                                        </p:tgtEl>
                                        <p:attrNameLst>
                                          <p:attrName>style.visibility</p:attrName>
                                        </p:attrNameLst>
                                      </p:cBhvr>
                                      <p:to>
                                        <p:strVal val="visible"/>
                                      </p:to>
                                    </p:set>
                                    <p:animEffect transition="in" filter="wedge">
                                      <p:cBhvr>
                                        <p:cTn id="48" dur="3000"/>
                                        <p:tgtEl>
                                          <p:spTgt spid="57"/>
                                        </p:tgtEl>
                                      </p:cBhvr>
                                    </p:animEffect>
                                  </p:childTnLst>
                                  <p:subTnLst>
                                    <p:audio>
                                      <p:cMediaNode>
                                        <p:cTn display="0" masterRel="sameClick">
                                          <p:stCondLst>
                                            <p:cond evt="begin" delay="0">
                                              <p:tn val="46"/>
                                            </p:cond>
                                          </p:stCondLst>
                                          <p:endCondLst>
                                            <p:cond evt="onStopAudio" delay="0">
                                              <p:tgtEl>
                                                <p:sldTgt/>
                                              </p:tgtEl>
                                            </p:cond>
                                          </p:endCondLst>
                                        </p:cTn>
                                        <p:tgtEl>
                                          <p:sndTgt r:embed="rId3" name="CHIMES.WAV"/>
                                        </p:tgtEl>
                                      </p:cMediaNode>
                                    </p:audio>
                                  </p:sub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66"/>
                                        </p:tgtEl>
                                        <p:attrNameLst>
                                          <p:attrName>style.visibility</p:attrName>
                                        </p:attrNameLst>
                                      </p:cBhvr>
                                      <p:to>
                                        <p:strVal val="visible"/>
                                      </p:to>
                                    </p:set>
                                  </p:childTnLst>
                                </p:cTn>
                              </p:par>
                              <p:par>
                                <p:cTn id="53" presetID="0" presetClass="path" presetSubtype="0" accel="50000" decel="50000" fill="hold" nodeType="withEffect">
                                  <p:stCondLst>
                                    <p:cond delay="0"/>
                                  </p:stCondLst>
                                  <p:childTnLst>
                                    <p:animMotion origin="layout" path="M 0.4302 -0.25671 L -1.73472E-18 -3.33333E-6 " pathEditMode="relative" ptsTypes="AA">
                                      <p:cBhvr>
                                        <p:cTn id="54" dur="5000" fill="hold"/>
                                        <p:tgtEl>
                                          <p:spTgt spid="66"/>
                                        </p:tgtEl>
                                        <p:attrNameLst>
                                          <p:attrName>ppt_x</p:attrName>
                                          <p:attrName>ppt_y</p:attrName>
                                        </p:attrNameLst>
                                      </p:cBhvr>
                                    </p:animMotion>
                                  </p:childTnLst>
                                </p:cTn>
                              </p:par>
                            </p:childTnLst>
                          </p:cTn>
                        </p:par>
                        <p:par>
                          <p:cTn id="55" fill="hold">
                            <p:stCondLst>
                              <p:cond delay="5000"/>
                            </p:stCondLst>
                            <p:childTnLst>
                              <p:par>
                                <p:cTn id="56" presetID="12" presetClass="entr" presetSubtype="2" fill="hold" grpId="0" nodeType="afterEffect">
                                  <p:stCondLst>
                                    <p:cond delay="0"/>
                                  </p:stCondLst>
                                  <p:childTnLst>
                                    <p:set>
                                      <p:cBhvr>
                                        <p:cTn id="57" dur="1" fill="hold">
                                          <p:stCondLst>
                                            <p:cond delay="0"/>
                                          </p:stCondLst>
                                        </p:cTn>
                                        <p:tgtEl>
                                          <p:spTgt spid="64"/>
                                        </p:tgtEl>
                                        <p:attrNameLst>
                                          <p:attrName>style.visibility</p:attrName>
                                        </p:attrNameLst>
                                      </p:cBhvr>
                                      <p:to>
                                        <p:strVal val="visible"/>
                                      </p:to>
                                    </p:set>
                                    <p:animEffect transition="in" filter="slide(fromRight)">
                                      <p:cBhvr>
                                        <p:cTn id="58" dur="3000"/>
                                        <p:tgtEl>
                                          <p:spTgt spid="64"/>
                                        </p:tgtEl>
                                      </p:cBhvr>
                                    </p:animEffect>
                                  </p:childTnLst>
                                </p:cTn>
                              </p:par>
                              <p:par>
                                <p:cTn id="59" presetID="19" presetClass="entr" presetSubtype="10" fill="hold" grpId="0" nodeType="withEffect">
                                  <p:stCondLst>
                                    <p:cond delay="0"/>
                                  </p:stCondLst>
                                  <p:childTnLst>
                                    <p:set>
                                      <p:cBhvr>
                                        <p:cTn id="60" dur="1" fill="hold">
                                          <p:stCondLst>
                                            <p:cond delay="0"/>
                                          </p:stCondLst>
                                        </p:cTn>
                                        <p:tgtEl>
                                          <p:spTgt spid="65"/>
                                        </p:tgtEl>
                                        <p:attrNameLst>
                                          <p:attrName>style.visibility</p:attrName>
                                        </p:attrNameLst>
                                      </p:cBhvr>
                                      <p:to>
                                        <p:strVal val="visible"/>
                                      </p:to>
                                    </p:set>
                                    <p:anim calcmode="lin" valueType="num">
                                      <p:cBhvr>
                                        <p:cTn id="61" dur="5000" fill="hold"/>
                                        <p:tgtEl>
                                          <p:spTgt spid="65"/>
                                        </p:tgtEl>
                                        <p:attrNameLst>
                                          <p:attrName>ppt_w</p:attrName>
                                        </p:attrNameLst>
                                      </p:cBhvr>
                                      <p:tavLst>
                                        <p:tav tm="0" fmla="#ppt_w*sin(2.5*pi*$)">
                                          <p:val>
                                            <p:fltVal val="0"/>
                                          </p:val>
                                        </p:tav>
                                        <p:tav tm="100000">
                                          <p:val>
                                            <p:fltVal val="1"/>
                                          </p:val>
                                        </p:tav>
                                      </p:tavLst>
                                    </p:anim>
                                    <p:anim calcmode="lin" valueType="num">
                                      <p:cBhvr>
                                        <p:cTn id="62" dur="5000" fill="hold"/>
                                        <p:tgtEl>
                                          <p:spTgt spid="65"/>
                                        </p:tgtEl>
                                        <p:attrNameLst>
                                          <p:attrName>ppt_h</p:attrName>
                                        </p:attrNameLst>
                                      </p:cBhvr>
                                      <p:tavLst>
                                        <p:tav tm="0">
                                          <p:val>
                                            <p:strVal val="#ppt_h"/>
                                          </p:val>
                                        </p:tav>
                                        <p:tav tm="100000">
                                          <p:val>
                                            <p:strVal val="#ppt_h"/>
                                          </p:val>
                                        </p:tav>
                                      </p:tavLst>
                                    </p:anim>
                                  </p:childTnLst>
                                </p:cTn>
                              </p:par>
                            </p:childTnLst>
                          </p:cTn>
                        </p:par>
                        <p:par>
                          <p:cTn id="63" fill="hold">
                            <p:stCondLst>
                              <p:cond delay="10000"/>
                            </p:stCondLst>
                            <p:childTnLst>
                              <p:par>
                                <p:cTn id="64" presetID="12" presetClass="entr" presetSubtype="4" fill="hold" grpId="0" nodeType="afterEffect">
                                  <p:stCondLst>
                                    <p:cond delay="0"/>
                                  </p:stCondLst>
                                  <p:childTnLst>
                                    <p:set>
                                      <p:cBhvr>
                                        <p:cTn id="65" dur="1" fill="hold">
                                          <p:stCondLst>
                                            <p:cond delay="0"/>
                                          </p:stCondLst>
                                        </p:cTn>
                                        <p:tgtEl>
                                          <p:spTgt spid="76"/>
                                        </p:tgtEl>
                                        <p:attrNameLst>
                                          <p:attrName>style.visibility</p:attrName>
                                        </p:attrNameLst>
                                      </p:cBhvr>
                                      <p:to>
                                        <p:strVal val="visible"/>
                                      </p:to>
                                    </p:set>
                                    <p:animEffect transition="in" filter="slide(fromBottom)">
                                      <p:cBhvr>
                                        <p:cTn id="66" dur="3000"/>
                                        <p:tgtEl>
                                          <p:spTgt spid="76"/>
                                        </p:tgtEl>
                                      </p:cBhvr>
                                    </p:animEffect>
                                  </p:childTnLst>
                                </p:cTn>
                              </p:par>
                            </p:childTnLst>
                          </p:cTn>
                        </p:par>
                        <p:par>
                          <p:cTn id="67" fill="hold">
                            <p:stCondLst>
                              <p:cond delay="13000"/>
                            </p:stCondLst>
                            <p:childTnLst>
                              <p:par>
                                <p:cTn id="68" presetID="12" presetClass="entr" presetSubtype="4" fill="hold" grpId="0" nodeType="afterEffect">
                                  <p:stCondLst>
                                    <p:cond delay="0"/>
                                  </p:stCondLst>
                                  <p:childTnLst>
                                    <p:set>
                                      <p:cBhvr>
                                        <p:cTn id="69" dur="1" fill="hold">
                                          <p:stCondLst>
                                            <p:cond delay="0"/>
                                          </p:stCondLst>
                                        </p:cTn>
                                        <p:tgtEl>
                                          <p:spTgt spid="62"/>
                                        </p:tgtEl>
                                        <p:attrNameLst>
                                          <p:attrName>style.visibility</p:attrName>
                                        </p:attrNameLst>
                                      </p:cBhvr>
                                      <p:to>
                                        <p:strVal val="visible"/>
                                      </p:to>
                                    </p:set>
                                    <p:animEffect transition="in" filter="slide(fromBottom)">
                                      <p:cBhvr>
                                        <p:cTn id="70" dur="3000"/>
                                        <p:tgtEl>
                                          <p:spTgt spid="62"/>
                                        </p:tgtEl>
                                      </p:cBhvr>
                                    </p:animEffect>
                                  </p:childTnLst>
                                </p:cTn>
                              </p:par>
                              <p:par>
                                <p:cTn id="71" presetID="19" presetClass="entr" presetSubtype="10" fill="hold" grpId="0" nodeType="withEffect">
                                  <p:stCondLst>
                                    <p:cond delay="4000"/>
                                  </p:stCondLst>
                                  <p:childTnLst>
                                    <p:set>
                                      <p:cBhvr>
                                        <p:cTn id="72" dur="1" fill="hold">
                                          <p:stCondLst>
                                            <p:cond delay="0"/>
                                          </p:stCondLst>
                                        </p:cTn>
                                        <p:tgtEl>
                                          <p:spTgt spid="63"/>
                                        </p:tgtEl>
                                        <p:attrNameLst>
                                          <p:attrName>style.visibility</p:attrName>
                                        </p:attrNameLst>
                                      </p:cBhvr>
                                      <p:to>
                                        <p:strVal val="visible"/>
                                      </p:to>
                                    </p:set>
                                    <p:anim calcmode="lin" valueType="num">
                                      <p:cBhvr>
                                        <p:cTn id="73" dur="5000" fill="hold"/>
                                        <p:tgtEl>
                                          <p:spTgt spid="63"/>
                                        </p:tgtEl>
                                        <p:attrNameLst>
                                          <p:attrName>ppt_w</p:attrName>
                                        </p:attrNameLst>
                                      </p:cBhvr>
                                      <p:tavLst>
                                        <p:tav tm="0" fmla="#ppt_w*sin(2.5*pi*$)">
                                          <p:val>
                                            <p:fltVal val="0"/>
                                          </p:val>
                                        </p:tav>
                                        <p:tav tm="100000">
                                          <p:val>
                                            <p:fltVal val="1"/>
                                          </p:val>
                                        </p:tav>
                                      </p:tavLst>
                                    </p:anim>
                                    <p:anim calcmode="lin" valueType="num">
                                      <p:cBhvr>
                                        <p:cTn id="74" dur="5000" fill="hold"/>
                                        <p:tgtEl>
                                          <p:spTgt spid="63"/>
                                        </p:tgtEl>
                                        <p:attrNameLst>
                                          <p:attrName>ppt_h</p:attrName>
                                        </p:attrNameLst>
                                      </p:cBhvr>
                                      <p:tavLst>
                                        <p:tav tm="0">
                                          <p:val>
                                            <p:strVal val="#ppt_h"/>
                                          </p:val>
                                        </p:tav>
                                        <p:tav tm="100000">
                                          <p:val>
                                            <p:strVal val="#ppt_h"/>
                                          </p:val>
                                        </p:tav>
                                      </p:tavLst>
                                    </p:anim>
                                  </p:childTnLst>
                                </p:cTn>
                              </p:par>
                            </p:childTnLst>
                          </p:cTn>
                        </p:par>
                        <p:par>
                          <p:cTn id="75" fill="hold">
                            <p:stCondLst>
                              <p:cond delay="22000"/>
                            </p:stCondLst>
                            <p:childTnLst>
                              <p:par>
                                <p:cTn id="76" presetID="12" presetClass="entr" presetSubtype="2" fill="hold" grpId="0" nodeType="afterEffect">
                                  <p:stCondLst>
                                    <p:cond delay="0"/>
                                  </p:stCondLst>
                                  <p:childTnLst>
                                    <p:set>
                                      <p:cBhvr>
                                        <p:cTn id="77" dur="1" fill="hold">
                                          <p:stCondLst>
                                            <p:cond delay="0"/>
                                          </p:stCondLst>
                                        </p:cTn>
                                        <p:tgtEl>
                                          <p:spTgt spid="79"/>
                                        </p:tgtEl>
                                        <p:attrNameLst>
                                          <p:attrName>style.visibility</p:attrName>
                                        </p:attrNameLst>
                                      </p:cBhvr>
                                      <p:to>
                                        <p:strVal val="visible"/>
                                      </p:to>
                                    </p:set>
                                    <p:animEffect transition="in" filter="slide(fromRight)">
                                      <p:cBhvr>
                                        <p:cTn id="78" dur="2000"/>
                                        <p:tgtEl>
                                          <p:spTgt spid="79"/>
                                        </p:tgtEl>
                                      </p:cBhvr>
                                    </p:animEffect>
                                  </p:childTnLst>
                                </p:cTn>
                              </p:par>
                              <p:par>
                                <p:cTn id="79" presetID="12" presetClass="entr" presetSubtype="8" fill="hold" grpId="0" nodeType="withEffect">
                                  <p:stCondLst>
                                    <p:cond delay="0"/>
                                  </p:stCondLst>
                                  <p:childTnLst>
                                    <p:set>
                                      <p:cBhvr>
                                        <p:cTn id="80" dur="1" fill="hold">
                                          <p:stCondLst>
                                            <p:cond delay="0"/>
                                          </p:stCondLst>
                                        </p:cTn>
                                        <p:tgtEl>
                                          <p:spTgt spid="77"/>
                                        </p:tgtEl>
                                        <p:attrNameLst>
                                          <p:attrName>style.visibility</p:attrName>
                                        </p:attrNameLst>
                                      </p:cBhvr>
                                      <p:to>
                                        <p:strVal val="visible"/>
                                      </p:to>
                                    </p:set>
                                    <p:animEffect transition="in" filter="slide(fromLeft)">
                                      <p:cBhvr>
                                        <p:cTn id="81" dur="2000"/>
                                        <p:tgtEl>
                                          <p:spTgt spid="77"/>
                                        </p:tgtEl>
                                      </p:cBhvr>
                                    </p:animEffect>
                                  </p:childTnLst>
                                </p:cTn>
                              </p:par>
                            </p:childTnLst>
                          </p:cTn>
                        </p:par>
                        <p:par>
                          <p:cTn id="82" fill="hold">
                            <p:stCondLst>
                              <p:cond delay="24000"/>
                            </p:stCondLst>
                            <p:childTnLst>
                              <p:par>
                                <p:cTn id="83" presetID="16" presetClass="entr" presetSubtype="21" fill="hold" grpId="0" nodeType="afterEffect">
                                  <p:stCondLst>
                                    <p:cond delay="0"/>
                                  </p:stCondLst>
                                  <p:childTnLst>
                                    <p:set>
                                      <p:cBhvr>
                                        <p:cTn id="84" dur="1" fill="hold">
                                          <p:stCondLst>
                                            <p:cond delay="0"/>
                                          </p:stCondLst>
                                        </p:cTn>
                                        <p:tgtEl>
                                          <p:spTgt spid="78"/>
                                        </p:tgtEl>
                                        <p:attrNameLst>
                                          <p:attrName>style.visibility</p:attrName>
                                        </p:attrNameLst>
                                      </p:cBhvr>
                                      <p:to>
                                        <p:strVal val="visible"/>
                                      </p:to>
                                    </p:set>
                                    <p:animEffect transition="in" filter="barn(inVertical)">
                                      <p:cBhvr>
                                        <p:cTn id="85" dur="2000"/>
                                        <p:tgtEl>
                                          <p:spTgt spid="78"/>
                                        </p:tgtEl>
                                      </p:cBhvr>
                                    </p:animEffect>
                                  </p:childTnLst>
                                </p:cTn>
                              </p:par>
                              <p:par>
                                <p:cTn id="86" presetID="19" presetClass="entr" presetSubtype="10" fill="hold" grpId="0" nodeType="withEffect">
                                  <p:stCondLst>
                                    <p:cond delay="0"/>
                                  </p:stCondLst>
                                  <p:childTnLst>
                                    <p:set>
                                      <p:cBhvr>
                                        <p:cTn id="87" dur="1" fill="hold">
                                          <p:stCondLst>
                                            <p:cond delay="0"/>
                                          </p:stCondLst>
                                        </p:cTn>
                                        <p:tgtEl>
                                          <p:spTgt spid="61"/>
                                        </p:tgtEl>
                                        <p:attrNameLst>
                                          <p:attrName>style.visibility</p:attrName>
                                        </p:attrNameLst>
                                      </p:cBhvr>
                                      <p:to>
                                        <p:strVal val="visible"/>
                                      </p:to>
                                    </p:set>
                                    <p:anim calcmode="lin" valueType="num">
                                      <p:cBhvr>
                                        <p:cTn id="88" dur="5000" fill="hold"/>
                                        <p:tgtEl>
                                          <p:spTgt spid="61"/>
                                        </p:tgtEl>
                                        <p:attrNameLst>
                                          <p:attrName>ppt_w</p:attrName>
                                        </p:attrNameLst>
                                      </p:cBhvr>
                                      <p:tavLst>
                                        <p:tav tm="0" fmla="#ppt_w*sin(2.5*pi*$)">
                                          <p:val>
                                            <p:fltVal val="0"/>
                                          </p:val>
                                        </p:tav>
                                        <p:tav tm="100000">
                                          <p:val>
                                            <p:fltVal val="1"/>
                                          </p:val>
                                        </p:tav>
                                      </p:tavLst>
                                    </p:anim>
                                    <p:anim calcmode="lin" valueType="num">
                                      <p:cBhvr>
                                        <p:cTn id="89" dur="5000" fill="hold"/>
                                        <p:tgtEl>
                                          <p:spTgt spid="61"/>
                                        </p:tgtEl>
                                        <p:attrNameLst>
                                          <p:attrName>ppt_h</p:attrName>
                                        </p:attrNameLst>
                                      </p:cBhvr>
                                      <p:tavLst>
                                        <p:tav tm="0">
                                          <p:val>
                                            <p:strVal val="#ppt_h"/>
                                          </p:val>
                                        </p:tav>
                                        <p:tav tm="100000">
                                          <p:val>
                                            <p:strVal val="#ppt_h"/>
                                          </p:val>
                                        </p:tav>
                                      </p:tavLst>
                                    </p:anim>
                                  </p:childTnLst>
                                </p:cTn>
                              </p:par>
                            </p:childTnLst>
                          </p:cTn>
                        </p:par>
                      </p:childTnLst>
                    </p:cTn>
                  </p:par>
                  <p:par>
                    <p:cTn id="90" fill="hold">
                      <p:stCondLst>
                        <p:cond delay="indefinite"/>
                      </p:stCondLst>
                      <p:childTnLst>
                        <p:par>
                          <p:cTn id="91" fill="hold">
                            <p:stCondLst>
                              <p:cond delay="0"/>
                            </p:stCondLst>
                            <p:childTnLst>
                              <p:par>
                                <p:cTn id="92" presetID="22" presetClass="entr" presetSubtype="8" fill="hold" grpId="0" nodeType="clickEffect">
                                  <p:stCondLst>
                                    <p:cond delay="0"/>
                                  </p:stCondLst>
                                  <p:iterate type="lt">
                                    <p:tmPct val="30000"/>
                                  </p:iterate>
                                  <p:childTnLst>
                                    <p:set>
                                      <p:cBhvr>
                                        <p:cTn id="93" dur="1" fill="hold">
                                          <p:stCondLst>
                                            <p:cond delay="0"/>
                                          </p:stCondLst>
                                        </p:cTn>
                                        <p:tgtEl>
                                          <p:spTgt spid="60">
                                            <p:txEl>
                                              <p:pRg st="0" end="0"/>
                                            </p:txEl>
                                          </p:spTgt>
                                        </p:tgtEl>
                                        <p:attrNameLst>
                                          <p:attrName>style.visibility</p:attrName>
                                        </p:attrNameLst>
                                      </p:cBhvr>
                                      <p:to>
                                        <p:strVal val="visible"/>
                                      </p:to>
                                    </p:set>
                                    <p:animEffect transition="in" filter="wipe(left)">
                                      <p:cBhvr>
                                        <p:cTn id="94" dur="500"/>
                                        <p:tgtEl>
                                          <p:spTgt spid="60">
                                            <p:txEl>
                                              <p:pRg st="0" end="0"/>
                                            </p:txEl>
                                          </p:spTgt>
                                        </p:tgtEl>
                                      </p:cBhvr>
                                    </p:animEffect>
                                  </p:childTnLst>
                                  <p:subTnLst>
                                    <p:audio>
                                      <p:cMediaNode>
                                        <p:cTn display="0" masterRel="sameClick">
                                          <p:stCondLst>
                                            <p:cond evt="begin" delay="0">
                                              <p:tn val="92"/>
                                            </p:cond>
                                          </p:stCondLst>
                                          <p:endCondLst>
                                            <p:cond evt="onStopAudio" delay="0">
                                              <p:tgtEl>
                                                <p:sldTgt/>
                                              </p:tgtEl>
                                            </p:cond>
                                          </p:endCondLst>
                                        </p:cTn>
                                        <p:tgtEl>
                                          <p:sndTgt r:embed="rId4" name="CAMERA.WAV"/>
                                        </p:tgtEl>
                                      </p:cMediaNode>
                                    </p:audio>
                                  </p:subTnLst>
                                </p:cTn>
                              </p:par>
                            </p:childTnLst>
                          </p:cTn>
                        </p:par>
                      </p:childTnLst>
                    </p:cTn>
                  </p:par>
                  <p:par>
                    <p:cTn id="95" fill="hold">
                      <p:stCondLst>
                        <p:cond delay="indefinite"/>
                      </p:stCondLst>
                      <p:childTnLst>
                        <p:par>
                          <p:cTn id="96" fill="hold">
                            <p:stCondLst>
                              <p:cond delay="0"/>
                            </p:stCondLst>
                            <p:childTnLst>
                              <p:par>
                                <p:cTn id="97" presetID="22" presetClass="entr" presetSubtype="8" fill="hold" grpId="0" nodeType="clickEffect">
                                  <p:stCondLst>
                                    <p:cond delay="0"/>
                                  </p:stCondLst>
                                  <p:iterate type="lt">
                                    <p:tmPct val="30000"/>
                                  </p:iterate>
                                  <p:childTnLst>
                                    <p:set>
                                      <p:cBhvr>
                                        <p:cTn id="98" dur="1" fill="hold">
                                          <p:stCondLst>
                                            <p:cond delay="0"/>
                                          </p:stCondLst>
                                        </p:cTn>
                                        <p:tgtEl>
                                          <p:spTgt spid="60">
                                            <p:txEl>
                                              <p:pRg st="1" end="1"/>
                                            </p:txEl>
                                          </p:spTgt>
                                        </p:tgtEl>
                                        <p:attrNameLst>
                                          <p:attrName>style.visibility</p:attrName>
                                        </p:attrNameLst>
                                      </p:cBhvr>
                                      <p:to>
                                        <p:strVal val="visible"/>
                                      </p:to>
                                    </p:set>
                                    <p:animEffect transition="in" filter="wipe(left)">
                                      <p:cBhvr>
                                        <p:cTn id="99" dur="500"/>
                                        <p:tgtEl>
                                          <p:spTgt spid="60">
                                            <p:txEl>
                                              <p:pRg st="1" end="1"/>
                                            </p:txEl>
                                          </p:spTgt>
                                        </p:tgtEl>
                                      </p:cBhvr>
                                    </p:animEffect>
                                  </p:childTnLst>
                                  <p:subTnLst>
                                    <p:audio>
                                      <p:cMediaNode>
                                        <p:cTn display="0" masterRel="sameClick">
                                          <p:stCondLst>
                                            <p:cond evt="begin" delay="0">
                                              <p:tn val="97"/>
                                            </p:cond>
                                          </p:stCondLst>
                                          <p:endCondLst>
                                            <p:cond evt="onStopAudio" delay="0">
                                              <p:tgtEl>
                                                <p:sldTgt/>
                                              </p:tgtEl>
                                            </p:cond>
                                          </p:endCondLst>
                                        </p:cTn>
                                        <p:tgtEl>
                                          <p:sndTgt r:embed="rId4"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animBg="1"/>
      <p:bldP spid="38" grpId="0" animBg="1"/>
      <p:bldP spid="39" grpId="0" animBg="1"/>
      <p:bldP spid="40" grpId="0" animBg="1"/>
      <p:bldP spid="41" grpId="0" animBg="1"/>
      <p:bldP spid="42" grpId="0" animBg="1"/>
      <p:bldP spid="43" grpId="0"/>
      <p:bldP spid="44" grpId="0" animBg="1"/>
      <p:bldP spid="45" grpId="0"/>
      <p:bldP spid="56" grpId="0" animBg="1"/>
      <p:bldP spid="57" grpId="0" autoUpdateAnimBg="0"/>
      <p:bldP spid="60" grpId="0" uiExpand="1" build="p" autoUpdateAnimBg="0"/>
      <p:bldP spid="61" grpId="0"/>
      <p:bldP spid="62" grpId="0" animBg="1"/>
      <p:bldP spid="63" grpId="0"/>
      <p:bldP spid="64" grpId="0" animBg="1"/>
      <p:bldP spid="65" grpId="0"/>
      <p:bldP spid="76" grpId="0" animBg="1"/>
      <p:bldP spid="77" grpId="0" animBg="1"/>
      <p:bldP spid="78" grpId="0" animBg="1"/>
      <p:bldP spid="79"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164442" y="91693"/>
            <a:ext cx="5546711" cy="615553"/>
          </a:xfrm>
          <a:prstGeom prst="rect">
            <a:avLst/>
          </a:prstGeom>
        </p:spPr>
        <p:txBody>
          <a:bodyPr wrap="none">
            <a:spAutoFit/>
          </a:bodyPr>
          <a:lstStyle/>
          <a:p>
            <a:pPr>
              <a:defRPr/>
            </a:pPr>
            <a:r>
              <a:rPr kumimoji="1" lang="zh-CN" altLang="en-US" sz="3400" i="0" dirty="0">
                <a:solidFill>
                  <a:srgbClr val="FFFFFF"/>
                </a:solidFill>
                <a:latin typeface="微软雅黑" panose="020B0503020204020204" pitchFamily="34" charset="-122"/>
                <a:ea typeface="微软雅黑" panose="020B0503020204020204" pitchFamily="34" charset="-122"/>
              </a:rPr>
              <a:t>第二章</a:t>
            </a:r>
            <a:r>
              <a:rPr kumimoji="1" lang="en-US" altLang="zh-CN" sz="3400" i="0" dirty="0">
                <a:solidFill>
                  <a:srgbClr val="FFFFFF"/>
                </a:solidFill>
                <a:latin typeface="微软雅黑" panose="020B0503020204020204" pitchFamily="34" charset="-122"/>
                <a:ea typeface="微软雅黑" panose="020B0503020204020204" pitchFamily="34" charset="-122"/>
              </a:rPr>
              <a:t> </a:t>
            </a:r>
            <a:r>
              <a:rPr kumimoji="1" lang="zh-CN" altLang="en-US" sz="3400" i="0" dirty="0">
                <a:solidFill>
                  <a:srgbClr val="FFFFFF"/>
                </a:solidFill>
                <a:latin typeface="微软雅黑" panose="020B0503020204020204" pitchFamily="34" charset="-122"/>
                <a:ea typeface="微软雅黑" panose="020B0503020204020204" pitchFamily="34" charset="-122"/>
              </a:rPr>
              <a:t>平面问题的受力分析</a:t>
            </a:r>
          </a:p>
        </p:txBody>
      </p:sp>
      <p:sp>
        <p:nvSpPr>
          <p:cNvPr id="14" name="Rectangle 5"/>
          <p:cNvSpPr>
            <a:spLocks noChangeArrowheads="1"/>
          </p:cNvSpPr>
          <p:nvPr/>
        </p:nvSpPr>
        <p:spPr bwMode="auto">
          <a:xfrm>
            <a:off x="279412" y="874924"/>
            <a:ext cx="108012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just">
              <a:spcBef>
                <a:spcPct val="20000"/>
              </a:spcBef>
              <a:buClr>
                <a:schemeClr val="accent1"/>
              </a:buClr>
              <a:buSzPct val="75000"/>
              <a:buFont typeface="Monotype Sorts" pitchFamily="2" charset="2"/>
              <a:buChar char="•"/>
              <a:defRPr kumimoji="1" sz="2400">
                <a:solidFill>
                  <a:schemeClr val="tx1"/>
                </a:solidFill>
                <a:latin typeface="Impact" panose="020B0806030902050204" pitchFamily="34" charset="0"/>
                <a:ea typeface="宋体" panose="02010600030101010101" pitchFamily="2" charset="-122"/>
              </a:defRPr>
            </a:lvl1pPr>
            <a:lvl2pPr marL="742950" indent="-285750">
              <a:spcBef>
                <a:spcPct val="20000"/>
              </a:spcBef>
              <a:buClr>
                <a:schemeClr val="accent2"/>
              </a:buClr>
              <a:buChar char="•"/>
              <a:defRPr kumimoji="1" sz="2000">
                <a:solidFill>
                  <a:schemeClr val="tx1"/>
                </a:solidFill>
                <a:latin typeface="Impact" panose="020B0806030902050204" pitchFamily="34" charset="0"/>
                <a:ea typeface="宋体" panose="02010600030101010101" pitchFamily="2" charset="-122"/>
              </a:defRPr>
            </a:lvl2pPr>
            <a:lvl3pPr marL="1143000" indent="-228600">
              <a:spcBef>
                <a:spcPct val="20000"/>
              </a:spcBef>
              <a:buChar char="–"/>
              <a:defRPr kumimoji="1" sz="2400">
                <a:solidFill>
                  <a:schemeClr val="tx1"/>
                </a:solidFill>
                <a:latin typeface="Impact" panose="020B0806030902050204" pitchFamily="34" charset="0"/>
                <a:ea typeface="宋体" panose="02010600030101010101" pitchFamily="2" charset="-122"/>
              </a:defRPr>
            </a:lvl3pPr>
            <a:lvl4pPr marL="1600200" indent="-228600">
              <a:spcBef>
                <a:spcPct val="20000"/>
              </a:spcBef>
              <a:buChar char="–"/>
              <a:defRPr kumimoji="1" sz="2000">
                <a:solidFill>
                  <a:schemeClr val="tx1"/>
                </a:solidFill>
                <a:latin typeface="Impact" panose="020B0806030902050204" pitchFamily="34" charset="0"/>
                <a:ea typeface="宋体" panose="02010600030101010101" pitchFamily="2" charset="-122"/>
              </a:defRPr>
            </a:lvl4pPr>
            <a:lvl5pPr marL="2057400" indent="-228600">
              <a:spcBef>
                <a:spcPct val="20000"/>
              </a:spcBef>
              <a:buChar char="»"/>
              <a:defRPr kumimoji="1" sz="2000">
                <a:solidFill>
                  <a:schemeClr val="tx1"/>
                </a:solidFill>
                <a:latin typeface="Impact" panose="020B0806030902050204" pitchFamily="34"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9pPr>
          </a:lstStyle>
          <a:p>
            <a:pPr algn="l">
              <a:spcBef>
                <a:spcPct val="0"/>
              </a:spcBef>
              <a:buClrTx/>
              <a:buSzTx/>
              <a:buNone/>
            </a:pPr>
            <a:r>
              <a:rPr lang="zh-CN" altLang="en-US" b="1" i="0" dirty="0">
                <a:solidFill>
                  <a:srgbClr val="0033CC"/>
                </a:solidFill>
                <a:latin typeface="Times New Roman" panose="02020603050405020304" pitchFamily="18" charset="0"/>
                <a:ea typeface="黑体" panose="02010609060101010101" pitchFamily="49" charset="-122"/>
              </a:rPr>
              <a:t>例</a:t>
            </a:r>
            <a:r>
              <a:rPr lang="en-US" altLang="zh-CN" i="0" dirty="0">
                <a:latin typeface="Times New Roman" panose="02020603050405020304" pitchFamily="18" charset="0"/>
                <a:ea typeface="黑体" panose="02010609060101010101" pitchFamily="49" charset="-122"/>
              </a:rPr>
              <a:t>  </a:t>
            </a:r>
            <a:r>
              <a:rPr lang="zh-CN" altLang="en-US" i="0" dirty="0">
                <a:latin typeface="Times New Roman" panose="02020603050405020304" pitchFamily="18" charset="0"/>
                <a:ea typeface="黑体" panose="02010609060101010101" pitchFamily="49" charset="-122"/>
              </a:rPr>
              <a:t>有三试分析重力为</a:t>
            </a:r>
            <a:r>
              <a:rPr lang="en-US" altLang="zh-CN" dirty="0">
                <a:latin typeface="+mj-lt"/>
              </a:rPr>
              <a:t>W</a:t>
            </a:r>
            <a:r>
              <a:rPr lang="zh-CN" altLang="en-US" i="0" dirty="0">
                <a:latin typeface="Times New Roman" panose="02020603050405020304" pitchFamily="18" charset="0"/>
                <a:ea typeface="黑体" panose="02010609060101010101" pitchFamily="49" charset="-122"/>
              </a:rPr>
              <a:t>的车轮，在轮心受水平力</a:t>
            </a:r>
            <a:r>
              <a:rPr lang="en-US" altLang="zh-CN" dirty="0">
                <a:latin typeface="+mj-lt"/>
              </a:rPr>
              <a:t>F </a:t>
            </a:r>
            <a:r>
              <a:rPr lang="zh-CN" altLang="en-US" i="0" dirty="0">
                <a:latin typeface="Times New Roman" panose="02020603050405020304" pitchFamily="18" charset="0"/>
                <a:ea typeface="黑体" panose="02010609060101010101" pitchFamily="49" charset="-122"/>
              </a:rPr>
              <a:t>作用下的滑动和滚动条件。</a:t>
            </a:r>
          </a:p>
        </p:txBody>
      </p:sp>
      <p:sp>
        <p:nvSpPr>
          <p:cNvPr id="15" name="Rectangle 61"/>
          <p:cNvSpPr>
            <a:spLocks noChangeArrowheads="1"/>
          </p:cNvSpPr>
          <p:nvPr/>
        </p:nvSpPr>
        <p:spPr bwMode="auto">
          <a:xfrm>
            <a:off x="7919330" y="2034361"/>
            <a:ext cx="3816424" cy="3384376"/>
          </a:xfrm>
          <a:prstGeom prst="rect">
            <a:avLst/>
          </a:prstGeom>
          <a:solidFill>
            <a:srgbClr val="B9CDE5"/>
          </a:solidFill>
          <a:ln>
            <a:noFill/>
          </a:ln>
          <a:effectLst/>
        </p:spPr>
        <p:txBody>
          <a:bodyPr wrap="none" anchor="ctr"/>
          <a:lstStyle/>
          <a:p>
            <a:endParaRPr lang="zh-CN" altLang="en-US"/>
          </a:p>
        </p:txBody>
      </p:sp>
      <p:sp>
        <p:nvSpPr>
          <p:cNvPr id="125" name="Rectangle 5"/>
          <p:cNvSpPr>
            <a:spLocks noChangeArrowheads="1"/>
          </p:cNvSpPr>
          <p:nvPr/>
        </p:nvSpPr>
        <p:spPr bwMode="auto">
          <a:xfrm>
            <a:off x="279412" y="1471842"/>
            <a:ext cx="10569116" cy="219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just">
              <a:spcBef>
                <a:spcPct val="20000"/>
              </a:spcBef>
              <a:buClr>
                <a:schemeClr val="accent1"/>
              </a:buClr>
              <a:buSzPct val="75000"/>
              <a:buFont typeface="Monotype Sorts" pitchFamily="2" charset="2"/>
              <a:buChar char="•"/>
              <a:defRPr kumimoji="1" sz="2400">
                <a:solidFill>
                  <a:schemeClr val="tx1"/>
                </a:solidFill>
                <a:latin typeface="Impact" panose="020B0806030902050204" pitchFamily="34" charset="0"/>
                <a:ea typeface="宋体" panose="02010600030101010101" pitchFamily="2" charset="-122"/>
              </a:defRPr>
            </a:lvl1pPr>
            <a:lvl2pPr marL="742950" indent="-285750">
              <a:spcBef>
                <a:spcPct val="20000"/>
              </a:spcBef>
              <a:buClr>
                <a:schemeClr val="accent2"/>
              </a:buClr>
              <a:buChar char="•"/>
              <a:defRPr kumimoji="1" sz="2000">
                <a:solidFill>
                  <a:schemeClr val="tx1"/>
                </a:solidFill>
                <a:latin typeface="Impact" panose="020B0806030902050204" pitchFamily="34" charset="0"/>
                <a:ea typeface="宋体" panose="02010600030101010101" pitchFamily="2" charset="-122"/>
              </a:defRPr>
            </a:lvl2pPr>
            <a:lvl3pPr marL="1143000" indent="-228600">
              <a:spcBef>
                <a:spcPct val="20000"/>
              </a:spcBef>
              <a:buChar char="–"/>
              <a:defRPr kumimoji="1" sz="2400">
                <a:solidFill>
                  <a:schemeClr val="tx1"/>
                </a:solidFill>
                <a:latin typeface="Impact" panose="020B0806030902050204" pitchFamily="34" charset="0"/>
                <a:ea typeface="宋体" panose="02010600030101010101" pitchFamily="2" charset="-122"/>
              </a:defRPr>
            </a:lvl3pPr>
            <a:lvl4pPr marL="1600200" indent="-228600">
              <a:spcBef>
                <a:spcPct val="20000"/>
              </a:spcBef>
              <a:buChar char="–"/>
              <a:defRPr kumimoji="1" sz="2000">
                <a:solidFill>
                  <a:schemeClr val="tx1"/>
                </a:solidFill>
                <a:latin typeface="Impact" panose="020B0806030902050204" pitchFamily="34" charset="0"/>
                <a:ea typeface="宋体" panose="02010600030101010101" pitchFamily="2" charset="-122"/>
              </a:defRPr>
            </a:lvl4pPr>
            <a:lvl5pPr marL="2057400" indent="-228600">
              <a:spcBef>
                <a:spcPct val="20000"/>
              </a:spcBef>
              <a:buChar char="»"/>
              <a:defRPr kumimoji="1" sz="2000">
                <a:solidFill>
                  <a:schemeClr val="tx1"/>
                </a:solidFill>
                <a:latin typeface="Impact" panose="020B0806030902050204" pitchFamily="34"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9pPr>
          </a:lstStyle>
          <a:p>
            <a:pPr algn="l">
              <a:lnSpc>
                <a:spcPct val="120000"/>
              </a:lnSpc>
              <a:buNone/>
            </a:pPr>
            <a:r>
              <a:rPr lang="zh-CN" altLang="en-US" i="0" dirty="0">
                <a:solidFill>
                  <a:srgbClr val="0033CC"/>
                </a:solidFill>
                <a:latin typeface="Times New Roman" panose="02020603050405020304" pitchFamily="18" charset="0"/>
                <a:ea typeface="黑体" panose="02010609060101010101" pitchFamily="49" charset="-122"/>
              </a:rPr>
              <a:t>解</a:t>
            </a:r>
            <a:r>
              <a:rPr lang="en-US" altLang="zh-CN" i="0" dirty="0">
                <a:latin typeface="Times New Roman" panose="02020603050405020304" pitchFamily="18" charset="0"/>
                <a:ea typeface="黑体" panose="02010609060101010101" pitchFamily="49" charset="-122"/>
              </a:rPr>
              <a:t>  </a:t>
            </a:r>
            <a:r>
              <a:rPr lang="zh-CN" altLang="en-US" i="0" dirty="0">
                <a:latin typeface="Times New Roman" panose="02020603050405020304" pitchFamily="18" charset="0"/>
                <a:ea typeface="黑体" panose="02010609060101010101" pitchFamily="49" charset="-122"/>
              </a:rPr>
              <a:t>车轮受力图。</a:t>
            </a:r>
            <a:endParaRPr lang="en-US" altLang="zh-CN" i="0" dirty="0">
              <a:latin typeface="Times New Roman" panose="02020603050405020304" pitchFamily="18" charset="0"/>
              <a:ea typeface="黑体" panose="02010609060101010101" pitchFamily="49" charset="-122"/>
            </a:endParaRPr>
          </a:p>
          <a:p>
            <a:pPr algn="l">
              <a:lnSpc>
                <a:spcPct val="130000"/>
              </a:lnSpc>
              <a:buNone/>
            </a:pPr>
            <a:r>
              <a:rPr lang="zh-CN" altLang="en-US" i="0" dirty="0">
                <a:latin typeface="Times New Roman" panose="02020603050405020304" pitchFamily="18" charset="0"/>
                <a:ea typeface="黑体" panose="02010609060101010101" pitchFamily="49" charset="-122"/>
              </a:rPr>
              <a:t>      车轮的滑动条件为</a:t>
            </a:r>
            <a:r>
              <a:rPr lang="en-US" altLang="zh-CN" dirty="0">
                <a:latin typeface="+mj-lt"/>
              </a:rPr>
              <a:t>F</a:t>
            </a:r>
            <a:r>
              <a:rPr lang="zh-CN" altLang="en-US" i="0" dirty="0">
                <a:latin typeface="Times New Roman" panose="02020603050405020304" pitchFamily="18" charset="0"/>
                <a:ea typeface="黑体" panose="02010609060101010101" pitchFamily="49" charset="-122"/>
              </a:rPr>
              <a:t>＞</a:t>
            </a:r>
            <a:r>
              <a:rPr lang="zh-CN" altLang="en-US" dirty="0">
                <a:latin typeface="+mj-lt"/>
              </a:rPr>
              <a:t> </a:t>
            </a:r>
            <a:r>
              <a:rPr lang="en-US" altLang="zh-CN" dirty="0" err="1">
                <a:latin typeface="+mj-lt"/>
                <a:sym typeface="Symbol" panose="05050102010706020507" pitchFamily="18" charset="2"/>
              </a:rPr>
              <a:t>f</a:t>
            </a:r>
            <a:r>
              <a:rPr lang="en-US" altLang="zh-CN" i="0" baseline="-25000" dirty="0" err="1">
                <a:latin typeface="+mj-lt"/>
              </a:rPr>
              <a:t>s</a:t>
            </a:r>
            <a:r>
              <a:rPr lang="en-US" altLang="zh-CN" dirty="0" err="1">
                <a:latin typeface="+mj-lt"/>
              </a:rPr>
              <a:t>F</a:t>
            </a:r>
            <a:r>
              <a:rPr lang="en-US" altLang="zh-CN" i="0" baseline="-25000" dirty="0" err="1">
                <a:latin typeface="+mj-lt"/>
              </a:rPr>
              <a:t>N</a:t>
            </a:r>
            <a:r>
              <a:rPr lang="en-US" altLang="zh-CN" dirty="0">
                <a:latin typeface="+mj-lt"/>
              </a:rPr>
              <a:t> </a:t>
            </a:r>
            <a:r>
              <a:rPr lang="zh-CN" altLang="en-US" i="0" dirty="0">
                <a:latin typeface="Times New Roman" panose="02020603050405020304" pitchFamily="18" charset="0"/>
                <a:ea typeface="黑体" panose="02010609060101010101" pitchFamily="49" charset="-122"/>
              </a:rPr>
              <a:t>，即     </a:t>
            </a:r>
            <a:r>
              <a:rPr lang="en-US" altLang="zh-CN" dirty="0">
                <a:latin typeface="+mj-lt"/>
              </a:rPr>
              <a:t>F</a:t>
            </a:r>
            <a:r>
              <a:rPr lang="zh-CN" altLang="en-US" i="0" dirty="0">
                <a:latin typeface="Times New Roman" panose="02020603050405020304" pitchFamily="18" charset="0"/>
                <a:ea typeface="黑体" panose="02010609060101010101" pitchFamily="49" charset="-122"/>
              </a:rPr>
              <a:t>＞</a:t>
            </a:r>
            <a:r>
              <a:rPr lang="zh-CN" altLang="en-US" dirty="0">
                <a:latin typeface="+mj-lt"/>
              </a:rPr>
              <a:t> </a:t>
            </a:r>
            <a:r>
              <a:rPr lang="en-US" altLang="zh-CN" dirty="0" err="1">
                <a:latin typeface="+mj-lt"/>
                <a:sym typeface="Symbol" panose="05050102010706020507" pitchFamily="18" charset="2"/>
              </a:rPr>
              <a:t>f</a:t>
            </a:r>
            <a:r>
              <a:rPr lang="en-US" altLang="zh-CN" i="0" baseline="-25000" dirty="0" err="1">
                <a:latin typeface="+mj-lt"/>
              </a:rPr>
              <a:t>s</a:t>
            </a:r>
            <a:r>
              <a:rPr lang="en-US" altLang="zh-CN" dirty="0" err="1">
                <a:latin typeface="+mj-lt"/>
              </a:rPr>
              <a:t>W</a:t>
            </a:r>
            <a:r>
              <a:rPr lang="en-US" altLang="zh-CN" dirty="0">
                <a:latin typeface="+mj-lt"/>
              </a:rPr>
              <a:t> </a:t>
            </a:r>
            <a:r>
              <a:rPr lang="zh-CN" altLang="en-US" dirty="0">
                <a:latin typeface="+mj-lt"/>
              </a:rPr>
              <a:t>；</a:t>
            </a:r>
          </a:p>
          <a:p>
            <a:pPr algn="l">
              <a:lnSpc>
                <a:spcPct val="130000"/>
              </a:lnSpc>
              <a:buNone/>
            </a:pPr>
            <a:r>
              <a:rPr lang="zh-CN" altLang="en-US" i="0" dirty="0">
                <a:latin typeface="Times New Roman" panose="02020603050405020304" pitchFamily="18" charset="0"/>
                <a:ea typeface="黑体" panose="02010609060101010101" pitchFamily="49" charset="-122"/>
              </a:rPr>
              <a:t>      车轮的滚动条件为     </a:t>
            </a:r>
            <a:r>
              <a:rPr lang="en-US" altLang="zh-CN" dirty="0">
                <a:latin typeface="+mj-lt"/>
              </a:rPr>
              <a:t>Fr</a:t>
            </a:r>
            <a:r>
              <a:rPr lang="zh-CN" altLang="en-US" i="0" dirty="0">
                <a:latin typeface="Times New Roman" panose="02020603050405020304" pitchFamily="18" charset="0"/>
                <a:ea typeface="黑体" panose="02010609060101010101" pitchFamily="49" charset="-122"/>
              </a:rPr>
              <a:t>＞</a:t>
            </a:r>
            <a:r>
              <a:rPr lang="zh-CN" altLang="en-US" dirty="0">
                <a:latin typeface="+mj-lt"/>
              </a:rPr>
              <a:t> </a:t>
            </a:r>
            <a:r>
              <a:rPr lang="en-US" altLang="zh-CN" dirty="0" err="1">
                <a:latin typeface="+mj-lt"/>
              </a:rPr>
              <a:t>M</a:t>
            </a:r>
            <a:r>
              <a:rPr lang="en-US" altLang="zh-CN" i="0" baseline="-25000" dirty="0" err="1">
                <a:latin typeface="+mj-lt"/>
              </a:rPr>
              <a:t>fmax</a:t>
            </a:r>
            <a:r>
              <a:rPr lang="zh-CN" altLang="en-US" i="0" dirty="0">
                <a:latin typeface="+mj-lt"/>
              </a:rPr>
              <a:t>，</a:t>
            </a:r>
            <a:r>
              <a:rPr lang="zh-CN" altLang="en-US" i="0" dirty="0">
                <a:latin typeface="Times New Roman" panose="02020603050405020304" pitchFamily="18" charset="0"/>
                <a:ea typeface="黑体" panose="02010609060101010101" pitchFamily="49" charset="-122"/>
              </a:rPr>
              <a:t>即  </a:t>
            </a:r>
            <a:r>
              <a:rPr lang="zh-CN" altLang="en-US" dirty="0">
                <a:latin typeface="+mj-lt"/>
              </a:rPr>
              <a:t>    </a:t>
            </a:r>
            <a:r>
              <a:rPr lang="en-US" altLang="zh-CN" dirty="0">
                <a:latin typeface="+mj-lt"/>
              </a:rPr>
              <a:t>F </a:t>
            </a:r>
            <a:r>
              <a:rPr lang="zh-CN" altLang="en-US" i="0" dirty="0">
                <a:latin typeface="Times New Roman" panose="02020603050405020304" pitchFamily="18" charset="0"/>
                <a:ea typeface="黑体" panose="02010609060101010101" pitchFamily="49" charset="-122"/>
              </a:rPr>
              <a:t>＞</a:t>
            </a:r>
            <a:r>
              <a:rPr lang="zh-CN" altLang="en-US" dirty="0">
                <a:latin typeface="+mj-lt"/>
                <a:sym typeface="Symbol" panose="05050102010706020507" pitchFamily="18" charset="2"/>
              </a:rPr>
              <a:t></a:t>
            </a:r>
            <a:r>
              <a:rPr lang="en-US" altLang="zh-CN" dirty="0">
                <a:latin typeface="+mj-lt"/>
                <a:sym typeface="Symbol" panose="05050102010706020507" pitchFamily="18" charset="2"/>
              </a:rPr>
              <a:t>W</a:t>
            </a:r>
            <a:r>
              <a:rPr lang="en-US" altLang="zh-CN" i="0" dirty="0">
                <a:latin typeface="Times New Roman" panose="02020603050405020304" pitchFamily="18" charset="0"/>
                <a:ea typeface="黑体" panose="02010609060101010101" pitchFamily="49" charset="-122"/>
              </a:rPr>
              <a:t>/</a:t>
            </a:r>
            <a:r>
              <a:rPr lang="en-US" altLang="zh-CN" dirty="0">
                <a:latin typeface="+mj-lt"/>
              </a:rPr>
              <a:t>r</a:t>
            </a:r>
            <a:r>
              <a:rPr lang="zh-CN" altLang="en-US" dirty="0">
                <a:latin typeface="+mj-lt"/>
              </a:rPr>
              <a:t>，</a:t>
            </a:r>
          </a:p>
          <a:p>
            <a:pPr algn="l">
              <a:lnSpc>
                <a:spcPct val="130000"/>
              </a:lnSpc>
              <a:buNone/>
            </a:pPr>
            <a:r>
              <a:rPr lang="zh-CN" altLang="en-US" i="0" dirty="0">
                <a:latin typeface="Times New Roman" panose="02020603050405020304" pitchFamily="18" charset="0"/>
                <a:ea typeface="黑体" panose="02010609060101010101" pitchFamily="49" charset="-122"/>
              </a:rPr>
              <a:t>      由于</a:t>
            </a:r>
            <a:r>
              <a:rPr lang="zh-CN" altLang="en-US" dirty="0">
                <a:latin typeface="+mj-lt"/>
                <a:sym typeface="Symbol" panose="05050102010706020507" pitchFamily="18" charset="2"/>
              </a:rPr>
              <a:t></a:t>
            </a:r>
            <a:r>
              <a:rPr lang="en-US" altLang="zh-CN" i="0" dirty="0">
                <a:latin typeface="Times New Roman" panose="02020603050405020304" pitchFamily="18" charset="0"/>
                <a:ea typeface="黑体" panose="02010609060101010101" pitchFamily="49" charset="-122"/>
              </a:rPr>
              <a:t>/</a:t>
            </a:r>
            <a:r>
              <a:rPr lang="en-US" altLang="zh-CN" dirty="0">
                <a:latin typeface="+mj-lt"/>
              </a:rPr>
              <a:t>r </a:t>
            </a:r>
            <a:r>
              <a:rPr lang="en-US" altLang="zh-CN" i="0" dirty="0">
                <a:latin typeface="Times New Roman" panose="02020603050405020304" pitchFamily="18" charset="0"/>
                <a:ea typeface="黑体" panose="02010609060101010101" pitchFamily="49" charset="-122"/>
                <a:sym typeface="Symbol" panose="05050102010706020507" pitchFamily="18" charset="2"/>
              </a:rPr>
              <a:t></a:t>
            </a:r>
            <a:r>
              <a:rPr lang="en-US" altLang="zh-CN" dirty="0">
                <a:latin typeface="+mj-lt"/>
              </a:rPr>
              <a:t>f</a:t>
            </a:r>
            <a:r>
              <a:rPr lang="en-US" altLang="zh-CN" i="0" baseline="-25000" dirty="0">
                <a:latin typeface="+mj-lt"/>
              </a:rPr>
              <a:t>s</a:t>
            </a:r>
            <a:r>
              <a:rPr lang="zh-CN" altLang="en-US" dirty="0"/>
              <a:t> </a:t>
            </a:r>
            <a:r>
              <a:rPr lang="zh-CN" altLang="en-US" i="0" dirty="0">
                <a:latin typeface="Times New Roman" panose="02020603050405020304" pitchFamily="18" charset="0"/>
                <a:ea typeface="黑体" panose="02010609060101010101" pitchFamily="49" charset="-122"/>
              </a:rPr>
              <a:t>，所以使车轮滚动比滑动要容易的多。</a:t>
            </a:r>
          </a:p>
        </p:txBody>
      </p:sp>
      <p:sp>
        <p:nvSpPr>
          <p:cNvPr id="178" name="Line 4"/>
          <p:cNvSpPr>
            <a:spLocks noChangeShapeType="1"/>
          </p:cNvSpPr>
          <p:nvPr/>
        </p:nvSpPr>
        <p:spPr bwMode="auto">
          <a:xfrm flipV="1">
            <a:off x="9630692" y="4413937"/>
            <a:ext cx="0" cy="538163"/>
          </a:xfrm>
          <a:prstGeom prst="line">
            <a:avLst/>
          </a:prstGeom>
          <a:noFill/>
          <a:ln w="38100">
            <a:solidFill>
              <a:srgbClr val="FF00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79" name="Text Box 5"/>
          <p:cNvSpPr txBox="1">
            <a:spLocks noChangeArrowheads="1"/>
          </p:cNvSpPr>
          <p:nvPr/>
        </p:nvSpPr>
        <p:spPr bwMode="auto">
          <a:xfrm>
            <a:off x="8914306" y="4493911"/>
            <a:ext cx="9271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pPr>
            <a:r>
              <a:rPr lang="en-US" altLang="zh-CN" sz="2800" b="1" i="1" dirty="0">
                <a:solidFill>
                  <a:srgbClr val="FF0000"/>
                </a:solidFill>
                <a:ea typeface="宋体" panose="02010600030101010101" pitchFamily="2" charset="-122"/>
              </a:rPr>
              <a:t>F</a:t>
            </a:r>
            <a:r>
              <a:rPr lang="en-US" altLang="zh-CN" sz="2800" i="0" baseline="-25000" dirty="0">
                <a:solidFill>
                  <a:srgbClr val="FF0000"/>
                </a:solidFill>
                <a:ea typeface="宋体" panose="02010600030101010101" pitchFamily="2" charset="-122"/>
              </a:rPr>
              <a:t>N</a:t>
            </a:r>
            <a:endParaRPr lang="en-US" altLang="zh-CN" sz="2800" b="1" i="0" dirty="0">
              <a:solidFill>
                <a:srgbClr val="FF0000"/>
              </a:solidFill>
              <a:ea typeface="宋体" panose="02010600030101010101" pitchFamily="2" charset="-122"/>
            </a:endParaRPr>
          </a:p>
        </p:txBody>
      </p:sp>
      <p:sp>
        <p:nvSpPr>
          <p:cNvPr id="180" name="Freeform 6"/>
          <p:cNvSpPr>
            <a:spLocks noChangeAspect="1"/>
          </p:cNvSpPr>
          <p:nvPr/>
        </p:nvSpPr>
        <p:spPr bwMode="auto">
          <a:xfrm>
            <a:off x="9648155" y="4450450"/>
            <a:ext cx="684212" cy="1587"/>
          </a:xfrm>
          <a:custGeom>
            <a:avLst/>
            <a:gdLst>
              <a:gd name="T0" fmla="*/ 431 w 431"/>
              <a:gd name="T1" fmla="*/ 1 h 1"/>
              <a:gd name="T2" fmla="*/ 0 w 431"/>
              <a:gd name="T3" fmla="*/ 0 h 1"/>
            </a:gdLst>
            <a:ahLst/>
            <a:cxnLst>
              <a:cxn ang="0">
                <a:pos x="T0" y="T1"/>
              </a:cxn>
              <a:cxn ang="0">
                <a:pos x="T2" y="T3"/>
              </a:cxn>
            </a:cxnLst>
            <a:rect l="0" t="0" r="r" b="b"/>
            <a:pathLst>
              <a:path w="431" h="1">
                <a:moveTo>
                  <a:pt x="431" y="1"/>
                </a:moveTo>
                <a:lnTo>
                  <a:pt x="0" y="0"/>
                </a:lnTo>
              </a:path>
            </a:pathLst>
          </a:custGeom>
          <a:noFill/>
          <a:ln w="38100">
            <a:solidFill>
              <a:srgbClr val="FF0000"/>
            </a:solidFill>
            <a:round/>
            <a:headEnd/>
            <a:tailEnd type="stealth" w="med"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nvGrpSpPr>
          <p:cNvPr id="181" name="Group 10"/>
          <p:cNvGrpSpPr>
            <a:grpSpLocks/>
          </p:cNvGrpSpPr>
          <p:nvPr/>
        </p:nvGrpSpPr>
        <p:grpSpPr bwMode="auto">
          <a:xfrm>
            <a:off x="8616280" y="2450200"/>
            <a:ext cx="2170112" cy="1960562"/>
            <a:chOff x="4097" y="274"/>
            <a:chExt cx="1367" cy="1235"/>
          </a:xfrm>
        </p:grpSpPr>
        <p:sp>
          <p:nvSpPr>
            <p:cNvPr id="182" name="Oval 11"/>
            <p:cNvSpPr>
              <a:spLocks noChangeArrowheads="1"/>
            </p:cNvSpPr>
            <p:nvPr/>
          </p:nvSpPr>
          <p:spPr bwMode="auto">
            <a:xfrm>
              <a:off x="4268" y="610"/>
              <a:ext cx="899" cy="899"/>
            </a:xfrm>
            <a:prstGeom prst="ellipse">
              <a:avLst/>
            </a:prstGeom>
            <a:gradFill rotWithShape="1">
              <a:gsLst>
                <a:gs pos="0">
                  <a:srgbClr val="FFFFFF"/>
                </a:gs>
                <a:gs pos="7001">
                  <a:srgbClr val="E6E6E6"/>
                </a:gs>
                <a:gs pos="32001">
                  <a:srgbClr val="7D8496"/>
                </a:gs>
                <a:gs pos="47000">
                  <a:srgbClr val="E6E6E6"/>
                </a:gs>
                <a:gs pos="85001">
                  <a:srgbClr val="7D8496"/>
                </a:gs>
                <a:gs pos="100000">
                  <a:srgbClr val="E6E6E6"/>
                </a:gs>
              </a:gsLst>
              <a:path path="shape">
                <a:fillToRect l="50000" t="50000" r="50000" b="50000"/>
              </a:path>
            </a:gradFill>
            <a:ln w="571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3" name="Text Box 12"/>
            <p:cNvSpPr txBox="1">
              <a:spLocks noChangeArrowheads="1"/>
            </p:cNvSpPr>
            <p:nvPr/>
          </p:nvSpPr>
          <p:spPr bwMode="auto">
            <a:xfrm>
              <a:off x="4653" y="274"/>
              <a:ext cx="406"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pPr>
              <a:r>
                <a:rPr lang="en-US" altLang="zh-CN" sz="2800" b="1" i="1">
                  <a:solidFill>
                    <a:srgbClr val="FF0000"/>
                  </a:solidFill>
                  <a:ea typeface="宋体" panose="02010600030101010101" pitchFamily="2" charset="-122"/>
                </a:rPr>
                <a:t>W</a:t>
              </a:r>
            </a:p>
          </p:txBody>
        </p:sp>
        <p:sp>
          <p:nvSpPr>
            <p:cNvPr id="184" name="Text Box 13"/>
            <p:cNvSpPr txBox="1">
              <a:spLocks noChangeArrowheads="1"/>
            </p:cNvSpPr>
            <p:nvPr/>
          </p:nvSpPr>
          <p:spPr bwMode="auto">
            <a:xfrm>
              <a:off x="5090" y="751"/>
              <a:ext cx="374"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pPr>
              <a:r>
                <a:rPr lang="en-US" altLang="zh-CN" sz="2800" b="1" i="1">
                  <a:solidFill>
                    <a:srgbClr val="FF0000"/>
                  </a:solidFill>
                  <a:ea typeface="宋体" panose="02010600030101010101" pitchFamily="2" charset="-122"/>
                </a:rPr>
                <a:t>F</a:t>
              </a:r>
            </a:p>
          </p:txBody>
        </p:sp>
        <p:sp>
          <p:nvSpPr>
            <p:cNvPr id="185" name="Text Box 14"/>
            <p:cNvSpPr txBox="1">
              <a:spLocks noChangeArrowheads="1"/>
            </p:cNvSpPr>
            <p:nvPr/>
          </p:nvSpPr>
          <p:spPr bwMode="auto">
            <a:xfrm>
              <a:off x="4415" y="654"/>
              <a:ext cx="309"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pPr>
              <a:r>
                <a:rPr lang="en-US" altLang="zh-CN" sz="2800" i="1">
                  <a:solidFill>
                    <a:schemeClr val="tx1"/>
                  </a:solidFill>
                  <a:ea typeface="宋体" panose="02010600030101010101" pitchFamily="2" charset="-122"/>
                </a:rPr>
                <a:t>r</a:t>
              </a:r>
              <a:endParaRPr lang="en-US" altLang="zh-CN" sz="2800" i="1">
                <a:solidFill>
                  <a:schemeClr val="tx1"/>
                </a:solidFill>
                <a:ea typeface="宋体" panose="02010600030101010101" pitchFamily="2" charset="-122"/>
                <a:cs typeface="Times New Roman" panose="02020603050405020304" pitchFamily="18" charset="0"/>
              </a:endParaRPr>
            </a:p>
          </p:txBody>
        </p:sp>
        <p:sp>
          <p:nvSpPr>
            <p:cNvPr id="186" name="Line 15"/>
            <p:cNvSpPr>
              <a:spLocks noChangeShapeType="1"/>
            </p:cNvSpPr>
            <p:nvPr/>
          </p:nvSpPr>
          <p:spPr bwMode="auto">
            <a:xfrm>
              <a:off x="4097" y="1056"/>
              <a:ext cx="1274" cy="0"/>
            </a:xfrm>
            <a:prstGeom prst="line">
              <a:avLst/>
            </a:prstGeom>
            <a:noFill/>
            <a:ln w="9525">
              <a:solidFill>
                <a:schemeClr val="tx1"/>
              </a:solidFill>
              <a:prstDash val="lgDash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7" name="Line 16"/>
            <p:cNvSpPr>
              <a:spLocks noChangeAspect="1" noChangeShapeType="1"/>
            </p:cNvSpPr>
            <p:nvPr/>
          </p:nvSpPr>
          <p:spPr bwMode="auto">
            <a:xfrm rot="-5400000">
              <a:off x="4965" y="810"/>
              <a:ext cx="1" cy="497"/>
            </a:xfrm>
            <a:prstGeom prst="line">
              <a:avLst/>
            </a:prstGeom>
            <a:noFill/>
            <a:ln w="38100">
              <a:solidFill>
                <a:srgbClr val="FF00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88" name="Line 17"/>
            <p:cNvSpPr>
              <a:spLocks noChangeShapeType="1"/>
            </p:cNvSpPr>
            <p:nvPr/>
          </p:nvSpPr>
          <p:spPr bwMode="auto">
            <a:xfrm flipH="1" flipV="1">
              <a:off x="4340" y="787"/>
              <a:ext cx="373" cy="284"/>
            </a:xfrm>
            <a:prstGeom prst="line">
              <a:avLst/>
            </a:prstGeom>
            <a:noFill/>
            <a:ln w="9525">
              <a:solidFill>
                <a:schemeClr val="tx1"/>
              </a:solidFill>
              <a:round/>
              <a:headEnd/>
              <a:tailEnd type="stealth"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9" name="Oval 18"/>
            <p:cNvSpPr>
              <a:spLocks noChangeArrowheads="1"/>
            </p:cNvSpPr>
            <p:nvPr/>
          </p:nvSpPr>
          <p:spPr bwMode="auto">
            <a:xfrm>
              <a:off x="4694" y="1025"/>
              <a:ext cx="56" cy="56"/>
            </a:xfrm>
            <a:prstGeom prst="ellipse">
              <a:avLst/>
            </a:prstGeom>
            <a:solidFill>
              <a:schemeClr val="accent1"/>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90" name="Line 19"/>
            <p:cNvSpPr>
              <a:spLocks noChangeShapeType="1"/>
            </p:cNvSpPr>
            <p:nvPr/>
          </p:nvSpPr>
          <p:spPr bwMode="auto">
            <a:xfrm>
              <a:off x="4722" y="529"/>
              <a:ext cx="0" cy="530"/>
            </a:xfrm>
            <a:prstGeom prst="line">
              <a:avLst/>
            </a:prstGeom>
            <a:noFill/>
            <a:ln w="38100">
              <a:solidFill>
                <a:srgbClr val="FF00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sp>
        <p:nvSpPr>
          <p:cNvPr id="191" name="Arc 38"/>
          <p:cNvSpPr>
            <a:spLocks noChangeAspect="1"/>
          </p:cNvSpPr>
          <p:nvPr/>
        </p:nvSpPr>
        <p:spPr bwMode="auto">
          <a:xfrm rot="9109285">
            <a:off x="9430667" y="4388537"/>
            <a:ext cx="457200" cy="30480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0" y="0"/>
                </a:moveTo>
                <a:cubicBezTo>
                  <a:pt x="11929" y="0"/>
                  <a:pt x="21600" y="9670"/>
                  <a:pt x="21600" y="21600"/>
                </a:cubicBezTo>
              </a:path>
              <a:path w="21600" h="21600" stroke="0" extrusionOk="0">
                <a:moveTo>
                  <a:pt x="0" y="0"/>
                </a:moveTo>
                <a:cubicBezTo>
                  <a:pt x="11929" y="0"/>
                  <a:pt x="21600" y="9670"/>
                  <a:pt x="21600" y="21600"/>
                </a:cubicBezTo>
                <a:lnTo>
                  <a:pt x="0" y="21600"/>
                </a:lnTo>
                <a:close/>
              </a:path>
            </a:pathLst>
          </a:custGeom>
          <a:noFill/>
          <a:ln w="38100">
            <a:solidFill>
              <a:srgbClr val="FF0000"/>
            </a:solidFill>
            <a:round/>
            <a:headEnd type="stealth" w="med" len="lg"/>
            <a:tailEnd type="none" w="sm"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92" name="Text Box 39"/>
          <p:cNvSpPr txBox="1">
            <a:spLocks noChangeAspect="1" noChangeArrowheads="1"/>
          </p:cNvSpPr>
          <p:nvPr/>
        </p:nvSpPr>
        <p:spPr bwMode="auto">
          <a:xfrm>
            <a:off x="9827542" y="4488550"/>
            <a:ext cx="666750" cy="49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r>
              <a:rPr lang="en-US" altLang="zh-CN" i="1" dirty="0">
                <a:solidFill>
                  <a:srgbClr val="FF0000"/>
                </a:solidFill>
                <a:ea typeface="宋体" panose="02010600030101010101" pitchFamily="2" charset="-122"/>
              </a:rPr>
              <a:t>M</a:t>
            </a:r>
            <a:r>
              <a:rPr lang="en-US" altLang="zh-CN" i="0" baseline="-25000" dirty="0">
                <a:solidFill>
                  <a:srgbClr val="FF0000"/>
                </a:solidFill>
                <a:ea typeface="宋体" panose="02010600030101010101" pitchFamily="2" charset="-122"/>
              </a:rPr>
              <a:t>f</a:t>
            </a:r>
          </a:p>
        </p:txBody>
      </p:sp>
      <p:sp>
        <p:nvSpPr>
          <p:cNvPr id="193" name="Text Box 14"/>
          <p:cNvSpPr txBox="1">
            <a:spLocks noChangeArrowheads="1"/>
          </p:cNvSpPr>
          <p:nvPr/>
        </p:nvSpPr>
        <p:spPr bwMode="auto">
          <a:xfrm>
            <a:off x="9429151" y="3904349"/>
            <a:ext cx="490537"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pPr>
            <a:r>
              <a:rPr lang="en-US" altLang="zh-CN" sz="2800" i="1" dirty="0">
                <a:solidFill>
                  <a:schemeClr val="tx1"/>
                </a:solidFill>
                <a:ea typeface="宋体" panose="02010600030101010101" pitchFamily="2" charset="-122"/>
              </a:rPr>
              <a:t>A</a:t>
            </a:r>
            <a:endParaRPr lang="en-US" altLang="zh-CN" sz="2800" i="1" dirty="0">
              <a:solidFill>
                <a:schemeClr val="tx1"/>
              </a:solidFill>
              <a:ea typeface="宋体" panose="02010600030101010101" pitchFamily="2" charset="-122"/>
              <a:cs typeface="Times New Roman" panose="02020603050405020304" pitchFamily="18" charset="0"/>
            </a:endParaRPr>
          </a:p>
        </p:txBody>
      </p:sp>
      <p:sp>
        <p:nvSpPr>
          <p:cNvPr id="194" name="Text Box 7"/>
          <p:cNvSpPr txBox="1">
            <a:spLocks noChangeArrowheads="1"/>
          </p:cNvSpPr>
          <p:nvPr/>
        </p:nvSpPr>
        <p:spPr bwMode="auto">
          <a:xfrm>
            <a:off x="10307194" y="4150451"/>
            <a:ext cx="696913"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pPr>
            <a:r>
              <a:rPr lang="en-US" altLang="zh-CN" sz="2800" b="1" i="1" dirty="0" err="1">
                <a:solidFill>
                  <a:srgbClr val="FF0000"/>
                </a:solidFill>
                <a:ea typeface="宋体" panose="02010600030101010101" pitchFamily="2" charset="-122"/>
              </a:rPr>
              <a:t>F</a:t>
            </a:r>
            <a:r>
              <a:rPr lang="en-US" altLang="zh-CN" sz="2800" b="1" i="1" dirty="0" err="1">
                <a:solidFill>
                  <a:srgbClr val="FF0000"/>
                </a:solidFill>
                <a:ea typeface="宋体" panose="02010600030101010101" pitchFamily="2" charset="-122"/>
                <a:cs typeface="Times New Roman" panose="02020603050405020304" pitchFamily="18" charset="0"/>
              </a:rPr>
              <a:t>'</a:t>
            </a:r>
            <a:r>
              <a:rPr lang="en-US" altLang="zh-CN" sz="2800" i="0" baseline="-25000" dirty="0" err="1">
                <a:solidFill>
                  <a:srgbClr val="FF0000"/>
                </a:solidFill>
              </a:rPr>
              <a:t>f</a:t>
            </a:r>
            <a:endParaRPr lang="en-US" altLang="zh-CN" sz="2800" i="0" baseline="-25000" dirty="0">
              <a:solidFill>
                <a:srgbClr val="FF0000"/>
              </a:solidFill>
            </a:endParaRPr>
          </a:p>
        </p:txBody>
      </p:sp>
    </p:spTree>
    <p:extLst>
      <p:ext uri="{BB962C8B-B14F-4D97-AF65-F5344CB8AC3E}">
        <p14:creationId xmlns:p14="http://schemas.microsoft.com/office/powerpoint/2010/main" val="2970265241"/>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4" fill="hold" nodeType="withEffect">
                                  <p:stCondLst>
                                    <p:cond delay="0"/>
                                  </p:stCondLst>
                                  <p:childTnLst>
                                    <p:set>
                                      <p:cBhvr>
                                        <p:cTn id="6" dur="1" fill="hold">
                                          <p:stCondLst>
                                            <p:cond delay="0"/>
                                          </p:stCondLst>
                                        </p:cTn>
                                        <p:tgtEl>
                                          <p:spTgt spid="181"/>
                                        </p:tgtEl>
                                        <p:attrNameLst>
                                          <p:attrName>style.visibility</p:attrName>
                                        </p:attrNameLst>
                                      </p:cBhvr>
                                      <p:to>
                                        <p:strVal val="visible"/>
                                      </p:to>
                                    </p:set>
                                    <p:animEffect transition="in" filter="wheel(4)">
                                      <p:cBhvr>
                                        <p:cTn id="7" dur="3000"/>
                                        <p:tgtEl>
                                          <p:spTgt spid="181"/>
                                        </p:tgtEl>
                                      </p:cBhvr>
                                    </p:animEffect>
                                  </p:childTnLst>
                                </p:cTn>
                              </p:par>
                            </p:childTnLst>
                          </p:cTn>
                        </p:par>
                        <p:par>
                          <p:cTn id="8" fill="hold">
                            <p:stCondLst>
                              <p:cond delay="3000"/>
                            </p:stCondLst>
                            <p:childTnLst>
                              <p:par>
                                <p:cTn id="9" presetID="12" presetClass="entr" presetSubtype="4" fill="hold" grpId="0" nodeType="afterEffect">
                                  <p:stCondLst>
                                    <p:cond delay="0"/>
                                  </p:stCondLst>
                                  <p:childTnLst>
                                    <p:set>
                                      <p:cBhvr>
                                        <p:cTn id="10" dur="1" fill="hold">
                                          <p:stCondLst>
                                            <p:cond delay="0"/>
                                          </p:stCondLst>
                                        </p:cTn>
                                        <p:tgtEl>
                                          <p:spTgt spid="178"/>
                                        </p:tgtEl>
                                        <p:attrNameLst>
                                          <p:attrName>style.visibility</p:attrName>
                                        </p:attrNameLst>
                                      </p:cBhvr>
                                      <p:to>
                                        <p:strVal val="visible"/>
                                      </p:to>
                                    </p:set>
                                    <p:animEffect transition="in" filter="slide(fromBottom)">
                                      <p:cBhvr>
                                        <p:cTn id="11" dur="3000"/>
                                        <p:tgtEl>
                                          <p:spTgt spid="178"/>
                                        </p:tgtEl>
                                      </p:cBhvr>
                                    </p:animEffect>
                                  </p:childTnLst>
                                </p:cTn>
                              </p:par>
                              <p:par>
                                <p:cTn id="12" presetID="19" presetClass="entr" presetSubtype="10" fill="hold" grpId="0" nodeType="withEffect">
                                  <p:stCondLst>
                                    <p:cond delay="4000"/>
                                  </p:stCondLst>
                                  <p:childTnLst>
                                    <p:set>
                                      <p:cBhvr>
                                        <p:cTn id="13" dur="1" fill="hold">
                                          <p:stCondLst>
                                            <p:cond delay="0"/>
                                          </p:stCondLst>
                                        </p:cTn>
                                        <p:tgtEl>
                                          <p:spTgt spid="179"/>
                                        </p:tgtEl>
                                        <p:attrNameLst>
                                          <p:attrName>style.visibility</p:attrName>
                                        </p:attrNameLst>
                                      </p:cBhvr>
                                      <p:to>
                                        <p:strVal val="visible"/>
                                      </p:to>
                                    </p:set>
                                    <p:anim calcmode="lin" valueType="num">
                                      <p:cBhvr>
                                        <p:cTn id="14" dur="5000" fill="hold"/>
                                        <p:tgtEl>
                                          <p:spTgt spid="179"/>
                                        </p:tgtEl>
                                        <p:attrNameLst>
                                          <p:attrName>ppt_w</p:attrName>
                                        </p:attrNameLst>
                                      </p:cBhvr>
                                      <p:tavLst>
                                        <p:tav tm="0" fmla="#ppt_w*sin(2.5*pi*$)">
                                          <p:val>
                                            <p:fltVal val="0"/>
                                          </p:val>
                                        </p:tav>
                                        <p:tav tm="100000">
                                          <p:val>
                                            <p:fltVal val="1"/>
                                          </p:val>
                                        </p:tav>
                                      </p:tavLst>
                                    </p:anim>
                                    <p:anim calcmode="lin" valueType="num">
                                      <p:cBhvr>
                                        <p:cTn id="15" dur="5000" fill="hold"/>
                                        <p:tgtEl>
                                          <p:spTgt spid="179"/>
                                        </p:tgtEl>
                                        <p:attrNameLst>
                                          <p:attrName>ppt_h</p:attrName>
                                        </p:attrNameLst>
                                      </p:cBhvr>
                                      <p:tavLst>
                                        <p:tav tm="0">
                                          <p:val>
                                            <p:strVal val="#ppt_h"/>
                                          </p:val>
                                        </p:tav>
                                        <p:tav tm="100000">
                                          <p:val>
                                            <p:strVal val="#ppt_h"/>
                                          </p:val>
                                        </p:tav>
                                      </p:tavLst>
                                    </p:anim>
                                  </p:childTnLst>
                                </p:cTn>
                              </p:par>
                            </p:childTnLst>
                          </p:cTn>
                        </p:par>
                        <p:par>
                          <p:cTn id="16" fill="hold">
                            <p:stCondLst>
                              <p:cond delay="12000"/>
                            </p:stCondLst>
                            <p:childTnLst>
                              <p:par>
                                <p:cTn id="17" presetID="12" presetClass="entr" presetSubtype="2" fill="hold" grpId="0" nodeType="afterEffect">
                                  <p:stCondLst>
                                    <p:cond delay="0"/>
                                  </p:stCondLst>
                                  <p:childTnLst>
                                    <p:set>
                                      <p:cBhvr>
                                        <p:cTn id="18" dur="1" fill="hold">
                                          <p:stCondLst>
                                            <p:cond delay="0"/>
                                          </p:stCondLst>
                                        </p:cTn>
                                        <p:tgtEl>
                                          <p:spTgt spid="180"/>
                                        </p:tgtEl>
                                        <p:attrNameLst>
                                          <p:attrName>style.visibility</p:attrName>
                                        </p:attrNameLst>
                                      </p:cBhvr>
                                      <p:to>
                                        <p:strVal val="visible"/>
                                      </p:to>
                                    </p:set>
                                    <p:animEffect transition="in" filter="slide(fromRight)">
                                      <p:cBhvr>
                                        <p:cTn id="19" dur="3000"/>
                                        <p:tgtEl>
                                          <p:spTgt spid="180"/>
                                        </p:tgtEl>
                                      </p:cBhvr>
                                    </p:animEffect>
                                  </p:childTnLst>
                                </p:cTn>
                              </p:par>
                            </p:childTnLst>
                          </p:cTn>
                        </p:par>
                        <p:par>
                          <p:cTn id="20" fill="hold">
                            <p:stCondLst>
                              <p:cond delay="15000"/>
                            </p:stCondLst>
                            <p:childTnLst>
                              <p:par>
                                <p:cTn id="21" presetID="22" presetClass="entr" presetSubtype="8" fill="hold" grpId="0" nodeType="afterEffect">
                                  <p:stCondLst>
                                    <p:cond delay="0"/>
                                  </p:stCondLst>
                                  <p:childTnLst>
                                    <p:set>
                                      <p:cBhvr>
                                        <p:cTn id="22" dur="1" fill="hold">
                                          <p:stCondLst>
                                            <p:cond delay="0"/>
                                          </p:stCondLst>
                                        </p:cTn>
                                        <p:tgtEl>
                                          <p:spTgt spid="191"/>
                                        </p:tgtEl>
                                        <p:attrNameLst>
                                          <p:attrName>style.visibility</p:attrName>
                                        </p:attrNameLst>
                                      </p:cBhvr>
                                      <p:to>
                                        <p:strVal val="visible"/>
                                      </p:to>
                                    </p:set>
                                    <p:animEffect transition="in" filter="wipe(left)">
                                      <p:cBhvr>
                                        <p:cTn id="23" dur="5000"/>
                                        <p:tgtEl>
                                          <p:spTgt spid="191"/>
                                        </p:tgtEl>
                                      </p:cBhvr>
                                    </p:animEffect>
                                  </p:childTnLst>
                                  <p:subTnLst>
                                    <p:audio>
                                      <p:cMediaNode>
                                        <p:cTn display="0" masterRel="sameClick">
                                          <p:stCondLst>
                                            <p:cond evt="begin" delay="0">
                                              <p:tn val="21"/>
                                            </p:cond>
                                          </p:stCondLst>
                                          <p:endCondLst>
                                            <p:cond evt="onStopAudio" delay="0">
                                              <p:tgtEl>
                                                <p:sldTgt/>
                                              </p:tgtEl>
                                            </p:cond>
                                          </p:endCondLst>
                                        </p:cTn>
                                        <p:tgtEl>
                                          <p:sndTgt r:embed="rId3" name="CHIMES.WAV"/>
                                        </p:tgtEl>
                                      </p:cMediaNode>
                                    </p:audio>
                                  </p:subTnLst>
                                </p:cTn>
                              </p:par>
                              <p:par>
                                <p:cTn id="24" presetID="20" presetClass="entr" presetSubtype="0" fill="hold" grpId="0" nodeType="withEffect">
                                  <p:stCondLst>
                                    <p:cond delay="0"/>
                                  </p:stCondLst>
                                  <p:childTnLst>
                                    <p:set>
                                      <p:cBhvr>
                                        <p:cTn id="25" dur="1" fill="hold">
                                          <p:stCondLst>
                                            <p:cond delay="0"/>
                                          </p:stCondLst>
                                        </p:cTn>
                                        <p:tgtEl>
                                          <p:spTgt spid="192"/>
                                        </p:tgtEl>
                                        <p:attrNameLst>
                                          <p:attrName>style.visibility</p:attrName>
                                        </p:attrNameLst>
                                      </p:cBhvr>
                                      <p:to>
                                        <p:strVal val="visible"/>
                                      </p:to>
                                    </p:set>
                                    <p:animEffect transition="in" filter="wedge">
                                      <p:cBhvr>
                                        <p:cTn id="26" dur="3000"/>
                                        <p:tgtEl>
                                          <p:spTgt spid="192"/>
                                        </p:tgtEl>
                                      </p:cBhvr>
                                    </p:animEffect>
                                  </p:childTnLst>
                                  <p:subTnLst>
                                    <p:audio>
                                      <p:cMediaNode>
                                        <p:cTn display="0" masterRel="sameClick">
                                          <p:stCondLst>
                                            <p:cond evt="begin" delay="0">
                                              <p:tn val="24"/>
                                            </p:cond>
                                          </p:stCondLst>
                                          <p:endCondLst>
                                            <p:cond evt="onStopAudio" delay="0">
                                              <p:tgtEl>
                                                <p:sldTgt/>
                                              </p:tgtEl>
                                            </p:cond>
                                          </p:endCondLst>
                                        </p:cTn>
                                        <p:tgtEl>
                                          <p:sndTgt r:embed="rId3" name="CHIMES.WAV"/>
                                        </p:tgtEl>
                                      </p:cMediaNode>
                                    </p:audio>
                                  </p:subTnLst>
                                </p:cTn>
                              </p:par>
                              <p:par>
                                <p:cTn id="27" presetID="19" presetClass="entr" presetSubtype="10" fill="hold" grpId="0" nodeType="withEffect">
                                  <p:stCondLst>
                                    <p:cond delay="4000"/>
                                  </p:stCondLst>
                                  <p:childTnLst>
                                    <p:set>
                                      <p:cBhvr>
                                        <p:cTn id="28" dur="1" fill="hold">
                                          <p:stCondLst>
                                            <p:cond delay="0"/>
                                          </p:stCondLst>
                                        </p:cTn>
                                        <p:tgtEl>
                                          <p:spTgt spid="194"/>
                                        </p:tgtEl>
                                        <p:attrNameLst>
                                          <p:attrName>style.visibility</p:attrName>
                                        </p:attrNameLst>
                                      </p:cBhvr>
                                      <p:to>
                                        <p:strVal val="visible"/>
                                      </p:to>
                                    </p:set>
                                    <p:anim calcmode="lin" valueType="num">
                                      <p:cBhvr>
                                        <p:cTn id="29" dur="5000" fill="hold"/>
                                        <p:tgtEl>
                                          <p:spTgt spid="194"/>
                                        </p:tgtEl>
                                        <p:attrNameLst>
                                          <p:attrName>ppt_w</p:attrName>
                                        </p:attrNameLst>
                                      </p:cBhvr>
                                      <p:tavLst>
                                        <p:tav tm="0" fmla="#ppt_w*sin(2.5*pi*$)">
                                          <p:val>
                                            <p:fltVal val="0"/>
                                          </p:val>
                                        </p:tav>
                                        <p:tav tm="100000">
                                          <p:val>
                                            <p:fltVal val="1"/>
                                          </p:val>
                                        </p:tav>
                                      </p:tavLst>
                                    </p:anim>
                                    <p:anim calcmode="lin" valueType="num">
                                      <p:cBhvr>
                                        <p:cTn id="30" dur="5000" fill="hold"/>
                                        <p:tgtEl>
                                          <p:spTgt spid="194"/>
                                        </p:tgtEl>
                                        <p:attrNameLst>
                                          <p:attrName>ppt_h</p:attrName>
                                        </p:attrNameLst>
                                      </p:cBhvr>
                                      <p:tavLst>
                                        <p:tav tm="0">
                                          <p:val>
                                            <p:strVal val="#ppt_h"/>
                                          </p:val>
                                        </p:tav>
                                        <p:tav tm="100000">
                                          <p:val>
                                            <p:strVal val="#ppt_h"/>
                                          </p:val>
                                        </p:tav>
                                      </p:tavLst>
                                    </p:anim>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5" grpId="0"/>
      <p:bldP spid="178" grpId="0" animBg="1"/>
      <p:bldP spid="179" grpId="0"/>
      <p:bldP spid="180" grpId="0" animBg="1"/>
      <p:bldP spid="191" grpId="0" animBg="1"/>
      <p:bldP spid="192" grpId="0" autoUpdateAnimBg="0"/>
      <p:bldP spid="194"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164442" y="91693"/>
            <a:ext cx="5546711" cy="615553"/>
          </a:xfrm>
          <a:prstGeom prst="rect">
            <a:avLst/>
          </a:prstGeom>
        </p:spPr>
        <p:txBody>
          <a:bodyPr wrap="none">
            <a:spAutoFit/>
          </a:bodyPr>
          <a:lstStyle/>
          <a:p>
            <a:pPr>
              <a:defRPr/>
            </a:pPr>
            <a:r>
              <a:rPr kumimoji="1" lang="zh-CN" altLang="en-US" sz="3400" i="0" dirty="0">
                <a:solidFill>
                  <a:srgbClr val="FFFFFF"/>
                </a:solidFill>
                <a:latin typeface="微软雅黑" panose="020B0503020204020204" pitchFamily="34" charset="-122"/>
                <a:ea typeface="微软雅黑" panose="020B0503020204020204" pitchFamily="34" charset="-122"/>
              </a:rPr>
              <a:t>第二章</a:t>
            </a:r>
            <a:r>
              <a:rPr kumimoji="1" lang="en-US" altLang="zh-CN" sz="3400" i="0" dirty="0">
                <a:solidFill>
                  <a:srgbClr val="FFFFFF"/>
                </a:solidFill>
                <a:latin typeface="微软雅黑" panose="020B0503020204020204" pitchFamily="34" charset="-122"/>
                <a:ea typeface="微软雅黑" panose="020B0503020204020204" pitchFamily="34" charset="-122"/>
              </a:rPr>
              <a:t> </a:t>
            </a:r>
            <a:r>
              <a:rPr kumimoji="1" lang="zh-CN" altLang="en-US" sz="3400" i="0" dirty="0">
                <a:solidFill>
                  <a:srgbClr val="FFFFFF"/>
                </a:solidFill>
                <a:latin typeface="微软雅黑" panose="020B0503020204020204" pitchFamily="34" charset="-122"/>
                <a:ea typeface="微软雅黑" panose="020B0503020204020204" pitchFamily="34" charset="-122"/>
              </a:rPr>
              <a:t>平面问题的受力分析</a:t>
            </a:r>
          </a:p>
        </p:txBody>
      </p:sp>
      <p:sp>
        <p:nvSpPr>
          <p:cNvPr id="25" name="Rectangle 5"/>
          <p:cNvSpPr>
            <a:spLocks noChangeArrowheads="1"/>
          </p:cNvSpPr>
          <p:nvPr/>
        </p:nvSpPr>
        <p:spPr bwMode="auto">
          <a:xfrm>
            <a:off x="263352" y="1022350"/>
            <a:ext cx="7920880" cy="939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just">
              <a:spcBef>
                <a:spcPct val="20000"/>
              </a:spcBef>
              <a:buClr>
                <a:schemeClr val="accent1"/>
              </a:buClr>
              <a:buSzPct val="75000"/>
              <a:buFont typeface="Monotype Sorts" pitchFamily="2" charset="2"/>
              <a:buChar char="•"/>
              <a:defRPr kumimoji="1" sz="2400">
                <a:solidFill>
                  <a:schemeClr val="tx1"/>
                </a:solidFill>
                <a:latin typeface="Impact" panose="020B0806030902050204" pitchFamily="34" charset="0"/>
                <a:ea typeface="宋体" panose="02010600030101010101" pitchFamily="2" charset="-122"/>
              </a:defRPr>
            </a:lvl1pPr>
            <a:lvl2pPr marL="742950" indent="-285750">
              <a:spcBef>
                <a:spcPct val="20000"/>
              </a:spcBef>
              <a:buClr>
                <a:schemeClr val="accent2"/>
              </a:buClr>
              <a:buChar char="•"/>
              <a:defRPr kumimoji="1" sz="2000">
                <a:solidFill>
                  <a:schemeClr val="tx1"/>
                </a:solidFill>
                <a:latin typeface="Impact" panose="020B0806030902050204" pitchFamily="34" charset="0"/>
                <a:ea typeface="宋体" panose="02010600030101010101" pitchFamily="2" charset="-122"/>
              </a:defRPr>
            </a:lvl2pPr>
            <a:lvl3pPr marL="1143000" indent="-228600">
              <a:spcBef>
                <a:spcPct val="20000"/>
              </a:spcBef>
              <a:buChar char="–"/>
              <a:defRPr kumimoji="1" sz="2400">
                <a:solidFill>
                  <a:schemeClr val="tx1"/>
                </a:solidFill>
                <a:latin typeface="Impact" panose="020B0806030902050204" pitchFamily="34" charset="0"/>
                <a:ea typeface="宋体" panose="02010600030101010101" pitchFamily="2" charset="-122"/>
              </a:defRPr>
            </a:lvl3pPr>
            <a:lvl4pPr marL="1600200" indent="-228600">
              <a:spcBef>
                <a:spcPct val="20000"/>
              </a:spcBef>
              <a:buChar char="–"/>
              <a:defRPr kumimoji="1" sz="2000">
                <a:solidFill>
                  <a:schemeClr val="tx1"/>
                </a:solidFill>
                <a:latin typeface="Impact" panose="020B0806030902050204" pitchFamily="34" charset="0"/>
                <a:ea typeface="宋体" panose="02010600030101010101" pitchFamily="2" charset="-122"/>
              </a:defRPr>
            </a:lvl4pPr>
            <a:lvl5pPr marL="2057400" indent="-228600">
              <a:spcBef>
                <a:spcPct val="20000"/>
              </a:spcBef>
              <a:buChar char="»"/>
              <a:defRPr kumimoji="1" sz="2000">
                <a:solidFill>
                  <a:schemeClr val="tx1"/>
                </a:solidFill>
                <a:latin typeface="Impact" panose="020B0806030902050204" pitchFamily="34"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Impact" panose="020B0806030902050204" pitchFamily="34" charset="0"/>
                <a:ea typeface="宋体" panose="02010600030101010101" pitchFamily="2" charset="-122"/>
              </a:defRPr>
            </a:lvl9pPr>
          </a:lstStyle>
          <a:p>
            <a:pPr algn="l">
              <a:lnSpc>
                <a:spcPct val="120000"/>
              </a:lnSpc>
              <a:spcBef>
                <a:spcPct val="0"/>
              </a:spcBef>
              <a:buClrTx/>
              <a:buSzTx/>
              <a:buNone/>
            </a:pPr>
            <a:r>
              <a:rPr lang="zh-CN" altLang="en-US" i="0" dirty="0">
                <a:solidFill>
                  <a:srgbClr val="FF0000"/>
                </a:solidFill>
                <a:latin typeface="微软雅黑" panose="020B0503020204020204" pitchFamily="34" charset="-122"/>
                <a:ea typeface="微软雅黑" panose="020B0503020204020204" pitchFamily="34" charset="-122"/>
              </a:rPr>
              <a:t>课后作业：</a:t>
            </a:r>
            <a:r>
              <a:rPr lang="en-US" altLang="zh-CN" i="0" dirty="0">
                <a:latin typeface="+mn-lt"/>
                <a:ea typeface="微软雅黑" panose="020B0503020204020204" pitchFamily="34" charset="-122"/>
              </a:rPr>
              <a:t>2-1</a:t>
            </a:r>
            <a:r>
              <a:rPr lang="zh-CN" altLang="en-US" i="0" dirty="0">
                <a:latin typeface="+mn-lt"/>
                <a:ea typeface="微软雅黑" panose="020B0503020204020204" pitchFamily="34" charset="-122"/>
              </a:rPr>
              <a:t>、</a:t>
            </a:r>
            <a:r>
              <a:rPr lang="en-US" altLang="zh-CN" i="0" dirty="0">
                <a:latin typeface="+mn-lt"/>
                <a:ea typeface="微软雅黑" panose="020B0503020204020204" pitchFamily="34" charset="-122"/>
              </a:rPr>
              <a:t>2-3</a:t>
            </a:r>
            <a:r>
              <a:rPr lang="zh-CN" altLang="en-US" i="0" dirty="0">
                <a:latin typeface="+mn-lt"/>
                <a:ea typeface="微软雅黑" panose="020B0503020204020204" pitchFamily="34" charset="-122"/>
              </a:rPr>
              <a:t>（</a:t>
            </a:r>
            <a:r>
              <a:rPr lang="en-US" altLang="zh-CN" i="0" dirty="0">
                <a:latin typeface="+mn-lt"/>
                <a:ea typeface="微软雅黑" panose="020B0503020204020204" pitchFamily="34" charset="-122"/>
              </a:rPr>
              <a:t>b</a:t>
            </a:r>
            <a:r>
              <a:rPr lang="zh-CN" altLang="en-US" i="0" dirty="0">
                <a:latin typeface="+mn-lt"/>
                <a:ea typeface="微软雅黑" panose="020B0503020204020204" pitchFamily="34" charset="-122"/>
              </a:rPr>
              <a:t>）</a:t>
            </a:r>
            <a:r>
              <a:rPr lang="en-US" altLang="zh-CN" i="0" dirty="0">
                <a:latin typeface="+mn-lt"/>
                <a:ea typeface="微软雅黑" panose="020B0503020204020204" pitchFamily="34" charset="-122"/>
              </a:rPr>
              <a:t> </a:t>
            </a:r>
            <a:r>
              <a:rPr lang="zh-CN" altLang="en-US" i="0" dirty="0">
                <a:latin typeface="+mn-lt"/>
                <a:ea typeface="微软雅黑" panose="020B0503020204020204" pitchFamily="34" charset="-122"/>
              </a:rPr>
              <a:t>、 </a:t>
            </a:r>
            <a:r>
              <a:rPr lang="en-US" altLang="zh-CN" i="0" dirty="0">
                <a:latin typeface="+mn-lt"/>
                <a:ea typeface="微软雅黑" panose="020B0503020204020204" pitchFamily="34" charset="-122"/>
              </a:rPr>
              <a:t>2-8</a:t>
            </a:r>
            <a:r>
              <a:rPr lang="zh-CN" altLang="en-US" i="0" dirty="0">
                <a:latin typeface="+mn-lt"/>
                <a:ea typeface="微软雅黑" panose="020B0503020204020204" pitchFamily="34" charset="-122"/>
              </a:rPr>
              <a:t> （</a:t>
            </a:r>
            <a:r>
              <a:rPr lang="en-US" altLang="zh-CN" i="0" dirty="0">
                <a:latin typeface="+mn-lt"/>
                <a:ea typeface="微软雅黑" panose="020B0503020204020204" pitchFamily="34" charset="-122"/>
              </a:rPr>
              <a:t>f</a:t>
            </a:r>
            <a:r>
              <a:rPr lang="zh-CN" altLang="en-US" i="0" dirty="0">
                <a:latin typeface="+mn-lt"/>
                <a:ea typeface="微软雅黑" panose="020B0503020204020204" pitchFamily="34" charset="-122"/>
              </a:rPr>
              <a:t>）</a:t>
            </a:r>
            <a:r>
              <a:rPr lang="zh-CN" altLang="en-US" i="0" dirty="0">
                <a:ea typeface="微软雅黑" panose="020B0503020204020204" pitchFamily="34" charset="-122"/>
              </a:rPr>
              <a:t> （</a:t>
            </a:r>
            <a:r>
              <a:rPr lang="en-US" altLang="zh-CN" i="0" dirty="0">
                <a:latin typeface="+mn-lt"/>
                <a:ea typeface="微软雅黑" panose="020B0503020204020204" pitchFamily="34" charset="-122"/>
              </a:rPr>
              <a:t>h</a:t>
            </a:r>
            <a:r>
              <a:rPr lang="zh-CN" altLang="en-US" i="0" dirty="0">
                <a:ea typeface="微软雅黑" panose="020B0503020204020204" pitchFamily="34" charset="-122"/>
              </a:rPr>
              <a:t>） </a:t>
            </a:r>
            <a:r>
              <a:rPr lang="zh-CN" altLang="en-US" i="0" dirty="0">
                <a:latin typeface="+mn-lt"/>
                <a:ea typeface="微软雅黑" panose="020B0503020204020204" pitchFamily="34" charset="-122"/>
              </a:rPr>
              <a:t>、</a:t>
            </a:r>
            <a:r>
              <a:rPr lang="en-US" altLang="zh-CN" i="0" dirty="0">
                <a:latin typeface="+mn-lt"/>
                <a:ea typeface="微软雅黑" panose="020B0503020204020204" pitchFamily="34" charset="-122"/>
              </a:rPr>
              <a:t>2-10</a:t>
            </a:r>
            <a:r>
              <a:rPr lang="zh-CN" altLang="en-US" i="0" dirty="0">
                <a:latin typeface="+mn-lt"/>
                <a:ea typeface="微软雅黑" panose="020B0503020204020204" pitchFamily="34" charset="-122"/>
              </a:rPr>
              <a:t> 、</a:t>
            </a:r>
            <a:endParaRPr lang="en-US" altLang="zh-CN" i="0">
              <a:latin typeface="+mn-lt"/>
              <a:ea typeface="微软雅黑" panose="020B0503020204020204" pitchFamily="34" charset="-122"/>
            </a:endParaRPr>
          </a:p>
          <a:p>
            <a:pPr algn="l">
              <a:lnSpc>
                <a:spcPct val="120000"/>
              </a:lnSpc>
              <a:spcBef>
                <a:spcPct val="0"/>
              </a:spcBef>
              <a:buClrTx/>
              <a:buSzTx/>
              <a:buNone/>
            </a:pPr>
            <a:r>
              <a:rPr lang="zh-CN" altLang="en-US" i="0">
                <a:latin typeface="+mn-lt"/>
                <a:ea typeface="微软雅黑" panose="020B0503020204020204" pitchFamily="34" charset="-122"/>
              </a:rPr>
              <a:t> </a:t>
            </a:r>
            <a:r>
              <a:rPr lang="en-US" altLang="zh-CN" i="0" dirty="0">
                <a:latin typeface="+mn-lt"/>
                <a:ea typeface="微软雅黑" panose="020B0503020204020204" pitchFamily="34" charset="-122"/>
              </a:rPr>
              <a:t>2-15</a:t>
            </a:r>
            <a:r>
              <a:rPr lang="zh-CN" altLang="en-US" i="0" dirty="0">
                <a:ea typeface="微软雅黑" panose="020B0503020204020204" pitchFamily="34" charset="-122"/>
              </a:rPr>
              <a:t> （</a:t>
            </a:r>
            <a:r>
              <a:rPr lang="en-US" altLang="zh-CN" i="0" dirty="0">
                <a:latin typeface="+mn-lt"/>
                <a:ea typeface="微软雅黑" panose="020B0503020204020204" pitchFamily="34" charset="-122"/>
              </a:rPr>
              <a:t>b</a:t>
            </a:r>
            <a:r>
              <a:rPr lang="zh-CN" altLang="en-US" i="0" dirty="0">
                <a:ea typeface="微软雅黑" panose="020B0503020204020204" pitchFamily="34" charset="-122"/>
              </a:rPr>
              <a:t>）</a:t>
            </a:r>
            <a:r>
              <a:rPr lang="zh-CN" altLang="en-US" i="0" dirty="0">
                <a:latin typeface="+mn-lt"/>
                <a:ea typeface="微软雅黑" panose="020B0503020204020204" pitchFamily="34" charset="-122"/>
              </a:rPr>
              <a:t> 、</a:t>
            </a:r>
            <a:r>
              <a:rPr lang="en-US" altLang="zh-CN" i="0" dirty="0">
                <a:latin typeface="+mn-lt"/>
                <a:ea typeface="微软雅黑" panose="020B0503020204020204" pitchFamily="34" charset="-122"/>
              </a:rPr>
              <a:t>2-18</a:t>
            </a:r>
            <a:r>
              <a:rPr lang="zh-CN" altLang="en-US" i="0" dirty="0">
                <a:latin typeface="+mn-lt"/>
                <a:ea typeface="微软雅黑" panose="020B0503020204020204" pitchFamily="34" charset="-122"/>
              </a:rPr>
              <a:t>、</a:t>
            </a:r>
            <a:r>
              <a:rPr lang="en-US" altLang="zh-CN" i="0" dirty="0">
                <a:latin typeface="+mn-lt"/>
                <a:ea typeface="微软雅黑" panose="020B0503020204020204" pitchFamily="34" charset="-122"/>
              </a:rPr>
              <a:t>2-20</a:t>
            </a:r>
            <a:r>
              <a:rPr lang="zh-CN" altLang="en-US" i="0" dirty="0">
                <a:latin typeface="+mn-lt"/>
                <a:ea typeface="微软雅黑" panose="020B0503020204020204" pitchFamily="34" charset="-122"/>
              </a:rPr>
              <a:t>、</a:t>
            </a:r>
            <a:r>
              <a:rPr lang="en-US" altLang="zh-CN" i="0" dirty="0">
                <a:latin typeface="+mn-lt"/>
                <a:ea typeface="微软雅黑" panose="020B0503020204020204" pitchFamily="34" charset="-122"/>
              </a:rPr>
              <a:t>2-23</a:t>
            </a:r>
            <a:r>
              <a:rPr lang="zh-CN" altLang="en-US" i="0" dirty="0">
                <a:latin typeface="+mn-lt"/>
                <a:ea typeface="微软雅黑" panose="020B0503020204020204" pitchFamily="34" charset="-122"/>
              </a:rPr>
              <a:t>、</a:t>
            </a:r>
            <a:r>
              <a:rPr lang="en-US" altLang="zh-CN" i="0" dirty="0">
                <a:latin typeface="+mn-lt"/>
                <a:ea typeface="微软雅黑" panose="020B0503020204020204" pitchFamily="34" charset="-122"/>
              </a:rPr>
              <a:t>2-26</a:t>
            </a:r>
            <a:endParaRPr lang="zh-CN" altLang="en-US" i="0" dirty="0">
              <a:latin typeface="+mn-lt"/>
              <a:ea typeface="黑体" panose="02010609060101010101" pitchFamily="49" charset="-122"/>
            </a:endParaRPr>
          </a:p>
        </p:txBody>
      </p:sp>
    </p:spTree>
    <p:extLst>
      <p:ext uri="{BB962C8B-B14F-4D97-AF65-F5344CB8AC3E}">
        <p14:creationId xmlns:p14="http://schemas.microsoft.com/office/powerpoint/2010/main" val="354425958"/>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32"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anim calcmode="lin" valueType="num">
                                      <p:cBhvr>
                                        <p:cTn id="7" dur="500" fill="hold"/>
                                        <p:tgtEl>
                                          <p:spTgt spid="25"/>
                                        </p:tgtEl>
                                        <p:attrNameLst>
                                          <p:attrName>ppt_w</p:attrName>
                                        </p:attrNameLst>
                                      </p:cBhvr>
                                      <p:tavLst>
                                        <p:tav tm="0">
                                          <p:val>
                                            <p:strVal val="4*#ppt_w"/>
                                          </p:val>
                                        </p:tav>
                                        <p:tav tm="100000">
                                          <p:val>
                                            <p:strVal val="#ppt_w"/>
                                          </p:val>
                                        </p:tav>
                                      </p:tavLst>
                                    </p:anim>
                                    <p:anim calcmode="lin" valueType="num">
                                      <p:cBhvr>
                                        <p:cTn id="8" dur="500" fill="hold"/>
                                        <p:tgtEl>
                                          <p:spTgt spid="25"/>
                                        </p:tgtEl>
                                        <p:attrNameLst>
                                          <p:attrName>ppt_h</p:attrName>
                                        </p:attrNameLst>
                                      </p:cBhvr>
                                      <p:tavLst>
                                        <p:tav tm="0">
                                          <p:val>
                                            <p:strVal val="4*#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utoUpdateAnimBg="0"/>
    </p:bldLst>
  </p:timing>
</p:sld>
</file>

<file path=ppt/theme/theme1.xml><?xml version="1.0" encoding="utf-8"?>
<a:theme xmlns:a="http://schemas.openxmlformats.org/drawingml/2006/main" name="1_Update 10-8-02">
  <a:themeElements>
    <a:clrScheme name="Update 10-8-02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Update 10-8-02">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285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spAutoFit/>
      </a:bodyPr>
      <a:lstStyle>
        <a:defPPr marL="0" marR="0" indent="0" algn="ctr" defTabSz="914400" rtl="0" eaLnBrk="1" fontAlgn="base" latinLnBrk="0" hangingPunct="1">
          <a:lnSpc>
            <a:spcPct val="100000"/>
          </a:lnSpc>
          <a:spcBef>
            <a:spcPct val="0"/>
          </a:spcBef>
          <a:spcAft>
            <a:spcPct val="0"/>
          </a:spcAft>
          <a:buClrTx/>
          <a:buSzTx/>
          <a:buFontTx/>
          <a:buChar char="•"/>
          <a:tabLst/>
          <a:defRPr kumimoji="0" lang="zh-CN" altLang="en-US" sz="1800" b="0" i="0" u="none" strike="noStrike" cap="none" normalizeH="0" baseline="0" smtClean="0">
            <a:ln>
              <a:noFill/>
            </a:ln>
            <a:solidFill>
              <a:schemeClr val="tx1"/>
            </a:solidFill>
            <a:effectLst/>
            <a:latin typeface="Arial" charset="0"/>
            <a:ea typeface="宋体" pitchFamily="2" charset="-122"/>
          </a:defRPr>
        </a:defPPr>
      </a:lstStyle>
    </a:spDef>
    <a:lnDef>
      <a:spPr bwMode="auto">
        <a:xfrm>
          <a:off x="0" y="0"/>
          <a:ext cx="1" cy="1"/>
        </a:xfrm>
        <a:custGeom>
          <a:avLst/>
          <a:gdLst/>
          <a:ahLst/>
          <a:cxnLst/>
          <a:rect l="0" t="0" r="0" b="0"/>
          <a:pathLst/>
        </a:custGeom>
        <a:solidFill>
          <a:schemeClr val="accent1"/>
        </a:solidFill>
        <a:ln w="285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spAutoFit/>
      </a:bodyPr>
      <a:lstStyle>
        <a:defPPr marL="0" marR="0" indent="0" algn="ctr" defTabSz="914400" rtl="0" eaLnBrk="1" fontAlgn="base" latinLnBrk="0" hangingPunct="1">
          <a:lnSpc>
            <a:spcPct val="100000"/>
          </a:lnSpc>
          <a:spcBef>
            <a:spcPct val="0"/>
          </a:spcBef>
          <a:spcAft>
            <a:spcPct val="0"/>
          </a:spcAft>
          <a:buClrTx/>
          <a:buSzTx/>
          <a:buFontTx/>
          <a:buChar char="•"/>
          <a:tabLst/>
          <a:defRPr kumimoji="0" lang="zh-CN" altLang="en-US" sz="1800" b="0" i="0" u="none" strike="noStrike" cap="none" normalizeH="0" baseline="0" smtClean="0">
            <a:ln>
              <a:noFill/>
            </a:ln>
            <a:solidFill>
              <a:schemeClr val="tx1"/>
            </a:solidFill>
            <a:effectLst/>
            <a:latin typeface="Arial" charset="0"/>
            <a:ea typeface="宋体" pitchFamily="2" charset="-122"/>
          </a:defRPr>
        </a:defPPr>
      </a:lstStyle>
    </a:lnDef>
  </a:objectDefaults>
  <a:extraClrSchemeLst>
    <a:extraClrScheme>
      <a:clrScheme name="Update 10-8-02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Update 10-8-02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Update 10-8-02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Update 10-8-02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Update 10-8-02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Update 10-8-02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Update 10-8-02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1_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6036</TotalTime>
  <Words>4107</Words>
  <Application>Microsoft Office PowerPoint</Application>
  <PresentationFormat>宽屏</PresentationFormat>
  <Paragraphs>590</Paragraphs>
  <Slides>38</Slides>
  <Notes>32</Notes>
  <HiddenSlides>0</HiddenSlides>
  <MMClips>1</MMClips>
  <ScaleCrop>false</ScaleCrop>
  <HeadingPairs>
    <vt:vector size="8" baseType="variant">
      <vt:variant>
        <vt:lpstr>已用的字体</vt:lpstr>
      </vt:variant>
      <vt:variant>
        <vt:i4>13</vt:i4>
      </vt:variant>
      <vt:variant>
        <vt:lpstr>主题</vt:lpstr>
      </vt:variant>
      <vt:variant>
        <vt:i4>3</vt:i4>
      </vt:variant>
      <vt:variant>
        <vt:lpstr>嵌入 OLE 服务器</vt:lpstr>
      </vt:variant>
      <vt:variant>
        <vt:i4>1</vt:i4>
      </vt:variant>
      <vt:variant>
        <vt:lpstr>幻灯片标题</vt:lpstr>
      </vt:variant>
      <vt:variant>
        <vt:i4>38</vt:i4>
      </vt:variant>
    </vt:vector>
  </HeadingPairs>
  <TitlesOfParts>
    <vt:vector size="55" baseType="lpstr">
      <vt:lpstr>Monotype Sorts</vt:lpstr>
      <vt:lpstr>黑体</vt:lpstr>
      <vt:lpstr>华文彩云</vt:lpstr>
      <vt:lpstr>宋体</vt:lpstr>
      <vt:lpstr>微软雅黑</vt:lpstr>
      <vt:lpstr>Arial</vt:lpstr>
      <vt:lpstr>Calibri</vt:lpstr>
      <vt:lpstr>Impact</vt:lpstr>
      <vt:lpstr>Monotype Corsiva</vt:lpstr>
      <vt:lpstr>Symbol</vt:lpstr>
      <vt:lpstr>Times</vt:lpstr>
      <vt:lpstr>Times New Roman</vt:lpstr>
      <vt:lpstr>Wingdings</vt:lpstr>
      <vt:lpstr>1_Update 10-8-02</vt:lpstr>
      <vt:lpstr>自定义设计方案</vt:lpstr>
      <vt:lpstr>1_自定义设计方案</vt:lpstr>
      <vt:lpstr>Equation</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zjut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wsn</dc:creator>
  <cp:lastModifiedBy>化平 吴</cp:lastModifiedBy>
  <cp:revision>434</cp:revision>
  <dcterms:created xsi:type="dcterms:W3CDTF">2006-04-13T12:56:12Z</dcterms:created>
  <dcterms:modified xsi:type="dcterms:W3CDTF">2022-09-14T02:51:10Z</dcterms:modified>
</cp:coreProperties>
</file>