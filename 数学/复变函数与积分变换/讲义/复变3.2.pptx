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2"/>
  </p:notesMasterIdLst>
  <p:handoutMasterIdLst>
    <p:handoutMasterId r:id="rId33"/>
  </p:handoutMasterIdLst>
  <p:sldIdLst>
    <p:sldId id="256" r:id="rId4"/>
    <p:sldId id="282" r:id="rId5"/>
    <p:sldId id="361" r:id="rId6"/>
    <p:sldId id="360" r:id="rId7"/>
    <p:sldId id="307" r:id="rId8"/>
    <p:sldId id="373" r:id="rId9"/>
    <p:sldId id="351" r:id="rId10"/>
    <p:sldId id="430" r:id="rId11"/>
    <p:sldId id="352" r:id="rId12"/>
    <p:sldId id="353" r:id="rId13"/>
    <p:sldId id="376" r:id="rId14"/>
    <p:sldId id="377" r:id="rId15"/>
    <p:sldId id="435" r:id="rId16"/>
    <p:sldId id="378" r:id="rId17"/>
    <p:sldId id="357" r:id="rId18"/>
    <p:sldId id="431" r:id="rId19"/>
    <p:sldId id="408" r:id="rId20"/>
    <p:sldId id="379" r:id="rId21"/>
    <p:sldId id="380" r:id="rId22"/>
    <p:sldId id="381" r:id="rId23"/>
    <p:sldId id="382" r:id="rId24"/>
    <p:sldId id="383" r:id="rId25"/>
    <p:sldId id="432" r:id="rId26"/>
    <p:sldId id="384" r:id="rId27"/>
    <p:sldId id="428" r:id="rId28"/>
    <p:sldId id="433" r:id="rId29"/>
    <p:sldId id="429" r:id="rId30"/>
    <p:sldId id="434" r:id="rId31"/>
  </p:sldIdLst>
  <p:sldSz cx="9144000" cy="6858000" type="screen4x3"/>
  <p:notesSz cx="6858000" cy="9144000"/>
  <p:custDataLst>
    <p:tags r:id="rId3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15" userDrawn="1">
          <p15:clr>
            <a:srgbClr val="A4A3A4"/>
          </p15:clr>
        </p15:guide>
        <p15:guide id="2" pos="21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CC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2" autoAdjust="0"/>
    <p:restoredTop sz="94660"/>
  </p:normalViewPr>
  <p:slideViewPr>
    <p:cSldViewPr showGuides="1">
      <p:cViewPr varScale="1">
        <p:scale>
          <a:sx n="94" d="100"/>
          <a:sy n="94" d="100"/>
        </p:scale>
        <p:origin x="99" y="48"/>
      </p:cViewPr>
      <p:guideLst>
        <p:guide orient="horz" pos="2815"/>
        <p:guide pos="21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7T12:46:45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536.000 5747.000 12895 0,'-2.000'-2.000'1152'0,"1.000"0.000"-928"0,1.000 1.000-224 0,0.000 0.000 0 0,0.000 0.000 320 0,0.000-1.000 32 0,-2.000-3.000 0 0,0.000-1.000 0 0,1.000-2.000 800 0,-1.000-3.000 176 0,0.000 0.000 16 0,2.000-1.000 16 0,2.000 3.000-576 16,-2.000-1.000-112-16,0.000 0.000-32 0,2.000 1.000 0 0,-1.000-1.000-464 0,1.000 3.000-176 0,1.000 0.000 0 0,-1.000-1.000 144 16,2.000 2.000-144-16,-1.000 0.000 0 0,-1.000 0.000 144 0,1.000-2.000-144 31,-1.000 0.000 128-31,1.000 0.000-128 0,2.000-2.000 128 0,-1.000 0.000-128 0,1.000-2.000 288 0,0.000 0.000-16 15,-1.000 0.000 0-15,1.000-1.000 0 0,2.000-1.000-48 0,-2.000 1.000-16 16,0.000-1.000 0-16,0.000 2.000 0 0,0.000 1.000-208 0,1.000 1.000 0 16,-1.000-1.000 0-16,0.000 1.000 0 0,0.000-1.000 192 0,0.000-1.000-64 15,0.000-1.000-128-15,0.000 1.000 192 0,0.000 1.000 192 0,0.000 0.000 48 16,1.000-6.000 0-16,2.000 0.000 0 0,-1.000-2.000-48 0,0.000 0.000-16 16,0.000 1.000 0-16,1.000-1.000 0 0,-1.000 0.000 32 0,2.000-3.000 16 15,-1.000-2.000 0-15,1.000 0.000 0 0,-2.000 0.000-128 0,1.000 3.000-32 16,-3.000 4.000 0-16,3.000-1.000 0 0,-2.000 1.000-256 0,1.000-1.000 0 15,2.000-1.000 0-15,-1.000 1.000 0 0,-1.000 1.000 0 0,2.000-1.000 0 0,-1.000 1.000 0 16,-1.000 2.000 0-16,-1.000 1.000 0 0,2.000 0.000 0 0,-3.000 2.000 0 0,1.000-2.000 0 16,2.000 1.000 0-16,-1.000-2.000 0 0,1.000 0.000 0 0,3.000-2.000 0 15,-3.000-1.000 0-15,3.000 0.000 0 0,0.000 0.000 192 0,1.000-2.000-192 16,0.000-1.000 304-16,1.000-1.000-48 0,1.000-1.000-16 0,2.000-1.000 0 16,-1.000 1.000-240-16,1.000-1.000 0 0,3.000 0.000 128 0,-4.000 3.000-128 15,-1.000 4.000 0-15,0.000 0.000 0 0,2.000-2.000 0 0,0.000 0.000 0 16,2.000-2.000 0-16,-2.000 2.000-128 0,3.000-2.000 128 0,-1.000 1.000 0 15,-1.000 1.000-128-15,1.000 0.000 128 0,-1.000 1.000 0 0,1.000-2.000 0 16,-2.000-1.000 0-16,3.000-1.000 0 0,0.000-1.000 0 0,-1.000 1.000 0 16,-2.000 3.000 0-16,2.000 1.000 0 0,-1.000-1.000 0 0,2.000 0.000 0 0,-1.000-1.000 0 0,3.000 0.000-128 15,3.000-1.000 128-15,-2.000 1.000 0 0,-3.000 2.000 0 0,2.000 0.000 0 16,0.000-2.000-128-16,1.000-1.000 128 0,-2.000 1.000 0 0,-1.000 0.000 0 16,2.000 1.000 0-16,-2.000 0.000 0 0,-2.000 1.000 800 0,1.000 2.000 224 15,-2.000-2.000 32-15,0.000 0.000 16 0,-3.000 2.000-848 0,4.000-1.000-224 16,-1.000-1.000 0-16,-1.000 0.000 0 15,4.000 1.000-720-15,0.000-1.000-240 0,0.000 1.000-32 0,2.000 2.000-16 0,-2.000-1.000 880 0,1.000 1.000 128 16,-5.000 4.000 0-16,0.000-1.000 160 0,3.000 0.000 800 0,-1.000-1.000 144 16,-4.000 3.000 48-16,1.000-2.000 0 0,-1.000 1.000-896 0,1.000 0.000-256 15,-1.000 1.000 0-15,-3.000 1.000 128 0,1.000-1.000-128 0,-1.000 1.000 0 16,-1.000 1.000 0-16,1.000-1.000 0 0,-2.000 1.000 0 0,2.000-1.000 0 0,-1.000 0.000 0 0,1.000 1.000 0 16,1.000-2.000 0-16,-2.000 1.000 0 0,6.000-3.000 0 0,-4.000 0.000 0 31,5.000-1.000-816-31,0.000 0.000-176 0,0.000-2.000-32 0,3.000 1.000-16 0,-3.000-1.000 848 0,-1.000 2.000 192 0,2.000-2.000 0 15,-1.000 1.000 0-15,-3.000 1.000 0 0,1.000 0.000 0 0,1.000 0.000 0 16,-1.000 0.000 0-16,-2.000 3.000 0 0,0.000-2.000 0 0,0.000 0.000 0 0,2.000-3.000 0 16,0.000-1.000 192-16,2.000 0.000 0 0,0.000-2.000 0 0,3.000-1.000 0 15,-4.000-1.000 400-15,4.000 2.000 80 0,-2.000-2.000 16 0,2.000 1.000 0 16,-2.000 0.000-496-16,4.000-2.000-192 0,-1.000-1.000 128 0,4.000-2.000-128 0,2.000-2.000 0 16,1.000 0.000 0-16,-1.000 1.000 0 0,-2.000 3.000 0 0,-2.000 0.000 0 0,1.000 2.000 0 15,-1.000 0.000 0-15,0.000-1.000 0 0,-3.000 2.000 0 0,-2.000 1.000 0 16,0.000 2.000 0-16,-3.000 0.000 0 15,1.000 0.000 0-15,1.000 1.000 0 0,0.000-1.000 0 0,-2.000 1.000 0 0,4.000 0.000 0 0,-1.000-2.000 0 16,1.000 1.000 0-16,-2.000 0.000 0 0,3.000-1.000 0 0,0.000-1.000 0 16,-1.000 0.000-128-16,3.000 0.000 128 0,0.000-1.000 0 0,-1.000 2.000 0 15,3.000 2.000 0-15,-2.000-1.000 0 0,-1.000 3.000 0 16,1.000-2.000 0-16,-1.000 1.000 0 0,0.000 1.000 0 0,-1.000 0.000 0 0,0.000 1.000 0 16,1.000-1.000 128-16,-1.000 0.000-128 0,2.000-2.000 160 0,1.000 0.000-160 0,-3.000 2.000 192 15,2.000-1.000-192 1,1.000 1.000 128-16,-1.000-1.000-128 0,3.000 1.000 0 0,2.000 0.000 0 0,1.000 0.000 0 0,-3.000 0.000 0 0,2.000 2.000 0 15,-2.000-1.000 0-15,-2.000 2.000 0 0,0.000-1.000 0 0,-1.000 2.000 0 0,-3.000 0.000 0 16,0.000 1.000 0-16,-1.000 1.000 0 0,0.000 1.000 0 0,-2.000 1.000 0 16,1.000 1.000 0-16,0.000 1.000 0 15,-1.000 1.000 0-15,-1.000 1.000 0 0,-1.000 1.000 0 0,1.000 0.000 0 0,-1.000 0.000 0 0,1.000 1.000 0 0,-1.000 1.000 0 16,2.000 0.000 0-16,-1.000 1.000-128 0,0.000 0.000 128 0,-1.000 2.000 0 16,-2.000 0.000 0-16,2.000 0.000 0 15,-2.000-1.000 0-15,-11.000-4.000 0 0,0.000 0.000 0 0,0.000 0.000-128 16,37.000 29.000 128-16,-37.000-29.000 0 0,0.000 0.000 0 0,0.000 0.000 0 0,37.000 31.000 0 15,-37.000-31.000 0-15,0.000 0.000 0 0,0.000 0.000 0 16,46.000 36.000 0-16,-46.000-36.000 0 0,0.000 0.000 0 0,35.000 26.000 0 16,-35.000-26.000 0-16,0.000 0.000 0 0,37.000 29.000 0 0,-37.000-29.000-128 0,0.000 0.000 128 0,35.000 33.000 0 15,-35.000-33.000 0-15,0.000 0.000 0 0,34.000 35.000 0 16,-34.000-35.000 0-16,0.000 0.000 0 0,38.000 40.000 0 0,-38.000-40.000 0 0,0.000 0.000 0 16,39.000 44.000 0-16,-39.000-44.000 0 0,0.000 0.000 0 15,40.000 53.000 0-15,-40.000-53.000 0 0,0.000 0.000 0 0,34.000 60.000 0 0,-34.000-60.000 0 16,0.000 0.000 0-16,28.000 59.000 0 0,-28.000-59.000 0 0,0.000 0.000 0 0,25.000 52.000 0 0,-25.000-52.000 0 15,0.000 0.000 0-15,26.000 52.000 0 0,-26.000-52.000 0 0,0.000 0.000 0 16,0.000 0.000 0-16,31.000 56.000 0 0,-31.000-56.000 0 0,0.000 0.000 0 16,30.000 47.000 0-1,-30.000-47.000 0-15,0.000 0.000 0 0,31.000 48.000-128 0,-31.000-48.000 128 16,0.000 0.000 0-16,31.000 47.000 0 0,-31.000-47.000 0 0,0.000 0.000-144 0,29.000 48.000 144 16,-29.000-48.000 0-16,0.000 0.000 0 0,26.000 45.000 0 0,-26.000-45.000 0 15,0.000 0.000 0-15,24.000 44.000 0 0,-24.000-44.000 0 0,0.000 0.000 0 0,24.000 45.000 0 16,-24.000-45.000 0-16,0.000 0.000 0 0,19.000 49.000 0 0,-19.000-49.000 0 15,0.000 0.000 0-15,21.000 52.000 0 0,-21.000-52.000 0 0,0.000 0.000 0 16,20.000 52.000 0-16,-20.000-52.000 0 0,0.000 0.000 0 0,22.000 57.000 0 16,-22.000-57.000 0-16,0.000 0.000 0 0,28.000 58.000 0 0,-28.000-58.000-160 15,0.000 0.000 160-15,31.000 52.000 0 0,-31.000-52.000 0 0,0.000 0.000-128 16,30.000 42.000 128-16,-30.000-42.000 0 0,0.000 0.000 0 0,32.000 36.000 0 16,-32.000-36.000-128-16,0.000 0.000 128 0,34.000 31.000 0 0,-34.000-31.000 0 0,0.000 0.000-128 0,33.000 30.000 128 15,-33.000-30.000 0-15,0.000 0.000-128 16,32.000 26.000 128-16,-32.000-26.000 0 0,0.000 0.000 0 0,0.000 0.000 0 15,39.000 28.000 0-15,-39.000-28.000 0 0,0.000 0.000-128 0,0.000 0.000 128 0,35.000 26.000 0 0,-35.000-26.000 0 16,0.000 0.000 0-16,0.000 0.000 0 0,0.000 0.000 0 16,35.000 34.000 0-16,-35.000-34.000-128 0,0.000 0.000 128 0,0.000 0.000 0 15,0.000 0.000 0-15,29.000 40.000 0 0,-29.000-40.000 0 0,0.000 0.000 0 0,0.000 0.000 0 16,0.000 0.000 0-16,32.000 42.000 0 0,-32.000-42.000 0 0,0.000 0.000 0 16,0.000 0.000 0-16,0.000 0.000-128 0,24.000 49.000 128 0,-24.000-49.000 0 15,0.000 0.000 0-15,0.000 0.000 0 0,0.000 0.000 0 0,22.000 49.000 0 0,-22.000-49.000 0 0,0.000 0.000 0 16,0.000 0.000 0-16,0.000 0.000 0 0,21.000 50.000 0 15,-21.000-50.000 0-15,0.000 0.000 0 0,0.000 0.000 0 16,18.000 47.000 0-16,-18.000-47.000 0 0,0.000 0.000 0 0,0.000 0.000 0 16,20.000 50.000 0-16,-20.000-50.000-128 0,0.000 0.000 128 0,0.000 0.000 0 15,18.000 51.000 0-15,-18.000-51.000 0 0,0.000 0.000 0 0,19.000 45.000 0 0,-19.000-45.000 0 0,0.000 0.000 0 16,18.000 59.000-128-16,-18.000-59.000 128 0,0.000 0.000 0 16,19.000 57.000 0-16,-19.000-57.000 0 0,0.000 0.000 0 0,17.000 53.000 0 0,-17.000-53.000 0 0,0.000 0.000 0 15,12.000 51.000 0 1,-12.000-51.000 0-16,0.000 0.000 0 0,12.000 48.000 0 0,-12.000-48.000 0 0,0.000 0.000 0 0,10.000 48.000 0 0,-10.000-48.000 0 15,0.000 0.000 0-15,10.000 55.000 0 0,-10.000-55.000 0 16,0.000 0.000 0-16,8.000 61.000 0 0,-8.000-61.000 0 0,5.000 41.000 0 0,-5.000-41.000 0 16,5.000 46.000 0-16,-5.000-46.000 0 0,7.000 44.000 0 0,-7.000-44.000 0 0,0.000 0.000 0 15,8.000 59.000 0-15,-8.000-59.000 0 0,5.000 42.000 0 0,-5.000-42.000 0 16,0.000 0.000 0-16,5.000 60.000 0 0,-5.000-60.000 0 0,0.000 0.000 0 16,6.000 63.000 0-16,-6.000-63.000 0 0,3.000 45.000 0 15,-3.000-45.000 0-15,5.000 45.000 0 0,-5.000-45.000 0 0,5.000 49.000 0 16,-5.000-49.000 0-16,5.000 48.000 0 0,-5.000-48.000-128 0,0.000 0.000 128 15,6.000 54.000 0-15,-6.000-54.000 0 0,0.000 0.000 0 16,5.000 60.000 0-16,-5.000-60.000 0 0,2.000 41.000 0 0,-2.000-41.000 0 0,0.000 43.000 0 16,0.000-43.000 0-16,0.000 44.000 0 0,0.000-44.000 0 0,-2.000 51.000 0 15,2.000-51.000 0-15,-3.000 58.000 0 0,3.000-58.000 0 0,-6.000 57.000 0 0,6.000-57.000 0 16,-3.000 56.000 128-16,3.000-56.000-128 0,-4.000 55.000 0 0,4.000-55.000 144 0,-5.000 57.000-144 16,5.000-57.000 128-16,-8.000 61.000-128 0,8.000-61.000 128 0,-6.000 63.000-128 15,6.000-63.000 0-15,-8.000 67.000 144 0,5.000-32.000-144 0,3.000-35.000 0 16,-11.000 65.000 144-16,11.000-65.000-144 0,-12.000 58.000 0 0,12.000-58.000 128 0,-14.000 54.000-128 15,14.000-54.000 0-15,-15.000 53.000 0 0,15.000-53.000 0 16,-17.000 62.000 0-16,7.000-30.000 0 0,1.000-2.000 0 0,1.000 0.000 128 0,8.000-30.000-128 16,-16.000 61.000 0-16,16.000-61.000 0 0,-13.000 55.000 0 0,13.000-55.000 0 0,-16.000 50.000 0 15,16.000-50.000 0-15,-16.000 43.000 0 16,16.000-43.000 0-16,-16.000 41.000 0 0,16.000-41.000 0 16,-18.000 40.000 0-16,18.000-40.000 0 0,-17.000 43.000 0 0,17.000-43.000 0 15,-18.000 46.000 208-15,18.000-46.000-64 0,-21.000 48.000-16 0,21.000-48.000 0 0,-22.000 46.000 160 0,22.000-46.000 32 0,-19.000 45.000 0 0,19.000-45.000 0 16,-19.000 39.000-320-1,19.000-39.000 0-15,-19.000 40.000 0 0,19.000-40.000 0 0,-20.000 41.000 128 0,20.000-41.000-128 16,-21.000 38.000 0-16,21.000-38.000 0 0,-20.000 42.000 0 0,7.000-19.000 0 0,2.000 1.000 0 16,-4.000 0.000 0-16,4.000 0.000 128 0,-2.000 2.000-128 15,0.000 0.000 0-15,-4.000 1.000 0 0,3.000 0.000 0 0,-3.000 1.000 0 16,0.000-1.000 0-16,-4.000 0.000 0 0,2.000 0.000 128 0,-2.000 0.000-128 16,0.000-1.000 0-16,0.000-1.000 0 0,1.000 0.000 0 0,-1.000-1.000 0 15,0.000 1.000 0-15,2.000-2.000 0 0,4.000-2.000 144 0,-2.000-1.000-144 16,1.000-1.000 0-16,3.000-2.000 144 0,-3.000 1.000 384 0,3.000 1.000 80 15,-3.000-1.000 16-15,-1.000-1.000 0 0,2.000-1.000-480 0,-2.000 0.000-144 16,-1.000 0.000 0-16,-1.000 2.000 0 0,-3.000 1.000 128 0,-2.000-1.000-128 16,6.000-5.000 0-16,-5.000 3.000 0 0,-4.000 0.000 128 0,0.000 0.000-128 0,0.000 0.000 0 0,0.000 0.000 0 15,3.000-1.000 0-15,0.000 0.000 0 16,3.000-3.000 128-16,2.000 2.000-128 0,-4.000 0.000 0 0,2.000-2.000 0 0,2.000 1.000 128 0,-1.000-2.000-128 16,1.000 0.000 0-16,2.000-1.000 0 0,-2.000-1.000 0 0,0.000 1.000 0 15,2.000-1.000 144-15,-1.000 0.000-144 0,-3.000 1.000 0 0,-1.000 0.000 144 16,-1.000 2.000-144-16,-1.000-1.000 0 0,0.000 1.000 0 0,0.000-3.000 0 15,0.000 0.000 0-15,2.000 1.000 0 0,0.000-1.000 0 0,1.000 0.000 0 16,0.000-2.000 0-16,0.000 1.000 0 0,0.000 1.000 0 0,-1.000-1.000 0 16,-2.000 1.000 0-16,0.000 0.000 0 0,0.000 0.000 0 0,-2.000-1.000 0 0,0.000 1.000 0 15,-3.000-2.000 0-15,1.000-1.000 0 0,-1.000 1.000 0 0,7.000-2.000 0 16,-2.000-1.000 0-16,-2.000 1.000 0 0,1.000-1.000 0 0,2.000 1.000 0 16,1.000 0.000 0-16,-2.000 0.000 128 0,2.000-1.000-128 0,-1.000 1.000 0 15,-1.000 0.000 0-15,-1.000 0.000 0 0,-3.000-1.000 0 0,1.000 0.000 0 0,-2.000 0.000 0 16,-2.000-1.000 128-16,0.000 1.000-128 15,5.000-2.000 0-15,1.000 0.000 0 0,-2.000 0.000 0 0,-1.000-1.000 0 0,3.000 1.000 0 0,-4.000-1.000 128 16,5.000 0.000-128-16,0.000 0.000 0 0,0.000 0.000 0 0,-1.000-1.000 128 0,-3.000 0.000-128 16,1.000-1.000 0-16,0.000-1.000 128 0,-2.000 1.000-128 0,-2.000-2.000 128 0,0.000 1.000-128 15,2.000-1.000 0-15,5.000 1.000 0 0,3.000-1.000 128 0,-4.000 1.000-128 16,-4.000-1.000 0-16,-6.000 0.000 0 0,3.000-1.000 0 16,1.000 1.000 0-16,-1.000-1.000 0 0,0.000 0.000 0 0,0.000 1.000 0 0,2.000-1.000 0 15,-4.000 1.000 0-15,2.000-1.000 0 16,2.000-1.000 0-16,-2.000-1.000 0 0,1.000 1.000 0 0,3.000-1.000 0 15,0.000 1.000 0-15,1.000 0.000 0 0,3.000 0.000 0 0,-3.000 1.000 0 16,6.000-1.000 0-16,-3.000-1.000 128 0,3.000 0.000 16 0,-1.000 1.000 0 0,-2.000-2.000 0 16,-2.000-1.000 0-16,-1.000-2.000-144 0,-3.000 0.000 160 0,3.000 0.000-160 0,1.000 0.000 160 15,1.000 0.000-160-15,-1.000-2.000 0 16,2.000 2.000 0-16,0.000-2.000 0 0,3.000 1.000 0 0,-3.000-1.000 0 0,2.000 1.000 0 0,-2.000-3.000 0 0,0.000 1.000 0 16,0.000-2.000 192-16,2.000 0.000-192 0,-1.000 2.000 192 0,-1.000-2.000-192 15,0.000 3.000 0-15,3.000-3.000 0 0,-3.000 0.000 0 16,3.000 3.000 128-16,2.000-2.000 0 0,-2.000 0.000 0 0,2.000-1.000 0 0,0.000 2.000-128 15,3.000-2.000 0-15,-3.000 0.000 144 0,1.000 0.000-144 0,5.000 3.000 0 0,-3.000 0.000 144 0,1.000-1.000-144 16,0.000-1.000 0 0,-1.000-2.000 128-16,-1.000-1.000-128 0,2.000 3.000 0 0,-1.000-1.000 0 0,3.000 0.000 0 0,-3.000 0.000 0 0,2.000-1.000 0 15,-1.000-1.000 0-15,-1.000 0.000 0 0,1.000 0.000-176 0,0.000 0.000 176 16,-1.000 0.000-208-16,-1.000 1.000 208 16,0.000-1.000 0-16,0.000 2.000 0 0,3.000 2.000-144 0,2.000 2.000 144 15,-2.000-2.000 0-15,1.000 2.000 0 0,-1.000-2.000 0 16,2.000 3.000 0-16,0.000-1.000 0 0,2.000 3.000 0 0,-1.000-3.000 0 15,3.000 2.000 0-15,-2.000-1.000 0 0,2.000-1.000 0 0,0.000 2.000 0 0,2.000-2.000 0 0,-2.000 1.000 0 0,2.000 1.000 0 16,-1.000-2.000 0-16,2.000 2.000 0 0,-1.000-2.000 0 16,1.000 1.000 0-16,-1.000-2.000 0 0,2.000 3.000 0 0,-1.000-1.000 0 0,-2.000-1.000 0 0,2.000 0.000 0 0,0.000-2.000 0 0,0.000 1.000 0 15,-1.000-1.000 0-15,1.000-1.000-128 16,-1.000 2.000 128-16,1.000-1.000 0 0,1.000 2.000 0 0,-3.000-1.000 0 16,4.000 1.000 0-16,-1.000-4.000 0 15,1.000 2.000 0-15,-2.000 1.000 0 0,3.000 1.000 0 0,-2.000-1.000 0 16,1.000 0.000 0-16,0.000-1.000 0 0,1.000 3.000 0 0,-1.000 1.000 0 15,-1.000-2.000 0-15,1.000 0.000 0 0,1.000 0.000 0 0,-2.000-1.000 0 16,-1.000-2.000 0-16,2.000 0.000 0 0,1.000-1.000 0 0,-1.000-1.000 0 16,0.000 2.000 0-16,-1.000-2.000 0 0,2.000 1.000 0 0,-1.000 2.000 0 0,-1.000 0.000 0 15,3.000 1.000-128-15,-1.000 0.000 128 0,0.000 1.000 0 0,-1.000-1.000 0 16,1.000 0.000 0-16,2.000 1.000 0 0,-3.000 0.000 0 0,3.000-2.000 0 16,-4.000 2.000 0-16,2.000 0.000 0 0,1.000 0.000 0 0,-1.000 1.000 0 0,2.000 0.000 0 15,-2.000 2.000 0-15,1.000-2.000 0 0,-1.000 0.000 0 0,0.000 0.000 0 16,2.000 1.000 0-16,-3.000 1.000 0 0,3.000-2.000 0 0,-2.000 0.000 0 15,1.000 2.000 0-15,-1.000-1.000 0 0,-2.000 0.000 0 0,2.000-1.000 0 16,-1.000-1.000 0-16,1.000 1.000 0 0,1.000-1.000 0 0,-1.000 2.000 0 16,0.000-1.000 0-16,-1.000 1.000 0 0,3.000-1.000 0 0,-2.000 0.000 0 0,1.000 0.000 0 15,-1.000-2.000 0-15,2.000 2.000 0 0,-2.000-2.000 0 0,0.000 3.000 0 0,2.000-1.000 0 16,0.000-1.000 0-16,-2.000 2.000 0 0,2.000-2.000 0 16,0.000 1.000 0-16,-1.000-1.000 0 0,-1.000 1.000 0 0,2.000-1.000 0 15,0.000-1.000 0-15,-2.000 2.000 0 0,2.000-2.000 0 16,0.000 1.000 0-16,-1.000-2.000 0 0,-1.000 1.000 0 0,0.000-1.000 0 15,2.000 3.000 0-15,0.000 0.000 0 0,-1.000 0.000 0 0,-1.000-1.000 0 0,2.000 3.000 0 0,0.000 0.000 0 16,0.000-1.000 0-16,-2.000 1.000 0 0,2.000-1.000 0 0,0.000-1.000 0 16,-1.000 1.000 0-16,1.000 1.000 0 0,0.000 0.000 0 0,-2.000 1.000 0 15,2.000 1.000 0-15,0.000-2.000 0 0,0.000 0.000 0 0,-2.000 1.000 0 16,2.000-1.000 0-16,-2.000 2.000 0 0,2.000-1.000 0 0,0.000 1.000 0 0,0.000-2.000 0 16,-2.000 0.000 0-16,2.000 1.000 0 0,0.000-2.000 0 15,0.000 0.000 0-15,0.000 1.000 0 0,-1.000-1.000 0 0,1.000 1.000 0 16,0.000 0.000 0-16,-2.000-1.000 0 0,2.000 2.000 0 0,0.000-1.000 0 0,0.000 1.000 0 0,-2.000 1.000 0 15,2.000-1.000 0-15,0.000-1.000 0 0,0.000 1.000 0 0,-1.000 0.000 0 16,-1.000-2.000 0-16,2.000 1.000 0 0,0.000 0.000 0 16,-2.000-1.000 0-16,2.000 1.000 0 0,0.000-1.000 0 0,0.000-2.000 0 15,0.000 2.000 0-15,0.000 0.000 0 0,0.000 1.000 0 0,-1.000-1.000 0 16,1.000-1.000 0-16,0.000 3.000 0 0,0.000 0.000 0 16,0.000-1.000 0-16,0.000 2.000 0 0,-2.000-1.000 0 0,2.000 2.000 0 0,0.000-2.000 0 0,0.000 1.000 0 0,2.000-1.000 0 15,-2.000 1.000 0-15,0.000-1.000 0 0,1.000 0.000 0 16,-1.000-1.000 0-16,0.000 0.000 0 0,0.000 2.000 0 0,2.000-1.000 0 0,-2.000-1.000 0 15,0.000 1.000 0-15,2.000 0.000 0 0,-1.000-1.000 0 16,-1.000 0.000 0-16,2.000 1.000 0 0,0.000 0.000 0 0,-1.000-1.000 0 0,-1.000 0.000 0 0,2.000-1.000 0 16,2.000-2.000 0-16,-2.000 0.000 0 15,-1.000 1.000 0-15,1.000 0.000 0 0,1.000-3.000 0 0,1.000 1.000-128 0,-1.000-1.000 128 0,-1.000 1.000 0 16,1.000-1.000 0-16,-1.000 2.000 0 16,0.000-2.000 0-16,1.000 3.000 0 0,-3.000-1.000 0 0,2.000 4.000 0 15,-2.000 2.000 0-15,0.000 1.000 0 0,0.000 2.000 0 0,0.000 0.000 0 0,0.000 2.000 0 16,0.000 0.000 0-16,0.000 0.000 0 0,0.000 1.000-12352 0,-2.000-1.000-2368 15</inkml:trace>
  <inkml:trace contextRef="#ctx0" brushRef="#br0">182.000 4341.000 23951 0,'0.000'-2.000'2128'0,"2.000"1.000"-1696"0,-2.000 0.000-432 0,0.000 1.000 0 0,1.000 0.000 0 0,-1.000-1.000 0 0,0.000 0.000 0 0,0.000 0.000 0 0,0.000 0.000 672 0,2.000-1.000 256 16,-2.000 1.000 48-16,0.000 0.000 16 0,0.000 1.000 320 0,1.000 0.000 64 16,-1.000 0.000 16-16,0.000 1.000 0 0,0.000 1.000-624 0,0.000 2.000-128 15,2.000 4.000-32-15,-2.000-1.000 0 0,0.000-7.000-608 0,0.000 0.000 0 0,3.000 40.000 0 0,-3.000-40.000-192 16,0.000 33.000 192-16,0.000-33.000 0 0,0.000 0.000 0 0,-1.000 45.000 0 16,1.000-45.000 0-16,-4.000 30.000 128 0,4.000-30.000-128 15,-3.000 30.000 128-15,3.000-30.000-128 0,-1.000 34.000 0 0,1.000-34.000 0 0,0.000 0.000 0 16,-2.000 44.000 0-16,2.000-44.000 0 0,0.000 0.000 0 0,-2.000 38.000 0 15,2.000-38.000 0-15,0.000 0.000 0 0,0.000 0.000 0 0,2.000 38.000 0 16,-2.000-32.000 0-16,0.000-2.000 0 0,0.000-1.000 0 0,0.000-1.000 0 16,0.000-1.000 0-16,0.000-1.000 0 0,0.000 1.000 0 0,2.000-1.000-128 15,-2.000-1.000 128-15,0.000 1.000 0 0,0.000-1.000 0 0,0.000-1.000 0 16,0.000 1.000-1600 0,1.000-2.000-224-16,-1.000-2.000-48 0,3.000-3.000-11440 0</inkml:trace>
  <inkml:trace contextRef="#ctx0" brushRef="#br0">180.000 4415.000 9215 0,'0.000'-4.000'816'0,"-1.000"1.000"-656"16,1.000 1.000-160-16,0.000 1.000 0 0,0.000 1.000 1008 0,-2.000-1.000 160 15,2.000-2.000 48-15,0.000-1.000 0 0,-3.000 0.000 1600 0,3.000-2.000 320 16,-1.000 1.000 64-16,-1.000 1.000 0 0,2.000 1.000-1280 0,0.000 0.000-256 16,0.000 1.000-48-16,2.000 0.000-16 0,-2.000 1.000-1248 0,1.000-1.000-352 15,2.000 2.000 128-15,-1.000-1.000-128 0,-1.000 0.000 0 0,3.000 0.000-192 16,0.000 1.000 48-16,1.000-1.000 0 0,0.000 0.000 0 0,1.000 0.000 0 15,2.000-1.000 0-15,-1.000 0.000 0 0,4.000 0.000 144 0,0.000 0.000 0 16,0.000 1.000 0-16,1.000-1.000 0 0,-1.000 0.000 512 0,-2.000 0.000 48 0,0.000-1.000 0 16,0.000 2.000 0-16,2.000 0.000-176 0,0.000 0.000-16 0,-1.000 0.000-16 0,1.000 0.000 0 15,0.000 2.000-352-15,-1.000-1.000 0 16,-1.000 1.000 0-16,1.000 0.000 0 0,0.000 1.000-144 0,-1.000 0.000 144 0,-2.000 0.000-160 16,1.000 1.000 160-16,-2.000 0.000-144 0,1.000 0.000 144 15,-2.000-1.000-128-15,-1.000 0.000 128 0,1.000 1.000 0 0,-2.000-1.000-128 0,0.000 0.000 128 16,-1.000 1.000 0-16,0.000-1.000 176 0,-1.000 0.000 112 0,1.000 0.000 32 0,-2.000 2.000 0 15,3.000 1.000 0-15,-3.000 1.000 0 0,3.000 3.000 0 0,-3.000 0.000 0 16,0.000 1.000-16-16,-3.000-1.000 0 0,2.000 1.000 0 0,-3.000 2.000 0 0,1.000 1.000 32 16,-4.000 3.000 16-16,1.000 3.000 0 0,-3.000 0.000 0 0,0.000 1.000-80 0,-3.000 0.000-16 15,2.000 2.000 0-15,-4.000 1.000 0 0,2.000-1.000-64 16,-2.000-1.000-32-16,1.000 1.000 0 0,-3.000 0.000 0 0,2.000-2.000 48 16,-2.000-3.000 16-16,3.000-1.000 0 0,-1.000-3.000 0 15,-1.000 0.000-32-15,1.000-2.000-16 0,1.000-1.000 0 0,-1.000-2.000 0 0,4.000 1.000-176 0,-1.000-3.000 0 16,1.000-1.000 0-16,2.000-2.000 0 15,1.000 0.000 0-15,0.000 0.000 128 0,4.000-2.000-128 0,0.000-1.000 0 16,-1.000 1.000 0-16,4.000-1.000 128 0,-1.000-1.000-128 0,-1.000 1.000 0 0,2.000-1.000 0 0,0.000 1.000 0 0,0.000-2.000 0 0,0.000 2.000 0 16,2.000 0.000 0-1,-1.000-1.000-192-15</inkml:trace>
  <inkml:trace contextRef="#ctx0" brushRef="#br1">3311.000 6376.000 9215 0,'1.000'0.000'816'0,"-1.000"-1.000"-656"0,0.000 1.000-160 0,0.000 0.000 0 0,0.000 0.000 320 0,2.000-1.000 48 16,-4.000 1.000 0-16,4.000 0.000 0 0,-2.000-1.000 976 0,2.000 0.000 208 0,-2.000 1.000 48 0,1.000 0.000 0 0,-1.000-1.000-576 0,0.000 1.000-96 15,2.000 0.000-32-15,-2.000 0.000 0 0,0.000 0.000-16 0,0.000 0.000-16 0,0.000 1.000 0 0,0.000-1.000 0 16,0.000 0.000-96-16,-2.000 0.000-32 0,2.000 0.000 0 0,0.000 0.000 0 16,0.000 0.000-352-16,0.000 0.000-80 0,0.000 0.000-16 0,0.000 0.000 0 0,0.000-1.000-96 0,0.000 2.000 0 15,-1.000-1.000-16-15,1.000 1.000 0 0,-2.000-1.000 464 0,2.000 0.000 80 16,0.000-1.000 32-16,0.000 1.000 0 16,-2.000 0.000-176-16,2.000 0.000-16 0,-1.000 0.000-16 0,1.000-1.000 0 0,0.000 1.000-96 0,0.000-1.000-32 15,0.000 0.000 0-15,0.000 0.000 0 16,0.000 1.000-16-16,0.000-1.000 0 0,0.000 1.000 0 0,0.000-1.000 0 15,1.000 0.000-240-15,-1.000 1.000-160 0,0.000-1.000 192 0,2.000 1.000-192 16,-2.000 0.000-320-16,0.000 0.000-192 0,0.000 0.000-16 0,0.000 0.000-16 0,2.000 1.000 256 16,-2.000-1.000 48-16,0.000 1.000 16 0,0.000-1.000 0 15,0.000 0.000 832-15,1.000 1.000 160 0,-1.000-1.000 48 0,0.000 0.000 0 0,0.000 1.000-2096 16,0.000 0.000-400-16,0.000 0.000-96 0,0.000-1.000-16 0,0.000 1.000 1296 0,-1.000 0.000 256 16,1.000 0.000 48-16,0.000-1.000 16 0,-2.000 0.000 176 0,2.000 1.000 0 0,0.000-1.000 0 0,0.000 0.000 128 15,0.000 0.000 192-15,0.000-1.000 64 0,0.000 1.000 0 16,-2.000-1.000 0-16,2.000 1.000 848 0,0.000 0.000 176 0,-1.000 0.000 48 0,1.000 0.000 0 31,0.000-1.000-1792-31,0.000 1.000-368 0,0.000-1.000-64 0,0.000 1.000 0 0,-2.000-1.000 480 0,2.000 1.000 96 0,0.000-1.000 32 0,0.000 1.000 0 31,2.000 0.000-1408-31,-2.000 0.000-288 0</inkml:trace>
  <inkml:trace contextRef="#ctx0" brushRef="#br1">3519.000 6050.000 13823 0,'-1.000'-3.000'1216'0,"-1.000"2.000"-960"0,2.000 0.000-256 0,0.000 1.000 0 0,0.000-1.000 1696 0,0.000 1.000 288 0,0.000 0.000 64 0,0.000 0.000 16 0,0.000 0.000-16 0,0.000 0.000-16 0,0.000 0.000 0 0,0.000-1.000 0 0,2.000 2.000-960 0,-2.000-1.000-192 15,1.000 0.000-48-15,-1.000 1.000 0 0,0.000-2.000-832 0,2.000 2.000-320 16,0.000-1.000 16-16,3.000 1.000 0 0,0.000-1.000-16 0,0.000 0.000 0 16,2.000 0.000 0-16,2.000 0.000 0 0,-1.000-1.000 320 0,3.000 0.000-128 15,-1.000 0.000 128-15,-2.000 0.000 0 0,5.000 0.000-144 0,-3.000-1.000 144 16,0.000 0.000 0-16,0.000 0.000-144 0,-1.000 1.000 144 0,1.000 0.000-128 16,0.000-1.000 128-16,-1.000 0.000-128 0,-2.000 1.000 128 0,1.000-1.000 0 15,0.000-1.000 0-15,-2.000 2.000-128 0,-1.000 0.000 128 0,0.000-1.000-128 0,1.000 0.000 128 16,-3.000 0.000-128-16,2.000 0.000 128 0,-3.000 1.000 0 0,-2.000 0.000-144 0,2.000 0.000 144 15,-1.000 0.000 0-15,-1.000 0.000-144 0,0.000 1.000 144 0,0.000 1.000 0 16,0.000 0.000 0-16,0.000 0.000 0 0,-1.000 0.000 0 0,1.000 0.000 0 16,-2.000 1.000-160-16,0.000 2.000-32 0,2.000-4.000 0 0,0.000 0.000 0 15,-5.000 19.000 48-15,2.000-12.000 0 0,-3.000 3.000 0 0,6.000-10.000 0 0,-8.000 21.000 336 0,1.000-10.000 64 16,2.000 1.000 0-16,-4.000 0.000 16 16,4.000-3.000 48-16,-3.000 2.000 16 0,-1.000 0.000 0 0,1.000 1.000 0 0,-1.000 0.000-144 0,-3.000 0.000-16 15,2.000 0.000-16-15,-2.000 1.000 0 16,0.000-2.000 48-16,0.000 0.000 16 0,0.000-1.000 0 0,1.000-2.000 0 0,3.000-1.000-64 0,-1.000-2.000-16 15,1.000-1.000 0-15,-1.000 0.000 0 0,2.000-2.000 176 0,2.000 1.000 48 16,0.000-2.000 0-16,0.000 0.000 0 0,2.000 0.000-128 0,-1.000-1.000-32 16,0.000 0.000 0-16,1.000 0.000 0 0,3.000-1.000 128 15,-2.000 0.000 32-15,-1.000 0.000 0 0,3.000 0.000 0 0,0.000 1.000 64 0,0.000-2.000 16 0,0.000 2.000 0 16,0.000 0.000 0-16,0.000-1.000-64 0,0.000 1.000 0 0,0.000 1.000 0 16,0.000-1.000 0-16,2.000 0.000-192 0,-2.000 0.000-32 15,1.000 0.000-16-15,-1.000 0.000 0 0,0.000 2.000-144 0,2.000-2.000 0 0,0.000 0.000 144 0,1.000 0.000-144 16,1.000 0.000 0-16,3.000 0.000-160 0,-7.000 0.000 16 15,0.000 0.000 0-15,25.000 1.000 144 0,-25.000-1.000-192 16,23.000-1.000 192-16,-23.000 1.000-192 0,25.000 0.000 192 0,-25.000 0.000 0 16,24.000 0.000 0-16,-24.000 0.000-128 0,0.000 0.000 128 0,34.000 1.000-128 0,-34.000-1.000 128 15,0.000 0.000-128-15,32.000 4.000 128 0,-32.000-4.000 0 0,0.000 0.000-144 0,0.000 0.000 144 16,30.000 6.000 0-16,-30.000-6.000-144 0,0.000 0.000 144 0,0.000 0.000 0 31,0.000 0.000-640-31,0.000 0.000 0 0,26.000 2.000-16 0,-26.000-2.000-14960 0</inkml:trace>
  <inkml:trace contextRef="#ctx0" brushRef="#br1">3487.000 6145.000 9215 0,'0.000'-1.000'816'0,"0.000"1.000"-656"0,0.000 0.000-160 16,0.000 0.000 0-16,0.000-1.000 2448 0,0.000 1.000 464 0,0.000 0.000 96 0,0.000 0.000 0 0,2.000 0.000-1840 0,-1.000 1.000-368 0,1.000 0.000-80 0,1.000 1.000-16 0,-3.000-2.000-352 0,0.000 0.000-80 0,0.000 0.000-16 0,0.000 0.000 0 31,0.000 0.000 384-31,42.000 15.000 64 0,-42.000-15.000 0 0,0.000 0.000 16 0,0.000 0.000-560 0,32.000 13.000-160 0,-32.000-13.000 0 0,0.000 0.000 0 32,0.000 0.000 0-32,40.000 15.000 0 0,-40.000-15.000 0 0,0.000 0.000 0 15,0.000 0.000-192-15,39.000 17.000 64 0,-39.000-17.000 0 0,0.000 0.000-11328 16</inkml:trace>
  <inkml:trace contextRef="#ctx0" brushRef="#br1">3786.000 6187.000 11055 0,'3.000'1.000'480'0,"-6.000"0.000"112"0,3.000-1.000-464 0,0.000 1.000-128 16,0.000-1.000 0-16,0.000 0.000 0 0,0.000 1.000 0 0,-1.000 0.000 128 0,1.000 2.000-128 0,-2.000 0.000 128 15,2.000-3.000 400-15,0.000 0.000 96 16,0.000 0.000 16-16,0.000 0.000 0 0,-3.000 31.000-480 0,3.000-31.000-160 15,0.000 0.000 0-15,0.000 0.000 144 0,-2.000 36.000-144 0,2.000-36.000 0 0,0.000 0.000 0 0,0.000 0.000 0 16,5.000 38.000 0-16,-5.000-38.000 0 0,0.000 0.000-144 0,0.000 0.000 144 16,0.000 0.000 0-16,0.000 0.000-128 0,0.000 0.000 128 0,0.000 0.000 0 15,0.000 0.000 1696-15,0.000 0.000 400 0,0.000 0.000 80 0,0.000 0.000 0 16,38.000 20.000-1504-16,-33.000-26.000-304 0,0.000 0.000-64 0,3.000-1.000-16 16,-3.000-1.000-288-16,0.000-1.000-272 0,-1.000 0.000 48 0,0.000 1.000 16 31,0.000-1.000-192-31,-1.000 2.000-48 0,-1.000 0.000 0 0,-2.000 0.000 0 0,0.000 1.000 448 0,0.000 0.000 0 0,-2.000 1.000 192 0,1.000-1.000-64 15,-1.000 2.000 1312-15,-2.000 0.000 272 0,0.000 1.000 48 0,1.000 0.000 16 16,0.000 1.000 448-16,-2.000 1.000 80 0,0.000 0.000 32 0,-1.000 0.000 0 16,0.000 1.000-1440-16,-1.000 0.000-272 0,-1.000 0.000-64 0,0.000 1.000-16 15,-2.000 0.000-544-15,-2.000 1.000-304 0,2.000 2.000 48 0,-3.000 2.000-16000 16</inkml:trace>
  <inkml:trace contextRef="#ctx0" brushRef="#br2">3991.000 7873.000 11967 0,'0.000'0.000'1072'0,"0.000"0.000"-864"0,0.000 0.000-208 0,0.000 0.000 0 0,0.000 0.000 416 0,0.000 0.000 32 0,0.000 0.000 16 0,0.000 0.000 0 0,0.000 0.000 1008 0,0.000 0.000 208 0,0.000 0.000 48 0,0.000 0.000 0 0,0.000 0.000-1024 0,0.000 0.000-208 0,0.000 0.000-48 0,0.000 0.000 0 32,0.000 0.000 368-32,0.000 0.000 64 0,0.000 0.000 16 0,0.000 0.000 0 0,0.000 0.000 160 0,0.000 0.000 32 0,0.000 0.000 16 0,0.000 0.000 0 15,0.000 0.000 192-15,0.000 0.000 48 0,0.000 0.000 0 0,0.000 0.000 0 16,0.000 0.000-336-16,0.000 0.000-64 0,0.000 0.000-16 0,0.000 0.000 0 16,0.000 0.000-352-16,0.000 0.000-64 0,0.000 0.000 0 15,0.000 0.000-16-15,-5.000 3.000-240 0,5.000-3.000-32 0,0.000 0.000-16 0,0.000 0.000 0 16,0.000 0.000-16-16,-8.000 3.000-16 0,8.000-3.000 0 15,0.000 0.000 0-15,-5.000 1.000-176 0,5.000-1.000 192 0,0.000 0.000-192 0,-8.000 3.000 192 16,8.000-3.000-192-16,0.000 0.000 0 0,-8.000 4.000 0 16,8.000-4.000 0-16,-6.000 2.000 0 0,6.000-2.000 0 15,-7.000 2.000 128-15,7.000-2.000-128 0,0.000 0.000 0 0,-8.000 3.000 0 0,8.000-3.000 0 0,0.000 0.000 0 16,-9.000 2.000 0-16,9.000-2.000 0 0,0.000 0.000 0 0,-7.000 3.000 0 16,7.000-3.000 128-16,-4.000 3.000-128 0,4.000-3.000 0 0,0.000 0.000 128 0,-10.000 4.000-128 0,10.000-4.000 0 15,-5.000 2.000 144-15,5.000-2.000-144 0,-8.000 3.000 0 16,8.000-3.000 144-16,-6.000 3.000-144 0,6.000-3.000 0 15,-8.000 3.000 128-15,8.000-3.000-128 0,-5.000 2.000 0 0,5.000-2.000 0 16,-5.000 3.000 128-16,5.000-3.000-128 0,-5.000 2.000 0 0,5.000-2.000 0 16,-6.000 4.000 0-16,3.000-4.000 0 0,3.000 0.000 0 0,-6.000 2.000 0 15,6.000-2.000 0-15,-7.000 2.000 0 0,7.000-2.000 0 0,-5.000 3.000 0 0,5.000-3.000 0 16,-6.000 2.000 0-16,6.000-2.000 0 0,-8.000 3.000 0 0,8.000-3.000 0 16,-7.000 3.000 0-16,4.000-1.000 0 0,-3.000 0.000 0 15,3.000-1.000 0-15,-2.000 2.000 0 0,0.000-1.000 0 0,0.000 0.000 0 16,1.000 0.000 0-16,-1.000-1.000 0 0,0.000 1.000 0 0,0.000-1.000 0 15,0.000 1.000 0-15,-3.000 0.000 0 0,4.000 0.000 0 0,-3.000 0.000 0 16,0.000 0.000 0-16,0.000 2.000 160 0,2.000-2.000-160 0,-2.000 0.000 128 16,0.000 0.000-128-16,0.000 0.000 128 0,1.000 0.000-128 0,-1.000-1.000 128 0,-2.000 1.000-128 15,1.000 0.000 0-15,-1.000 1.000 0 0,0.000-1.000 0 0,1.000 2.000 0 0,-3.000-1.000 128 16,1.000 0.000-128-16,0.000-1.000 0 0,0.000 0.000 160 0,0.000 1.000-160 16,-3.000-1.000 192-16,3.000 0.000-192 0,-2.000 0.000 144 0,0.000 0.000-144 15,0.000 1.000 0-15,0.000-1.000 144 0,0.000 0.000-16 0,0.000-1.000-128 16,0.000 1.000 192-16,0.000 0.000-64 0,2.000-1.000-128 0,0.000 1.000 128 15,-1.000 0.000-128-15,4.000-1.000 128 0,-1.000-1.000 16 0,-1.000 0.000 0 16,2.000 1.000 0-16,-1.000-1.000 0 0,0.000 0.000-144 0,0.000 0.000 160 16,2.000 1.000-160-16,-1.000-2.000 160 0,-2.000 1.000-160 0,4.000 0.000 192 15,-2.000 0.000-192-15,1.000 0.000 192 0,-2.000 0.000-192 0,3.000 0.000 128 0,-3.000 0.000-128 0,-1.000 0.000 128 16,2.000-1.000-128-16,1.000 1.000 192 16,-3.000 0.000-192-16,0.000 0.000 192 0,1.000 0.000-192 0,-1.000 0.000 0 15,2.000 0.000 0-15,-1.000 0.000 0 0,-1.000 0.000 0 0,-1.000 0.000 0 16,2.000-1.000 0-16,-1.000 1.000 0 0,0.000 0.000 0 0,0.000 0.000 0 0,-1.000-1.000 0 0,2.000 1.000 0 15,-3.000-1.000 0-15,3.000 0.000 0 0,-3.000 1.000 0 0,1.000-1.000 0 16,1.000 1.000 0-16,-4.000 0.000 0 0,3.000 1.000 0 0,-2.000-2.000 0 16,0.000 1.000 0-16,0.000 0.000 0 0,2.000 0.000 0 0,-3.000 0.000 0 15,4.000 0.000 0-15,-4.000 1.000 0 0,3.000-1.000 0 0,-1.000 0.000 0 16,3.000-1.000 0-16,-2.000 2.000 0 0,1.000-1.000 0 0,1.000 0.000 0 0,0.000 0.000 0 16,0.000 0.000 0-16,0.000 0.000 128 0,3.000-1.000-128 15,-3.000 1.000 128-15,0.000 0.000 0 0,3.000-1.000 0 0,-3.000 1.000 0 0,0.000 0.000-128 16,2.000 0.000 128-16,-2.000-1.000-128 0,0.000 1.000 128 0,-2.000 0.000-128 0,2.000 0.000 0 15,0.000-1.000 0-15,0.000 1.000 0 0,2.000-1.000 0 0,-4.000 1.000 0 16,4.000-1.000 0-16,-1.000 1.000 0 0,-2.000-1.000 128 16,3.000 1.000-128-16,-3.000-1.000 0 0,2.000 0.000 128 0,-1.000 1.000-128 15,-1.000-2.000 192-15,0.000 0.000-192 0,1.000 1.000 192 16,1.000 0.000-192-16,-2.000 0.000 160 0,1.000-1.000-160 0,-2.000 1.000 160 0,2.000 0.000-160 0,0.000 0.000 192 0,0.000-1.000-192 16,-3.000 0.000 192-16,3.000 1.000-192 0,-3.000 0.000 0 15,1.000-1.000 0-15,0.000 0.000 0 0,0.000 0.000 0 0,1.000 0.000 0 0,-1.000-1.000 128 0,1.000 0.000-128 16,-1.000 1.000 0-16,1.000 0.000 160 15,1.000 0.000-160-15,-1.000-1.000 160 0,-1.000 0.000-160 0,2.000 0.000 0 16,-1.000 0.000 0-16,0.000-1.000 0 0,4.000 2.000 0 0,-4.000-1.000 0 0,1.000 0.000 128 0,1.000 0.000-128 16,0.000 0.000 0-16,0.000 0.000 128 0,1.000 0.000-128 15,-1.000-1.000 128-15,-2.000 0.000-128 0,2.000 1.000 128 0,2.000 0.000-128 0,-4.000 0.000 128 16,4.000 1.000-128-16,-1.000-1.000 160 0,-1.000-2.000-160 0,-2.000 1.000 160 16,2.000 0.000-160-16,-2.000 0.000 0 15,-1.000-1.000 0-15,2.000 1.000 128 0,0.000-1.000-128 0,-3.000 0.000 0 16,3.000 0.000 0-16,-3.000 0.000 0 0,-1.000 0.000 0 0,0.000-2.000 0 0,2.000 1.000 0 0,-4.000 0.000 0 15,4.000 1.000 0-15,-2.000-2.000 0 0,0.000 2.000 0 0,0.000 0.000 0 16,0.000-1.000 0-16,0.000-1.000 0 0,0.000 1.000 0 0,0.000 0.000 0 0,2.000 1.000 0 16,0.000-1.000 0-16,2.000 1.000 0 0,-3.000-1.000 0 15,2.000 1.000 0-15,-1.000-2.000 0 0,0.000 1.000 0 0,-1.000 0.000 0 0,1.000 1.000 0 16,-2.000-3.000 0-16,2.000 2.000 0 0,-1.000 0.000 0 0,1.000 0.000 0 0,-1.000-1.000 0 16,0.000 0.000 0-16,1.000 1.000 0 15,1.000-2.000 896-15,-1.000 2.000 80 0,-1.000-1.000 32 0,1.000 1.000 0 16,2.000-2.000-1616-16,-3.000 1.000-320 0,3.000 1.000-64 0,-1.000-1.000-16 15,0.000 0.000 816-15,1.000 1.000 192 0,-1.000 1.000 0 0,2.000-2.000 0 0,1.000 1.000 0 0,-2.000 0.000 0 16,2.000 0.000 0-16,-1.000-1.000 0 0,1.000 0.000 0 0,-2.000 1.000 0 16,2.000-1.000 128-16,-1.000 0.000-128 0,-1.000 1.000 0 0,0.000 0.000 160 15,0.000-2.000-160-15,0.000 1.000 128 0,0.000 0.000-128 0,0.000 0.000 0 16,-3.000-1.000 144-16,3.000 0.000-144 0,-2.000-2.000 0 0,-1.000 1.000 0 0,1.000 1.000 0 16,-1.000-3.000 128-16,3.000 3.000-128 0,0.000 0.000 0 15,-3.000-3.000 0-15,1.000 0.000 0 0,-1.000 0.000 0 0,0.000 1.000 0 16,0.000-3.000 0-16,1.000 2.000 0 0,0.000-1.000 0 0,-2.000 1.000 0 15,2.000 0.000 0-15,-1.000 0.000-128 0,3.000 1.000 128 0,-3.000-2.000 0 16,1.000 1.000 0-16,-2.000-2.000 0 0,2.000 1.000 0 0,-2.000-2.000 0 16,0.000 1.000 0-16,2.000 1.000 0 0,-1.000-3.000 0 0,1.000 2.000 0 15,-2.000-1.000 0-15,2.000 0.000-128 0,-1.000-1.000 128 0,1.000 0.000 0 16,-2.000 2.000 0-16,2.000-1.000 0 0,0.000 0.000 0 0,1.000 0.000 0 0,-1.000 1.000 0 16,-1.000 0.000 0-16,1.000-1.000 0 0,2.000 3.000 0 0,-1.000 1.000 0 15,-1.000-2.000 0-15,4.000 3.000 0 0,-4.000-2.000 0 0,2.000 0.000 0 16,-3.000-1.000-128-16,3.000 1.000 128 0,0.000-2.000 0 15,0.000 2.000 0-15,0.000-2.000 0 0,1.000 2.000 0 0,1.000-1.000 0 0,-2.000 1.000 0 0,2.000-1.000 0 16,-1.000 1.000 0-16,0.000-2.000 0 0,0.000 2.000 0 0,2.000-2.000 0 16,-1.000 1.000 0-16,-2.000-1.000 0 0,3.000 0.000 0 0,-2.000-1.000-128 15,1.000 0.000 128-15,0.000 0.000 0 0,-1.000 0.000 0 0,2.000 2.000 0 16,-1.000-1.000 0-16,0.000 1.000 0 0,3.000-1.000 0 0,-2.000 0.000 0 16,0.000-1.000 0-16,0.000 1.000 0 0,-1.000-2.000 0 0,3.000 0.000 0 0,-1.000 3.000 0 15,1.000 0.000 0-15,0.000 0.000 0 0,-2.000-3.000-128 0,1.000 2.000 128 16,0.000-2.000 0-16,1.000 2.000 0 0,0.000-1.000 0 0,1.000-1.000 0 0,-1.000 2.000 0 15,0.000-2.000 0-15,-2.000 1.000-128 16,2.000 0.000 128-16,1.000 1.000 0 0,-1.000-1.000 0 0,1.000-1.000 0 0,2.000 2.000 0 0,-3.000-2.000 0 16,2.000 1.000 0-16,-1.000-2.000 0 15,0.000 0.000 0-15,1.000 1.000 0 0,-1.000-1.000 0 0,-1.000 1.000-128 16,3.000 1.000 128-16,-1.000-1.000 0 0,-1.000-2.000 0 0,2.000 2.000 0 0,0.000-2.000 0 0,0.000-1.000 0 0,0.000 1.000 0 16,0.000-1.000 0-16,0.000 1.000 0 0,0.000-1.000 0 0,2.000 2.000 0 15,-1.000-1.000-128-15,2.000 1.000 128 0,-3.000 0.000 0 0,3.000-1.000 0 0,-1.000 1.000 0 16,-2.000 0.000 0-16,3.000 0.000 0 0,-1.000 0.000 0 0,-1.000 0.000 0 15,1.000-1.000 0-15,0.000 0.000 0 0,-1.000 2.000 0 0,1.000-2.000-128 16,0.000 2.000 128-16,-1.000 1.000 0 16,-1.000 0.000 0-16,3.000 2.000 0 0,0.000-3.000 0 0,-1.000 0.000 0 0,0.000-2.000 0 15,-1.000-2.000 0-15,2.000 5.000 0 0,-1.000 0.000 0 0,1.000-2.000 0 16,1.000-2.000 0-16,0.000 2.000 0 0,1.000-3.000 0 0,-2.000 0.000 0 16,2.000 0.000 0-16,0.000 2.000 0 0,-2.000-2.000 0 0,3.000 0.000 0 15,-1.000 0.000-128-15,0.000 1.000 128 0,-2.000-2.000 0 0,2.000 1.000 0 16,1.000 1.000 0-16,-1.000 0.000 0 0,0.000 3.000 0 0,0.000-1.000 0 15,1.000 0.000 0-15,-1.000 2.000 0 0,1.000-2.000 0 0,-1.000 1.000 0 0,3.000 0.000-128 16,-3.000 0.000 128-16,1.000 1.000 0 0,1.000-2.000 0 0,1.000 0.000 0 0,-2.000 1.000 0 16,1.000 0.000 0-16,-1.000 1.000 0 0,0.000-2.000 0 0,2.000 2.000 0 15,-3.000 0.000 0-15,3.000-1.000 0 0,0.000 1.000 0 0,0.000 0.000 0 16,0.000 0.000 0-16,0.000 1.000 0 0,0.000-2.000-128 16,2.000 1.000 128-16,-2.000-2.000 0 0,0.000 1.000 0 0,1.000 2.000 0 0,-1.000-3.000 0 15,1.000 3.000 0-15,0.000 0.000 0 0,-1.000 1.000 0 16,0.000-2.000 0-16,1.000 3.000 0 0,0.000 0.000 0 0,-3.000 1.000-128 0,3.000 1.000 128 0,-2.000 0.000 0 0,1.000-3.000 0 15,1.000 2.000 0 1,-2.000 3.000 0-16,1.000-3.000 0 0,1.000 1.000 0 0,0.000-2.000 0 0,-1.000 0.000 0 16,4.000 0.000 0-16,-2.000 0.000 0 0,-1.000 1.000 0 15,3.000-2.000 0-15,0.000 0.000 0 0,-2.000-1.000 0 0,3.000 2.000 0 16,-3.000 0.000 0-16,0.000 1.000 0 0,2.000-1.000 0 0,0.000-1.000-128 0,3.000 0.000 128 16,-1.000-1.000 0-16,-1.000 1.000 0 0,2.000 0.000 0 0,0.000-1.000 0 0,0.000 0.000 0 15,-1.000 0.000 0-15,1.000 1.000 0 0,3.000-3.000 0 0,-3.000 3.000 0 16,-2.000 0.000 0-16,2.000 1.000 0 0,-2.000 0.000 0 0,1.000 1.000 0 15,0.000-1.000 0-15,-1.000 2.000 0 0,1.000-2.000 0 0,-2.000 2.000 0 16,0.000 1.000 0-16,0.000-2.000 0 0,0.000 2.000 0 0,0.000-1.000 0 16,0.000-2.000 0-16,-2.000 3.000 0 0,1.000-1.000 0 0,-1.000 2.000 0 15,1.000 0.000 0-15,0.000-1.000-128 0,2.000-1.000 128 0,-2.000 1.000 0 0,2.000 1.000 0 16,1.000-2.000 0-16,-1.000 1.000 0 0,0.000-1.000 0 0,1.000 1.000 0 0,1.000 0.000 0 16,2.000-1.000 0-16,-1.000 0.000 0 15,1.000 1.000 0-15,-2.000-1.000 0 0,1.000 2.000 0 0,-1.000 0.000 0 0,-1.000-2.000 0 0,-1.000 2.000 0 16,0.000 1.000 0-16,-2.000 0.000 0 0,3.000-1.000 0 15,-4.000 1.000 0-15,1.000 1.000 0 0,-1.000 0.000 0 0,2.000-1.000 0 16,-2.000 0.000 0-16,4.000 1.000 0 0,-4.000-1.000 0 0,4.000-1.000 0 0,-4.000 1.000-128 16,4.000 0.000 128-16,-4.000 0.000 0 0,3.000 0.000 0 0,-2.000 0.000 0 15,-2.000 1.000 0-15,1.000 0.000 0 0,-1.000 1.000 0 0,1.000-2.000 0 16,-3.000 1.000 0-16,3.000 0.000 0 0,-1.000 0.000 0 0,-1.000 1.000 0 0,3.000-1.000 0 16,-3.000 1.000 0-16,2.000 0.000 0 0,-1.000-1.000 0 0,1.000 1.000 0 15,3.000-2.000 0-15,-2.000 1.000 0 0,3.000 0.000 0 0,-4.000 1.000 0 16,1.000 1.000 0-16,-1.000-2.000 0 0,4.000 2.000 0 0,-1.000-1.000 0 15,1.000 0.000 0-15,-2.000 0.000 0 0,4.000 1.000-128 16,-5.000 0.000 128-16,0.000 0.000 0 0,-1.000 1.000 0 0,2.000-1.000 0 0,0.000 0.000 0 16,0.000 0.000 0-16,-2.000 0.000 0 0,1.000 1.000 0 15,-3.000 0.000 0-15,2.000 0.000 0 0,1.000 0.000 0 0,0.000-2.000 0 0,0.000 2.000 0 16,2.000-1.000 0-16,-2.000 1.000 0 0,-1.000-1.000 0 0,3.000 0.000 0 0,-2.000 0.000 0 0,3.000 1.000 0 16,-4.000-2.000 0-16,1.000 3.000 0 0,-1.000 0.000 0 15,0.000 0.000 0-15,1.000 0.000 0 0,0.000 0.000 0 0,0.000 0.000 0 0,0.000 0.000 0 16,2.000 0.000 0-16,-2.000 1.000 0 0,0.000-1.000 0 15,2.000 0.000 0-15,-2.000 1.000 0 0,2.000-1.000 0 0,0.000 0.000 0 16,-2.000 0.000 0-16,2.000 0.000-128 0,-2.000 0.000 128 0,2.000 0.000 0 16,0.000 0.000 0-16,-1.000 0.000 0 0,-2.000 0.000 0 0,1.000 1.000 0 15,-1.000-1.000 0-15,4.000 0.000 0 0,-2.000 0.000 0 0,0.000 1.000 0 0,3.000-3.000 0 16,-3.000 3.000 0-16,-2.000 0.000 0 0,1.000 0.000 0 16,-1.000 0.000 0-16,1.000 0.000 0 0,2.000 1.000 0 0,-2.000-1.000 0 15,-1.000 2.000 0-15,0.000-1.000 0 0,2.000-1.000 0 0,-2.000 1.000 0 16,2.000 0.000 0-16,0.000 0.000 0 0,0.000 0.000 0 0,-2.000 1.000 0 0,1.000-1.000 0 15,1.000 0.000 0-15,0.000 1.000 0 0,-2.000-1.000 0 0,2.000 1.000 0 16,0.000 0.000 0-16,-2.000-1.000 0 0,2.000 1.000 0 0,0.000 0.000 0 0,0.000 1.000 0 16,0.000-1.000 0-16,2.000 0.000 0 0,-2.000 0.000 0 15,0.000 0.000 0-15,0.000 0.000 0 0,-2.000 0.000 0 0,2.000 0.000 0 0,0.000 0.000 0 16,-4.000 0.000 0-16,3.000 0.000 0 0,-2.000 0.000 0 0,-1.000 1.000 0 0,1.000 0.000 0 0,1.000 0.000 0 0,-1.000 0.000 0 16,-1.000 0.000 0-16,2.000 1.000 0 0,-1.000-1.000 0 0,-2.000 2.000 0 15,1.000-1.000 0-15,1.000 0.000 0 0,-2.000 0.000 0 0,1.000-1.000 0 16,0.000 1.000-128-16,-2.000 1.000 128 0,1.000-1.000 0 0,-1.000 0.000 0 15,2.000-1.000 0 1,-1.000 1.000 0-16,-1.000 0.000 0 0,3.000 2.000 0 0,0.000-2.000 0 16,-3.000 0.000 0-16,3.000 0.000 0 0,-2.000 0.000 0 0,1.000 0.000 0 15,1.000 2.000 0-15,-2.000-2.000 0 0,1.000 1.000 0 0,0.000-1.000 0 16,-2.000 1.000 0-16,2.000 1.000 0 0,-8.000-6.000 0 0,0.000 0.000 0 0,0.000 0.000 0 16,0.000 0.000 0-16,42.000 28.000 0 0,-42.000-28.000 0 0,0.000 0.000 0 15,0.000 0.000 0-15,0.000 0.000 0 0,41.000 28.000 0 0,-41.000-28.000 0 0,0.000 0.000 0 16,0.000 0.000 0-16,0.000 0.000 0 0,39.000 22.000 0 0,-33.000-18.000 0 15,2.000 0.000 0-15,-3.000 0.000 0 0,-5.000-4.000 0 0,0.000 0.000 0 16,0.000 0.000 0-16,0.000 0.000 0 0,0.000 0.000 0 0,40.000 25.000 0 16,-40.000-25.000 0-16,0.000 0.000 0 0,0.000 0.000 0 0,0.000 0.000 0 15,0.000 0.000 0-15,40.000 30.000 0 0,-32.000-26.000 0 0,-8.000-4.000 0 16,0.000 0.000 0-16,0.000 0.000 0 0,0.000 0.000 0 0,34.000 26.000 0 0,-34.000-26.000 0 16,0.000 0.000 0-16,0.000 0.000 0 0,0.000 0.000 0 0,0.000 0.000 0 15,38.000 31.000 0-15,-38.000-31.000 0 0,0.000 0.000 0 16,0.000 0.000 0-16,0.000 0.000 0 0,0.000 0.000 0 0,35.000 34.000 0 0,-35.000-34.000 0 15,0.000 0.000 0-15,0.000 0.000 0 0,0.000 0.000 0 0,0.000 0.000 0 16,37.000 35.000 0-16,-37.000-35.000 0 0,0.000 0.000 0 0,0.000 0.000 0 16,0.000 0.000 0-16,0.000 0.000 0 0,37.000 39.000 0 0,-37.000-39.000 0 15,0.000 0.000 0-15,0.000 0.000 0 0,0.000 0.000 0 0,36.000 35.000 0 0,-36.000-35.000 0 16,0.000 0.000 0-16,0.000 0.000 0 0,0.000 0.000 0 0,36.000 41.000 0 0,-36.000-41.000 0 16,0.000 0.000 0-16,0.000 0.000 0 0,0.000 0.000 0 0,35.000 44.000 0 15,-35.000-44.000 0-15,0.000 0.000 0 0,0.000 0.000 0 0,0.000 0.000 0 0,30.000 34.000 0 16,-30.000-34.000 0-16,0.000 0.000 0 0,0.000 0.000 0 15,0.000 0.000 0-15,0.000 0.000 0 0,0.000 0.000 0 0,36.000 41.000 0 16,-36.000-41.000 0-16,0.000 0.000 0 0,0.000 0.000 0 0,0.000 0.000 0 16,0.000 0.000 0-16,0.000 0.000 0 0,36.000 38.000 0 0,-36.000-38.000 0 15,0.000 0.000 0-15,0.000 0.000 0 0,0.000 0.000 0 16,0.000 0.000 0-16,0.000 0.000 0 0,33.000 40.000 0 0,-33.000-40.000 0 16,0.000 0.000 0-16,0.000 0.000 0 0,0.000 0.000 0 0,0.000 0.000 0 0,29.000 37.000 0 0,-29.000-37.000 0 0,0.000 0.000 0 0,0.000 0.000 0 15,0.000 0.000 0-15,0.000 0.000 0 0,26.000 40.000 0 16,-26.000-40.000 0-16,0.000 0.000 0 0,0.000 0.000 0 15,0.000 0.000 0-15,20.000 42.000 0 0,-20.000-42.000 0 0,0.000 0.000 0 0,0.000 0.000 0 0,0.000 0.000 0 16,19.000 45.000 0-16,-19.000-45.000 0 16,0.000 0.000 0-16,0.000 0.000 0 0,0.000 0.000 0 0,17.000 46.000 0 15,-17.000-46.000 0-15,0.000 0.000 0 0,0.000 0.000 0 0,0.000 0.000 0 0,14.000 54.000 0 16,-14.000-54.000 0-16,0.000 0.000 0 0,0.000 0.000 0 0,10.000 45.000 0 16,-10.000-45.000 0-16,0.000 0.000 0 0,0.000 0.000 0 0,0.000 0.000 0 15,12.000 51.000 0-15,-12.000-51.000 0 0,0.000 0.000 0 0,0.000 0.000 0 16,0.000 0.000 0-16,11.000 54.000 0 0,-11.000-54.000 0 15,0.000 0.000 0-15,0.000 0.000 0 0,11.000 55.000 0 0,-11.000-55.000 0 0,0.000 0.000 0 16,0.000 0.000 0-16,11.000 50.000 0 0,-11.000-50.000 0 0,0.000 0.000 0 0,0.000 0.000 0 0,13.000 54.000 0 16,-13.000-54.000 0-16,0.000 0.000 0 15,0.000 0.000 0-15,13.000 53.000 0 0,-13.000-53.000 0 0,0.000 0.000 0 0,6.000 42.000 0 0,-6.000-42.000 0 16,0.000 0.000 0-16,8.000 45.000 0 0,-8.000-45.000 0 0,0.000 0.000 0 16,0.000 0.000 0-16,8.000 50.000 0 0,-8.000-50.000 0 15,0.000 0.000 0-15,0.000 0.000 0 0,8.000 45.000 0 0,-8.000-45.000 0 0,0.000 0.000 0 0,0.000 0.000 0 0,7.000 41.000 0 16,-7.000-41.000 0-1,0.000 0.000 0-15,0.000 0.000 0 0,7.000 42.000 0 0,-7.000-42.000 0 0,0.000 0.000 0 0,0.000 0.000 0 0,5.000 44.000 0 16,-5.000-44.000 0 0,0.000 0.000 0-16,0.000 0.000 0 0,5.000 43.000 0 0,-5.000-43.000 0 0,0.000 0.000 0 15,0.000 0.000 0-15,3.000 43.000 0 0,-3.000-43.000 0 16,0.000 0.000 0-16,0.000 0.000 0 0,8.000 41.000 0 0,-8.000-41.000 0 16,0.000 0.000 0-16,0.000 0.000 0 0,5.000 42.000 0 0,-5.000-42.000 0 15,0.000 0.000 0-15,0.000 0.000 0 0,0.000 0.000 0 0,5.000 46.000 0 0,-5.000-46.000 0 16,0.000 0.000 0-16,0.000 0.000 0 0,0.000 0.000 0 0,0.000 0.000 0 0,3.000 44.000 0 15,-3.000-44.000 0-15,0.000 0.000 0 0,0.000 0.000 0 0,0.000 0.000 0 16,0.000 0.000 0-16,2.000 44.000 0 0,-2.000-44.000 0 0,0.000 0.000 0 16,0.000 0.000 0-16,0.000 0.000 0 0,0.000 0.000 0 0,1.000 47.000 0 15,-1.000-47.000 0-15,0.000 0.000 0 0,0.000 0.000 0 0,0.000 0.000 0 16,2.000 38.000 0-16,-2.000-38.000 128 0,0.000 0.000-128 0,0.000 0.000 0 16,0.000 0.000 0-16,0.000 40.000 0 0,0.000-40.000 0 0,0.000 0.000 0 0,0.000 0.000 0 15,0.000 0.000 0-15,0.000 0.000 0 0,0.000 43.000 0 16,0.000-43.000 0-16,0.000 0.000 0 0,0.000 0.000-192 0,0.000 0.000-16 0,0.000 37.000 0 0,0.000-37.000 0 15,0.000 0.000 208-15,0.000 0.000-144 0,0.000 0.000 144 16,-2.000 38.000-128-16,2.000-38.000 128 0,0.000 0.000 0 0,0.000 0.000 0 16,-3.000 38.000 0-16,3.000-38.000 0 0,0.000 0.000 0 0,0.000 0.000 0 0,-3.000 44.000 0 15,3.000-44.000 0-15,0.000 0.000 0 0,0.000 0.000 0 16,-7.000 40.000 0-16,7.000-40.000 0 0,0.000 0.000-128 0,0.000 0.000 128 0,-7.000 37.000 0 16,7.000-37.000-128-16,0.000 0.000 128 0,0.000 0.000-128 0,-7.000 40.000 128 15,7.000-40.000-144-15,0.000 0.000 144 0,0.000 0.000-160 0,-10.000 40.000 160 0,10.000-40.000-144 16,0.000 0.000 144-16,-7.000 31.000-128 0,7.000-31.000 128 15,0.000 0.000 0-15,-7.000 35.000-160 0,7.000-35.000 160 0,0.000 0.000 0 16,-8.000 33.000 0-16,8.000-33.000 0 0,0.000 0.000 0 0,-8.000 33.000 0 16,8.000-33.000 0-16,0.000 0.000 0 0,-6.000 35.000 0 0,6.000-35.000 0 15,0.000 0.000 0-15,-7.000 34.000 0 0,7.000-34.000 0 0,0.000 0.000 0 16,-8.000 34.000 0-16,8.000-34.000 0 0,0.000 0.000 0 0,-6.000 30.000 0 16,6.000-30.000 0-16,0.000 0.000 0 0,-8.000 28.000 0 0,8.000-28.000 0 15,0.000 0.000 0-15,0.000 0.000 0 0,-7.000 28.000 0 0,7.000-28.000 0 0,0.000 0.000 0 0,0.000 0.000 0 16,-11.000 31.000 0-16,11.000-31.000 0 0,0.000 0.000 0 0,0.000 0.000 0 15,-8.000 27.000 0-15,8.000-27.000 0 0,0.000 0.000 0 0,0.000 0.000 0 16,-12.000 31.000 0-16,12.000-31.000 0 0,0.000 0.000 0 0,-12.000 28.000 0 16,12.000-28.000 0-16,0.000 0.000 0 0,-10.000 27.000 0 0,10.000-27.000 0 15,0.000 0.000 0-15,-10.000 27.000 0 0,10.000-27.000 0 0,0.000 0.000 0 16,-10.000 25.000 0-16,10.000-25.000 0 0,0.000 0.000 0 0,-11.000 23.000 0 0,11.000-23.000 0 0,0.000 0.000 0 16,-8.000 22.000 0-16,8.000-22.000 0 15,0.000 0.000 0-15,-13.000 26.000 0 0,13.000-26.000 0 0,0.000 0.000 0 0,-10.000 23.000 0 0,10.000-23.000 0 16,0.000 0.000 0-16,-12.000 22.000 0 0,12.000-22.000 0 0,-10.000 15.000 0 15,10.000-15.000-144-15,0.000 0.000 144 16,-10.000 21.000-208-16,10.000-21.000 80 0,0.000 0.000 0 0,-14.000 19.000 0 16,14.000-19.000 0-16,0.000 0.000 0 0,-10.000 19.000 128 0,10.000-19.000 0 15,0.000 0.000 0-15,0.000 0.000 0 0,-11.000 18.000 0 0,11.000-18.000 0 16,0.000 0.000 0-16,0.000 0.000 0 0,-13.000 17.000 0 0,13.000-17.000 0 0,0.000 0.000 0 0,0.000 0.000 0 16,-11.000 18.000 0-16,11.000-18.000 0 0,0.000 0.000 0 0,0.000 0.000 0 15,-11.000 19.000 0-15,11.000-19.000 0 0,0.000 0.000 0 0,0.000 0.000 0 16,-11.000 15.000 0-16,11.000-15.000 0 0,0.000 0.000 0 0,0.000 0.000 0 0,-10.000 16.000 0 15,10.000-16.000 0-15,0.000 0.000 0 0,0.000 0.000 0 16,-9.000 16.000 0-16,9.000-16.000 0 0,0.000 0.000 0 0,-10.000 12.000 0 0,10.000-12.000 0 0,0.000 0.000 0 16,-8.000 14.000 0-16,8.000-14.000 0 15,0.000 0.000 0-15,0.000 0.000 0 0,-13.000 15.000 0 0,13.000-15.000 0 16,0.000 0.000 0-16,0.000 0.000 0 0,-10.000 15.000 0 0,10.000-15.000 0 16,0.000 0.000 0-16,0.000 0.000 0 0,-12.000 19.000 0 0,12.000-19.000 0 15,0.000 0.000 0-15,-10.000 17.000 0 0,10.000-17.000 0 0,0.000 0.000 0 0,0.000 0.000 0 0,-9.000 14.000 0 16,9.000-14.000 0-16,0.000 0.000 0 15,0.000 0.000 0-15,-10.000 17.000 0 0,10.000-17.000 0 0,0.000 0.000 0 0,-10.000 13.000 0 0,10.000-13.000 0 16,0.000 0.000 0-16,-11.000 12.000 0 0,11.000-12.000 0 0,0.000 0.000 0 16,-8.000 13.000 0-16,8.000-13.000 0 0,0.000 0.000 0 0,0.000 0.000 0 15,-11.000 13.000 0-15,11.000-13.000 0 0,0.000 0.000 0 0,0.000 0.000 0 16,-8.000 12.000 0-16,8.000-12.000 0 0,0.000 0.000 0 0,0.000 0.000 0 0,-10.000 10.000 0 16,10.000-10.000 0-16,0.000 0.000 0 0,-9.000 7.000 0 0,9.000-7.000 0 15,0.000 0.000 0-15,-8.000 9.000 0 0,8.000-9.000 0 16,0.000 0.000 0-16,-10.000 7.000 0 0,10.000-7.000 0 0,0.000 0.000 0 15,-9.000 8.000 0-15,9.000-8.000 0 0,0.000 0.000 0 0,-10.000 10.000 0 0,10.000-10.000 0 0,0.000 0.000 0 16,-11.000 10.000 0-16,11.000-10.000 0 0,0.000 0.000 0 0,-10.000 12.000-128 16,10.000-12.000 0-16,0.000 0.000 0 15,-8.000 11.000 0-15,8.000-11.000 0 0,0.000 0.000 128 0,-11.000 12.000 0 16,11.000-12.000 0-16,-8.000 5.000 0 0,8.000-5.000 0 0,-8.000 5.000 0 0,8.000-5.000 0 0,-6.000 5.000 0 16,6.000-5.000 0-16,0.000 0.000 0 0,-10.000 9.000 0 0,10.000-9.000 0 15,-8.000 4.000 0-15,8.000-4.000 0 0,0.000 0.000 0 0,-10.000 8.000 0 16,10.000-8.000 0-16,0.000 0.000 0 0,-8.000 7.000 0 0,8.000-7.000 0 15,0.000 0.000 0-15,-9.000 7.000 0 0,9.000-7.000 0 0,0.000 0.000 0 0,-7.000 7.000 0 0,7.000-7.000 0 16,0.000 0.000 0-16,-6.000 5.000 0 0,6.000-5.000 0 16,0.000 0.000 0-16,0.000 0.000 0 0,-8.000 8.000 0 15,8.000-8.000 0-15,0.000 0.000 0 0,-5.000 4.000 0 0,5.000-4.000 0 16,0.000 0.000 0-16,0.000 0.000 0 0,-8.000 8.000 0 0,8.000-8.000 0 16,0.000 0.000 0-16,-6.000 3.000 0 0,6.000-3.000 0 0,0.000 0.000 0 15,0.000 0.000 0-15,-10.000 9.000 0 0,10.000-9.000 0 0,0.000 0.000 0 16,-6.000 4.000 0-16,6.000-4.000 0 0,0.000 0.000 0 0,0.000 0.000 0 0,-8.000 6.000 0 15,8.000-6.000 0-15,0.000 0.000 0 0,0.000 0.000 0 16,-8.000 7.000 0-16,8.000-7.000 0 0,0.000 0.000 0 0,0.000 0.000 0 0,-7.000 6.000 0 0,7.000-6.000 0 0,0.000 0.000 0 0,0.000 0.000 0 16,0.000 0.000 0-16,-8.000 8.000 0 0,8.000-8.000 0 0,0.000 0.000 0 15,0.000 0.000 0-15,0.000 0.000 0 16,-7.000 6.000 0-16,7.000-6.000 0 0,0.000 0.000 0 0,0.000 0.000 0 16,0.000 0.000 0-16,-7.000 7.000 0 0,7.000-7.000 0 0,0.000 0.000 0 0,0.000 0.000 0 15,0.000 0.000 0-15,0.000 0.000 0 0,-8.000 10.000 0 16,8.000-10.000 0-16,0.000 0.000 0 0,0.000 0.000 0 0,0.000 0.000 0 15,0.000 0.000 0-15,0.000 0.000 0 0,-8.000 8.000 0 0,8.000-8.000 0 0,0.000 0.000 0 16,0.000 0.000 0-16,0.000 0.000 0 0,0.000 0.000 0 16,0.000 0.000 0-16,-8.000 6.000 0 0,8.000-6.000 0 0,0.000 0.000 0 0,0.000 0.000 0 0,0.000 0.000 0 0,0.000 0.000 0 15,0.000 0.000 0-15,0.000 0.000 0 0,-6.000 10.000 0 0,6.000-10.000 0 16,0.000 0.000 0 0,0.000 0.000 0-16,0.000 0.000 0 0,0.000 0.000 0 0,0.000 0.000 0 0,-7.000 6.000 0 0,7.000-6.000 0 15,0.000 0.000 0-15,0.000 0.000 0 0,0.000 0.000 0 0,0.000 0.000 0 0,0.000 0.000 0 16,-8.000 8.000 0-16,8.000-8.000 0 0,0.000 0.000 0 15,0.000 0.000 0-15,0.000 0.000 0 0,0.000 0.000 0 0,0.000 0.000 0 16,-8.000 10.000 0-16,8.000-10.000 0 0,0.000 0.000 0 0,0.000 0.000 0 0,0.000 0.000 0 16,0.000 0.000 0-16,0.000 0.000 0 0,-6.000 7.000 0 15,6.000-7.000 0-15,0.000 0.000 0 0,0.000 0.000 0 16,0.000 0.000 0-16,0.000 0.000 0 0,0.000 0.000 0 0,-8.000 7.000 0 16,8.000-7.000 0-16,0.000 0.000 0 0,0.000 0.000 0 0,0.000 0.000 128 15,0.000 0.000-128-15,0.000 0.000 0 0,-8.000 9.000 0 0,8.000-9.000 0 0,0.000 0.000 0 0,0.000 0.000 0 16,0.000 0.000 0-16,0.000 0.000 0 15,-7.000 7.000 0-15,7.000-7.000 0 0,0.000 0.000 0 0,0.000 0.000 0 0,0.000 0.000 0 16,0.000 0.000 0-16,-9.000 6.000 0 0,9.000-6.000 0 0,0.000 0.000 0 0,0.000 0.000 0 0,0.000 0.000 0 16,0.000 0.000 0-16,-7.000 8.000 0 0,7.000-8.000 0 15,0.000 0.000 0-15,0.000 0.000 0 0,0.000 0.000 0 0,0.000 0.000 0 16,-8.000 7.000 0-16,8.000-7.000 0 0,0.000 0.000 0 0,0.000 0.000 0 16,0.000 0.000 0-16,-7.000 7.000 0 0,7.000-7.000-240 0,0.000 0.000 48 15,-9.000 4.000 0-15,9.000-4.000-18896 16</inkml:trace>
  <inkml:trace contextRef="#ctx0" brushRef="#br1">2999.000 4988.000 15663 0,'0.000'0.000'1392'0,"0.000"0.000"-1120"0,0.000 0.000-272 0,0.000 0.000 0 0,0.000 0.000 464 0,0.000 0.000 48 0,0.000 0.000 0 0,0.000-1.000 0 16,0.000 1.000 1568-16,0.000 0.000 320 0,0.000 0.000 64 0,2.000 0.000 16 0,-2.000 0.000-1424 0,0.000 1.000-288 15,1.000-1.000-48-15,-1.000 0.000-16 0,0.000 0.000-496 0,0.000 0.000-208 16,0.000 1.000 176-16,2.000-1.000-176 0,-2.000 1.000 0 0,1.000 1.000 0 16,1.000-1.000-176-16,-2.000 0.000 176 0,0.000-1.000 128 0,0.000 0.000 128 0,0.000 0.000 48 15,0.000 0.000 0-15,0.000 0.000 80 0,0.000 0.000 0 0,0.000 0.000 16 0,0.000 0.000 0 16,0.000 0.000-144-16,0.000 0.000-48 15,0.000 0.000 0-15,0.000 0.000 0 0,0.000 0.000 32 0,0.000 0.000 0 0,0.000 0.000 0 0,0.000 0.000 0 16,0.000 0.000 176-16,0.000 0.000 32 0,0.000 0.000 16 16,0.000 0.000 0-16,0.000 0.000 224 0,0.000 0.000 32 0,0.000 0.000 16 0,0.000 0.000 0 15,0.000 0.000-352-15,0.000 0.000-80 0,0.000 0.000-16 16,0.000 0.000 0-16,0.000 0.000-160 0,0.000 0.000-128 0,0.000 0.000 144 16,0.000 0.000-144-16,0.000 0.000 192 0,0.000 0.000-48 0,0.000 0.000-16 0,0.000 0.000 0 15,0.000 0.000-352-15,0.000 0.000-80 0,0.000 0.000-16 0,0.000 0.000 0 0,0.000 0.000 128 16,0.000 0.000 32-16,0.000 0.000 0 0,0.000 0.000 0 0,0.000 0.000-16 0,0.000 0.000 0 15,0.000 0.000 0-15,0.000 0.000 0 32,0.000 0.000-272-32,0.000 0.000-48 0,0.000 0.000-16 0,0.000 0.000 0 15,0.000 0.000-656-15,0.000 0.000-144 0,0.000 0.000-32 0,0.000 0.000 0 0,0.000 0.000 960 0,0.000 0.000 192 0,0.000 0.000 48 0,0.000 0.000 0 0,0.000 0.000 144 16,0.000 28.000 224-16,0.000-26.000-48 0,-2.000-1.000-16 16,1.000-1.000 176-16,-1.000 1.000 48 0,1.000-1.000 0 0,-1.000 0.000 0 15,-1.000 0.000-128-15,1.000-1.000-32 0,-2.000 0.000 0 0,2.000 1.000 0 0,0.000-1.000-224 0,-1.000 0.000 128 16,0.000-2.000-128-16,1.000 1.000 0 15,1.000-1.000-176-15,-1.000 1.000-128 0,0.000 0.000-16 0,2.000 0.000-16 16,0.000 0.000-304-16,0.000 0.000-64 0,-1.000-1.000-16 0,1.000 2.000 0 0,0.000 1.000 432 16,1.000 0.000 96-16,-1.000 0.000 0 0,0.000 0.000 16 0,0.000 0.000-16 0,2.000 0.000 0 15,-2.000 1.000 0-15,0.000 0.000 0 16,0.000 0.000-256-16,2.000 0.000-64 0,-1.000 0.000-16 0,-1.000-1.000 0 0,0.000 1.000 528 0,0.000-1.000 0 0,0.000 0.000 0 0,2.000 1.000 0 16,-2.000 0.000 240-16,0.000-1.000 144 0,0.000 0.000 48 0,0.000 1.000 0 15,0.000-1.000-80-15,0.000 0.000-16 0,0.000 0.000 0 0,0.000 0.000 0 16,0.000-1.000-208-16,0.000 0.000-128 0,0.000 1.000 160 0,0.000 0.000-160 15,0.000 0.000 128-15,0.000 0.000-128 0,0.000 0.000 0 0,0.000 0.000-8400 16,0.000 0.000-1760 0</inkml:trace>
  <inkml:trace contextRef="#ctx0" brushRef="#br3">2988.000 5048.000 4607 0,'0.000'0.000'400'0,"0.000"0.000"-400"0,0.000 0.000 0 0,0.000-1.000 0 0,0.000 1.000 384 0,0.000 0.000 0 15,0.000 0.000 0-15,0.000 0.000 0 0,0.000-1.000 880 0,0.000 0.000 160 0,0.000 1.000 48 0,0.000 0.000 0 0,0.000 0.000-448 0,0.000 0.000-64 0,0.000 0.000-32 0,0.000 0.000 0 16,0.000 1.000 160-16,0.000-1.000 48 0,0.000 0.000 0 0,0.000 0.000 0 16,0.000 0.000-272-16,0.000 0.000-48 0,0.000 0.000-16 0,0.000 0.000 0 15,0.000 1.000 0-15,0.000-1.000 0 0,0.000 0.000 0 0,0.000 0.000 0 0,0.000 0.000-272 0,0.000 0.000-48 16,0.000 1.000-16-16,0.000-1.000 0 0,0.000 0.000-144 0,0.000 0.000-48 15,0.000 0.000 0-15,0.000-1.000 0 16,0.000 2.000 368-16,0.000-2.000 64 0,0.000 1.000 0 0,0.000 0.000 16 0,0.000 0.000 160 0,0.000-1.000 16 16,0.000 1.000 16-16,0.000 0.000 0 15,0.000 0.000-256-15,-2.000 0.000-48 0,2.000 0.000-16 0,0.000 0.000 0 0,0.000 1.000-144 0,0.000-1.000-16 16,0.000 0.000-16-16,0.000 0.000 0 0,-1.000-1.000-96 0,1.000 1.000-32 16,-2.000 0.000 0-16,2.000 0.000 0 0,0.000-1.000-96 0,-2.000 1.000 0 0,2.000 0.000-16 0,-1.000 0.000 0 15,1.000 0.000 0-15,0.000 0.000 0 0,-2.000 0.000 0 0,2.000 0.000 0 16,0.000 0.000-176-16,-1.000 0.000 128 0,-1.000 0.000-128 0,2.000-1.000 128 15,0.000 2.000-128-15,-2.000-1.000 0 0,2.000 0.000 0 16,-1.000 1.000 128-16,1.000-1.000-128 0,-2.000 0.000 0 0,2.000 0.000 0 0,-3.000 0.000 0 16,3.000 0.000 0-16,-1.000 0.000 0 0,-1.000 0.000 0 0,2.000 0.000 0 15,-2.000 0.000 0-15,1.000 0.000 0 0,-1.000 1.000 0 0,0.000-1.000 0 16,1.000 0.000 0-16,-2.000 0.000 0 0,1.000 1.000 0 0,0.000 0.000 0 0,1.000-1.000 128 0,-4.000 1.000-128 16,4.000-1.000 0-16,-1.000 1.000 128 0,-1.000-1.000-128 0,1.000 1.000 0 15,-1.000-1.000 0-15,1.000 1.000 128 16,-1.000-1.000-128-16,1.000 1.000 0 0,1.000-1.000 0 0,-4.000 1.000 0 0,4.000-1.000 0 0,-3.000 1.000 0 15,1.000 0.000 0-15,0.000 0.000 0 16,1.000 0.000 0-16,-1.000-1.000 0 0,1.000 1.000 0 0,-1.000 0.000 0 16,0.000 0.000 0-16,0.000-1.000 0 0,1.000 2.000 0 0,-1.000-1.000 0 15,0.000 1.000 0-15,1.000-1.000 0 0,-1.000 0.000 0 0,0.000 1.000 0 0,-2.000-1.000 0 16,2.000 1.000 0-16,0.000-1.000 0 0,0.000 1.000 0 16,-1.000 0.000 0-16,1.000 0.000 0 0,-2.000 0.000 128 0,1.000 0.000-128 0,-1.000 1.000 0 0,3.000-1.000 0 15,-3.000 0.000 0-15,0.000 0.000 0 16,2.000 0.000 0-16,-3.000 0.000 0 0,3.000 1.000 0 0,-2.000-1.000 0 0,0.000 1.000 0 0,0.000 0.000 0 15,1.000 0.000 128-15,-1.000-1.000-128 16,0.000 1.000 0-16,0.000-1.000 0 0,2.000 1.000 0 0,-3.000-1.000 0 16,1.000 1.000 0-16,0.000-1.000 0 0,2.000 1.000 0 0,-1.000-1.000 0 15,-1.000 2.000 0-15,-2.000-2.000 0 0,4.000 0.000 128 0,-2.000 1.000-128 0,1.000-1.000 0 16,-1.000 0.000 0-16,1.000 1.000 0 0,-1.000-1.000 0 0,0.000 0.000 0 0,0.000 2.000 0 16,0.000-2.000 0-16,-2.000 1.000 0 0,2.000-1.000 0 0,0.000 0.000 128 15,0.000 1.000-128-15,-1.000-1.000 0 0,0.000 1.000 0 0,-1.000 0.000 0 16,2.000 1.000 128-16,-2.000-1.000-128 0,2.000-1.000 0 0,0.000 1.000 0 15,-2.000 0.000 0-15,0.000 1.000 0 0,0.000-1.000 0 0,2.000 0.000 0 16,-2.000 2.000 0-16,0.000-2.000 0 0,0.000 1.000 0 0,1.000 0.000 0 16,-2.000 0.000 0-16,3.000-1.000 0 0,-1.000 2.000 0 0,-1.000-1.000 0 15,1.000 0.000 0-15,0.000 0.000 0 0,1.000 0.000 0 0,-2.000 0.000 0 0,1.000 2.000 0 16,0.000-1.000 0-16,-1.000 0.000 0 0,2.000 0.000 0 16,-2.000 0.000 0-16,0.000 1.000 0 0,0.000 0.000 0 0,0.000-1.000 0 0,2.000 1.000 0 15,-2.000 2.000 0-15,-1.000-1.000 0 0,1.000 0.000 0 16,2.000 0.000 0-16,-2.000-1.000 0 0,0.000 0.000 0 0,0.000 1.000 0 0,0.000 0.000 0 0,2.000 0.000 0 15,-1.000-1.000 0-15,-2.000 1.000 0 16,3.000 0.000 0-16,-1.000-1.000 0 0,-2.000 0.000 0 0,3.000 1.000 0 0,0.000-1.000 0 0,0.000-1.000 0 16,-1.000 2.000-128-16,0.000 0.000 128 0,1.000-1.000 0 0,0.000 0.000 0 0,0.000 1.000 0 15,-1.000 1.000 0-15,1.000-1.000 0 0,0.000 0.000 0 0,-1.000 1.000 0 16,1.000-1.000 0-16,-1.000 0.000 0 0,1.000 2.000 0 16,0.000-1.000 0-16,2.000 0.000 0 0,-2.000 1.000 0 0,-1.000-2.000 0 15,1.000 0.000 0-15,0.000 0.000 0 0,0.000 1.000 0 0,2.000-1.000 0 16,-3.000 1.000-128-16,1.000-1.000 128 0,0.000-1.000 0 0,0.000 1.000 0 0,2.000 0.000 0 0,-5.000 0.000 0 15,3.000 1.000 0-15,0.000-1.000 0 16,2.000-2.000 0-16,-3.000 1.000 0 0,1.000 1.000 0 0,0.000 1.000 0 16,-1.000-1.000 0-16,1.000 1.000 0 0,-1.000 1.000 0 0,1.000-1.000 0 0,0.000 0.000 0 15,0.000 1.000 0-15,2.000-1.000 0 0,-3.000 0.000 0 0,1.000 2.000 0 16,0.000-1.000 0-16,0.000-1.000 0 0,2.000 1.000 0 0,-1.000 0.000-128 0,-1.000 0.000 128 16,1.000 0.000 0-16,0.000-1.000 0 0,0.000 1.000 0 0,1.000 0.000 0 0,-3.000-1.000 0 15,4.000 2.000 0-15,-3.000-2.000 0 0,2.000 2.000 0 0,0.000-1.000 0 16,1.000 0.000 0-16,-1.000 1.000 0 0,-1.000-1.000 0 15,0.000 0.000 0-15,1.000 1.000 0 0,1.000-1.000 0 0,-1.000 1.000 0 0,2.000-1.000 0 16,-3.000 0.000 0-16,3.000 0.000-128 0,-1.000-1.000 128 0,-1.000 0.000 0 0,0.000 0.000 0 16,1.000 0.000 0-16,1.000-1.000 0 0,-1.000 1.000 0 0,-1.000 0.000 0 15,1.000 0.000 736-15,1.000 0.000 224 16,-1.000-1.000 32-16,0.000 0.000 16 0,2.000 1.000-816 0,-1.000 0.000-192 0,-1.000 0.000 0 0,2.000 0.000 0 0,-4.000 0.000 0 16,2.000-1.000 0-16,2.000 1.000 0 15,-2.000-1.000 0-15,2.000 1.000 0 0,-1.000 0.000 0 0,-1.000 0.000 0 16,2.000-1.000 0-16,-2.000 2.000 0 0,1.000-1.000 0 0,1.000 0.000 0 15,-2.000 1.000 0-15,2.000-3.000 0 0,0.000 1.000-128 0,-1.000 0.000 128 0,-1.000 1.000 0 32,2.000 0.000-880-32,0.000-2.000-112 0,0.000 3.000-32 0,-2.000-2.000 0 0,2.000 0.000 832 0,0.000 2.000 192 0,0.000-1.000 0 0,0.000-1.000 0 15,-1.000 1.000 768-15,1.000-1.000 192 0,0.000 1.000 32 0,0.000 0.000 16 0,-2.000-1.000-800 16,2.000-1.000-208-16,0.000 1.000 0 0,0.000 0.000 0 0,0.000 0.000 0 16,0.000-7.000 0-16,0.000 0.000 0 0,0.000 0.000 0 15,0.000 0.000 0-15,0.000 35.000 0 0,-3.000-27.000 0 0,3.000-2.000 0 0,0.000-6.000 0 16,0.000 0.000 0-16,0.000 0.000 128 0,0.000 31.000-128 15,0.000-31.000-800 1,0.000 0.000-192-16,0.000 0.000-32 0,0.000 0.000-16 0,0.000 35.000 832 0,0.000-35.000 208 0,0.000 0.000 0 0,0.000 0.000 0 16,-1.000 26.000 0-16,1.000-20.000 0 0,0.000 0.000 0 0,0.000 0.000 0 15,0.000 1.000 0-15,0.000-1.000 0 0,0.000 0.000 0 0,0.000 1.000 0 16,0.000-7.000 0-16,0.000 0.000 0 0,0.000 0.000 0 0,0.000 0.000 0 0,1.000 31.000 704 16,-1.000-26.000 256-16,0.000-5.000 32 0,0.000 0.000 16 15,0.000 0.000-816-15,0.000 0.000-192 0,5.000 32.000 0 0,-4.000-26.000 0 0,-2.000 0.000 0 0,2.000-1.000 0 16,-1.000 1.000 0-16,0.000 0.000 0 0,2.000 0.000 0 0,-2.000 0.000 0 15,2.000 2.000 0-15,-1.000-1.000 0 0,-1.000 0.000 0 0,0.000-7.000-128 16,0.000 0.000 128-16,0.000 0.000 0 0,5.000 34.000 0 0,-5.000-34.000 0 16,0.000 0.000 0-16,0.000 0.000 0 0,5.000 33.000 0 0,-5.000-33.000 0 15,0.000 0.000 0-15,0.000 0.000 0 0,8.000 33.000 0 0,-8.000-33.000 0 16,0.000 0.000 0-16,0.000 0.000 0 16,0.000 0.000-928-16,6.000 38.000-80 0,-6.000-38.000-16 0,0.000 0.000 0 0,0.000 0.000 832 0,0.000 0.000 192 0,10.000 36.000 0 15,-10.000-36.000 0-15,0.000 0.000 0 0,0.000 0.000 0 0,0.000 0.000 0 16,8.000 34.000 0-16,-8.000-34.000 0 0,0.000 0.000 0 0,0.000 0.000 0 0,0.000 0.000 0 15,13.000 36.000 0-15,-13.000-36.000 0 0,0.000 0.000-128 16,0.000 0.000 128-16,0.000 0.000 0 0,12.000 38.000 0 0,-12.000-38.000 0 0,0.000 0.000 0 16,0.000 0.000 0-16,10.000 34.000 0 0,-10.000-34.000 0 0,0.000 0.000 0 15,0.000 0.000 0-15,0.000 0.000 0 0,19.000 39.000 0 0,-19.000-39.000 0 16,0.000 0.000 0-16,0.000 0.000 0 0,0.000 0.000 0 0,18.000 39.000 0 16,-18.000-39.000 0-16,0.000 0.000 0 0,0.000 0.000 0 0,0.000 0.000 0 15,22.000 36.000 0-15,-22.000-36.000 0 0,0.000 0.000 0 0,0.000 0.000 0 16,0.000 0.000 0-16,0.000 0.000 0 0,24.000 39.000 0 0,-24.000-39.000 0 15,0.000 0.000 0-15,0.000 0.000 0 0,0.000 0.000 0 0,0.000 0.000 0 0,0.000 0.000 0 0,27.000 37.000 0 16,-27.000-37.000 0-16,0.000 0.000 0 0,0.000 0.000 0 0,0.000 0.000 0 16,0.000 0.000 0-16,0.000 0.000 0 0,27.000 37.000 0 0,-27.000-37.000 0 15,0.000 0.000 0-15,0.000 0.000 0 16,0.000 0.000 0-16,0.000 0.000 0 0,0.000 0.000 0 0,28.000 32.000 0 16,-28.000-32.000 0-16,0.000 0.000 0 0,0.000 0.000 0 0,0.000 0.000 0 0,0.000 0.000 0 0,0.000 0.000 0 0,27.000 32.000 0 15,-27.000-32.000 0-15,0.000 0.000 0 0,0.000 0.000 0 0,0.000 0.000 0 0,0.000 0.000 0 16,0.000 0.000 0-16,0.000 0.000 0 0,0.000 0.000 0 0,32.000 36.000 0 15,-32.000-36.000 0-15,0.000 0.000 0 16,0.000 0.000 0-16,0.000 0.000 0 0,0.000 0.000 128 0,0.000 0.000-128 16,0.000 0.000 0-16,0.000 0.000 0 0,37.000 32.000 0 0,-37.000-32.000 0 15,0.000 0.000 0-15,0.000 0.000 0 0,0.000 0.000 128 0,0.000 0.000-128 16,0.000 0.000 0-16,0.000 0.000 0 0,30.000 29.000 0 0,-30.000-29.000 0 16,0.000 0.000 0-16,0.000 0.000 0 0,0.000 0.000 0 0,0.000 0.000 0 0,0.000 0.000 0 0,33.000 29.000 0 15,-33.000-29.000 0-15,0.000 0.000 0 0,0.000 0.000 0 0,0.000 0.000 0 16,0.000 0.000 0-16,0.000 0.000 0 0,0.000 0.000 128 0,34.000 27.000-128 15,-34.000-27.000 0-15,0.000 0.000 0 16,0.000 0.000 0-16,0.000 0.000 0 0,0.000 0.000 0 0,0.000 0.000 0 0,0.000 0.000 0 0,0.000 0.000 0 16,36.000 25.000 0-16,-36.000-25.000 0 0,0.000 0.000 0 15,0.000 0.000 0-15,0.000 0.000 128 0,0.000 0.000-128 0,0.000 0.000 0 0,0.000 0.000 0 16,0.000 0.000 0-16,38.000 25.000 0 0,-38.000-25.000 0 0,0.000 0.000 0 0,0.000 0.000 128 0,0.000 0.000-128 16,0.000 0.000 0-16,0.000 0.000 0 15,0.000 0.000 128-15,38.000 22.000-128 0,-38.000-22.000 0 0,0.000 0.000 0 16,0.000 0.000 0-16,0.000 0.000 0 0,0.000 0.000 0 0,0.000 0.000 0 15,37.000 21.000 0-15,-37.000-21.000 0 0,0.000 0.000 0 0,0.000 0.000 0 16,0.000 0.000 0-16,0.000 0.000 0 0,0.000 0.000 0 0,42.000 20.000 0 16,-42.000-20.000 0-16,0.000 0.000 0 0,0.000 0.000 0 0,0.000 0.000 0 15,0.000 0.000 128-15,0.000 0.000-128 0,39.000 18.000 0 0,-39.000-18.000 0 0,0.000 0.000 0 16,0.000 0.000 0-16,0.000 0.000 0 0,0.000 0.000 0 0,0.000 0.000 128 0,0.000 0.000-128 16,39.000 19.000 0-16,-39.000-19.000 0 0,0.000 0.000 0 0,0.000 0.000 0 15,0.000 0.000 0-15,0.000 0.000 0 0,0.000 0.000 0 0,0.000 0.000 0 16,45.000 19.000 0-16,-45.000-19.000 0 0,0.000 0.000 128 0,0.000 0.000-128 15,0.000 0.000 0-15,0.000 0.000 0 0,0.000 0.000 144 0,0.000 0.000-144 16,43.000 17.000 0-16,-43.000-17.000 144 0,0.000 0.000-144 0,0.000 0.000 0 0,0.000 0.000 0 0,0.000 0.000 0 16,0.000 0.000 0-16,0.000 0.000 0 0,40.000 15.000 0 0,-40.000-15.000 0 15,0.000 0.000 0-15,0.000 0.000 0 16,0.000 0.000 0-16,0.000 0.000 0 0,0.000 0.000 0 0,0.000 0.000 0 16,43.000 15.000 0-16,-43.000-15.000 0 0,0.000 0.000 0 0,0.000 0.000 0 15,0.000 0.000 128-15,0.000 0.000-128 0,0.000 0.000 0 0,40.000 11.000 0 16,-40.000-11.000 0-16,0.000 0.000 0 0,0.000 0.000 0 0,0.000 0.000 0 15,0.000 0.000 0-15,0.000 0.000 0 0,40.000 12.000 0 0,-40.000-12.000 0 16,0.000 0.000 0-16,0.000 0.000 0 0,0.000 0.000 0 0,0.000 0.000 0 16,0.000 0.000 0-16,45.000 12.000 0 0,-45.000-12.000 0 0,0.000 0.000 0 0,0.000 0.000 0 0,0.000 0.000 0 15,40.000 9.000 0-15,-40.000-9.000 0 0,0.000 0.000 0 0,0.000 0.000 0 16,0.000 0.000 0-16,45.000 7.000 0 0,-45.000-7.000 128 0,0.000 0.000-128 16,0.000 0.000 0-16,0.000 0.000 0 0,41.000 6.000 0 0,-41.000-6.000 0 15,0.000 0.000 0-15,0.000 0.000 0 0,0.000 0.000 0 0,0.000 0.000 0 16,47.000 5.000 0-16,-47.000-5.000 0 0,0.000 0.000 0 0,0.000 0.000 0 15,0.000 0.000 208-15,0.000 0.000-32 0,48.000 4.000-16 0,-48.000-4.000 0 16,0.000 0.000-160-16,0.000 0.000 0 0,0.000 0.000 144 0,38.000-1.000-144 16,-38.000 1.000 0-16,0.000 0.000 0 0,0.000 0.000 0 0,0.000 0.000 0 0,40.000 0.000 0 15,-40.000 0.000 0-15,0.000 0.000 0 0,0.000 0.000 0 0,0.000 0.000 0 0,0.000 0.000 0 16,45.000 0.000 0-16,-45.000 0.000 0 0,0.000 0.000 0 16,0.000 0.000 0-16,0.000 0.000 0 0,0.000 0.000 0 15,42.000-1.000 0-15,-42.000 1.000 0 0,0.000 0.000 0 0,0.000 0.000 128 0,0.000 0.000-128 0,0.000 0.000 0 16,41.000 0.000 0-16,-41.000 0.000 0 0,0.000 0.000 0 0,0.000 0.000 0 15,0.000 0.000 0-15,0.000 0.000 0 0,40.000-4.000 0 0,-40.000 4.000 0 16,0.000 0.000 0-16,0.000 0.000 0 0,0.000 0.000 0 0,0.000 0.000 0 16,39.000-5.000 0-16,-39.000 5.000 0 0,0.000 0.000 176 0,0.000 0.000-48 15,0.000 0.000 0-15,0.000 0.000 0 0,33.000-7.000-128 0,-33.000 7.000 0 16,0.000 0.000 0-16,0.000 0.000 0 0,0.000 0.000 0 0,0.000 0.000 0 16,32.000-11.000 0-16,-32.000 11.000 0 0,0.000 0.000 0 0,0.000 0.000 0 0,0.000 0.000 128 0,0.000 0.000-128 15,29.000-9.000 0-15,-29.000 9.000 0 16,0.000 0.000 0-16,0.000 0.000 0 0,0.000 0.000 0 0,0.000 0.000 0 0,33.000-14.000 128 15,-33.000 14.000-128-15,0.000 0.000 0 0,0.000 0.000 0 0,0.000 0.000 0 16,0.000 0.000 0-16,28.000-12.000 0 0,-28.000 12.000 0 0,0.000 0.000 0 16,0.000 0.000 0-16,0.000 0.000 0 0,0.000 0.000 0 0,30.000-14.000 0 0,-30.000 14.000 0 15,0.000 0.000 0-15,0.000 0.000 0 0,0.000 0.000 0 0,0.000 0.000 0 16,29.000-13.000 0-16,-29.000 13.000 0 0,0.000 0.000 0 0,0.000 0.000 0 16,0.000 0.000 0-16,0.000 0.000 0 0,30.000-14.000 0 0,-30.000 14.000 0 0,0.000 0.000 0 15,0.000 0.000 0-15,0.000 0.000 0 0,0.000 0.000 0 0,0.000 0.000 0 16,29.000-13.000 0-16,-29.000 13.000 128 0,0.000 0.000-128 0,0.000 0.000 0 15,0.000 0.000 0-15,0.000 0.000 0 0,31.000-16.000 0 16,-31.000 16.000 0-16,0.000 0.000 0 0,0.000 0.000 0 0,0.000 0.000 0 16,27.000-12.000 0-16,-27.000 12.000 0 0,0.000 0.000 0 0,0.000 0.000 0 0,0.000 0.000 0 0,27.000-14.000 0 15,-27.000 14.000 0-15,0.000 0.000 0 16,0.000 0.000 0-16,0.000 0.000 0 0,30.000-15.000 0 0,-30.000 15.000 0 0,0.000 0.000 0 0,0.000 0.000 0 0,0.000 0.000 0 16,29.000-13.000 0-16,-29.000 13.000 0 15,0.000 0.000 0-15,0.000 0.000 0 0,0.000 0.000 0 0,29.000-13.000 0 16,-29.000 13.000 0-16,0.000 0.000 0 0,0.000 0.000 0 0,0.000 0.000 0 0,30.000-16.000 0 0,-30.000 16.000 0 15,0.000 0.000 0-15,0.000 0.000 0 0,24.000-13.000 0 0,-24.000 13.000 0 0,0.000 0.000 0 16,0.000 0.000 0-16,24.000-14.000 0 0,-24.000 14.000 0 16,0.000 0.000 0-16,0.000 0.000 0 0,23.000-14.000 0 0,-23.000 14.000 0 15,0.000 0.000 0-15,0.000 0.000 0 0,20.000-17.000 0 16,-20.000 17.000 128-16,0.000 0.000-128 0,0.000 0.000 0 0,21.000-17.000 0 0,-21.000 17.000 0 16,0.000 0.000 0-16,0.000 0.000 0 0,21.000-17.000 0 0,-21.000 17.000 0 15,0.000 0.000 128-15,16.000-17.000-128 0,-16.000 17.000 0 0,0.000 0.000 0 16,19.000-17.000 0-16,-19.000 17.000 0 0,0.000 0.000 0 0,19.000-18.000 0 0,-19.000 18.000 0 15,10.000-12.000 0-15,-10.000 12.000 0 16,0.000 0.000 128-16,18.000-17.000-128 0,-18.000 17.000 0 0,0.000 0.000 0 16,14.000-14.000 0-16,-14.000 14.000 0 0,0.000 0.000 0 0,15.000-16.000 0 0,-15.000 16.000 0 0,0.000 0.000 0 15,14.000-17.000 0-15,-14.000 17.000 0 0,0.000 0.000 0 0,14.000-17.000 0 16,-14.000 17.000 0-16,11.000-14.000 0 0,-11.000 14.000 0 0,9.000-14.000 0 16,-9.000 14.000 0-16,9.000-11.000 0 0,-9.000 11.000 0 0,8.000-13.000 0 0,-8.000 13.000 0 0,0.000 0.000 0 0,14.000-18.000 0 15,-11.000 12.000 0 1,-1.000 0.000 0-16,3.000 1.000 0 0,-5.000 5.000 0 0,13.000-14.000 0 0,-13.000 14.000 0 0,9.000-12.000 0 0,-9.000 12.000 0 15,10.000-13.000 0 1,-10.000 13.000 0-16,11.000-12.000 0 0,-11.000 12.000 128 0,8.000-13.000-128 0,-8.000 13.000 0 16,7.000-11.000 0-16,-7.000 11.000 0 0,9.000-13.000 0 0,-9.000 13.000 0 15,0.000 0.000 0-15,10.000-16.000 0 0,-10.000 16.000 0 16,0.000 0.000 0-16,14.000-16.000 0 0,-14.000 16.000 0 0,0.000 0.000 0 16,12.000-16.000 0-16,-12.000 16.000 0 0,0.000 0.000 0 0,12.000-17.000 0 15,-12.000 17.000 0-15,7.000-13.000 0 0,-7.000 13.000 0 0,6.000-12.000 0 0,-6.000 12.000 0 16,8.000-13.000 0-16,-8.000 13.000 0 0,5.000-10.000 0 0,-5.000 10.000 0 0,5.000-13.000 0 15,-4.000 7.000 0-15,1.000 0.000 0 16,1.000-2.000 0-16,-1.000 2.000 0 0,-2.000 6.000 0 0,4.000-11.000 0 0,-4.000 11.000 0 0,5.000-12.000 0 16,-3.000 6.000 0-16,-2.000 6.000 0 0,3.000-12.000 0 0,-1.000 7.000 0 15,-1.000-1.000 128-15,1.000 0.000-128 0,-2.000 6.000 0 0,5.000-12.000 0 16,-3.000 6.000 0-16,0.000 0.000 0 0,0.000 1.000 0 0,-1.000 0.000 0 16,1.000 0.000 0-16,-2.000-2.000 0 0,3.000 1.000 0 0,-1.000 1.000 0 15,-2.000 0.000 0-15,3.000 1.000 0 0,-3.000-1.000 0 0,2.000-1.000 0 16,0.000 1.000 0-16,-1.000 0.000 0 0,1.000-1.000 0 0,-2.000-1.000 0 15,4.000 2.000 0-15,-4.000 0.000 0 0,2.000 1.000 128 0,-1.000-1.000-128 0,-1.000 0.000 128 0,2.000 1.000-128 16,0.000-1.000 0-16,-1.000 0.000 0 16,1.000-1.000 128-16,-2.000 0.000-128 0,3.000 2.000 0 0,-3.000-1.000 0 0,2.000 0.000 0 15,0.000 0.000 0-15,-1.000 0.000 0 0,1.000 1.000 0 0,-2.000 2.000 0 16,0.000-1.000 0-16,2.000-1.000 0 0,-2.000 0.000 0 0,2.000-2.000 0 0,0.000 0.000 0 16,-1.000 0.000 0-16,1.000 1.000 0 0,0.000-2.000 0 0,-1.000 1.000 0 15,1.000 2.000 0-15,-2.000-1.000 0 0,3.000-2.000 0 0,-3.000 2.000 0 16,2.000 0.000 0-16,0.000 0.000 0 0,-1.000 1.000 0 0,1.000-2.000 0 0,0.000 2.000 0 15,-2.000-1.000 0-15,0.000 0.000 0 0,2.000 1.000 0 0,0.000 0.000 0 16,-1.000-2.000 0-16,1.000 2.000 0 0,-2.000-1.000 0 16,2.000 1.000 0-16,-1.000 0.000 0 0,-1.000 0.000 0 0,2.000 0.000 0 0,-2.000-1.000 0 0,2.000 1.000 0 15,-1.000-1.000 0-15,-1.000-1.000 0 0,0.000 1.000 0 0,0.000-1.000 0 16,2.000 2.000 0-16,-2.000-1.000 0 16,0.000-1.000 0-16,0.000 1.000 0 0,2.000 0.000 0 0,-2.000-1.000 0 0,1.000-1.000 0 15,-1.000 2.000 0-15,0.000-1.000 0 0,0.000 0.000 0 16,0.000-1.000 0-16,0.000 1.000 0 0,0.000 0.000 128 0,0.000 0.000-128 15,0.000 0.000 128-15,-1.000 0.000-128 0,1.000 1.000 192 0,-2.000-1.000-64 0,2.000 0.000 784 0,0.000-1.000 160 0,0.000 1.000 16 16,-2.000 0.000 16-16,2.000 0.000-832 0,0.000 0.000-272 16,0.000 0.000 160-16,-1.000 0.000-160 0,-1.000-3.000 0 0,2.000 2.000 128 15,0.000-1.000-128-15,0.000-1.000 0 0,-2.000 1.000 0 0,2.000 1.000 0 0,0.000 0.000 0 16,-1.000 1.000 0 0,1.000-1.000-736-16,-2.000-1.000-224 0,2.000 1.000-64 0,-2.000 0.000 0 0,2.000 2.000 1648 0,-1.000-2.000 320 0,-1.000 1.000 64 0,2.000-1.000 16 15,0.000 2.000-832-15,0.000-2.000-192 0,-2.000 1.000 0 16,2.000-1.000 0-16,-2.000 1.000-768 15,0.000-2.000-192-15,2.000 3.000-32 0,-1.000-1.000-16 0,-1.000-1.000 816 0,0.000 0.000 192 16,2.000 0.000 0-16,-1.000-1.000 0 0,-1.000-1.000 0 0,0.000 1.000 0 0,2.000 0.000 0 0,-1.000 0.000 0 16,-1.000 1.000 0-16,2.000 0.000 0 0,-2.000 0.000 0 0,2.000 0.000 0 0,-1.000 1.000 0 15,-1.000-2.000 0 1,2.000 2.000 0-16,-2.000 1.000 0 0,2.000-1.000 0 0,-4.000 1.000 0 0,4.000-2.000 0 16,-3.000 2.000 0-16,3.000 0.000 0 0,-2.000 0.000 160 0,1.000-1.000-160 0,-1.000 2.000 192 0,0.000-1.000-64 0,2.000 0.000-128 15,-1.000 0.000 192-15,-1.000-1.000-64 0,0.000 1.000-128 16,2.000 0.000 128-16,-3.000 0.000-128 0,3.000-1.000 128 15,0.000 1.000-128-15,-4.000-1.000 0 0,4.000 0.000 0 0,-2.000-1.000 0 0,1.000 2.000 0 0,-1.000 0.000 0 16,0.000 0.000 0-16,1.000 0.000 0 0,-1.000-2.000 0 16,2.000 2.000 0-16,-2.000 0.000 128 0,1.000 0.000-128 0,-1.000 1.000 0 15,0.000-3.000 0-15,2.000 2.000 0 0,-3.000-1.000 0 0,3.000 2.000 0 16,-2.000-2.000 128-16,0.000 1.000-128 0,0.000 0.000 0 0,2.000-1.000 0 16,-3.000-1.000 0-16,3.000 1.000 128 0,-2.000 1.000-128 0,2.000 0.000 0 0,-1.000 1.000 0 0,-1.000-2.000 0 15,0.000 2.000 0-15,2.000-1.000 0 16,-3.000 0.000 0-16,1.000 0.000 0 0,2.000-1.000 0 0,-1.000 1.000 0 0,-1.000-1.000 0 0,0.000 2.000 0 15,0.000-1.000 0-15,0.000 1.000 144 0,2.000-1.000-144 16,-3.000 1.000 160-16,1.000-1.000-160 0,2.000-1.000 192 0,-3.000 2.000-64 0,1.000-1.000-128 16,1.000 0.000 192-16,-1.000 0.000-192 0,0.000 0.000 144 0,-1.000 0.000-144 15,1.000 0.000 128-15,0.000 1.000-128 0,-1.000 0.000 192 16,1.000 0.000-192-16,0.000-2.000 192 0,-1.000 2.000-192 0,1.000-2.000 192 16,-1.000 2.000-192-16,0.000-1.000 192 0,-1.000-1.000-192 0,0.000 1.000 0 15,1.000 1.000 144-15,0.000-1.000-144 0,-1.000-1.000 0 0,1.000 1.000 128 0,0.000 1.000-128 0,-3.000-1.000 0 16,4.000 0.000 0-16,-1.000 0.000 144 0,0.000 1.000-144 0,-1.000-1.000 0 0,1.000 1.000 144 15,-2.000 0.000-144 1,1.000-1.000 0-16,1.000 0.000 144 0,-1.000 0.000-144 0,1.000 1.000 0 16,-2.000-1.000 144-16,2.000-2.000-144 0,-2.000 2.000 128 0,-1.000-1.000-128 15,3.000 1.000 160-15,-1.000 0.000-160 0,-1.000-1.000 128 0,1.000 0.000-128 0,-2.000 1.000 0 0,1.000-1.000 144 16,1.000 0.000-144-16,-1.000 1.000 160 0,1.000-1.000-160 16,-2.000 1.000 160-16,1.000-2.000-160 0,0.000 1.000 0 0,0.000 1.000 144 0,0.000 1.000-144 15,1.000-1.000 0-15,-1.000 0.000 0 0,1.000 0.000 0 0,-1.000 0.000 128 16,2.000 0.000-128-16,0.000 1.000 0 0,-3.000-3.000 0 0,3.000 3.000 0 15,-1.000 0.000 0-15,1.000 0.000 0 0,-2.000 1.000 0 0,2.000-2.000 0 16,0.000 2.000 0-16,0.000 1.000 0 0,-2.000-2.000 0 0,3.000 1.000 0 16,-3.000-1.000 0-16,2.000 1.000 0 0,0.000 0.000 0 0,-3.000-2.000 0 15,3.000 0.000 0-15,-2.000 1.000 0 0,1.000 0.000 0 0,1.000 1.000 0 16,-3.000 0.000 0-16,3.000-2.000 144 0,-2.000 1.000-144 0,2.000 0.000 0 16,-2.000 0.000 128-16,0.000 1.000-128 0,1.000 0.000 0 0,-1.000-3.000 0 0,-2.000 2.000 128 15,1.000-1.000-128-15,-2.000 1.000 0 0,1.000 0.000 0 16,1.000-1.000 0-16,-2.000 1.000 0 0,2.000-1.000 0 0,-1.000 1.000 0 0,1.000-1.000 0 15,-2.000 0.000 0-15,3.000 1.000 0 0,0.000 1.000 0 0,0.000-1.000 0 16,-2.000 0.000 0-16,2.000 0.000 0 0,-2.000-1.000 0 0,4.000 2.000 0 16,-2.000-1.000 0-16,-1.000 0.000 0 0,-1.000 0.000 0 0,3.000 1.000 0 0,-3.000-1.000 0 15,-1.000-1.000 0-15,2.000 1.000 0 0,-1.000 0.000 0 0,0.000 0.000 0 16,0.000-1.000 0-16,-1.000 0.000 0 0,-3.000 1.000 0 0,3.000-1.000 0 16,0.000 0.000 0-16,-2.000 1.000 0 0,1.000 0.000 0 0,-1.000-1.000 0 0,0.000 0.000 0 15,2.000 1.000 0-15,-1.000 0.000 0 0,1.000 0.000 0 0,1.000-1.000 0 16,-2.000 1.000 0-16,1.000 0.000 0 0,1.000 0.000 0 15,-2.000 1.000 0-15,1.000-2.000 0 0,1.000 0.000 0 0,0.000 2.000 0 16,0.000-1.000 0-16,-1.000 1.000 0 0,0.000 0.000 0 0,0.000 0.000 0 16,0.000 0.000 0-16,0.000-1.000 0 0,0.000 1.000 0 0,0.000 0.000 0 15,0.000 0.000 0-15,0.000 0.000 0 0,0.000 1.000 0 0,-1.000-1.000 0 16,2.000 1.000-128-16,-1.000 1.000 128 0,1.000-2.000 0 0,-2.000 1.000 0 0,1.000 1.000-160 16,-1.000-1.000 160-16,1.000 1.000-128 0,1.000-1.000 128 0,-2.000 1.000-160 15,-1.000 0.000 160-15,3.000 0.000 0 0,-2.000 0.000-144 0,1.000-1.000 144 0,0.000 1.000 0 16,-1.000 0.000 0-16,0.000 0.000-128 0,3.000 0.000 128 0,-2.000 0.000 0 15,0.000 0.000 0-15,1.000-1.000-128 0,-2.000-1.000 128 0,1.000 1.000 0 16,1.000 1.000-144-16,-2.000-1.000 144 0,1.000 0.000-160 0,1.000 0.000 160 16,-2.000 1.000 0-16,1.000-1.000-144 0,0.000 1.000 144 0,-1.000-1.000 0 15,0.000 1.000 0-15,3.000 0.000 0 0,-3.000 0.000 0 0,2.000 0.000-128 0,-1.000 1.000 128 0,0.000-1.000 0 16,0.000 0.000 0-16,1.000 1.000 0 16,0.000-2.000 0-16,0.000 1.000 0 0,1.000 1.000 0 0,-1.000 0.000 0 0,0.000-1.000 0 15,0.000 0.000 0-15,2.000 1.000 0 0,0.000-1.000 0 0,-1.000 0.000 0 16,0.000 0.000 0-16,1.000 1.000 0 0,0.000-1.000 0 0,0.000 0.000 0 0,-1.000 0.000 0 0,1.000 0.000 0 15,0.000 0.000 0 1,0.000 0.000 0-16,-1.000 0.000 0 0,1.000 0.000 0 0,0.000 0.000 0 16,-1.000 1.000 0-16,3.000-1.000 0 0,-3.000 0.000 0 0,2.000 0.000 0 0,-1.000 1.000 0 0,0.000-1.000 0 0,1.000 0.000 0 15,-1.000 1.000 0-15,0.000-1.000 0 0,0.000 1.000 0 0,2.000-1.000 0 16,-2.000-1.000 0-16,2.000 0.000 0 0,-3.000 2.000 0 0,3.000-1.000 0 0,-1.000 1.000 0 16,1.000-1.000 0-16,-2.000 1.000 0 15,2.000-1.000 0-15,-3.000 1.000 0 0,4.000 0.000 0 0,-3.000-1.000 0 16,2.000 1.000 0-16,-2.000-1.000 0 0,2.000 1.000 0 0,-1.000 0.000 0 0,0.000-1.000 0 15,1.000 1.000 0-15,0.000 0.000 0 0,-1.000-1.000 0 0,1.000 1.000 0 16,0.000-1.000 0-16,-1.000 0.000 0 0,0.000 1.000 0 0,1.000-1.000 0 16,0.000 0.000 0-16,-1.000 1.000 0 0,1.000-1.000 0 0,0.000 0.000 0 15,-1.000 0.000 0-15,0.000 1.000 0 0,1.000-1.000 0 0,1.000 1.000 0 16,-1.000 0.000 0-16,0.000-1.000 0 0,0.000 1.000 0 0,-2.000 0.000 0 16,2.000 0.000 0-16,1.000 0.000 0 0,-3.000 0.000 0 0,2.000-1.000 0 0,0.000 1.000 0 15,1.000 0.000 0-15,-1.000 1.000 0 0,-1.000-1.000 0 0,0.000 0.000 0 0,1.000 1.000 0 16,1.000-1.000 0-16,-1.000 0.000 0 0,0.000 0.000-128 15,1.000 0.000 128-15,-1.000 1.000 0 0,0.000-1.000 0 0,0.000 0.000 0 16,0.000 0.000 0-16,-1.000 0.000 0 0,3.000 0.000 0 0,-4.000 0.000 0 16,3.000 0.000 0-16,-4.000-1.000 0 0,3.000 2.000 0 0,1.000-1.000 0 0,-1.000 1.000 0 0,0.000-1.000 0 0,-2.000 0.000 0 15,3.000 0.000 0-15,-4.000 0.000 0 0,3.000 0.000 0 16,1.000 0.000 0-16,-1.000 0.000 0 16,0.000 0.000 0-16,0.000 1.000 0 0,-1.000-1.000 0 0,1.000 0.000 0 15,0.000 0.000 0-15,0.000 0.000 0 0,0.000 0.000 0 0,-1.000 0.000 0 16,3.000 1.000 0-16,-2.000 0.000 0 0,-1.000-1.000 0 0,1.000 1.000 0 15,0.000-1.000 0-15,0.000 0.000 0 0,0.000 0.000 0 0,-2.000 0.000 0 0,3.000 1.000 0 16,-1.000-1.000 0-16,-2.000 0.000 0 0,-1.000 0.000 0 0,1.000 1.000-288 16,0.000 0.000 32-16,0.000 1.000 0 0,-4.000 0.000 0 15,1.000 1.000-640-15,-2.000 3.000-128 0,-4.000 1.000-32 0,-4.000 5.000-18752 16</inkml:trace>
  <inkml:trace contextRef="#ctx0" brushRef="#br3">2553.000 4689.000 17503 0,'0.000'-1.000'1552'0,"0.000"0.000"-1232"0,0.000 0.000-320 0,0.000 1.000 0 0,0.000 0.000 1024 16,-2.000-1.000 160-16,2.000 0.000 32 0,-1.000 0.000 0 0,-1.000-1.000 1680 0,0.000-2.000 352 0,-1.000 3.000 64 0,3.000-1.000 16 0,-2.000 1.000-1536 0,1.000 0.000-288 0,-1.000 0.000-64 0,2.000 1.000-16 16,-4.000 0.000-720-16,4.000-1.000-128 0,-2.000 1.000-48 0,-1.000 0.000 0 15,1.000 0.000-256-15,1.000 0.000-48 0,-3.000 0.000-16 0,-1.000 1.000 0 16,2.000 1.000-80-16,-4.000 0.000 0 0,2.000 0.000-128 0,-2.000 2.000 192 16,0.000 0.000-192-16,-2.000 1.000 0 0,1.000 1.000 0 0,-3.000 1.000 0 15,1.000 0.000 0-15,2.000 0.000 0 0,-3.000 0.000 0 0,3.000 1.000 0 0,0.000 1.000 0 0,-3.000-1.000 0 16,4.000 2.000 0-16,-2.000-1.000 0 0,4.000-1.000 0 0,-1.000-1.000-128 15,1.000 1.000 128-15,0.000 2.000 0 16,-1.000-1.000 0-16,1.000-1.000 0 0,0.000 2.000-128 0,2.000-1.000 128 16,0.000 2.000 0-16,-2.000-2.000 0 0,2.000-1.000-128 0,1.000 1.000 128 0,1.000-1.000 0 0,-1.000-1.000 0 15,0.000 1.000 0-15,2.000-2.000 0 0,0.000 0.000-128 0,0.000 0.000 128 16,0.000 0.000 0-16,0.000-1.000 0 0,0.000 0.000 0 0,0.000-1.000-128 16,2.000 0.000 128-16,-2.000-1.000 0 0,2.000 2.000 0 0,-1.000-2.000 0 15,-1.000-1.000 0-15,2.000 1.000 0 0,1.000-1.000 0 0,0.000 0.000-128 16,-1.000 0.000 128-16,1.000 0.000 0 0,0.000-1.000 0 0,2.000 0.000 0 0,-2.000 2.000 0 15,2.000-2.000 0-15,1.000 0.000 0 0,-1.000 0.000 0 0,0.000 1.000 0 0,0.000-1.000 0 16,1.000-1.000 0-16,0.000 1.000 0 0,1.000-1.000 0 0,0.000 0.000 0 16,0.000 0.000 0-16,1.000 0.000 0 0,-3.000 1.000 128 0,0.000-2.000-128 15,-5.000 1.000 0-15,0.000 0.000 0 0,0.000 0.000 0 0,30.000-1.000 0 16,-30.000 1.000 0-16,0.000 0.000 0 0,0.000 0.000 0 0,27.000-2.000 0 16,-20.000 0.000 0-16,-2.000 1.000 0 0,2.000-2.000 0 0,0.000 1.000 0 15,-2.000 0.000 0-15,0.000 0.000 128 0,0.000 1.000-128 0,-1.000-1.000 0 16,1.000-1.000 128-16,-2.000 1.000 0 0,1.000 1.000-128 0,-3.000 0.000 192 0,3.000-1.000-192 0,-1.000 0.000 0 15,1.000 0.000 128-15,-2.000 0.000-128 16,1.000 0.000 0-16,-1.000 1.000 0 0,-1.000-1.000 0 0,1.000 1.000 0 0,-2.000 1.000 0 0,2.000-1.000 128 16,-2.000 0.000-128-16,0.000 1.000 0 0,0.000 0.000 0 0,0.000 0.000 0 15,0.000 0.000 0-15,-2.000 0.000 0 0,2.000 0.000 0 0,-3.000 1.000 0 16</inkml:trace>
  <inkml:trace contextRef="#ctx0" brushRef="#br3">2991.000 5082.000 9215 0,'0.000'0.000'816'0,"0.000"0.000"-656"0,0.000 0.000-160 15,0.000 0.000 0-15,0.000 0.000 768 0,0.000 0.000 128 0,0.000 0.000 32 0,0.000 0.000 0 0,0.000 0.000 672 0,0.000 0.000 144 0,0.000 0.000 32 0,0.000 0.000 0 0,0.000 0.000-384 0,0.000 0.000-80 0,0.000 0.000-16 0,0.000 0.000 0 16,0.000 0.000-16-16,0.000 1.000-16 0,0.000-1.000 0 0,3.000 0.000 0 0,-3.000 0.000-176 0,0.000 0.000-16 31,0.000 1.000-16-31,0.000-1.000 0 0,0.000 1.000-416 0,0.000-1.000-96 0,0.000-1.000-16 0,0.000 1.000 0 16,0.000 1.000-528-16,0.000-1.000 0 0,0.000 1.000 0 0,0.000 1.000-144 0,2.000-1.000 16 0,-2.000-1.000 0 16,0.000 1.000 0-16,0.000 0.000 0 15,1.000 1.000 128-15,-1.000 1.000-160 0,0.000-3.000 160 0,0.000 0.000-160 0,0.000 0.000 160 0,0.000 0.000 0 16,0.000 0.000 0-16,15.000 38.000 0 15,-15.000-38.000 0-15,0.000 0.000 0 0,0.000 0.000 144 0,14.000 39.000-144 0,-14.000-39.000 192 0,0.000 0.000-192 0,0.000 0.000 192 0,16.000 43.000-192 16,-16.000-43.000 128-16,0.000 0.000-128 0,10.000 34.000 0 0,-10.000-34.000 0 31,0.000 0.000 0-31,10.000 36.000 0 0,-10.000-36.000 128 0,0.000 0.000-128 0,9.000 40.000 208 0,-9.000-40.000-16 0,0.000 0.000 0 0,6.000 41.000 0 16,-6.000-41.000 368-16,0.000 0.000 64 0,5.000 37.000 16 0,-5.000-37.000 0 16,0.000 0.000-496-16,5.000 37.000-144 0,-5.000-37.000 0 0,0.000 0.000 0 15,5.000 37.000 0-15,-5.000-37.000 0 0,0.000 0.000 0 16,5.000 34.000 0-16,-5.000-34.000 0 0,0.000 0.000 0 0,4.000 30.000 0 0,-4.000-30.000 0 15,0.000 0.000 0-15,0.000 0.000 0 0,5.000 37.000 0 16,-5.000-37.000 0-16,0.000 0.000 0 0,0.000 0.000 0 16,5.000 31.000 0-16,-5.000-31.000 0 0,0.000 0.000 0 0,0.000 0.000 0 0,3.000 31.000 0 0,-3.000-31.000 0 0,0.000 0.000 0 0,0.000 0.000 0 15,2.000 29.000 0-15,-2.000-29.000 0 0,0.000 0.000 0 0,0.000 24.000 0 16,0.000-24.000 0-16,0.000 0.000 0 0,0.000 0.000 0 0,1.000 30.000 0 16,-1.000-30.000 0-16,0.000 0.000 0 0,0.000 0.000 0 0,0.000 0.000 0 15,4.000 30.000 0-15,-4.000-30.000 0 0,0.000 0.000 0 0,0.000 0.000 0 16,0.000 0.000 0-16,4.000 29.000 0 0,-4.000-29.000 0 0,0.000 0.000 0 31,0.000 0.000 0-31,0.000 0.000 0 0,4.000 32.000 0 0,-4.000-32.000 0 0,0.000 0.000 0 0,0.000 0.000 0 0,0.000 0.000 0 0,3.000 29.000 0 31,-3.000-29.000 0-31,0.000 0.000 0 0,0.000 0.000 0 0,0.000 0.000 0 16,6.000 32.000 0-16,-6.000-32.000 0 0,0.000 0.000 0 0,0.000 0.000 0 0,0.000 0.000 0 0,0.000 0.000 0 16,5.000 35.000 0-16,-5.000-35.000 0 0,0.000 0.000 0 0,0.000 0.000 0 15,0.000 0.000 0-15,6.000 28.000 0 0,-6.000-28.000 0 0,0.000 0.000 0 16,0.000 0.000 0-16,0.000 0.000 0 0,0.000 0.000 0 0,5.000 31.000 0 15,-5.000-31.000 0-15,0.000 0.000 0 0,0.000 0.000 0 0,0.000 0.000 0 16,0.000 0.000 0-16,0.000 0.000 0 0,8.000 35.000 0 0,-8.000-35.000 0 16,0.000 0.000 0-16,0.000 0.000 0 0,0.000 0.000 0 0,0.000 0.000 0 15,0.000 0.000 0-15,0.000 0.000 0 0,10.000 32.000 0 0,-10.000-32.000 0 16,0.000 0.000 0-16,0.000 0.000 0 0,0.000 0.000 0 0,0.000 0.000 0 16,6.000 30.000 0-16,-6.000-30.000 0 0,0.000 0.000 0 0,0.000 0.000 0 0,0.000 0.000 0 0,0.000 0.000 0 15,10.000 29.000 0-15,-10.000-29.000 0 0,0.000 0.000 0 0,0.000 0.000 0 16,0.000 0.000-128-16,0.000 0.000 128 0,0.000 0.000 0 0,8.000 31.000 0 15,-8.000-31.000 0-15,0.000 0.000 0 0,0.000 0.000 0 0,0.000 0.000 0 16,0.000 0.000 0-16,0.000 0.000 0 0,0.000 0.000 0 0,10.000 32.000 0 16,-10.000-32.000 0-16,0.000 0.000 0 0,0.000 0.000 0 0,0.000 0.000 0 15,0.000 0.000 0-15,0.000 0.000 0 0,0.000 0.000 0 0,0.000 0.000 0 16,14.000 33.000 0-16,-14.000-33.000 0 0,0.000 0.000 0 0,0.000 0.000 0 16,0.000 0.000 0-16,0.000 0.000 0 0,0.000 0.000 0 0,8.000 31.000 0 15,-8.000-31.000 0-15,0.000 0.000 0 0,0.000 0.000 0 0,0.000 0.000 0 16,0.000 0.000 0-16,0.000 0.000 0 0,0.000 0.000 0 0,0.000 0.000 0 0,14.000 32.000 0 0,-14.000-32.000 0 15,0.000 0.000 0-15,0.000 0.000 0 0,0.000 0.000 0 0,0.000 0.000 0 16,0.000 0.000 0-16,0.000 0.000 0 0,0.000 0.000 0 0,0.000 0.000 0 16,0.000 0.000 0-16,0.000 0.000 0 0,0.000 0.000 0 0,0.000 0.000 0 15,0.000 0.000 0-15,0.000 0.000 0 0,0.000 0.000 0 0,13.000 31.000 0 16,-13.000-31.000 0-16,0.000 0.000 0 0,0.000 0.000 0 0,0.000 0.000 0 16,0.000 0.000 0-16,0.000 0.000 0 0,0.000 0.000 0 0,0.000 0.000 0 15,0.000 0.000 0-15,0.000 0.000 0 0,0.000 0.000 0 0,0.000 0.000 0 16,0.000 0.000 0-16,0.000 0.000 0 0,0.000 0.000 0 0,0.000 0.000 0 15,0.000 0.000 0-15,0.000 0.000 0 0,16.000 32.000 0 0,-16.000-31.000 0 16,0.000-1.000 0-16,0.000 0.000 0 0,0.000 0.000 0 0,0.000 0.000 0 16,0.000 0.000 0-16,0.000 0.000 0 0,0.000 0.000 0 0,0.000 0.000 0 0,0.000 0.000 0 15,0.000 0.000 0-15,0.000 0.000 128 0,0.000 0.000-128 0,0.000 0.000 0 0,0.000 0.000 0 16,0.000 0.000 128-16,0.000 0.000-128 0,0.000 0.000 0 0,0.000 0.000 0 16,0.000 0.000 0-16,0.000 0.000 0 15,0.000 0.000 0-15,0.000 0.000 0 0,0.000 0.000 0 0,0.000 0.000 0 0,0.000 0.000 0 16,13.000 31.000 0-16,-13.000-31.000 0 0,0.000 0.000 0 0,0.000 0.000 0 15,0.000 0.000 256-15,0.000 0.000-48 0,0.000 0.000-16 16,0.000 0.000 528-16,0.000 0.000 112 0,0.000 0.000 0 0,0.000 0.000 16 0,0.000 0.000-656 0,0.000 0.000-192 0,0.000 0.000 0 16,0.000 0.000 128-16,0.000 0.000 64 0,0.000 0.000 32 15,0.000 0.000 0-15,0.000 0.000 0 0,0.000 0.000-224 0,0.000 0.000 176 16,0.000 0.000-176-16,0.000 0.000 160 0,0.000 0.000-160 0,0.000 0.000 0 16,0.000 0.000 0-16,0.000 0.000 0 0,0.000 0.000 0 0,0.000 0.000 0 0,0.000 0.000 0 0,0.000 0.000 0 15,0.000 0.000 0-15,0.000 0.000 0 16,0.000 0.000 0-16,0.000 0.000 0 0,0.000 0.000 0 0,0.000 0.000 0 0,0.000 0.000 0 0,0.000 0.000 0 15,0.000 0.000-208-15,0.000 0.000-32 0</inkml:trace>
  <inkml:trace contextRef="#ctx0" brushRef="#br3">2812.000 5733.000 11055 0,'-2.000'-1.000'480'0,"2.000"0.000"112"0,-1.000 0.000-464 0,-1.000 0.000-128 0,2.000 0.000 0 0,0.000 1.000 0 0,0.000-1.000 640 0,0.000 0.000 128 0,0.000 0.000 0 0,-2.000-1.000 16 0,2.000 0.000 1776 0,-1.000 0.000 368 0,-1.000 0.000 64 0,2.000 0.000 16 16,0.000-1.000-1504-1,0.000 2.000-288-15,0.000-1.000-64 0,-3.000 1.000-16 0,3.000 0.000-16 0,0.000 0.000 0 16,0.000 0.000 0-16,0.000 1.000 0 0,3.000-1.000-160 0,-3.000 1.000-48 0,0.000 0.000 0 0,0.000 0.000 0 16,0.000 0.000-288-16,0.000 0.000-64 15,0.000 0.000-16-15,0.000 0.000 0 0,2.000 0.000-368 0,-1.000 0.000-176 0,-1.000 1.000 160 0,2.000-1.000-160 16,0.000 0.000 0-16,-1.000 1.000 0 15,-1.000-1.000 0-15,0.000 0.000 0 0,0.000 0.000 0 0,0.000 0.000 0 0,0.000 0.000 0 0,0.000 0.000 0 16,0.000 0.000 0-16,0.000 0.000 128 16,0.000 0.000-128-16,34.000 27.000 0 0,-34.000-27.000 0 0,0.000 0.000 128 15,0.000 0.000-128-15,0.000 0.000 0 0,0.000 0.000 0 0,24.000 41.000 0 16,-24.000-41.000 0-16,0.000 0.000 0 0,11.000 30.000 0 0,-11.000-30.000 0 16,0.000 0.000 0-16,8.000 36.000 0 0,-8.000-36.000 0 0,3.000 25.000 0 0,-3.000-25.000 0 15,2.000 25.000 0-15,-2.000-13.000 0 0,0.000 0.000 0 0,0.000-2.000 0 16,0.000 1.000 0-16,0.000-2.000 0 0,0.000-1.000 0 0,0.000-8.000 0 0,-2.000 16.000 0 15,2.000-16.000 0-15,0.000 11.000 0 0,0.000-11.000 0 16,0.000 0.000 0-16,-1.000 10.000 128 0,1.000-9.000-128 0,-2.000 0.000 0 0,2.000 0.000 0 16,0.000-1.000 128-16,0.000 0.000-128 0,0.000 0.000 0 0,0.000-1.000 0 15,0.000 1.000 160-15,0.000-1.000-160 0,0.000 1.000 160 0,0.000 0.000-160 16,0.000-1.000 464-16,0.000 1.000 0 0,0.000 0.000 0 0,0.000-1.000 0 16,-1.000 0.000-192-16,1.000 1.000-32 0,0.000-1.000-16 0,0.000 1.000 0 15,-2.000 0.000 16-15,2.000-1.000 0 0,0.000 1.000 0 0,0.000-1.000 0 16,0.000 0.000-32-16,0.000-1.000 0 0,-2.000 1.000 0 0,2.000-1.000 0 15,-1.000-2.000-208-15,-1.000 1.000 128 0,0.000-1.000-128 0,1.000-2.000 0 0,-1.000 0.000 0 16,-1.000-2.000 0-16,3.000 1.000 0 0,-1.000-1.000 0 0,-1.000-2.000 0 0,2.000 1.000 0 16,0.000-1.000 0-16,0.000 1.000 0 0,0.000 0.000 0 0,0.000-1.000 0 15,2.000 0.000 0-15,-2.000-1.000 0 0,1.000 1.000 0 0,2.000 0.000-128 16,-3.000 0.000 128-16,3.000 1.000 0 0,-3.000-1.000 0 0,2.000 1.000 0 16,1.000 0.000 0-16,-3.000 1.000 0 0,2.000 2.000 0 0,1.000 0.000 0 15,-1.000-2.000 0-15,1.000 1.000 0 0,0.000 0.000 0 0,0.000 0.000-128 16,2.000-1.000 128-16,-2.000 1.000 0 0,-1.000 1.000 0 0,1.000-2.000 0 15,0.000 2.000 0-15,-1.000 1.000 0 0,1.000 0.000 0 0,0.000-1.000-128 0,0.000 2.000 128 16,-1.000 0.000 0-16,1.000 1.000 0 0,-1.000 1.000 0 0,-2.000 0.000 0 0,1.000-1.000 0 16,1.000 1.000 0-16,0.000 0.000 0 15,-1.000-1.000 0-15,1.000 2.000 0 0,-2.000 0.000 0 0,2.000-1.000 0 16,-1.000 0.000 0-16,2.000 1.000 0 0,-1.000-1.000 0 0,-1.000 1.000-128 0,1.000 0.000 128 16,-2.000 0.000 0-16,2.000 0.000 0 0,-1.000 1.000 0 0,-1.000-1.000 0 0,2.000 1.000 0 15,-2.000 0.000 0-15,0.000 0.000 0 0,0.000 1.000 0 0,1.000-1.000 0 0,-1.000 0.000 0 0,2.000 0.000 0 16,-2.000 0.000 0-16,0.000 0.000 0 0,0.000 0.000 0 0,0.000 0.000-128 15,0.000 0.000 128-15,0.000 1.000 0 16,-2.000-2.000-192-16,2.000 1.000 32 0</inkml:trace>
  <inkml:trace contextRef="#ctx0" brushRef="#br3">3279.000 15928.000 18431 0,'-3.000'-3.000'1632'0,"3.000"1.000"-1312"15,0.000 3.000-320-15,2.000-1.000 0 0,-2.000-1.000 0 0,0.000 1.000 0 0,1.000 0.000 0 0,-2.000-1.000 0 0,-1.000 0.000-240 0,2.000 1.000-64 0,0.000-1.000-16 0,0.000 0.000 0 0,0.000 1.000 64 0,0.000 0.000 16 16,2.000 1.000 0-16,-2.000 0.000 0 16,1.000 0.000-400-16,-1.000 0.000-96 0,0.000 1.000-16 0,3.000 0.000-5776 0</inkml:trace>
  <inkml:trace contextRef="#ctx0" brushRef="#br2">3312.000 6371.000 5519 0,'0.000'0.000'496'0,"0.000"0.000"-496"0,0.000 0.000 0 0,0.000 0.000 0 0,0.000 0.000 960 0,0.000 0.000 112 0,0.000 0.000 16 0,0.000 0.000 0 0,0.000 0.000-64 16,0.000 0.000 0-16,0.000 0.000 0 0,0.000 0.000 0 0,0.000 0.000 80 0,0.000 0.000 16 0,0.000 0.000 0 0,0.000 0.000 0 0,0.000 0.000-176 0,0.000 0.000-48 31,0.000 0.000 0-31,0.000 0.000 0 0,0.000 0.000 224 0,0.000 0.000 32 16,0.000 0.000 16-16,0.000 0.000 0 0,0.000 0.000 48 0,0.000 0.000 0 0,0.000 0.000 0 0,0.000 0.000 0 15,0.000 0.000-96-15,0.000 0.000-16 0,0.000 0.000 0 0,0.000 0.000 0 16,0.000 0.000-336-16,0.000 0.000-80 0,7.000-10.000-16 0,-7.000 7.000 0 0,0.000 3.000-304 0,3.000-7.000-64 31,-3.000 7.000-16-31,8.000-8.000 0 0,-6.000 2.000-288 0,1.000 1.000 0 16,0.000 0.000 128-16,0.000 0.000-128 0,-1.000-1.000 0 0,1.000-1.000 0 0,2.000 0.000 0 0,-2.000-1.000 0 15,2.000 0.000 0-15,-2.000 1.000 0 0,2.000-1.000 0 16,0.000-1.000 0-16,-2.000 1.000 0 0,3.000-1.000 0 0,-1.000 0.000 0 16,-5.000 9.000 0-16,8.000-14.000 0 0,-8.000 14.000 0 0,10.000-16.000 0 15,-6.000 8.000 0-15,-4.000 8.000 0 0,10.000-17.000 0 0,-10.000 17.000 0 0,11.000-16.000 0 16,-11.000 16.000 0-16,10.000-16.000 0 0,-10.000 16.000 0 0,10.000-17.000 0 16,-10.000 17.000 0-16,12.000-18.000 0 0,-7.000 9.000 0 0,0.000-1.000 0 15,1.000 1.000 0-15,-1.000 0.000 0 0,0.000-2.000 0 0,0.000 2.000 0 16,-5.000 9.000 0-16,12.000-18.000 0 0,-12.000 18.000 0 0,10.000-18.000 0 0,-10.000 18.000 0 15,14.000-18.000 0-15,-9.000 6.000 0 0,2.000 2.000 0 0,-2.000-3.000 0 16,2.000 2.000 0-16,0.000-1.000 0 0,-2.000 1.000 0 16,2.000 0.000 0-16,-2.000 1.000 0 0,2.000-1.000 0 0,-2.000 1.000 0 0,0.000 2.000 0 0,-1.000-1.000 0 15,1.000 1.000 0-15,0.000 0.000 0 0,0.000-3.000 0 0,2.000 2.000 0 16,-3.000 1.000 0-16,1.000 0.000 0 0,0.000-1.000 0 0,1.000-2.000 0 16,0.000 1.000 0-16,-1.000 0.000 0 0,0.000 2.000 0 0,0.000 0.000 0 15,2.000-1.000 0-15,-2.000 0.000 0 0,2.000-2.000 0 0,1.000-2.000 0 16,1.000 3.000 0-16,-4.000-2.000 0 0,3.000 0.000 0 0,2.000 0.000 0 0,-2.000 0.000 0 15,-2.000 0.000 0-15,4.000 2.000 0 0,-4.000-2.000 0 16,2.000 2.000-128-16,0.000-2.000 128 0,0.000 1.000 0 0,-1.000-1.000 0 0,2.000 0.000 0 16,-1.000 0.000 0-16,-1.000 1.000 0 0,-1.000-2.000 0 15,2.000 1.000 0-15,-3.000-1.000 0 0,0.000 2.000 0 0,4.000 0.000 0 0,-4.000-1.000 0 0,2.000 1.000 0 16,-1.000 2.000 0-16,0.000-1.000 0 16,2.000 0.000 0-16,-3.000 1.000 0 0,3.000-3.000 0 0,0.000 2.000 0 15,-3.000 2.000 128-15,1.000 0.000-128 0,-1.000 0.000 0 0,3.000 0.000 0 16,-2.000-2.000 0-16,1.000 0.000 0 0,1.000 1.000 0 0,-2.000 0.000 0 0,2.000 1.000 0 0,0.000-1.000 0 0,-1.000 0.000 128 0,-1.000 0.000-128 15,-1.000 0.000 0-15,-5.000 9.000 0 16,14.000-15.000 496-16,-9.000 6.000-16 0,2.000 0.000 0 0,-1.000 0.000 0 0,-6.000 9.000-176 0,11.000-16.000-48 16,-6.000 7.000 0-16,1.000 0.000 0 15,-1.000 0.000-256-15,0.000 0.000 0 0,1.000 1.000 0 0,-1.000-1.000 0 16,1.000 0.000 0-16,-1.000 0.000 0 0,-2.000 0.000 0 0,2.000 2.000 0 0,0.000 0.000 0 16,0.000-1.000 0-16,-2.000 0.000 0 0,2.000 1.000 0 0,-2.000-1.000 0 15,2.000 0.000 0-15,-2.000 1.000 0 0,3.000 0.000 0 0,-2.000-1.000 0 16,-1.000 1.000 0-16,0.000 1.000 0 0,0.000 0.000 0 15,2.000-2.000 0-15,-2.000 2.000 0 0,2.000 1.000 0 0,-2.000-2.000 0 0,0.000 2.000 0 16,1.000-2.000 0-16,-1.000 1.000 0 0,0.000-2.000 0 0,2.000 2.000 0 0,-4.000 0.000 0 16,4.000 1.000 0-16,-2.000-2.000 0 0,-1.000 2.000 0 15,3.000-2.000 0-15,-2.000 1.000 0 0,2.000-1.000 0 0,-2.000 1.000 0 0,0.000 0.000 0 0,0.000 0.000 0 16,2.000-1.000 0-16,-3.000 2.000 0 0,4.000 0.000 0 0,-3.000 0.000 0 16,-1.000-2.000 0-16,3.000 2.000 0 0,-2.000-2.000 0 0,0.000 0.000 0 15,2.000-1.000 0-15,1.000 0.000 0 0,-3.000 0.000 0 0,2.000 0.000 0 16,-1.000 1.000 0-16,-1.000 1.000 0 0,3.000-2.000 0 0,-3.000 3.000 0 15,0.000-1.000 0-15,2.000 1.000 0 0,-3.000-1.000 0 0,1.000 2.000 0 0,-1.000 1.000 0 16,1.000-1.000 0-16,0.000 0.000 0 16,0.000 0.000 0-16,-1.000 1.000 0 0,1.000-2.000 0 0,0.000 2.000 0 0,-1.000-1.000 0 15,1.000 0.000 0-15,-1.000 1.000 0 0,1.000-1.000 0 0,0.000-1.000 0 16,0.000 1.000 0-16,-1.000 1.000 0 0,-2.000 3.000 0 0,8.000-7.000-128 16,-6.000 4.000 128-16,-1.000-1.000 0 0,1.000 0.000 0 0,-2.000 4.000 0 15,6.000-5.000 0-15,-4.000 2.000 0 0,-2.000 3.000 0 16,3.000-5.000 0-16,-2.000 3.000 0 0,-1.000 2.000 0 0,0.000 0.000 0 0,5.000-5.000 0 0,-3.000 3.000 0 0,-2.000 0.000 0 15,2.000 0.000 0-15,-2.000 1.000 0 0,1.000-1.000 0 0,-1.000 2.000 0 16,0.000 0.000 0-16,4.000-5.000 0 0,-3.000 3.000 0 0,2.000 0.000 0 0,-3.000 0.000 0 0,2.000 0.000 0 0,-1.000-2.000 0 31,1.000 2.000 0-31,-1.000 0.000 0 0,-1.000 1.000 0 0,2.000-1.000 0 16,0.000 0.000 0-16,-1.000 0.000 0 0,1.000 0.000 0 0,-2.000 1.000 0 0,2.000-1.000 0 0,-2.000 0.000 0 16,1.000 0.000 0-16,-1.000 0.000 0 15,2.000 0.000 0-15,-2.000 0.000 0 0,0.000 2.000 0 0,0.000 0.000 0 16,2.000-2.000 0-16,-1.000 1.000 0 0,-1.000 0.000 0 0,0.000-1.000 0 15,0.000 2.000 128-15,0.000-1.000-128 0,3.000 0.000 0 0,-3.000 0.000 0 0,0.000 1.000 0 0,0.000 0.000 0 16,5.000-4.000 0-16,-4.000 2.000 0 0,1.000 0.000 0 0,0.000-1.000 0 16,-1.000 0.000 0-16,1.000 1.000 0 15,1.000 0.000 0-15,-3.000 2.000 0 0,0.000 0.000-128 0,0.000 0.000 128 0,8.000-7.000 0 0,-8.000 7.000 0 16,0.000 0.000 0-16,0.000 0.000 0 0,6.000-4.000 0 0,-6.000 2.000 0 16,0.000 2.000 0-16,0.000 0.000 0 0,2.000-1.000 0 0,-4.000 1.000 0 15,2.000 0.000 0-15,0.000 0.000 0 0,0.000 1.000 384 0,0.000-1.000 32 16,0.000 0.000 0-16,0.000 0.000 0 0,0.000 0.000-176 0,0.000 0.000-48 0,0.000 0.000 0 0,0.000 0.000 0 15,-1.000 1.000-192-15,1.000-2.000 0 16,0.000 1.000 128-16,-2.000 0.000-12416 16,2.000 0.000-2464-16</inkml:trace>
  <inkml:trace contextRef="#ctx0" brushRef="#br2">3783.000 4693.000 23951 0,'0.000'0.000'2128'0,"0.000"0.000"-1696"0,0.000 0.000-432 16,0.000 0.000 0-16,0.000 0.000 128 0,0.000 1.000-128 0,0.000 0.000 128 0,0.000 0.000-128 0,0.000-1.000 896 0,0.000 0.000 80 0,0.000 0.000 32 0,0.000 0.000 0 0,9.000 35.000-848 0,-9.000-35.000-160 16,0.000 0.000 0-16,0.000 0.000 0 0,5.000 41.000 176 0,-5.000-41.000 112 0,0.000 0.000 32 0,0.000 36.000 0 15,0.000-36.000 1088-15,0.000 0.000 240 0,-1.000 31.000 32 0,1.000-31.000 16 32,-4.000 23.000-1856-32,4.000-23.000-368 0,-3.000 21.000-80 0,3.000-21.000-16 0,-3.000 20.000 624 0,3.000-20.000 0 0,-5.000 22.000 192 0,5.000-22.000-64 15,-3.000 23.000-128-15,3.000-23.000 0 0,-5.000 20.000 0 0,4.000-12.000 0 16,1.000-8.000 0-16,0.000 0.000 0 0,0.000 0.000 0 0,-4.000 27.000 0 15,3.000-23.000 0-15,-1.000-2.000 0 0,2.000-1.000 0 0,0.000-1.000 0 16,0.000 1.000 512-16,-3.000-1.000 192 0,3.000-1.000 16 0,-1.000 0.000-10944 16,-1.000 0.000-2192-16</inkml:trace>
  <inkml:trace contextRef="#ctx0" brushRef="#br2">3828.000 4701.000 10127 0,'3.000'-4.000'448'0,"-1.000"1.000"96"0,-1.000 0.000-544 0,2.000 1.000 0 16,0.000 1.000 0-16,-3.000 0.000 0 0,2.000 0.000 1472 0,1.000-1.000 176 16,2.000-1.000 32-16,3.000-2.000 16 0,-8.000 5.000 528 0,13.000-6.000 96 0,-13.000 6.000 32 0,0.000 0.000 0 15,0.000 0.000-928-15,0.000 0.000-176 16,0.000 0.000-32-16,0.000 0.000-16 0,0.000 0.000-240 0,0.000 0.000-64 16,0.000 0.000 0-16,41.000 16.000 0 0,-41.000-16.000-256 0,0.000 0.000-48 15,0.000 0.000-16-15,0.000 0.000 0 0,0.000 0.000-256 0,0.000 0.000-48 16,0.000 0.000-16-16,7.000 38.000 0 0,-7.000-38.000-256 0,0.000 0.000 160 15,-7.000 21.000-160-15,1.000-12.000 128 0,1.000 0.000-128 0,-1.000-1.000 0 16,1.000 0.000 0-16,-3.000-1.000 0 0,2.000 1.000-128 0,-1.000 0.000-64 0,-1.000 0.000-16 0,0.000-2.000 0 16,2.000 0.000 0-16,1.000 0.000 0 0,-3.000-1.000 0 0,3.000-2.000 0 15,1.000 0.000 208-15,0.000-1.000 0 0,1.000 0.000 0 0,0.000-1.000 0 16,-2.000 0.000 128-16,2.000 0.000-128 0,1.000-1.000 144 0,1.000 0.000-144 0,-1.000 2.000 160 0,1.000-4.000-160 16,1.000 2.000 160-16,-2.000 0.000-160 0,2.000 0.000 272 0,0.000 0.000-32 15,0.000 0.000-16-15,0.000-1.000 0 16,0.000 1.000 224-16,0.000 0.000 64 0,0.000 0.000 0 0,2.000 0.000 0 15,-2.000 0.000-160-15,0.000-1.000-32 0,0.000 1.000 0 0,0.000 0.000 0 16,1.000 0.000-320-16,-1.000 0.000 128 0,0.000 0.000-128 0,0.000 0.000 0 0,0.000 1.000 0 0,0.000 0.000 0 16,2.000 1.000 0-16,-2.000-1.000 0 0,0.000-1.000 0 0,0.000 0.000-208 0,0.000 0.000 80 15,0.000 0.000 128-15,0.000 0.000-176 16,0.000 0.000 176-16,0.000 0.000-128 0,0.000 0.000 128 0,38.000 33.000 0 0,-38.000-33.000 0 0,0.000 0.000 0 16,0.000 0.000-128-1,0.000 0.000 128-15,0.000 0.000 0 0,0.000 0.000 0 0,40.000 31.000 0 0,-40.000-31.000 160 0,0.000 0.000-32 16,0.000 0.000-128-16,0.000 0.000 192 0,0.000 0.000-32 0,0.000 0.000-16 0,38.000 21.000 0 15,-38.000-21.000 0-15,0.000 0.000-144 0,0.000 0.000 160 0,0.000 0.000-160 16,0.000 0.000 160-16,0.000 0.000-160 0,40.000 13.000 0 0,-40.000-13.000 0 0,0.000 0.000 0 0,0.000 0.000 0 0,0.000 0.000 0 16,0.000 0.000 128-16,34.000 5.000-128 15,-34.000-5.000 0-15,0.000 0.000 0 0</inkml:trace>
  <inkml:trace contextRef="#ctx0" brushRef="#br2">2356.000 17868.000 8287 0,'0.000'-5.000'736'0,"0.000"0.000"-592"0,0.000 3.000-144 0,0.000 0.000 0 0,0.000 2.000 544 15,0.000-1.000 80-15,0.000 1.000 16 0,2.000-1.000 0 0,-1.000 0.000-640 0,-1.000-1.000 0 0,2.000-1.000 0 0,0.000 1.000-128 0,-1.000 0.000 128 0,2.000 0.000 144 0,-3.000 0.000-16 0,0.000 1.000-128 0,2.000-2.000 576 0,-2.000 2.000 0 0,0.000 0.000 0 0,1.000 1.000 0 16,-1.000-1.000-16-16,0.000 1.000 0 15,0.000-1.000 0-15,0.000 1.000 0 16,0.000 0.000-272-16,0.000 0.000-48 0,0.000 1.000-16 0,0.000-1.000 0 0,0.000 0.000-224 0,0.000 0.000-208 16</inkml:trace>
  <inkml:trace contextRef="#ctx0" brushRef="#br1">2948.000 4739.000 28559 0,'0.000'0.000'2544'0,"0.000"0.000"-2032"0,0.000 0.000-512 0,0.000 0.000 0 0,0.000 0.000 288 0,0.000 0.000-32 0,0.000-1.000-16 0,0.000 1.000 0 0,0.000 0.000 1088 0,0.000 0.000 208 0,0.000-1.000 64 0,0.000 1.000 0 16,0.000 0.000-736-16,0.000-1.000-144 0,1.000 1.000-16 0,-1.000 0.000-16 16,0.000-1.000-272-16,2.000 0.000-48 15,1.000-1.000-16-15,0.000 0.000 0 0,2.000 0.000-352 0,3.000-3.000 128 0,2.000 0.000-128 0,1.000 0.000 0 16,2.000-1.000 0-16,1.000-2.000 128 0,-1.000 1.000-128 0,3.000-1.000 0 15,-3.000-1.000 0-15,1.000 1.000 144 0,-1.000 0.000-144 0,1.000-1.000 0 16,-1.000 2.000 320-16,-2.000-1.000-64 16,-1.000-1.000 0-16,4.000 1.000 0 0,-5.000 1.000-256 0,0.000 0.000 0 0,-1.000 1.000 128 0,0.000-1.000-128 15,0.000 1.000 0-15,-2.000-2.000 0 16,-1.000 3.000 0-16,0.000 0.000 0 0,1.000-1.000 128 0,-1.000 0.000-128 16,-2.000 1.000 0-16,-1.000 0.000 0 0,1.000 1.000 144 0,-1.000 1.000-144 0,0.000-2.000 0 0,-1.000 1.000 144 0,2.000 1.000-144 0,-3.000-1.000 0 15,2.000 0.000 0-15,-2.000 1.000 128 0,0.000 0.000-128 0,0.000-1.000 0 16,0.000 2.000 0-16,-2.000 0.000 128 15,2.000 0.000-128-15,0.000 1.000 0 0,-3.000-1.000 0 0,3.000 1.000 0 16,-1.000 0.000 144-16,-1.000 0.000-144 0,0.000 1.000 160 0,2.000-1.000-160 16,-3.000 1.000 304-16,1.000 0.000-48 0,1.000 0.000 0 0,-1.000 0.000 0 0,-1.000 0.000-256 0,-2.000 0.000 0 15,-1.000 1.000 128-15,-1.000 1.000-128 0,-1.000 0.000 0 0,-1.000 1.000 0 16,-1.000 0.000 0-16,2.000 2.000 0 0,-3.000 0.000 0 0,3.000-1.000 0 16,-1.000 1.000 0-16,2.000 0.000 0 0,-1.000 1.000 0 0,0.000-1.000 0 0,5.000 0.000-128 0,-2.000 0.000 128 31,3.000 0.000 0-31,-1.000 2.000 0 0,3.000-7.000 0 0,0.000 0.000-144 0,0.000 0.000 144 0,0.000 0.000 0 0,0.000 0.000-144 0,5.000 37.000 144 15,-5.000-37.000 0-15,0.000 0.000 0 0,0.000 0.000-144 0,0.000 0.000 144 16,22.000 38.000 0-16,-22.000-38.000-128 0,0.000 0.000 128 0,0.000 0.000 0 16,0.000 0.000 0-16,29.000 39.000-128 0,-29.000-39.000 128 0,0.000 0.000 0 15,0.000 0.000 0-15,32.000 32.000 0 16,-32.000-32.000 0-16,0.000 0.000 0 0,0.000 0.000 0 0,0.000 0.000 0 16,32.000 23.000-128-16,-32.000-23.000 128 0,0.000 0.000 0 0,0.000 0.000 0 0,0.000 0.000 0 0,0.000 0.000 0 15,37.000 10.000 0-15,-37.000-10.000-128 0,0.000 0.000 128 0,0.000 0.000 0 16,0.000 0.000 0-16,0.000 0.000 0 0,0.000 0.000 0 0,0.000 0.000 0 15,0.000 0.000 0-15,0.000 0.000 0 0,0.000 0.000 0 0,0.000 0.000 0 16,0.000 0.000 0-16,0.000 0.000 0 0,0.000 0.000 0 0,0.000 0.000 0 16,0.000 0.000 0-16,-18.000 44.000-128 15,-1.000-23.000 128-15,-5.000 2.000 0 16,0.000 1.000-560-16,-3.000 1.000 0 0,-2.000 4.000 0 0,-6.000 3.000-17136 0</inkml:trace>
  <inkml:trace contextRef="#ctx0" brushRef="#br1">2541.000 6441.000 10127 0,'0.000'0.000'896'0,"0.000"-1.000"-704"0,0.000 1.000-192 0,0.000 0.000 0 0,0.000 0.000 1104 0,0.000 0.000 192 16,0.000-1.000 48-16,0.000 1.000 0 0,0.000-1.000 1568 0,0.000 1.000 320 0,0.000-1.000 64 0,0.000 0.000 16 0,0.000 1.000-1152 0,0.000 0.000-240 0,0.000 0.000-32 0,2.000-1.000-16 15,-2.000 1.000-672-15,0.000 0.000-144 0,0.000 0.000-32 0,0.000 0.000 0 16,0.000 0.000-784-16,0.000 0.000-240 0,2.000-2.000 0 0,-2.000 2.000 128 16,1.000 0.000-128-16,-1.000 0.000-160 0,0.000 0.000 160 0,0.000 0.000-208 15,2.000 0.000 208-15,-2.000 0.000-144 0,0.000 2.000 144 0,0.000-2.000-128 16,0.000 0.000 256-16,0.000 0.000 64 0,0.000 1.000 16 0,2.000-1.000 0 16,-2.000 1.000-80-16,0.000-1.000-128 0,0.000 1.000 176 0,0.000-1.000-176 15,0.000 0.000 144-15,-2.000 1.000-144 0,2.000-1.000 0 0,0.000 0.000 144 16,0.000 1.000-272-16,-2.000 0.000-64 0,2.000-1.000-16 0,0.000 1.000 0 15,-1.000-1.000-16-15,1.000 1.000 0 0,-2.000-1.000 0 0,2.000 0.000 0 16,-2.000 0.000-64-16,1.000 0.000-16 0,-1.000 1.000 0 0,0.000-1.000 0 0,0.000-1.000 304 16,0.000 1.000 0-16,2.000-1.000 0 0,-1.000 0.000 0 0,-1.000 0.000 0 0,0.000 0.000 128 15,2.000 0.000-128-15,-1.000 0.000 0 0,-1.000-1.000 0 0,2.000-1.000-208 16,0.000 1.000 16-16,-2.000 0.000 0 16,2.000 0.000-272-16,0.000 0.000-48 0,2.000 1.000-16 0,-2.000 0.000 0 0,0.000 1.000 272 0,0.000-1.000 48 15,0.000 2.000 16-15,0.000-1.000 0 0,0.000 0.000 64 0,0.000 0.000 128 16,0.000 0.000-208-16,0.000 0.000 80 0,0.000 0.000-176 0,0.000 0.000-16 0,0.000 0.000-16 15,0.000 0.000 0 1,0.000 0.000-160-16,0.000 0.000-16 0,0.000 0.000-16 0,0.000 0.000 0 0,0.000 0.000 240 0,0.000 0.000 48 0,14.000 38.000 16 16,-14.000-38.000 0-16,0.000 0.000 224 0,0.000 0.000-176 0,0.000 0.000 176 0,0.000 0.000-160 15,0.000 0.000-16-15,0.000 0.000 0 0,0.000 0.000 0 0,0.000 0.000 0 16,0.000 0.000 176-16,-6.000 15.000-208 0,6.000-16.000 80 0,-1.000 0.000 128 16,-1.000 1.000 384-16,0.000-2.000 208 0,2.000 0.000 48 0,-3.000 0.000 0 15,1.000 1.000-640-15,2.000-1.000 0 16,-1.000 0.000-144-16,-1.000 1.000 144 0,2.000 0.000 0 0,0.000 0.000 0 0,0.000 1.000 0 0,0.000-2.000 0 15,0.000 2.000 0-15,0.000 0.000 0 0,0.000 0.000-128 0,0.000 2.000 128 16,0.000-2.000-160-16,0.000 0.000 160 0,0.000 0.000-208 0,0.000 0.000 80 16,0.000 0.000 128-16,0.000 0.000-128 0,0.000 1.000 128 0,0.000-1.000-128 0,0.000 0.000-32 0,0.000 0.000 0 15,0.000 1.000 0-15,0.000-1.000-8032 16,0.000 0.000-1616-16</inkml:trace>
  <inkml:trace contextRef="#ctx0" brushRef="#br1">2378.000 6043.000 20271 0,'0.000'-1.000'1792'0,"0.000"1.000"-1424"0,0.000 0.000-368 0,0.000 0.000 0 0,0.000 1.000 272 0,0.000-1.000-16 0,0.000-1.000 0 16,0.000 1.000 0-16,2.000 0.000 864 0,-2.000 0.000 160 0,0.000 0.000 48 0,2.000-1.000 0 0,-1.000 1.000-1168 0,1.000 0.000-160 0,1.000-1.000-176 0,-3.000 1.000 48 15,0.000 0.000-32-15,0.000 0.000 0 16,0.000 0.000 0-16,0.000 0.000 0 0,0.000 0.000 160 0,30.000-2.000 0 0,-30.000 2.000 0 0,0.000 0.000-128 16,0.000 0.000 128-16,0.000 0.000 0 0,0.000 0.000 0 0,29.000-2.000 0 15,-29.000 2.000 0-15,0.000 0.000 0 0,0.000 0.000 0 0,24.000-6.000 0 16,-24.000 6.000 0-16,0.000 0.000 0 0,22.000-8.000 128 0,-22.000 8.000-128 16,15.000-7.000 0-16,-9.000 4.000 0 0,2.000-1.000 0 0,-3.000 1.000 128 0,0.000 1.000-128 15,1.000-2.000 0-15,-3.000 2.000 0 0,-1.000 0.000 0 0,1.000 1.000 0 16,-1.000 0.000 0-16,-2.000 0.000 0 0,0.000 1.000 0 0,0.000-1.000 0 0,0.000 1.000 0 15,0.000 1.000 0-15,0.000-1.000 128 0,0.000 1.000 128 0,0.000-1.000 16 16,0.000 0.000 16-16,-2.000 1.000 0 0,2.000-1.000 1056 0,0.000 1.000 224 16,0.000 1.000 32-16,-3.000 0.000 16 0,1.000 3.000-1168 0,1.000 0.000-224 15,-5.000 1.000-48-15,1.000 3.000-16 0,0.000 2.000-160 0,0.000 0.000 0 16,-4.000 2.000 0-16,2.000-2.000 0 0,2.000 0.000 0 0,-3.000-1.000 128 16,2.000 0.000-128-16,-2.000 1.000 0 15,0.000 1.000 0-15,-1.000 0.000 128 0,2.000 0.000-128 0,-1.000-2.000 0 0,0.000 0.000 0 0,0.000 0.000 128 0,1.000-1.000-128 0,1.000 0.000 0 16,0.000-2.000 0-16,-1.000-1.000 0 0,4.000-1.000 128 15,-2.000 0.000-128-15,-1.000-2.000 224 0,3.000 1.000 16 0,0.000-1.000 0 16,-1.000-1.000 0-16,1.000 0.000 176 0,1.000 0.000 32 0,-1.000 0.000 16 0,0.000 0.000 0 16,0.000 0.000-464-16,2.000 1.000 0 0,-1.000-2.000 0 0,0.000 1.000 0 15,1.000 0.000 0-15,-1.000-1.000 0 16,2.000 1.000 0-16,-2.000-1.000 0 0,2.000 1.000 0 0,0.000-1.000-192 0,-1.000 0.000 192 0,1.000 0.000-160 16,-2.000 0.000 160-16,2.000-1.000 0 0,0.000 0.000-144 0,0.000 0.000 144 15,0.000 1.000 0-15,0.000-1.000 0 0,0.000 0.000-144 0,2.000 0.000 144 16,-2.000 0.000 0-16,0.000 0.000 0 0,1.000 0.000 0 0,-1.000-1.000 0 15,0.000 2.000-160-15,2.000-1.000 160 0,-2.000 0.000-128 0,0.000 0.000 128 16,3.000 0.000-128-16,-1.000 0.000 128 0,-2.000 0.000-128 0,0.000 0.000 128 0,0.000 0.000 0 0,0.000 0.000 0 16,0.000 0.000 0-16,0.000 0.000 0 0,35.000 3.000 0 0,-35.000-3.000 0 15,0.000 0.000 160-15,0.000 0.000-160 0,30.000 0.000 144 0,-30.000 0.000-144 16,0.000 0.000 128-16,0.000 0.000-128 0,0.000 0.000 0 0,36.000 1.000 0 16,-36.000-1.000 128-16,0.000 0.000-128 0,0.000 0.000 0 0,0.000 0.000 0 15,35.000 0.000 0-15,-35.000 0.000 0 0,0.000 0.000 0 0,0.000 0.000 0 16,0.000 0.000 128-16,25.000-4.000-128 0,-20.000 3.000 192 0,-3.000 0.000 16 15,-2.000 1.000 0-15,0.000 0.000 0 16,0.000 0.000 272-16,0.000 0.000 48 0,0.000 0.000 16 0,0.000 0.000 0 0,0.000 0.000-416 0,0.000 0.000-128 16,0.000 0.000 0-16,16.000-5.000 0 15,-18.000 4.000-352-15,2.000 1.000-128 0,0.000 0.000-32 0,-2.000 0.000-15808 0</inkml:trace>
  <inkml:trace contextRef="#ctx0" brushRef="#br1">2356.000 6171.000 19343 0,'0.000'0.000'848'0,"0.000"0.000"192"0,0.000 0.000-832 0,0.000 0.000-208 0,0.000-2.000 0 0,0.000 2.000 0 0,0.000 0.000 1088 0,0.000 0.000 192 0,0.000 0.000 16 0,0.000 0.000 16 0,0.000 0.000 736 0,0.000-1.000 128 0,0.000 1.000 48 0,0.000 0.000 0 0,2.000 0.000-1712 0,-2.000 0.000-352 16,0.000 0.000-160-16,0.000 0.000 160 0,1.000 0.000-160 0,-1.000 0.000 160 15,0.000 1.000-160-15,0.000-1.000 160 0,2.000 0.000-160 0,-2.000 0.000 0 16,2.000-1.000 0-16,-1.000 1.000 0 0,2.000 0.000 0 0,-3.000 0.000 0 16,3.000 0.000 0-16,0.000 0.000 0 0,1.000 0.000-144 0,1.000-1.000 144 15,-5.000 1.000 0-15,0.000 0.000 0 0,0.000 0.000 0 0,0.000 0.000 0 16,27.000-2.000 0-16,-21.000 1.000 0 0,-6.000 1.000 0 0,0.000 0.000 0 15,0.000 0.000 0-15,0.000 0.000 0 0,30.000-1.000 0 0,-30.000 1.000 0 16,0.000 0.000 0-16,0.000 0.000 0 0,0.000 0.000 0 0,31.000-2.000 0 16,-31.000 2.000 0-16,0.000 0.000 0 0,0.000 0.000 0 0,0.000 0.000 0 0,34.000-1.000 0 0,-28.000 1.000 0 15,-6.000 0.000 0-15,0.000 0.000 0 0,0.000 0.000 0 0,0.000 0.000 0 16,0.000 0.000 0-16,0.000 0.000 0 0,27.000-2.000 0 0,-24.000 2.000 144 16,-1.000 0.000-144-16,-2.000 0.000 0 0,3.000 0.000 144 0,-3.000 0.000-144 15,0.000 0.000 1056-15,0.000 0.000 144 0,0.000 0.000 16 0,0.000 0.000 16 16,0.000 0.000-736-16,0.000 0.000-160 0,-1.000 0.000-16 0,-1.000 0.000-17200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7T13:01:49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4927.000 15630.000 5519 0,'-4.000'-2.000'496'0,"3.000"0.000"-496"0,-1.000 0.000 0 0,-1.000 2.000 0 0,3.000 0.000 4368 15,0.000 0.000 784-15,0.000 0.000 160 0,0.000-1.000 16 0,0.000 1.000-3936 0,0.000 0.000-800 0,-1.000-2.000-144 0,1.000 2.000-48 0,-2.000 0.000 672 0,2.000 0.000 128 0,0.000 0.000 16 0,0.000 0.000 16 16,0.000 0.000-144-16,0.000 0.000-16 0,0.000 0.000-16 0,0.000 0.000 0 15,0.000 0.000-432-15,0.000 0.000-96 0,0.000 0.000-16 0,0.000 0.000 0 16,0.000 0.000-352-16,0.000 0.000-160 0,0.000 0.000 128 0,0.000 0.000-128 16,0.000 0.000 0-16,0.000 0.000 0 0,0.000 0.000 0 0,0.000 0.000 0 0,0.000 0.000 0 0,0.000 0.000-144 15,0.000 0.000 144-15,0.000 0.000-160 0,35.000 3.000 160 0,-35.000-3.000-192 16,0.000 0.000 192-16,21.000-1.000-192 16,-21.000 1.000 192-16,0.000 0.000-128 0,0.000 0.000 128 0,33.000 2.000-128 15,-33.000-2.000 128-15,0.000 0.000-160 0,37.000 1.000 160 0,-37.000-1.000-160 0,27.000-1.000 160 0,-27.000 1.000 0 16,32.000-2.000-144-16,-14.000-1.000 144 0,3.000 1.000 0 0,-3.000 0.000 0 15,2.000 0.000 0-15,-1.000-1.000 0 0,2.000 1.000 0 0,0.000-1.000 0 16,1.000 0.000 0-16,-1.000 0.000 0 0,0.000-1.000 0 0,0.000 1.000 0 16,-21.000 3.000-144-16,41.000-4.000 144 0,-18.000 1.000 0 0,-1.000-1.000 0 0,0.000 2.000 0 15,1.000-1.000 0-15,1.000-2.000-160 0,0.000 3.000 160 0,0.000-1.000-128 16,1.000 0.000 128-16,1.000 0.000-128 0,1.000 0.000 128 0,1.000 2.000-128 0,-1.000-1.000 128 16,4.000-1.000 0-16,-2.000-1.000-160 0,-3.000 3.000 160 0,1.000-1.000 0 15,-3.000 0.000 0-15,-3.000 1.000-128 0,-21.000 1.000 128 0,43.000-1.000 0 16,-43.000 1.000 0-16,44.000 0.000-160 0,-24.000 0.000 160 0,3.000 0.000-128 15,-23.000 0.000 128-15,44.000 1.000 0 0,-20.000-1.000-144 0,2.000 0.000 144 16,3.000 1.000 0-16,1.000 0.000-144 0,-1.000-1.000 144 0,0.000 1.000 0 16,0.000 0.000-144-16,-2.000-1.000 144 0,0.000 0.000 0 0,0.000 0.000-144 15,2.000-1.000 144-15,-2.000-1.000 0 0,0.000 1.000-144 0,2.000-1.000 144 0,0.000-1.000 0 0,3.000 1.000 0 16,0.000 0.000-144-16,0.000 0.000 144 16,5.000-1.000 0-16,-3.000 0.000 0 0,0.000 2.000 0 0,-3.000-1.000 0 15,1.000 1.000-144-15,1.000-1.000 144 0,-2.000 2.000 0 0,1.000-1.000-144 0,3.000-1.000 144 16,0.000 0.000 0-16,4.000 1.000-144 0,-1.000 0.000 144 0,5.000 0.000 0 15,-1.000 0.000 0-15,1.000 1.000 0 0,-3.000 0.000 0 0,-3.000 0.000 0 0,1.000-1.000 0 16,1.000 1.000 0-16,0.000-1.000 0 0,3.000 1.000-128 0,0.000-1.000 128 16,6.000 1.000 0-16,-2.000 0.000 0 0,-1.000 2.000 0 0,-2.000-1.000 0 15,0.000 0.000 0-15,-2.000 0.000 0 0,0.000 0.000 0 0,0.000-1.000 0 16,4.000 1.000 0-16,3.000-1.000 0 0,2.000 2.000-144 0,-2.000-1.000 144 16,-2.000 1.000 0-16,-1.000 0.000 0 0,2.000-1.000 0 15,1.000 0.000 0-15,1.000 1.000 0 0,2.000 0.000 0 16,3.000-1.000 0-16,1.000 1.000 0 0,-2.000 1.000-128 0,0.000-1.000 128 0,-1.000 1.000 0 15,-1.000-1.000 0-15,2.000 0.000 0 0,2.000-1.000 0 16,7.000-1.000 0-16,-1.000 0.000 0 0,1.000 0.000 0 0,-6.000 1.000 0 16,3.000 0.000 0-16,-3.000-1.000 0 0,5.000-1.000 0 15,0.000 0.000 0-15,6.000 2.000 608 0,-6.000-1.000 80 0,-2.000 0.000 16 0,-3.000 0.000 0 16,1.000 1.000-288-16,1.000-2.000-48 0,4.000 1.000-16 0,0.000 0.000 0 0,-2.000 1.000-352 0,0.000 0.000 0 0,-3.000-1.000 0 16,2.000 0.000 0-16,-1.000 0.000 0 15,4.000 0.000 0-15,4.000-1.000 0 0,-4.000 1.000 0 0,-1.000-1.000 0 16,-2.000-1.000 0-16,2.000 0.000 0 0,3.000-1.000 0 0,3.000 0.000 0 0,0.000 0.000 0 0,-1.000 1.000 0 0,-3.000-2.000 0 0,-1.000 1.000 0 0,-3.000 0.000 0 31,3.000 0.000 0-31,2.000 0.000 0 0,-1.000 0.000 0 0,-3.000 2.000 0 0,-5.000-1.000 0 0,-1.000 1.000-128 16,-2.000 1.000 128-16,0.000 0.000 0 0,1.000 0.000 0 0,1.000 0.000 0 0,3.000 0.000 0 0,-6.000 1.000-128 15,1.000 0.000 128-15,-4.000 0.000 0 0,0.000-2.000 0 0,3.000 1.000 0 16,2.000 0.000 0-16,0.000-1.000 0 0,2.000 2.000 0 0,-3.000-1.000 0 16,-4.000 1.000 0-16,-3.000 0.000 0 0,0.000-1.000 0 0,1.000 0.000 0 15,2.000-1.000 0-15,0.000 1.000 0 0,0.000 0.000 0 0,0.000 0.000 0 16,-3.000 1.000 0-16,0.000 0.000 0 0,-4.000-1.000 0 0,1.000 1.000 0 0,1.000 0.000 0 15,0.000 0.000 0-15,0.000-1.000 0 0,2.000 1.000 0 16,1.000 0.000 0-16,0.000-1.000-128 0,-3.000 2.000 128 0,-2.000-1.000 0 0,1.000 0.000 0 0,-4.000 0.000 0 16,2.000 0.000 0-1,0.000-1.000 0-15,2.000 1.000 0 0,3.000-1.000 0 0,1.000 1.000 0 0,-1.000-1.000 0 0,1.000 1.000 0 0,-4.000-1.000-128 32,-2.000 2.000 128-32,0.000-2.000 0 0,0.000 1.000 0 0,0.000-1.000 0 15,3.000 0.000 0-15,2.000 0.000 0 0,1.000 1.000 0 0,0.000-1.000 0 0,-1.000 0.000 0 0,1.000-1.000 0 0,-2.000 0.000 0 0,1.000-2.000 0 16,-2.000 3.000 0-16,3.000-2.000 0 0,2.000 1.000 0 0,2.000 0.000 0 0,-2.000 0.000 0 15,0.000 1.000 0-15,-5.000 0.000 0 0,2.000-1.000 0 16,-3.000 1.000 0-16,2.000-2.000 0 16,1.000 1.000 0-16,1.000-1.000 0 0,4.000 1.000 0 0,-2.000-1.000 0 0,0.000 1.000 0 0,-3.000 0.000 0 0,-1.000 0.000 0 0,-3.000 0.000 0 15,2.000 0.000 0-15,2.000-1.000 0 0,1.000-2.000 0 0,0.000 2.000 0 16,1.000 0.000 0-16,-1.000 1.000 0 0,0.000 0.000 0 0,-4.000 0.000 0 16,1.000 1.000 0-16,0.000-1.000 0 15,-1.000 0.000 0-15,-2.000-1.000 0 0,0.000 1.000 0 0,3.000 1.000 0 0,0.000 0.000 0 0,-4.000 0.000 0 31,2.000 1.000 0-31,-2.000 0.000-128 0,-4.000 0.000 128 0,0.000 0.000 0 16,0.000-1.000 0-16,1.000 1.000 0 0,2.000-1.000 0 0,0.000 0.000 0 0,3.000-1.000 0 16,0.000 1.000 0-16,-1.000-1.000 0 0,-3.000 1.000 0 0,1.000 0.000 0 0,-1.000 0.000-128 15,0.000 0.000 128-15,-4.000-1.000 0 0,2.000 0.000 0 0,-3.000-1.000 0 16,2.000 1.000 0-16,1.000 0.000 0 0,-1.000 0.000 0 0,1.000 1.000 0 16,-3.000 0.000 0-16,-3.000 0.000 0 0,1.000 1.000 0 0,-3.000 0.000 0 15,0.000 0.000 0-15,-1.000 0.000 0 0,0.000-1.000 0 0,-1.000 0.000 0 16,1.000 1.000 0-16,-2.000-1.000 0 0,2.000 0.000 0 0,-1.000 0.000-128 15,3.000-1.000 128-15,-1.000 1.000 0 0,3.000 1.000 0 0,-5.000-2.000 0 16,1.000 1.000 0-16,-2.000-1.000 0 0,2.000 1.000 0 0,-4.000 0.000 0 16,-1.000 0.000 0-16,-3.000 0.000 0 0,1.000-1.000 0 0,0.000 1.000 0 15,0.000 0.000 0-15,0.000 0.000 0 0,-3.000-1.000 0 0,2.000 1.000 0 16,-1.000-2.000 0-16,0.000 2.000 0 0,0.000 0.000 0 0,-17.000 0.000 0 0,38.000 0.000 0 16,-17.000 0.000 0-16,-1.000 0.000 0 0,0.000 1.000 0 0,1.000-1.000 0 0,-2.000 1.000 0 15,2.000 0.000 0-15,-2.000-1.000 0 0,1.000 1.000 0 0,-3.000-1.000 0 16,2.000 1.000 0-16,-3.000-1.000 0 0,0.000 0.000 0 0,0.000 0.000 0 15,3.000 0.000 0-15,-4.000 0.000 0 0,1.000 0.000 0 0,0.000 0.000 0 16,0.000 0.000 0-16,1.000 0.000 0 0,1.000 0.000 0 0,-2.000-1.000 0 16,2.000 1.000 0-16,-1.000-1.000 0 0,2.000 1.000 0 0,-2.000 0.000 0 15,0.000-1.000 0-15,2.000 1.000 0 0,0.000 0.000 0 0,-4.000 1.000 0 16,2.000-1.000 0-16,-1.000 0.000 0 0,-16.000 0.000 0 0,29.000 0.000 0 0,-29.000 0.000 0 0,27.000 1.000 0 16,-27.000-1.000 0-16,23.000 1.000 0 0,-23.000-1.000 0 0,17.000 0.000 0 15,-17.000 0.000 0-15,17.000 0.000 0 0,-17.000 0.000 0 16,0.000 0.000 0-16,17.000 0.000 0 0,-17.000 0.000 0 0,10.000 0.000 0 0,-10.000 0.000 0 15,0.000 0.000 0-15,0.000 0.000 0 0,12.000 0.000 0 0,-10.000 0.000 0 16,-2.000 0.000 0-16,0.000 0.000 0 0,5.000 0.000 0 0,-5.000 0.000 0 16,0.000 0.000 0-16,0.000 0.000 0 0,0.000 0.000 0 0,0.000 0.000 0 15,0.000 0.000 0-15,0.000 0.000 0 0,0.000 0.000 0 0,0.000 0.000 0 16,19.000 1.000 0-16,-19.000-1.000 0 0,0.000 0.000 0 0,0.000 0.000 0 16,0.000 0.000 0-16,0.000 0.000 0 0,5.000 1.000 0 0,-3.000 0.000 0 0,-2.000-1.000 0 0,1.000 0.000 0 15,-1.000 0.000 0-15,0.000 0.000-128 0,0.000 0.000 128 0,0.000 0.000-128 16,2.000 0.000 128-16,-4.000 0.000-128 15,2.000 0.000-608-15,0.000 0.000-112 0</inkml:trace>
  <inkml:trace contextRef="#ctx0" brushRef="#br0">17417.000 15413.000 23039 0,'1.000'-1.000'1024'0,"-1.000"0.000"192"0,0.000 0.000-960 16,0.000 1.000-256-16,-1.000 0.000 0 0,1.000 0.000 0 0,0.000 0.000 592 0,0.000-1.000 80 0,0.000 1.000 16 0,0.000 0.000 0 0,0.000 0.000 832 0,0.000-1.000 160 0,0.000 2.000 48 0,0.000-1.000 0 0,0.000 0.000-672 0,0.000 0.000-128 0,0.000 0.000-32 0,1.000 0.000 0 15,-1.000 1.000-96-15,0.000-1.000-32 0,0.000 0.000 0 0,0.000 0.000 0 16,0.000 1.000-528-16,0.000-1.000-112 0,2.000 1.000-128 0,-2.000-1.000 176 16,2.000 1.000-176-16,-1.000-1.000 0 0,3.000 1.000 0 0,-1.000 0.000-176 15,-3.000-1.000 176-15,0.000 0.000 0 0,17.000 5.000 0 0,-10.000-4.000 0 0,-7.000-1.000 0 0,16.000 4.000 0 16,-16.000-4.000 0-16,20.000 6.000 0 0,-8.000-3.000 0 0,-12.000-3.000 0 16,24.000 7.000 0-16,-10.000-4.000 0 0,2.000 0.000 0 0,0.000-1.000 0 15,-16.000-2.000 0-15,29.000 8.000 0 0,-15.000-5.000 0 0,-1.000 0.000 0 16,3.000 0.000 0-16,-16.000-3.000 0 0,24.000 5.000 0 0,-11.000-3.000 0 15,-13.000-2.000 0-15,19.000 6.000-128 0,-19.000-6.000 128 0,19.000 5.000 0 16,-19.000-5.000 0-16,0.000 0.000 0 16,21.000 8.000 0-16,-21.000-8.000 0 0,0.000 0.000 0 0,0.000 0.000 0 0,0.000 0.000 0 0,0.000 0.000 0 15,0.000 0.000 0-15,0.000 0.000 0 0,0.000 0.000-224 16,0.000 0.000 32-16,0.000 0.000 16 0,-24.000 53.000 0 16,2.000-33.000-896-16,-12.000 4.000-176 0,-9.000 5.000-32 15,-7.000 2.000-16-15,-6.000-1.000 48 0,-3.000 0.000 16 0,-4.000 1.000 0 0,-7.000 3.000-11936 0</inkml:trace>
  <inkml:trace contextRef="#ctx0" brushRef="#br0">10367.000 12217.000 14735 0,'-2.000'-3.000'1312'0,"2.000"1.000"-1056"0,0.000 1.000-256 0,0.000 2.000 0 0,0.000-1.000 0 0,0.000-1.000 0 0,-1.000 0.000 0 0,-1.000-1.000 0 0,2.000-2.000 784 0,-2.000 1.000 48 0,0.000 2.000 16 0,2.000 0.000 0 0,0.000 1.000 80 0,0.000 0.000 16 16,0.000-1.000 0-16,0.000 2.000 0 0,0.000-1.000-560 0,0.000 1.000-128 16,0.000 1.000 0-16,0.000-1.000-16 0,0.000 1.000-240 0,0.000-1.000 0 15,0.000 2.000 0-15,0.000 1.000 0 0,2.000 2.000-192 0,0.000-1.000 64 16,-2.000 0.000 128-16,0.000 3.000-208 0,2.000 0.000 208 0,-1.000 3.000 0 15,-1.000-11.000 0-15,0.000 0.000 0 0,0.000 0.000 0 0,10.000 50.000-144 0,-10.000-50.000 144 0,0.000 0.000 0 16,0.000 0.000 0-16,7.000 61.000 0 0,-7.000-61.000 0 0,0.000 0.000 0 16,4.000 50.000 0-16,-4.000-50.000 0 0,0.000 0.000 0 0,3.000 55.000 128 15,-3.000-55.000-128-15,0.000 0.000 128 16,0.000 58.000-128-16,0.000-58.000 128 0,0.000 0.000-128 0,2.000 67.000 0 0,-2.000-67.000 0 16,-2.000 53.000 0-16,2.000-53.000 0 0,0.000 54.000 0 15,0.000-54.000 0-15,0.000 49.000 128 0,0.000-49.000 0 0,-3.000 47.000 16 0,3.000-47.000 0 0,-4.000 48.000 0 16,4.000-48.000 416-16,0.000 0.000 80 0,-3.000 67.000 0 0,3.000-67.000 16 15,-2.000 54.000 1264-15,2.000-54.000 240 0,-2.000 65.000 48 0,2.000-65.000 16 16,-3.000 68.000-1792-16,3.000-68.000-432 0,-2.000 64.000 0 0,2.000-64.000 0 16,-3.000 61.000 0-16,3.000-61.000 0 0,-2.000 55.000 0 0,2.000-55.000 0 0,-1.000 56.000 160 0,1.000-56.000-160 15,0.000 55.000 160-15,0.000-55.000-160 0,-2.000 61.000 128 16,2.000-61.000-128-16,0.000 69.000 0 0,0.000-69.000 144 0,-2.000 67.000-144 16,2.000-67.000 0-16,-2.000 66.000 0 0,2.000-66.000 128 0,0.000 62.000-128 15,0.000-62.000 0-15,0.000 65.000 144 0,0.000-65.000-144 16,0.000 76.000 160-16,0.000-76.000-32 0,4.000 82.000-128 0,-4.000-82.000 192 15,2.000 79.000-16-15,-2.000-79.000-16 0,3.000 70.000 0 0,-3.000-70.000 0 16,3.000 70.000-160-16,-3.000-70.000 192 0,2.000 79.000-192 0,0.000-33.000 192 16,-1.000 5.000-192-16,1.000-3.000 160 0,-2.000-48.000-160 0,5.000 80.000 160 0,-5.000-80.000 928 15,4.000 75.000 176-15,-4.000-75.000 32 0,7.000 72.000 16 0,-7.000-72.000-1056 0,6.000 80.000-256 16,-2.000-34.000 0-16,-1.000 1.000 0 0,1.000-1.000 0 0,-2.000-2.000 0 16,-1.000 1.000 0-16,-1.000-45.000 0 0,4.000 82.000 0 0,-3.000-41.000 0 15,1.000 4.000 0-15,-2.000 2.000 0 0,3.000 3.000 0 0,-3.000-2.000 0 0,2.000-2.000 0 16,-2.000-2.000 0-16,0.000-44.000 0 0,0.000 82.000 0 0,0.000-36.000 0 0,2.000 3.000 0 15,-1.000 4.000 0-15,-1.000-2.000 0 0,2.000-1.000 0 0,-2.000-3.000 0 16,0.000-2.000 0-16,0.000-4.000 0 0,2.000 2.000 0 0,0.000 0.000 0 16,-2.000 3.000 0-16,2.000 3.000 0 0,-1.000 3.000 0 0,-1.000-1.000 0 15,0.000-1.000 0-15,0.000-5.000 0 0,0.000-4.000 0 0,0.000 0.000 0 16,2.000 4.000 0-16,-2.000 2.000 0 0,2.000 3.000 0 0,-1.000-2.000 0 16,1.000 0.000 0-16,0.000-3.000 0 15,-1.000-2.000 0-15,-1.000-43.000 0 0,5.000 78.000 0 0,-5.000-78.000 0 0,6.000 82.000 0 16,-3.000-39.000 0-16,-1.000 2.000 0 0,1.000-1.000 0 0,1.000-1.000 0 0,-1.000-1.000 0 15,-1.000-1.000 0-15,-2.000-41.000 0 0,5.000 76.000 0 0,-5.000-76.000 0 16,5.000 78.000 0-16,-3.000-36.000 0 0,0.000 0.000 0 0,-1.000 2.000 0 16,1.000 0.000 0-16,-2.000-3.000 0 0,0.000-41.000 0 0,2.000 72.000 0 15,-2.000-72.000 0-15,1.000 71.000 0 0,-1.000-71.000 0 0,2.000 74.000 0 0,1.000-36.000 0 16,-3.000 2.000 0-16,2.000 1.000 0 0,0.000-3.000 0 0,-2.000 1.000 0 0,0.000-39.000 0 16,2.000 73.000 0-16,-2.000-73.000 0 15,2.000 67.000 0-15,-2.000-67.000 192 0,1.000 64.000-64 0,-1.000-64.000-128 16,2.000 65.000 384-16,-2.000-65.000-48 0,5.000 66.000 0 0,-5.000-66.000 0 15,3.000 61.000-336-15,-3.000-61.000 0 0,2.000 56.000 0 0,-2.000-56.000 0 16,2.000 53.000 0-16,-2.000-53.000 0 0,3.000 48.000 0 0,-3.000-48.000 0 0,2.000 46.000 0 0,-2.000-46.000 0 16,2.000 44.000 0-16,-2.000-44.000 0 0,3.000 40.000 0 0,-3.000-40.000 0 15,2.000 41.000 0-15,-2.000-41.000 0 0,3.000 45.000 0 0,-3.000-45.000 0 16,4.000 43.000 0-16,-4.000-43.000 0 0,0.000 0.000 0 0,3.000 48.000 0 16,-3.000-48.000 0-16,0.000 0.000 0 0,0.000 0.000 0 0,7.000 45.000 0 15,-7.000-45.000 0-15,0.000 0.000 0 0,0.000 0.000 0 0,0.000 0.000 0 16,5.000 41.000 0-16,-5.000-41.000 0 0,0.000 0.000 0 0,0.000 0.000 0 15,0.000 0.000 0-15,0.000 0.000 0 0,0.000 0.000 0 0,0.000 0.000 0 0,0.000 39.000 0 0,0.000-39.000 0 16,0.000 0.000 0-16,0.000 0.000 0 0,0.000 0.000 0 0,0.000 0.000 0 16,0.000 0.000 0-16,0.000 0.000 0 15,0.000 0.000 0-15,0.000 0.000 0 16,0.000 0.000-448-16,0.000 0.000 0 0</inkml:trace>
  <inkml:trace contextRef="#ctx0" brushRef="#br0">10348.000 12216.000 14735 0,'0.000'-2.000'1312'0,"0.000"1.000"-1056"0,2.000 1.000-256 0,-2.000 0.000 0 0,0.000-1.000 1200 0,0.000 0.000 176 0,0.000 0.000 32 0,1.000-1.000 16 0,-1.000-2.000 80 0,0.000 1.000 16 15,0.000 1.000 0-15,2.000 0.000 0 0,-2.000 0.000 16 0,0.000 1.000 16 0,0.000 0.000 0 0,0.000 0.000 0 0,0.000 1.000-400 0,0.000 0.000-64 16,0.000 0.000-32-16,0.000 1.000 0 0,0.000 0.000-672 0,0.000-1.000-144 16,-2.000 2.000-32-16,2.000 1.000 0 0,-3.000 4.000-208 0,1.000 3.000-192 15,-3.000 1.000 48-15,-2.000 2.000 0 0,7.000-13.000 144 0,-15.000 28.000 0 16,8.000-15.000 0-16,-2.000 0.000 0 0,1.000 1.000 448 0,-3.000-2.000 64 16,3.000 1.000 0-16,-2.000-2.000 16 0,-1.000 3.000-400 0,1.000-2.000-128 15,0.000 0.000 0-15,1.000-1.000 0 0,0.000 0.000 0 0,-1.000 0.000 0 0,2.000 0.000 0 0,0.000-1.000 0 16,2.000-2.000 0-16,-1.000 0.000 0 0,4.000-1.000 0 0,-2.000-1.000 0 15,2.000-1.000 0-15,-1.000 0.000 0 0,2.000-3.000 0 0,0.000 0.000 0 16,2.000-1.000 0-16,0.000-1.000 0 0,0.000-1.000 0 0,0.000 1.000 0 16,2.000-1.000 0-16,-2.000 0.000 0 0,0.000-2.000 0 0,0.000-1.000 0 15,0.000 1.000 0-15,0.000-2.000 0 0,2.000-3.000 0 0,2.000-4.000 0 16,-1.000-1.000-2128-16,2.000-1.000-384 16,2.000 2.000-80-16,-1.000-2.000-16 0,2.000 1.000-800 0,0.000 0.000-176 0,-1.000 0.000-16 0,0.000 2.000-16 31,1.000 0.000 912-31,-1.000-1.000 176 0,-1.000 3.000 32 0,0.000-2.000 16 0,1.000 3.000 1392 0,-2.000-3.000 256 15,1.000-1.000 64-15,0.000-1.000 16 0,1.000 3.000 752 0,-2.000-2.000 0 0,1.000 1.000 0 0,-1.000 2.000 0 0,-2.000 0.000 320 16,0.000 2.000 64-16,1.000 2.000 16 0,-3.000 1.000 0 0,3.000 0.000 1648 0,-3.000 2.000 336 16,2.000-1.000 64-16,-3.000 2.000 16 15,3.000 2.000-144-15,-3.000 0.000-16 0,2.000 0.000-16 0,-2.000 0.000 0 0,1.000 0.000-816 0,1.000 1.000-176 16,0.000 1.000-16-16,-1.000 0.000-16 0,1.000 0.000-480 0,3.000 1.000-80 16,-2.000 2.000-32-16,3.000 1.000 0 0,-1.000 0.000-288 0,0.000 0.000-48 0,-5.000-7.000-16 0,0.000 0.000 0 15,0.000 0.000-64-15,31.000 36.000 0 0,-31.000-36.000-16 16,0.000 0.000 0-16,0.000 0.000-80 0,38.000 39.000-16 0,-38.000-39.000 0 15,0.000 0.000 0-15,30.000 31.000-144 0,-30.000-31.000 128 16,0.000 0.000-128-16,29.000 29.000 128 0,-29.000-29.000-128 0,0.000 0.000 128 16,0.000 0.000-128-16,35.000 34.000 128 0,-35.000-34.000-128 0,0.000 0.000 0 0,0.000 0.000 0 0,0.000 0.000 128 15,29.000 24.000-128-15,-24.000-21.000 0 0,-2.000-1.000 0 16,1.000 0.000 0-16,-2.000 1.000 0 0,-2.000-2.000 0 16,2.000 1.000-128-16,-10.000 1.000-13888 0</inkml:trace>
  <inkml:trace contextRef="#ctx0" brushRef="#br1">10406.000 15435.000 13823 0,'-2.000'0.000'1216'0,"1.000"0.000"-960"0,1.000 0.000-256 0,-2.000 0.000 0 0,2.000 0.000 288 0,0.000 1.000 16 0,-2.000-1.000 0 0,-1.000 1.000 0 0,0.000 0.000 672 0,-2.000 0.000 144 16,-1.000 1.000 32-16,1.000 0.000 0 0,0.000 0.000-192 0,2.000 0.000-48 0,-1.000 1.000 0 0,1.000-1.000 0 15,-3.000 1.000 176-15,3.000 0.000 16 0,1.000 0.000 16 0,-3.000-1.000 0 16,2.000 2.000-160-16,0.000-1.000-16 16,-1.000 0.000-16-16,0.000 0.000 0 0,3.000 2.000-320 0,-3.000-2.000-64 0,1.000 1.000-16 0,1.000 0.000 0 15,1.000 0.000 48-15,-1.000 0.000 0 0,0.000 1.000 0 0,-1.000 0.000 0 16,3.000-1.000-352-16,-3.000 1.000-64 0,3.000-5.000-16 0,0.000 0.000 0 16,0.000 0.000-144-16,0.000 0.000 0 15,0.000 0.000 0-15,0.000 0.000 0 0,0.000 0.000 0 0,0.000 0.000 0 0,0.000 45.000 0 0,1.000-41.000 128 16,-1.000-4.000-128-16,0.000 0.000 160 0,0.000 0.000-160 0,0.000 0.000 160 15,0.000 0.000 160-15,0.000 0.000 16 0,0.000 0.000 16 0,0.000 0.000 0 16,0.000 0.000 208-16,0.000 0.000 32 0,0.000 0.000 16 0,0.000 0.000 0 16,29.000 24.000-240-16,-24.000-24.000-48 0,-1.000-1.000-16 0,1.000 1.000 0 15,-2.000-1.000-144-15,3.000 0.000-32 0,-1.000 0.000 0 0,-2.000 0.000 0 16,2.000-1.000-128-16,0.000 1.000 0 0,-1.000-1.000 144 0,1.000 0.000-144 0,-2.000-1.000 0 0,2.000-1.000 0 16,0.000 1.000 0-16,1.000-1.000 0 15,-1.000 0.000 0-15,-2.000-1.000 0 0,2.000 0.000 0 0,0.000-2.000 128 16,-1.000 2.000-128-16,1.000 0.000 0 0,-1.000 0.000 0 0,-3.000-1.000 0 0,3.000 2.000 0 0,-3.000 0.000 0 15,1.000 0.000 0-15,-2.000 0.000 128 0,2.000 1.000-128 16,-2.000-1.000 0-16,0.000 0.000 0 0,-2.000 1.000 0 0,2.000-1.000 0 16,0.000 1.000 0-16,-2.000-1.000 0 0,2.000 0.000 0 0,-3.000 0.000 0 0,1.000 0.000 0 15,2.000 0.000 0-15,-3.000 1.000 128 0,1.000-1.000-128 0,-1.000 1.000 144 16,1.000 1.000-144-16,0.000-2.000 160 0,-1.000 2.000 16 0,-1.000 0.000 0 16,3.000 1.000 0-16,-3.000-1.000 0 0,1.000 1.000-48 0,1.000 1.000-128 15,-1.000 0.000 192-15,-3.000-1.000-64 0,3.000 1.000-128 0,1.000 1.000 0 16,-1.000-1.000 0-16,0.000 1.000 0 0,-1.000 0.000 0 0,1.000 0.000 0 0,-1.000 0.000 0 0,2.000 1.000 0 15,-1.000 1.000 0-15,0.000 2.000 0 0,-1.000-1.000 0 0,1.000 1.000 0 16,-2.000 1.000 0-16,1.000 2.000 0 16,4.000-8.000 0-16,0.000 0.000 0 0,-12.000 27.000 0 0,12.000-27.000 0 0,0.000 0.000 0 0,0.000 0.000 0 15,-12.000 37.000 0-15,12.000-37.000 0 0,0.000 0.000 0 0,0.000 0.000 0 16,0.000 0.000 0-16,-5.000 40.000 0 16,5.000-40.000 0-16,0.000 0.000 0 0,0.000 0.000 0 0,0.000 0.000 0 15,0.000 0.000 0-15,0.000 0.000 0 0,0.000 0.000-128 0,0.000 0.000 128 0,0.000 0.000 0 0,29.000 36.000 0 0,-25.000-36.000 0 0,1.000-1.000 0 16,2.000 0.000-144-16,-1.000-2.000 144 15,3.000 0.000 0-15,-2.000-1.000 0 0,1.000-1.000-128 0,1.000-3.000 128 16,-2.000 1.000 0-16,0.000-1.000 0 0,0.000-2.000 0 0,-2.000 1.000 0 0,0.000 0.000 0 0,-2.000-2.000 0 16,1.000 2.000 0-16,-3.000 0.000 0 0,1.000 2.000 0 0,-2.000-1.000 0 15,0.000-1.000 0-15,0.000 2.000 0 16,-2.000-1.000 0-16,1.000 0.000 0 0,-1.000 3.000 0 0,0.000 0.000 0 0,-1.000 2.000 0 16,1.000 0.000 0-16,-1.000 1.000 0 0,0.000 0.000 0 0,-1.000 1.000 0 0,0.000 1.000-160 15,1.000 0.000 160-15,-2.000 0.000-128 0,0.000 2.000 128 0,-2.000-1.000-160 0,0.000 2.000 160 0,0.000-1.000-160 16,-1.000 1.000 160-16,1.000 1.000 0 0,-2.000 0.000 0 15,1.000 1.000-128-15,1.000 0.000 128 0,0.000-1.000 0 0,2.000 1.000 0 0,2.000 0.000 0 16,-1.000 0.000 0-16,2.000 0.000 0 0,0.000-1.000 0 0,1.000 0.000-128 16,1.000-1.000 128-16,0.000 0.000 0 0,1.000 2.000 0 0,-1.000-1.000 0 15,0.000-4.000-1024 1,0.000 0.000-128-16</inkml:trace>
  <inkml:trace contextRef="#ctx0" brushRef="#br1">12387.000 15498.000 11967 0,'0.000'0.000'1072'0,"0.000"0.000"-864"0,0.000 0.000-208 0,0.000 0.000 0 0,0.000 0.000 736 0,0.000 0.000 96 0,0.000 0.000 32 0,0.000 0.000 0 0,0.000 0.000 272 0,0.000 1.000 48 0,0.000 0.000 16 0,0.000 2.000 0 0,-3.000 0.000-688 0,3.000-1.000-128 15,0.000 1.000-16-15,0.000 0.000-16 0,0.000-3.000-208 0,0.000 0.000-144 16,0.000 0.000 192-16,0.000 0.000-192 0,0.000 0.000 224 0,0.000 0.000-64 15,0.000 0.000-16-15,0.000 0.000 0 16,0.000 0.000 224-16,0.000 0.000 32 0,0.000 0.000 16 0,0.000 0.000 0 16,0.000 0.000 224-16,0.000 0.000 64 0,0.000 0.000 0 0,0.000 0.000 0 0,0.000 0.000 112 0,0.000 0.000 16 15,0.000 0.000 16-15,0.000 0.000 0 0,0.000 0.000 16 0,0.000 0.000 0 16,0.000 0.000 0-16,0.000 0.000 0 0,0.000 0.000-256 0,0.000 0.000-48 16,2.000-1.000-16-16,-1.000-5.000 0 0,1.000-1.000-544 0,1.000-1.000-272 0,-1.000 0.000 16 0,1.000-1.000 16 15,1.000 1.000-80-15,-1.000 0.000 0 0,1.000 0.000-16 0,-1.000 2.000 0 16,-1.000 2.000 336-16,-2.000 1.000-176 0,2.000 1.000 176 0,-2.000 0.000-128 15,1.000 2.000 128-15,-1.000-1.000 0 0,0.000 2.000 160 0,0.000-1.000-160 16,0.000 0.000 448-16,-1.000 1.000-16 0,2.000 0.000 0 0,-2.000-1.000 0 16,1.000 1.000 96-16,0.000 0.000 32 0,0.000 1.000 0 15,0.000 0.000 0-15,-2.000 0.000-336 0,2.000 1.000-64 0,0.000-3.000-16 0,0.000 0.000 0 16,0.000 0.000-144-16,0.000 0.000 0 0,0.000 0.000 144 0,0.000 0.000-144 16,0.000 0.000 0-16,0.000 0.000 0 15,0.000 0.000 0-15,0.000 0.000 128 0,0.000 0.000-128 0,0.000 0.000 0 0,-7.000 39.000 0 0,7.000-38.000 0 0,0.000-1.000 0 0,0.000 0.000 0 16,0.000 1.000 0-16,0.000-2.000 0 0,0.000 0.000 0 15,0.000 1.000 0-15,0.000-1.000 0 0,0.000 0.000-128 0,0.000 1.000 128 0,0.000-1.000 0 16,0.000 0.000 0-16,2.000 0.000 0 0,-2.000 0.000 0 0,0.000 0.000 0 16,0.000-2.000 0-16,0.000 1.000 128 0,2.000 1.000-128 0,-1.000-1.000 0 15,-1.000 1.000 0-15,0.000 0.000 128 0,0.000 0.000-128 0,0.000 0.000 0 16,0.000 1.000 0-16,0.000 0.000 0 0,0.000 0.000 0 0,0.000 0.000 0 16,0.000 0.000 0-16,0.000 0.000 0 0,0.000 1.000 0 0,0.000-1.000-160 15,0.000 0.000 160-15,0.000 1.000 0 0,0.000 0.000-160 0,0.000 0.000 160 16,0.000 1.000-128-16,0.000 1.000 128 15,0.000-3.000-1104-15,0.000 0.000-144 0</inkml:trace>
  <inkml:trace contextRef="#ctx0" brushRef="#br1">12360.000 15857.000 30399 0,'0.000'1.000'1344'0,"0.000"-1.000"288"0,0.000 0.000-1312 0,0.000 0.000-320 0,0.000 0.000 0 0,0.000 0.000 0 0,0.000 1.000 656 0,0.000 0.000 64 0,0.000-2.000 16 0,0.000 2.000 0 0,0.000 1.000 416 0,0.000 2.000 64 0,0.000 0.000 32 0,-4.000 2.000 0 0,4.000-6.000-960 0,0.000 0.000-288 16,0.000 0.000 128-16,-7.000 41.000-128 0,7.000-41.000 176 0,0.000 0.000-48 15,-8.000 53.000 0-15,8.000-53.000 0 16,-9.000 41.000 400-16,9.000-41.000 80 0,-7.000 40.000 16 0,7.000-40.000 0 0,-8.000 40.000-432 0,8.000-40.000-64 16,-7.000 39.000-128-16,7.000-39.000 176 0,0.000 0.000-176 0,-9.000 50.000 0 15,9.000-50.000 0-15,0.000 0.000 128 16,0.000 0.000-128-16,-5.000 48.000 0 0,5.000-48.000 0 0,0.000 0.000 0 0,0.000 0.000 0 0,0.000 0.000 0 0,0.000 0.000 128 16,-3.000 45.000-128-1,3.000-45.000 0-15,0.000 0.000 0 0,0.000 0.000 0 0,0.000 0.000 128 0,0.000 0.000-128 0,0.000 0.000 0 16,0.000 0.000 0-16,0.000 0.000 0 0,0.000 0.000 0 0,0.000 0.000 0 0,0.000 0.000 0 15,0.000 0.000 0 1,0.000 0.000 0-16,0.000 0.000 0 0,0.000 0.000 0 0,0.000 0.000 0 0,0.000 0.000 0 16,0.000 0.000 0-16,0.000 0.000 0 0,-8.000 2.000-18240 0</inkml:trace>
  <inkml:trace contextRef="#ctx0" brushRef="#br1">6291.000 15543.000 7359 0,'0.000'1.000'656'0,"0.000"-1.000"-528"0,0.000 1.000-128 0,0.000 0.000 0 0,0.000 0.000 128 0,0.000 0.000-128 0,0.000 2.000 192 0,0.000 2.000-64 16,0.000 0.000 144-16,0.000-5.000 32 0,0.000 0.000 0 0,0.000 0.000 0 0,0.000 0.000 304 15,0.000 0.000 64-15,0.000 0.000 16 0,0.000 0.000 0 16,0.000 0.000-48-16,0.000 0.000 0 0,0.000 0.000 0 0,0.000 0.000 0 16,0.000 0.000 336-16,0.000 0.000 64 0,0.000 0.000 16 0,0.000 0.000 0 0,0.000 0.000 528 0,0.000 0.000 96 15,0.000 0.000 32-15,0.000 0.000 0 0,0.000 0.000 0 0,0.000 0.000 0 16,0.000 0.000 0-16,0.000 0.000 0 0,-6.000 4.000-256 0,6.000-10.000-48 16,-2.000 0.000-16-16,2.000-1.000 0 15,0.000 1.000-1520-15,0.000 1.000-320 0,0.000 0.000-48 0,0.000-1.000-16 0,-1.000 2.000 512 0,1.000-1.000 240 0,-2.000 1.000-32 0,2.000 0.000 0 16,0.000 1.000-48-16,0.000 0.000-16 15,0.000 2.000 0-15,0.000 1.000 0 0,0.000 0.000-144 0,0.000 0.000 192 0,0.000 1.000-192 0,2.000-1.000 192 16,-2.000 2.000-192-16,0.000-2.000 0 0,0.000 1.000 0 0,0.000 1.000 0 16,1.000 0.000-208-16,-1.000 1.000 80 0,2.000 1.000 128 0,-2.000-4.000-208 15,0.000 0.000 208-15,0.000 0.000-192 16,0.000 0.000 192-16,0.000 0.000-192 0,0.000 0.000 192 0,6.000 48.000 0 0,-6.000-48.000 0 0,0.000 0.000-144 16,0.000 0.000 144-16,0.000 0.000 0 0,0.000 0.000 0 0,0.000 0.000 0 15,0.000 0.000 0-15,0.000 0.000 0 0,0.000 0.000 0 0,0.000 0.000 0 16,0.000 0.000 0-16,0.000 0.000 0 0,0.000 0.000 0 0,0.000 0.000 0 15,0.000 0.000 0-15,0.000 0.000 192 0,0.000 0.000-64 0,0.000 0.000 0 16,6.000 2.000 128-16,-4.000-10.000 48 0,1.000-1.000 0 0,-3.000 0.000 0 0,4.000 0.000-144 0,-3.000-1.000-32 16,1.000 2.000 0-16,1.000 1.000 0 0,0.000 1.000-128 0,-3.000 1.000 0 15,2.000 2.000 0-15,-2.000 1.000 0 16,0.000 1.000 0-16,0.000 1.000 0 0,0.000 0.000 0 0,0.000 1.000 0 16,0.000 1.000 0-16,0.000 0.000 0 0,0.000 0.000 0 0,0.000 2.000 0 0,0.000-4.000-192 0,0.000 0.000 192 15,0.000 0.000-192-15,0.000 0.000 192 16,0.000 0.000-128-16,-5.000 56.000 128 0,5.000-56.000 0 0,0.000 0.000 0 15,0.000 0.000 0-15,0.000 0.000 0 0,0.000 0.000 0 0,-3.000 50.000 0 0,3.000-45.000 0 0,0.000-1.000 0 16,0.000-1.000 0-16,2.000-2.000-10352 16,-2.000 1.000-2112-16</inkml:trace>
  <inkml:trace contextRef="#ctx0" brushRef="#br1">5746.000 16232.000 31327 0,'-2.000'-2.000'1392'0,"2.000"1.000"272"0,0.000 1.000-1328 0,-2.000-1.000-336 0,2.000 1.000 0 0,0.000 0.000 0 0,0.000 0.000 656 0,0.000 0.000 64 0,0.000 0.000 16 0,0.000 0.000 0 0,0.000 1.000 624 0,0.000-1.000 128 0,2.000 0.000 32 0,-2.000 0.000 0 0,0.000 0.000-1040 0,3.000 0.000-208 0,-1.000 0.000-32 0,1.000 1.000-16 16,4.000-1.000-224-16,0.000 0.000 144 15,0.000 0.000-144-15,3.000 0.000 128 0,1.000 0.000-128 0,0.000-1.000 160 16,0.000 0.000-160-16,-1.000 1.000 160 0,1.000-1.000-160 0,0.000 0.000 0 0,2.000 0.000 0 0,-2.000 1.000 128 16,3.000-2.000-128-16,-1.000 1.000 0 0,0.000 1.000 0 0,0.000 0.000 0 15,0.000 0.000 0-15,-2.000 0.000 0 16,0.000 0.000 0-16,0.000 0.000 0 0,-1.000 1.000 0 0,-2.000-1.000 0 0,-2.000 2.000 0 0,-1.000-2.000 0 15,1.000-2.000-128-15,-4.000 2.000-16 0,1.000 0.000 0 0,-1.000 0.000-17872 16</inkml:trace>
  <inkml:trace contextRef="#ctx0" brushRef="#br1">6093.000 16083.000 20271 0,'0.000'0.000'1792'0,"2.000"0.000"-1424"0,-2.000 1.000-368 0,1.000-1.000 0 16,-1.000 1.000 0-16,3.000 0.000-256 0,0.000 1.000 32 0,2.000 1.000 16 0,-5.000-3.000 208 0,0.000 0.000-144 0,0.000 0.000 144 16,37.000 25.000-128-16,-37.000-25.000 832 0,0.000 0.000 192 15,0.000 0.000 16-15,40.000 32.000 16 0,-40.000-32.000 208 0,0.000 0.000 32 16,0.000 0.000 16-16,31.000 35.000 0 0,-31.000-35.000-672 0,0.000 0.000-144 0,0.000 0.000-32 0,0.000 0.000 0 31,20.000 43.000-336-31,-20.000-43.000 144 0,0.000 0.000-144 0,0.000 0.000 0 16,0.000 0.000 656-16,-3.000 48.000 32 0,3.000-48.000 0 0,-11.000 19.000 0 15,11.000-19.000 720-15,-16.000 22.000 128 0,6.000-9.000 48 0,-3.000-2.000 0 16,-1.000 2.000-1088-16,-2.000-1.000-224 0,-2.000 1.000-32 0,-1.000-1.000-16 16,0.000 0.000-32-16,1.000-2.000-16 0,-1.000 0.000 0 0,3.000-3.000 0 15,0.000-1.000-176-15,2.000-2.000 192 0,-2.000 1.000-192 0,6.000-2.000 192 0,-2.000-1.000 80 0,2.000-1.000 32 16,2.000 0.000 0-16,0.000-2.000 0 0,3.000 1.000-32 0,0.000 0.000 0 16,2.000-1.000 0-16,1.000 1.000 0 0,1.000-1.000-48 0,-1.000 1.000-16 15,2.000-1.000 0-15,0.000 1.000 0 0,2.000-1.000-208 0,-2.000 1.000 144 16,1.000 0.000-144-16,-1.000 0.000 128 0,2.000 0.000 64 0,-2.000 0.000 16 15,3.000 0.000 0-15,0.000 0.000 0 0,2.000-1.000-64 0,3.000 0.000-16 16,0.000 0.000 0-16,2.000 1.000 0 0,3.000-1.000-128 0,0.000 1.000 0 16,1.000 0.000 0-16,2.000 1.000 0 0,-2.000-1.000 0 0,4.000 1.000 0 0,-1.000 0.000 0 15,0.000 0.000 0-15,-17.000-1.000 0 0,33.000 3.000 0 0,-20.000-2.000 0 16,3.000 0.000 0-16,-2.000 0.000 0 0,-1.000 0.000 0 16,-13.000-1.000 0-16,27.000 3.000 0 0,-14.000-2.000 0 0,-3.000 0.000 0 0,-10.000-1.000 0 15,20.000 3.000 0-15,-20.000-3.000 0 0,0.000 0.000 0 0,24.000 6.000 0 16,-17.000-5.000 0-16,-7.000-1.000 0 0,0.000 0.000 0 0,0.000 0.000 0 0,0.000 0.000 0 15,0.000 0.000-176-15,0.000 0.000-16 0,27.000 9.000 0 0,-24.000-9.000-18480 16</inkml:trace>
  <inkml:trace contextRef="#ctx0" brushRef="#br1">6683.000 16493.000 34095 0,'0.000'1.000'3024'0,"0.000"-1.000"-2416"0,2.000 0.000-480 0,-2.000 0.000-128 0,0.000 0.000 0 0,0.000 1.000 0 0,1.000-1.000 128 16,-1.000 1.000-128-16,2.000 0.000-960 0,-4.000-2.000-256 0</inkml:trace>
  <inkml:trace contextRef="#ctx0" brushRef="#br2">10406.000 15475.000 9215 0,'0.000'0.000'816'15,"0.000"0.000"-656"-15,0.000 0.000-160 0,0.000 0.000 0 0,0.000 0.000 992 0,0.000 0.000 160 0,-2.000 0.000 48 0,2.000 0.000 0 0,0.000 0.000 736 0,0.000 0.000 160 16,-1.000 0.000 16-16,-1.000 0.000 16 0,2.000 0.000-256 0,0.000 0.000-48 0,0.000 0.000-16 0,0.000 1.000 0 0,0.000-1.000-208 0,0.000 0.000-32 0,0.000 0.000-16 0,0.000 0.000 0 0,0.000-1.000-352 0,0.000 1.000-80 16,0.000 0.000-16-16,0.000 0.000 0 0,0.000 0.000-512 0,0.000 0.000-96 31,0.000-1.000-32-31,0.000 1.000 0 0,0.000 0.000-112 0,0.000 0.000-32 0,0.000 0.000 0 0,0.000 0.000 0 0,0.000-1.000-128 0,2.000 1.000-48 16,-2.000-1.000 0-16,0.000 1.000 0 15,0.000-2.000-144-15,0.000 0.000 160 0,1.000 0.000-160 0,-1.000 0.000 160 16,2.000-1.000-160-16,0.000 0.000 0 0,0.000-2.000 0 0,1.000 1.000 128 15,-1.000 0.000-128-15,1.000-1.000 0 0,2.000 0.000 0 0,-1.000-1.000 0 16,-1.000 1.000 0-16,4.000-1.000 0 0,-2.000 0.000 0 0,0.000-1.000 0 0,2.000 1.000 0 0,0.000 1.000 0 16,-2.000-1.000 0-16,0.000 1.000 0 0,0.000-2.000 0 0,3.000 1.000 0 0,-3.000 1.000 0 0,1.000-1.000 0 15,-1.000 0.000 0-15,1.000 0.000 0 16,1.000 1.000 0-16,-1.000 0.000 0 0,-1.000-2.000 0 0,1.000 1.000 0 0,1.000 2.000 0 16,-1.000-1.000 0-16,-1.000-1.000 0 15,1.000 1.000 0-15,-1.000 0.000 0 0,0.000 1.000 0 0,0.000-1.000 0 0,2.000 0.000 0 0,-2.000 1.000 0 0,2.000 0.000 0 16,-2.000 0.000 0-16,2.000 0.000 0 0,-2.000 1.000 0 15,0.000-2.000 0-15,2.000 1.000 0 0,0.000 1.000 0 16,0.000-1.000 0-16,-2.000 0.000 0 0,0.000 0.000 0 0,2.000 1.000 0 16,0.000-1.000 0-16,-2.000 1.000 0 0,3.000-1.000 0 0,-2.000 1.000 0 15,2.000 0.000 0-15,-3.000 0.000 0 0,3.000 0.000 0 0,0.000 0.000 0 16,0.000 0.000 0-16,-1.000 0.000 0 0,2.000 0.000 0 0,-2.000 0.000 0 16,1.000 0.000 0-16,1.000 0.000 0 0,-1.000 0.000 0 0,0.000-1.000 0 15,0.000 0.000 0-15,0.000 2.000 0 0,0.000-2.000 0 0,0.000 1.000 0 16,0.000-1.000 0-16,0.000 1.000 0 0,0.000-1.000 0 0,-2.000 0.000 0 0,3.000 1.000 0 15,-2.000 0.000 0-15,0.000 0.000 0 0,-1.000 0.000 0 0,2.000 0.000 0 0,-1.000-2.000 0 16,-1.000 2.000 0-16,2.000-1.000 0 0,2.000 1.000 0 0,-1.000 0.000 0 16,1.000 1.000 0-16,-2.000 0.000 0 0,0.000-1.000 0 0,1.000 1.000 0 15,1.000-1.000-128-15,1.000 1.000 128 0,-1.000 0.000 0 0,0.000-1.000 0 16,-1.000 1.000 0-16,1.000 0.000 0 0,-1.000 1.000 0 0,1.000-1.000 0 16,-2.000 0.000 0-16,3.000-1.000 0 0,-3.000 1.000 0 0,3.000-1.000 0 15,-1.000 1.000 0-15,0.000 0.000 0 0,0.000 1.000 0 0,0.000-2.000 0 16,3.000 1.000 0-16,-2.000 0.000 0 0,2.000 0.000 0 0,-2.000 0.000 0 15,2.000 0.000 0-15,-3.000 0.000 0 0,2.000-1.000 0 0,-2.000 1.000 0 16,1.000 1.000 0-16,-1.000-1.000 0 0,-2.000 1.000 0 0,3.000 0.000 0 0,-3.000 1.000 0 16,3.000-1.000 0-16,-3.000 0.000 0 0,2.000 0.000 0 0,-1.000 0.000 0 15,1.000 0.000 0-15,1.000 0.000 0 0,-3.000-1.000 0 16,2.000 1.000 0-16,-1.000 0.000 0 0,1.000 0.000 0 0,0.000 0.000 0 0,1.000 0.000 0 16,-3.000 0.000 0-16,3.000 0.000 0 0,-1.000-1.000 0 0,-2.000 1.000 0 0,3.000 1.000 0 15,-3.000-1.000 0-15,3.000 1.000 0 0,-1.000-1.000 0 0,-2.000 0.000 0 16,3.000 0.000 0-16,-3.000 1.000 0 0,3.000-1.000 0 0,-3.000 1.000 0 0,2.000-1.000 0 0,-1.000 1.000 0 15,-1.000-1.000 0-15,1.000 1.000 0 0,-2.000 0.000 0 0,1.000 0.000 0 16,1.000 0.000 0-16,-2.000 0.000 0 0,0.000 0.000 0 16,-1.000 1.000 0-16,2.000-1.000 0 0,-2.000 1.000 0 0,1.000 0.000 0 0,0.000-1.000 0 15,0.000 1.000 0-15,1.000 0.000 0 0,1.000 0.000 0 16,-2.000 0.000 0-16,0.000 0.000 0 0,-1.000 1.000 0 0,3.000-2.000 0 16,-2.000 1.000 0-16,1.000 0.000 0 0,0.000 0.000 0 15,-2.000 0.000 0-15,1.000 0.000 0 0,-1.000 0.000 0 0,0.000 0.000 0 16,1.000 0.000 0-16,-2.000 1.000 0 0,1.000-1.000 0 0,-6.000-1.000 0 0,0.000 0.000 0 15,0.000 0.000 0-15,0.000 0.000 0 0,27.000 8.000 0 0,-22.000-7.000 0 0,0.000 0.000 0 0,1.000 2.000 0 0,2.000-2.000 0 16,-3.000 1.000 0 0,2.000-1.000 0-16,-1.000 1.000 0 0,3.000 0.000 0 0,-1.000 0.000 0 0,-1.000-1.000 0 0,2.000 1.000 0 0,-1.000-1.000 0 15,-8.000-1.000 0-15,0.000 0.000 0 0,26.000 5.000 0 16,-19.000-3.000 0-16,0.000-1.000 0 0,0.000 2.000 0 0,1.000-2.000 0 16,-2.000 1.000 0-16,-1.000-1.000 0 0,1.000 0.000 0 0,-1.000 1.000 0 15,0.000 0.000 0-15,1.000 0.000 0 0,-1.000 0.000 0 16,0.000-2.000 0-16,0.000 2.000 0 0,1.000-1.000 0 0,1.000 1.000 0 0,-1.000 0.000 0 15,1.000 1.000 0-15,0.000-1.000 0 0,0.000 0.000 0 0,-1.000 0.000 0 16,2.000-1.000 0-16,-1.000 0.000 0 0,-1.000 0.000 0 0,2.000 1.000 0 0,0.000-1.000 0 0,-2.000 1.000 0 16,-1.000 0.000 0-16,3.000 0.000 0 0,-3.000-1.000 0 0,1.000 0.000 0 15,-4.000 0.000 0-15,3.000 2.000 0 0,-2.000-1.000 0 0,2.000 0.000 0 16,-1.000-1.000 0 0,1.000 1.000 0-16,0.000-1.000 0 0,-3.000 1.000 0 0,1.000-1.000 0 15,3.000 1.000 0-15,-3.000 0.000 0 0,2.000 0.000 0 0,0.000-1.000 0 0,-1.000 1.000 0 0,0.000-1.000 0 16,1.000 2.000 0-16,0.000-2.000 0 0,0.000 0.000 0 0,-2.000 0.000 0 15,0.000 0.000 0-15,2.000 0.000 0 0,-2.000 1.000 0 0,0.000-1.000 0 0,2.000 0.000 0 0,-2.000 0.000 0 0,-1.000 1.000 0 0,1.000-1.000 0 16,0.000 0.000 0-16,-1.000 0.000 0 16,1.000 0.000 0-16,-2.000 0.000 0 0,1.000 1.000 0 15,0.000-1.000 0-15,-1.000 0.000 0 0,1.000 0.000 0 16,1.000 2.000 0-16,-1.000-1.000 0 0,0.000-1.000 0 0,2.000 1.000 0 16,-2.000-1.000 0-16,1.000 0.000 0 0,0.000 1.000 0 0,0.000 0.000 0 15,-1.000 0.000 0-15,1.000-1.000 0 0,1.000 0.000 0 0,-3.000 0.000 0 16,4.000 1.000 0-16,-4.000-1.000 0 0,2.000 0.000 0 0,-1.000 0.000 0 15,1.000 2.000 0-15,-3.000-3.000 0 0,2.000 1.000 0 0,0.000 0.000 0 0,-1.000 1.000 0 16,1.000-1.000 0-16,0.000 0.000 0 0,-1.000 0.000 0 0,2.000 1.000 0 16,-1.000-1.000 0-16,1.000 1.000 0 0,-2.000 0.000 0 0,1.000 1.000 0 15,1.000-1.000 0-15,-1.000 0.000 0 0,0.000 1.000 0 0,1.000-1.000 0 0,0.000 0.000 0 16,0.000 0.000 0-16,0.000 1.000 0 0,0.000 0.000 0 0,-1.000 0.000 0 16,1.000 1.000 0-16,-1.000-1.000 0 0,1.000 1.000 0 0,1.000-1.000 0 15,-3.000 1.000 0-15,4.000-1.000 0 0,-2.000 1.000 0 0,0.000 0.000 0 16,-1.000 1.000 0-16,-2.000-5.000 0 0,0.000 0.000 0 0,0.000 0.000 0 15,0.000 0.000 0-15,0.000 0.000 0 0,0.000 0.000 0 0,0.000 0.000 0 16,0.000 0.000 0-16,25.000 37.000 0 0,-25.000-37.000 0 0,0.000 0.000 0 0,0.000 0.000 0 16,0.000 0.000 0-16,0.000 0.000 0 0,0.000 0.000 0 0,0.000 0.000 0 15,19.000 42.000 0-15,-19.000-42.000 0 0,0.000 0.000 0 0,0.000 0.000 0 16,0.000 0.000 0-16,0.000 0.000 0 0,0.000 0.000 0 0,17.000 44.000 0 16,-17.000-44.000 0-16,0.000 0.000 0 0,0.000 0.000 0 0,0.000 0.000 0 15,0.000 0.000 0-15,0.000 0.000 0 0,0.000 0.000 0 0,0.000 0.000 0 0,0.000 0.000 0 16,0.000 0.000 0-16,0.000 0.000 0 0,16.000 44.000 0 0,-16.000-43.000 0 15,1.000 0.000 0-15,-1.000 0.000 0 0,0.000-1.000 0 0,0.000 0.000 0 16,0.000 0.000 0-16,0.000 0.000 0 0,0.000 0.000 0 0,0.000-1.000 0 0,0.000 1.000 0 16,0.000-1.000 0-16,0.000 1.000 0 0,0.000-3.000 0 0,-1.000 2.000 0 15,1.000-3.000-12192-15,-2.000-1.000-2320 0</inkml:trace>
  <inkml:trace contextRef="#ctx0" brushRef="#br2">11397.000 14234.000 25791 0,'0.000'0.000'2304'0,"0.000"0.000"-1856"0,0.000 0.000-448 0,0.000 0.000 0 0,0.000 0.000 576 0,0.000 0.000 0 0,0.000 0.000 16 0,0.000 0.000 0 0,0.000 0.000 368 0,0.000 1.000 80 0,0.000-1.000 16 0,-2.000 1.000 0 0,4.000 1.000-544 0,-2.000 0.000-96 0,0.000 2.000-32 0,0.000 2.000 0 16,0.000-6.000-384-16,0.000 0.000 0 15,0.000 0.000 0-15,5.000 51.000-176 0,-5.000-51.000 176 0,0.000 0.000 0 0,5.000 56.000 128 0,-5.000-56.000-128 16,0.000 0.000 208-16,0.000 57.000-16 16,0.000-57.000-16-16,0.000 0.000 0 0,-2.000 55.000 704 0,2.000-55.000 144 15,0.000 0.000 16-15,-3.000 48.000 16 0,3.000-48.000-432 0,0.000 0.000-96 0,0.000 0.000-16 0,-5.000 52.000 0 16,5.000-52.000-384-16,0.000 0.000-128 0,0.000 0.000 0 16,0.000 0.000 0-16,-4.000 49.000 0 0,4.000-49.000 0 0,0.000 0.000 128 0,0.000 0.000-128 15,0.000 0.000 0-15,0.000 0.000 0 0,0.000 0.000 0 0,0.000 0.000 0 16,0.000 0.000 128-16,0.000 0.000-128 0,0.000 0.000 0 0,0.000 0.000 0 15,0.000 0.000 448-15,0.000 0.000-32 0,0.000 0.000 0 0,0.000 0.000 0 16,0.000 0.000-240-16,0.000 0.000-48 0,0.000 0.000-128 0,0.000 0.000-18336 16</inkml:trace>
  <inkml:trace contextRef="#ctx0" brushRef="#br2">10348.000 15515.000 12895 0,'0.000'0.000'1152'16,"-2.000"0.000"-928"-16,2.000 0.000-224 0,0.000-1.000 0 0,0.000 1.000 464 0,0.000-1.000 48 0,-1.000 2.000 16 0,-1.000-2.000 0 0,0.000 0.000 1552 0,-1.000-1.000 304 0,-1.000 0.000 64 0,2.000 0.000 16 0,2.000 1.000-368 0,-1.000-3.000-80 0,-1.000 2.000-16 0,0.000-1.000 0 15,-1.000 1.000-400-15,3.000 0.000-96 0,-2.000 1.000-16 0,2.000-1.000 0 0,-1.000 0.000-592 0,-1.000 0.000-128 16,0.000 1.000-32-16,2.000-1.000 0 15,-1.000 0.000-288-15,1.000-1.000-48 0,-2.000 0.000-16 0,2.000 0.000 0 16,-3.000 1.000-128-16,3.000-1.000-16 0,-3.000 1.000-16 0,0.000-2.000 0 0,1.000 1.000-32 0,1.000-2.000-16 16,-1.000 2.000 0-16,0.000-1.000 0 0,1.000 0.000-48 0,-1.000 1.000 0 15,0.000-1.000 0-15,-1.000-1.000 0 16,3.000 2.000-128-16,-3.000-1.000 128 0,0.000 0.000-128 0,0.000 1.000 128 0,1.000-1.000-128 0,1.000 1.000 0 16,-1.000-1.000 0-16,0.000 1.000 0 15,-1.000 0.000 0-15,1.000 0.000 0 0,1.000 0.000 128 0,-2.000-1.000-128 16,1.000 1.000 0-16,-1.000-1.000 0 0,0.000 0.000 0 0,0.000 0.000 0 0,-1.000 0.000 192 0,1.000 0.000-32 15,1.000 1.000-16-15,-1.000-2.000 0 16,0.000 1.000-144-16,-3.000 1.000 160 0,4.000 0.000-160 0,-3.000-1.000 160 0,2.000 1.000-160 0,0.000-1.000 0 16,-2.000 0.000 0-16,1.000 1.000 128 15,0.000 0.000-128-15,-1.000-1.000 0 0,0.000 1.000 144 0,2.000 0.000-144 0,-3.000-1.000 224 0,1.000 0.000-32 0,-1.000 0.000 0 16,-1.000 1.000 0-16,1.000-1.000-192 0,0.000 0.000 0 0,-1.000 0.000 0 16,-1.000 0.000 0-16,0.000 0.000 0 0,-2.000 0.000 0 0,1.000 1.000 0 0,-1.000-1.000 0 15,1.000 0.000 0-15,-1.000 1.000 0 0,-1.000-2.000 0 16,0.000 1.000 0-16,0.000 1.000 0 0,-2.000-1.000 0 0,0.000 1.000 0 0,0.000-1.000 0 0,0.000 0.000 0 15,-4.000 2.000 0 1,1.000 0.000 0-16,1.000-1.000 0 0,-2.000 0.000 0 0,-1.000-1.000 0 0,2.000 1.000 0 16,-3.000-1.000 0-16,0.000 0.000 0 0,0.000 1.000 0 15,0.000 0.000 0-15,2.000-1.000 0 0,-2.000 1.000 0 0,0.000 0.000 0 0,0.000 0.000 0 16,1.000-1.000 0-16,-1.000 0.000 0 0,0.000 1.000 0 0,0.000 1.000 0 16,-2.000-1.000 0-16,3.000 0.000 0 0,-3.000 1.000 0 0,1.000 0.000 0 0,-1.000-1.000 0 0,-1.000 0.000 0 15,-1.000 1.000 0-15,-1.000-1.000 0 0,0.000 1.000 0 0,2.000-1.000 0 16,-2.000 1.000 0-16,2.000-1.000 0 0,-1.000 1.000 0 0,3.000-1.000 0 15,1.000 0.000 0-15,-1.000 0.000 0 0,1.000 0.000 0 0,-2.000 1.000 0 16,0.000-1.000 0-16,0.000 0.000 0 0,-1.000 0.000 0 16,-1.000 0.000 0-16,-1.000-1.000 0 0,0.000 0.000 0 0,0.000 1.000 0 15,-1.000 0.000 0-15,-1.000 1.000 0 0,2.000-1.000 0 0,0.000 1.000 0 16,3.000 0.000 0-16,-3.000 1.000 0 0,2.000 0.000 0 0,1.000 0.000 0 16,0.000-1.000 0-16,2.000 1.000 0 0,-1.000 0.000 0 0,0.000 0.000 0 15,1.000 0.000 0-15,0.000-1.000 0 0,0.000 1.000 0 0,0.000-1.000 0 16,-1.000 1.000 0-16,1.000-1.000 0 0,0.000 1.000 0 0,-2.000-1.000 0 0,0.000 0.000 0 0,1.000 0.000 0 15,0.000 0.000 0-15,-1.000-1.000 0 0,-1.000 2.000 0 0,3.000 0.000 0 16,0.000 0.000 0-16,0.000 0.000 0 0,1.000 1.000 0 16,0.000 0.000 0-16,1.000 0.000 0 0,0.000-1.000 0 0,2.000 1.000 0 0,-3.000 0.000 0 15,3.000 0.000 0-15,-2.000 0.000 0 0,1.000 0.000 0 0,-1.000 0.000 0 16,0.000-1.000 0-16,0.000 1.000 0 0,0.000-1.000 0 0,0.000 1.000 0 16,-2.000 0.000 0-16,0.000 0.000 0 0,3.000-1.000 0 0,-2.000 1.000 0 15,-3.000 0.000 0-15,2.000 0.000 0 0,-1.000 0.000 0 0,-1.000 0.000 0 16,0.000-1.000 0-16,3.000 2.000 0 0,-1.000-1.000 0 0,0.000 1.000 0 0,3.000-1.000 0 15,-2.000 0.000 0-15,1.000 0.000 0 0,-2.000 0.000 0 0,1.000-1.000 0 16,0.000 2.000 0-16,1.000-1.000 0 0,-2.000 0.000 0 0,-2.000 0.000 0 16,0.000 0.000 0-16,0.000-1.000 0 0,-1.000 1.000 0 15,-1.000-2.000 0-15,-2.000 2.000 0 0,1.000 0.000 0 0,-2.000 0.000 0 0,2.000 1.000 0 16,0.000-1.000 0-16,2.000 1.000 0 0,-1.000-1.000 0 16,4.000 0.000 0-16,0.000 0.000 0 0,0.000 0.000 0 0,1.000 1.000 0 15,-1.000-1.000 0-15,2.000 0.000 0 0,-1.000-1.000 0 0,2.000 1.000 0 0,-2.000-1.000 0 0,1.000 1.000 0 16,2.000-1.000 0-16,-1.000 1.000 0 0,-1.000 0.000 0 0,2.000 1.000 0 15,1.000-1.000 0-15,-2.000 1.000 0 0,1.000 0.000 0 0,0.000 0.000 0 16,0.000 0.000 0-16,1.000 1.000-128 0,-2.000 0.000 128 0,4.000 1.000 0 0,-3.000-1.000 0 0,2.000 0.000 0 16,0.000 1.000 0-16,0.000-1.000 0 0,0.000 0.000 0 15,-1.000 1.000 0-15,4.000-1.000 0 0,-1.000 0.000 0 0,-2.000 1.000 0 0,2.000 0.000 0 16,-2.000 0.000 0-16,-1.000-1.000 0 0,1.000 1.000 0 16,1.000-1.000 0-16,0.000 1.000 0 0,0.000-1.000 0 0,2.000 1.000 0 15,-3.000-1.000 0-15,3.000 0.000 0 0,-1.000 0.000 0 0,0.000 0.000 0 16,3.000 0.000 0-16,-3.000 0.000 0 0,1.000-1.000 0 0,2.000 1.000 0 15,-3.000-1.000 0-15,3.000 1.000 0 0,-3.000 0.000 0 0,3.000 0.000 0 0,0.000 0.000 0 16,-2.000-1.000 0-16,2.000 0.000 0 0,0.000 1.000 0 0,-1.000 1.000 0 0,1.000 0.000 0 16,-2.000-1.000 0-16,2.000 1.000 0 0,0.000 0.000 0 0,-1.000 0.000 0 15,-1.000 0.000 0-15,2.000 1.000 0 0,-3.000 1.000-128 0,1.000-2.000 128 16,1.000 0.000 0-16,1.000 1.000 0 0,-1.000 0.000 0 0,0.000-1.000 0 16,-1.000 2.000 0-16,4.000-1.000 0 0,-2.000 0.000 0 15,0.000-1.000 0-15,1.000 0.000 0 0,0.000 0.000 0 0,0.000 1.000 0 0,-1.000 0.000 0 0,0.000-1.000 0 16,2.000 1.000 0-16,-1.000-1.000 0 0,-1.000 1.000 0 0,-1.000 0.000 0 15,2.000 2.000 0-15,-1.000-2.000 0 16,-1.000 1.000 0-16,2.000-1.000 0 0,1.000 1.000 0 0,-2.000 1.000 0 0,0.000-1.000 0 16,1.000 0.000 0-16,-2.000 0.000 0 0,1.000 1.000 0 0,1.000 0.000 0 15,0.000-1.000 0-15,0.000-1.000 0 0,-1.000 1.000 0 0,1.000 1.000 0 16,-2.000-2.000 0-16,4.000 0.000 0 0,-3.000 0.000 0 0,2.000-1.000 0 16,0.000 1.000 0-16,-1.000 1.000 0 0,2.000-1.000 0 0,-1.000 0.000 0 15,-2.000-1.000 0-15,3.000 1.000 0 0,-2.000-1.000 0 0,0.000 1.000 0 16,0.000 1.000 0-16,2.000-1.000 0 0,-2.000-1.000 0 0,2.000 1.000 0 0,-2.000-1.000 0 15,2.000 1.000 0-15,-2.000 0.000 0 0,0.000-1.000 0 0,1.000 0.000 0 0,1.000 0.000 0 16,-1.000 1.000 0-16,1.000-1.000 0 0,-2.000 1.000 0 0,2.000 2.000 0 16,-2.000-2.000 0-16,2.000 1.000 0 0,0.000 0.000 0 15,2.000-1.000 0-15,-1.000 2.000-128 0,-3.000 0.000 128 0,4.000 0.000 0 0,-1.000 0.000 0 0,-1.000 0.000 0 16,2.000 0.000 0-16,0.000-1.000 0 0,-1.000 1.000 0 16,0.000 1.000 0-16,1.000-2.000 0 0,1.000 0.000 0 0,-1.000 0.000 0 0,0.000 1.000 0 0,-1.000-2.000 0 15,1.000 0.000 0 1,0.000 0.000 0-16,0.000 0.000 0 0,0.000 0.000 0 0,0.000 1.000 0 0,-1.000-2.000 0 15,3.000 0.000 0-15,-3.000 1.000 0 0,1.000-1.000 0 0,2.000 0.000 0 16,-1.000-1.000 0-16,-1.000 1.000 0 0,0.000 0.000 0 16,1.000-1.000 0-16,-1.000 0.000 0 0,1.000 1.000 0 0,-1.000-1.000 0 0,1.000 0.000 0 15,-1.000 0.000 0-15,2.000-1.000 0 0,-1.000 0.000 0 0,-1.000-1.000-432 0,3.000 0.000 32 16,0.000 0.000 0-16,0.000-2.000-18688 16</inkml:trace>
  <inkml:trace contextRef="#ctx0" brushRef="#br2">8151.000 14499.000 28559 0,'0.000'-1.000'2544'0,"0.000"0.000"-2032"0,0.000 0.000-512 16,0.000 0.000 0-16,2.000 0.000 0 0,-2.000-2.000-208 0,2.000 0.000 16 0,-1.000-1.000 0 0,3.000-2.000 512 0,-1.000-1.000 96 0,3.000 0.000 32 0,-1.000 2.000 0 0,1.000 0.000-16 0,-1.000 1.000 0 16,0.000 1.000 0-16,3.000-1.000 0 0,-2.000 2.000-288 0,3.000 0.000-144 15,0.000 3.000 160-15,-1.000 0.000-160 0,3.000 3.000 0 0,-3.000-1.000 0 16,-8.000-3.000 0-16,0.000 0.000 0 0,0.000 0.000 0 0,0.000 0.000 0 15,43.000 28.000 0-15,-43.000-28.000 0 0,0.000 0.000 0 0,0.000 0.000 0 16,0.000 0.000 0-16,0.000 0.000 0 0,0.000 0.000 0 0,29.000 42.000 0 0,-29.000-38.000 0 0,2.000 0.000 0 16,-2.000 1.000 0-16,0.000 0.000 0 0,-2.000 1.000 0 15,0.000-1.000 0-15,1.000 0.000 1040 0,-4.000 0.000 176 0,-1.000 3.000 16 16,-1.000-1.000 16-16,-1.000 2.000-576 0,-4.000 1.000-112 0,-1.000-1.000-32 16,-2.000 1.000 0-16,-2.000 2.000-288 0,1.000-3.000-64 0,-4.000 2.000-16 15,3.000-1.000 0-15,-2.000 0.000-160 0,4.000-1.000 0 16,-4.000 0.000 0-16,3.000 1.000 128 0,-3.000-2.000-128 0,3.000-1.000 0 15,2.000 1.000 0-15,-1.000-2.000 0 0,-1.000-1.000 0 0,0.000 0.000 0 0,0.000 1.000 0 0,-3.000-3.000 0 0,3.000 0.000 192 0,0.000-1.000-64 16,3.000 0.000 0-16,-1.000-1.000 0 0,1.000-1.000-128 16,2.000-1.000 0-16,1.000 1.000 0 0,2.000-1.000 0 0,-1.000 1.000 0 0,4.000 0.000 0 15,0.000-1.000 128-15,0.000 0.000-128 16,2.000 1.000 144-16,3.000 0.000 0 0,0.000 0.000 0 0,0.000 0.000 0 16,0.000 0.000 112-16,0.000 0.000 32 0,0.000 0.000 0 0,0.000 0.000 0 0,3.000 0.000-288 15,-3.000 0.000 0-15,2.000-1.000 0 0,-1.000 1.000 0 0,1.000 0.000 256 16,1.000 0.000-48-16,4.000 0.000-16 0,2.000 0.000 0 0,1.000-1.000-192 15,1.000 0.000 0-15,5.000 0.000 128 0,0.000 0.000-128 0,3.000-1.000 0 16,-3.000 0.000 0-16,3.000 0.000 0 0,1.000 0.000 0 0,0.000 0.000 0 16,-3.000 1.000 128-16,0.000 0.000-128 0,2.000 1.000 0 0,-3.000 0.000 0 15,0.000 0.000 0-15,0.000 1.000 0 0,2.000 1.000 0 0,-4.000 1.000 0 0,2.000 1.000 0 0,0.000 0.000 0 16,-3.000-1.000 0-16,-13.000-3.000 0 0,0.000 0.000 0 16,38.000 11.000 0-16,-28.000-8.000 0 0,-10.000-3.000 0 0,0.000 0.000 0 0,0.000 0.000 0 15,35.000 12.000 0-15,-29.000-11.000 0 16,-1.000 1.000 0-16,0.000-1.000 0 0,-1.000-1.000 0 0,0.000 1.000 0 0,-2.000-1.000 0 0,-1.000 0.000 0 15,1.000-1.000 0-15,-1.000 1.000 0 0,-1.000 0.000 0 0,2.000 0.000 0 16,-2.000 0.000 0-16,0.000-1.000 0 0,0.000 1.000 0 0,0.000 0.000 0 0,0.000 0.000 0 0,0.000 0.000 0 16,0.000-1.000 0-1,0.000 1.000 0-15,0.000 0.000 0 0,0.000 0.000 0 0,2.000 0.000-288 0</inkml:trace>
  <inkml:trace contextRef="#ctx0" brushRef="#br2">8822.000 14694.000 21183 0,'0.000'0.000'944'0,"0.000"0.000"192"0,0.000 0.000-912 0,0.000 0.000-224 0,0.000 1.000 0 0,0.000 0.000 0 0,0.000 0.000-912 0,-2.000 0.000-240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ea typeface="宋体" panose="02010600030101010101" pitchFamily="2" charset="-122"/>
              </a:rPr>
            </a:fld>
            <a:endParaRPr lang="en-US" altLang="zh-CN" sz="1200" b="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36957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981200"/>
            <a:ext cx="36957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609600"/>
            <a:ext cx="188595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550545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36957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981200"/>
            <a:ext cx="36957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609600"/>
            <a:ext cx="188595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550545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7543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914400" y="1981200"/>
            <a:ext cx="75438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400800" y="6324600"/>
            <a:ext cx="685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32" name="Rectangle 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3450" y="6292850"/>
            <a:ext cx="685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33" name="Rectangle 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153400" y="6308725"/>
            <a:ext cx="685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7543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914400" y="1981200"/>
            <a:ext cx="75438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400800" y="6324600"/>
            <a:ext cx="685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32" name="Rectangle 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3450" y="6292850"/>
            <a:ext cx="685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33" name="Rectangle 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153400" y="6308725"/>
            <a:ext cx="685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customXml" Target="../ink/ink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customXml" Target="../ink/ink2.xml"/><Relationship Id="rId4" Type="http://schemas.openxmlformats.org/officeDocument/2006/relationships/image" Target="../media/image24.png"/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56.png"/><Relationship Id="rId6" Type="http://schemas.openxmlformats.org/officeDocument/2006/relationships/image" Target="../media/image47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4.png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4.png"/><Relationship Id="rId2" Type="http://schemas.openxmlformats.org/officeDocument/2006/relationships/image" Target="../media/image52.png"/><Relationship Id="rId1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4.png"/><Relationship Id="rId2" Type="http://schemas.openxmlformats.org/officeDocument/2006/relationships/image" Target="../media/image64.png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png"/><Relationship Id="rId8" Type="http://schemas.openxmlformats.org/officeDocument/2006/relationships/image" Target="../media/image84.png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9.png"/><Relationship Id="rId12" Type="http://schemas.openxmlformats.org/officeDocument/2006/relationships/image" Target="../media/image88.png"/><Relationship Id="rId11" Type="http://schemas.openxmlformats.org/officeDocument/2006/relationships/image" Target="../media/image87.png"/><Relationship Id="rId10" Type="http://schemas.openxmlformats.org/officeDocument/2006/relationships/image" Target="../media/image86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98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4.png"/><Relationship Id="rId1" Type="http://schemas.openxmlformats.org/officeDocument/2006/relationships/image" Target="../media/image9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png"/><Relationship Id="rId7" Type="http://schemas.openxmlformats.org/officeDocument/2006/relationships/image" Target="../media/image103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6.png"/><Relationship Id="rId1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4.png"/><Relationship Id="rId1" Type="http://schemas.openxmlformats.org/officeDocument/2006/relationships/image" Target="../media/image107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4.png"/><Relationship Id="rId1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1" Type="http://schemas.openxmlformats.org/officeDocument/2006/relationships/image" Target="../media/image11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4.png"/><Relationship Id="rId1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png"/><Relationship Id="rId8" Type="http://schemas.openxmlformats.org/officeDocument/2006/relationships/image" Target="../media/image137.png"/><Relationship Id="rId7" Type="http://schemas.openxmlformats.org/officeDocument/2006/relationships/image" Target="../media/image136.png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" Type="http://schemas.openxmlformats.org/officeDocument/2006/relationships/image" Target="../media/image132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6.png"/><Relationship Id="rId8" Type="http://schemas.openxmlformats.org/officeDocument/2006/relationships/image" Target="../media/image145.png"/><Relationship Id="rId7" Type="http://schemas.openxmlformats.org/officeDocument/2006/relationships/image" Target="../media/image144.png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3" Type="http://schemas.openxmlformats.org/officeDocument/2006/relationships/image" Target="../media/image140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png"/><Relationship Id="rId8" Type="http://schemas.openxmlformats.org/officeDocument/2006/relationships/image" Target="../media/image153.png"/><Relationship Id="rId7" Type="http://schemas.openxmlformats.org/officeDocument/2006/relationships/image" Target="../media/image152.png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3" Type="http://schemas.openxmlformats.org/officeDocument/2006/relationships/image" Target="../media/image148.png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5.png"/><Relationship Id="rId1" Type="http://schemas.openxmlformats.org/officeDocument/2006/relationships/image" Target="../media/image147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2.png"/><Relationship Id="rId8" Type="http://schemas.openxmlformats.org/officeDocument/2006/relationships/image" Target="../media/image161.png"/><Relationship Id="rId7" Type="http://schemas.openxmlformats.org/officeDocument/2006/relationships/image" Target="../media/image160.png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3" Type="http://schemas.openxmlformats.org/officeDocument/2006/relationships/image" Target="../media/image156.png"/><Relationship Id="rId2" Type="http://schemas.openxmlformats.org/officeDocument/2006/relationships/image" Target="../media/image15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179190" y="1404557"/>
            <a:ext cx="1908175" cy="55308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教学目标：</a:t>
            </a:r>
            <a:endParaRPr lang="zh-CN" altLang="en-US" sz="3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869" name="Text Box 5"/>
          <p:cNvSpPr txBox="1"/>
          <p:nvPr/>
        </p:nvSpPr>
        <p:spPr>
          <a:xfrm>
            <a:off x="580827" y="1957800"/>
            <a:ext cx="8183245" cy="1291590"/>
          </a:xfrm>
          <a:prstGeom prst="rect">
            <a:avLst/>
          </a:prstGeom>
          <a:noFill/>
          <a:ln w="57150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掌握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Taylor</a:t>
            </a:r>
            <a:r>
              <a:rPr lang="zh-CN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级数定理并理解其与实数情况相应定理的区别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；</a:t>
            </a:r>
            <a:endParaRPr lang="en-US" altLang="zh-CN" sz="3000" b="0" dirty="0">
              <a:solidFill>
                <a:srgbClr val="A5002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6870" name="Text Box 6"/>
          <p:cNvSpPr txBox="1"/>
          <p:nvPr/>
        </p:nvSpPr>
        <p:spPr>
          <a:xfrm>
            <a:off x="539552" y="5054060"/>
            <a:ext cx="8337550" cy="553085"/>
          </a:xfrm>
          <a:prstGeom prst="rect">
            <a:avLst/>
          </a:prstGeom>
          <a:noFill/>
          <a:ln w="57150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spcBef>
                <a:spcPct val="0"/>
              </a:spcBef>
            </a:pPr>
            <a:r>
              <a:rPr lang="zh-CN" altLang="zh-CN" sz="3000" b="0" dirty="0">
                <a:latin typeface="楷体" panose="02010609060101010101" pitchFamily="49" charset="-122"/>
                <a:ea typeface="楷体" panose="02010609060101010101" pitchFamily="49" charset="-122"/>
              </a:rPr>
              <a:t>知道函数零点的概念，并会计算零点的重数</a:t>
            </a:r>
            <a:endParaRPr lang="zh-CN" altLang="zh-CN" sz="3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549077" y="3423380"/>
            <a:ext cx="8343265" cy="1291590"/>
          </a:xfrm>
          <a:prstGeom prst="rect">
            <a:avLst/>
          </a:prstGeom>
          <a:noFill/>
          <a:ln w="57150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zh-CN" sz="3000" b="0" dirty="0">
                <a:latin typeface="楷体" panose="02010609060101010101" pitchFamily="49" charset="-122"/>
                <a:ea typeface="楷体" panose="02010609060101010101" pitchFamily="49" charset="-122"/>
              </a:rPr>
              <a:t>知道一些简单函数的麦克劳林展开式，并会利用它们将一些简单的解析函数展开为幂级数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3000" b="0" dirty="0">
              <a:solidFill>
                <a:srgbClr val="A5002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627784" y="682308"/>
                <a:ext cx="2603500" cy="61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400" i="1">
                        <a:latin typeface="Cambria Math" panose="02040503050406030204" charset="0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rPr>
                  <a:t>级数</a:t>
                </a:r>
                <a:endParaRPr lang="zh-CN" altLang="en-US" sz="3400" dirty="0">
                  <a:latin typeface="楷体" panose="02010609060101010101" pitchFamily="49" charset="-122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682308"/>
                <a:ext cx="2603500" cy="614045"/>
              </a:xfrm>
              <a:prstGeom prst="rect">
                <a:avLst/>
              </a:prstGeom>
              <a:blipFill rotWithShape="1">
                <a:blip r:embed="rId1"/>
                <a:stretch>
                  <a:fillRect l="-6" t="-52" r="6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8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9" grpId="0"/>
      <p:bldP spid="36870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251143" y="764381"/>
            <a:ext cx="1908175" cy="55308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重难点：</a:t>
            </a:r>
            <a:endParaRPr lang="zh-CN" altLang="en-US" sz="3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869" name="Text Box 5"/>
          <p:cNvSpPr txBox="1"/>
          <p:nvPr/>
        </p:nvSpPr>
        <p:spPr>
          <a:xfrm>
            <a:off x="883603" y="1628458"/>
            <a:ext cx="7864475" cy="69151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重点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复函数的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Taylor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展开；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6870" name="Text Box 6"/>
          <p:cNvSpPr txBox="1"/>
          <p:nvPr/>
        </p:nvSpPr>
        <p:spPr>
          <a:xfrm>
            <a:off x="819150" y="3465195"/>
            <a:ext cx="7993063" cy="55308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难点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复函数的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Taylor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展开与实数函数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Taylor   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2051368" y="2492693"/>
            <a:ext cx="4040187" cy="69151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</a:rPr>
              <a:t>函数零点重数的计算。</a:t>
            </a:r>
            <a:endParaRPr lang="zh-CN" altLang="en-US" sz="3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6"/>
          <p:cNvSpPr txBox="1"/>
          <p:nvPr/>
        </p:nvSpPr>
        <p:spPr>
          <a:xfrm>
            <a:off x="2051685" y="4832668"/>
            <a:ext cx="6338570" cy="553085"/>
          </a:xfrm>
          <a:prstGeom prst="rect">
            <a:avLst/>
          </a:prstGeom>
          <a:noFill/>
          <a:ln w="57150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利用间接法求复函数的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Taylor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级数。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Text Box 6"/>
          <p:cNvSpPr txBox="1"/>
          <p:nvPr/>
        </p:nvSpPr>
        <p:spPr>
          <a:xfrm>
            <a:off x="2051685" y="4149090"/>
            <a:ext cx="3192780" cy="553085"/>
          </a:xfrm>
          <a:prstGeom prst="rect">
            <a:avLst/>
          </a:prstGeom>
          <a:noFill/>
          <a:ln w="57150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展开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条件的不同；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6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9" grpId="0"/>
      <p:bldP spid="36870" grpId="0"/>
      <p:bldP spid="2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215900" y="849634"/>
            <a:ext cx="8712200" cy="1568450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ea typeface="楷体_GB2312" pitchFamily="49" charset="-122"/>
              </a:rPr>
              <a:t>       </a:t>
            </a:r>
            <a:r>
              <a:rPr lang="zh-CN" altLang="en-US" b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我们知道一个幂级数的和函数在它的收敛圆的是解析函数，现在我们考虑与此相反的问题：一个解析函数是否能用幂级数来表示？</a:t>
            </a:r>
            <a:endParaRPr lang="zh-CN" altLang="en-US" b="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869" name="Text Box 5"/>
          <p:cNvSpPr txBox="1"/>
          <p:nvPr/>
        </p:nvSpPr>
        <p:spPr>
          <a:xfrm>
            <a:off x="472158" y="3288983"/>
            <a:ext cx="8208962" cy="73088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实函数：</a:t>
            </a:r>
            <a:r>
              <a:rPr lang="zh-CN" altLang="en-US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任意阶导数</a:t>
            </a:r>
            <a:r>
              <a:rPr lang="en-US" altLang="zh-CN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余项</a:t>
            </a:r>
            <a:r>
              <a:rPr lang="en-US" altLang="zh-CN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不一定趋于</a:t>
            </a:r>
            <a:r>
              <a:rPr lang="en-US" altLang="zh-CN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0)</a:t>
            </a:r>
            <a:endParaRPr lang="en-US" altLang="zh-CN" dirty="0">
              <a:solidFill>
                <a:srgbClr val="A5002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870" name="Text Box 6"/>
          <p:cNvSpPr txBox="1"/>
          <p:nvPr/>
        </p:nvSpPr>
        <p:spPr>
          <a:xfrm>
            <a:off x="395536" y="4293096"/>
            <a:ext cx="7993063" cy="107632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复变函数：解析函数具有任意阶的导数</a:t>
            </a:r>
            <a:r>
              <a:rPr lang="en-US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余项有什么性质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5"/>
              <p:cNvSpPr txBox="1"/>
              <p:nvPr/>
            </p:nvSpPr>
            <p:spPr>
              <a:xfrm>
                <a:off x="249238" y="2472690"/>
                <a:ext cx="8208962" cy="730885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  <a:spcBef>
                    <a:spcPct val="0"/>
                  </a:spcBef>
                  <a:buNone/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一、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𝑻𝒂𝒚𝒍𝒐𝒓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级数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38" y="2472690"/>
                <a:ext cx="8208962" cy="730885"/>
              </a:xfrm>
              <a:prstGeom prst="rect">
                <a:avLst/>
              </a:prstGeom>
              <a:blipFill rotWithShape="1">
                <a:blip r:embed="rId1"/>
                <a:stretch>
                  <a:fillRect l="-4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9" grpId="0"/>
      <p:bldP spid="36870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3" name="Text Box 2"/>
              <p:cNvSpPr txBox="1"/>
              <p:nvPr/>
            </p:nvSpPr>
            <p:spPr>
              <a:xfrm>
                <a:off x="122036" y="628813"/>
                <a:ext cx="3245485" cy="6451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FF33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𝑻𝒂𝒚𝒍𝒐𝒓</m:t>
                    </m:r>
                  </m:oMath>
                </a14:m>
                <a:r>
                  <a:rPr lang="zh-CN" altLang="en-US" sz="3600" dirty="0">
                    <a:solidFill>
                      <a:srgbClr val="FF33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定理</a:t>
                </a:r>
                <a:endParaRPr lang="zh-CN" altLang="en-US" sz="3600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12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628813"/>
                <a:ext cx="3245485" cy="645160"/>
              </a:xfrm>
              <a:prstGeom prst="rect">
                <a:avLst/>
              </a:prstGeom>
              <a:blipFill rotWithShape="1">
                <a:blip r:embed="rId1"/>
                <a:stretch>
                  <a:fillRect l="-4" t="-25" r="4" b="2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4" name="Text Box 23"/>
          <p:cNvSpPr txBox="1"/>
          <p:nvPr/>
        </p:nvSpPr>
        <p:spPr>
          <a:xfrm>
            <a:off x="2124075" y="5983288"/>
            <a:ext cx="309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800" dirty="0"/>
          </a:p>
        </p:txBody>
      </p:sp>
      <p:sp>
        <p:nvSpPr>
          <p:cNvPr id="7175" name="Text Box 24"/>
          <p:cNvSpPr txBox="1"/>
          <p:nvPr/>
        </p:nvSpPr>
        <p:spPr>
          <a:xfrm>
            <a:off x="1384300" y="59690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50850" y="1263015"/>
                <a:ext cx="8585200" cy="98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区域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内解析，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𝑫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的边界上各点的最短距离，则当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时，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1263015"/>
                <a:ext cx="8585200" cy="9836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500126" y="2449195"/>
                <a:ext cx="3810000" cy="1261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b="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b="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b="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b="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126" y="2449195"/>
                <a:ext cx="3810000" cy="1261110"/>
              </a:xfrm>
              <a:prstGeom prst="rect">
                <a:avLst/>
              </a:prstGeom>
              <a:blipFill rotWithShape="1">
                <a:blip r:embed="rId3"/>
                <a:stretch>
                  <a:fillRect l="-3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50850" y="3789680"/>
                <a:ext cx="8492490" cy="1748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>
                    <a:latin typeface="楷体" panose="02010609060101010101" pitchFamily="49" charset="-122"/>
                    <a:ea typeface="楷体" panose="02010609060101010101" pitchFamily="49" charset="-122"/>
                  </a:rPr>
                  <a:t>在该圆域上成立，其中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，称为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点的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系数，上式称为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点的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级数。</a:t>
                </a:r>
                <a:endParaRPr lang="zh-CN" altLang="en-US" sz="3000" b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3789680"/>
                <a:ext cx="8492490" cy="174879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6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Text Box 23"/>
          <p:cNvSpPr txBox="1"/>
          <p:nvPr/>
        </p:nvSpPr>
        <p:spPr>
          <a:xfrm>
            <a:off x="2124075" y="5983288"/>
            <a:ext cx="309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800" dirty="0"/>
          </a:p>
        </p:txBody>
      </p:sp>
      <p:sp>
        <p:nvSpPr>
          <p:cNvPr id="7175" name="Text Box 24"/>
          <p:cNvSpPr txBox="1"/>
          <p:nvPr/>
        </p:nvSpPr>
        <p:spPr>
          <a:xfrm>
            <a:off x="1384300" y="59690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0" y="640790"/>
                <a:ext cx="92833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𝑝𝑓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</m:oMath>
                  </m:oMathPara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0790"/>
                <a:ext cx="928336" cy="553998"/>
              </a:xfrm>
              <a:prstGeom prst="rect">
                <a:avLst/>
              </a:prstGeom>
              <a:blipFill rotWithShape="1">
                <a:blip r:embed="rId2"/>
                <a:stretch>
                  <a:fillRect t="-14" r="6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835696" y="598968"/>
                <a:ext cx="71551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14:m>
                  <m:oMath xmlns:m="http://schemas.openxmlformats.org/officeDocument/2006/math">
                    <m:r>
                      <a:rPr lang="zh-CN" altLang="en-US" sz="32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𝜁</m:t>
                    </m:r>
                    <m:r>
                      <a:rPr lang="zh-CN" altLang="en-US" sz="32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是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圆内任一点，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zh-CN" altLang="en-US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𝜁</m:t>
                        </m:r>
                        <m: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32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598968"/>
                <a:ext cx="7155190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8" t="-28" r="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184480" y="1206848"/>
                <a:ext cx="6635992" cy="901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zh-CN" altLang="en-US" sz="3200" b="0" dirty="0">
                    <a:ea typeface="楷体" panose="02010609060101010101" pitchFamily="49" charset="-122"/>
                    <a:cs typeface="Cambria Math" panose="02040503050406030204" charset="0"/>
                  </a:rPr>
                  <a:t>由积分</a:t>
                </a:r>
                <a14:m>
                  <m:oMath xmlns:m="http://schemas.openxmlformats.org/officeDocument/2006/math">
                    <m:r>
                      <a:rPr lang="zh-CN" altLang="en-US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公式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zh-CN" altLang="en-US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𝜁</m:t>
                            </m:r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𝜁</m:t>
                            </m:r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zh-CN" altLang="en-US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𝜁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 (∗)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80" y="1206848"/>
                <a:ext cx="6635992" cy="901337"/>
              </a:xfrm>
              <a:prstGeom prst="rect">
                <a:avLst/>
              </a:prstGeom>
              <a:blipFill rotWithShape="1">
                <a:blip r:embed="rId4"/>
                <a:stretch>
                  <a:fillRect l="-1" t="-39" r="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915112" y="2363234"/>
                <a:ext cx="3096344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14:m>
                  <m:oMath xmlns:m="http://schemas.openxmlformats.org/officeDocument/2006/math">
                    <m:r>
                      <a:rPr lang="zh-CN" altLang="en-US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∵</m:t>
                    </m:r>
                    <m:r>
                      <a:rPr lang="zh-CN" altLang="en-US" sz="32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𝜁</m:t>
                    </m:r>
                    <m:r>
                      <m:rPr>
                        <m:nor/>
                      </m:rPr>
                      <a:rPr lang="zh-CN" altLang="en-US" sz="3200" b="0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在</m:t>
                    </m:r>
                    <m:r>
                      <a:rPr lang="en-US" altLang="zh-CN" sz="32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𝑐</m:t>
                    </m:r>
                    <m:r>
                      <a:rPr lang="zh-CN" altLang="en-US" sz="32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上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𝑐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内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112" y="2363234"/>
                <a:ext cx="3096344" cy="577081"/>
              </a:xfrm>
              <a:prstGeom prst="rect">
                <a:avLst/>
              </a:prstGeom>
              <a:blipFill rotWithShape="1">
                <a:blip r:embed="rId5"/>
                <a:stretch>
                  <a:fillRect l="-19" t="-69" r="1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011456" y="2167378"/>
                <a:ext cx="3456384" cy="968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14:m>
                  <m:oMath xmlns:m="http://schemas.openxmlformats.org/officeDocument/2006/math">
                    <m:r>
                      <a:rPr lang="zh-CN" altLang="en-US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∴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𝜁</m:t>
                            </m:r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𝑞</m:t>
                    </m:r>
                    <m:r>
                      <a:rPr lang="en-US" altLang="zh-CN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456" y="2167378"/>
                <a:ext cx="3456384" cy="968791"/>
              </a:xfrm>
              <a:prstGeom prst="rect">
                <a:avLst/>
              </a:prstGeom>
              <a:blipFill rotWithShape="1">
                <a:blip r:embed="rId6"/>
                <a:stretch>
                  <a:fillRect l="-1" t="-13" r="3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" name="墨迹 10"/>
              <p14:cNvContentPartPr/>
              <p14:nvPr/>
            </p14:nvContentPartPr>
            <p14:xfrm>
              <a:off x="55080" y="778680"/>
              <a:ext cx="1910160" cy="565416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8"/>
            </p:blipFill>
            <p:spPr>
              <a:xfrm>
                <a:off x="55080" y="778680"/>
                <a:ext cx="1910160" cy="56541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31690" y="3204834"/>
                <a:ext cx="3577260" cy="1014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14:m>
                  <m:oMath xmlns:m="http://schemas.openxmlformats.org/officeDocument/2006/math">
                    <m:r>
                      <a:rPr lang="zh-CN" altLang="en-US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∴</m:t>
                    </m:r>
                    <m:f>
                      <m:fPr>
                        <m:ctrlP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𝜁</m:t>
                        </m:r>
                        <m: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zh-CN" altLang="en-US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𝜁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𝜁</m:t>
                            </m:r>
                            <m: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90" y="3204834"/>
                <a:ext cx="3577260" cy="1014188"/>
              </a:xfrm>
              <a:prstGeom prst="rect">
                <a:avLst/>
              </a:prstGeom>
              <a:blipFill rotWithShape="1">
                <a:blip r:embed="rId9"/>
                <a:stretch>
                  <a:fillRect l="-15" t="-62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494914" y="3176906"/>
                <a:ext cx="3165318" cy="901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2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sz="32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2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2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dirty="0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200" b="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200" b="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zh-CN" altLang="en-US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𝜁</m:t>
                                </m:r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914" y="3176906"/>
                <a:ext cx="3165318" cy="901657"/>
              </a:xfrm>
              <a:prstGeom prst="rect">
                <a:avLst/>
              </a:prstGeom>
              <a:blipFill rotWithShape="1">
                <a:blip r:embed="rId10"/>
                <a:stretch>
                  <a:fillRect l="-16" r="11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6444208" y="3313372"/>
                <a:ext cx="170151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200" b="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200" b="0" dirty="0">
                    <a:ea typeface="楷体" panose="02010609060101010101" pitchFamily="49" charset="-122"/>
                  </a:rPr>
                  <a:t>代入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(∗)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3313372"/>
                <a:ext cx="1701518" cy="584775"/>
              </a:xfrm>
              <a:prstGeom prst="rect">
                <a:avLst/>
              </a:prstGeom>
              <a:blipFill rotWithShape="1">
                <a:blip r:embed="rId11"/>
                <a:stretch>
                  <a:fillRect l="-13" t="-99" r="34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231690" y="4327339"/>
                <a:ext cx="6635992" cy="901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200" b="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</m:t>
                        </m:r>
                      </m:sub>
                      <m:sup/>
                      <m:e>
                        <m:nary>
                          <m:naryPr>
                            <m:chr m:val="∑"/>
                            <m:ctrlPr>
                              <a:rPr lang="zh-CN" altLang="en-US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sz="3200" b="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zh-CN" altLang="en-US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𝜁</m:t>
                                </m:r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(</m:t>
                                    </m:r>
                                    <m:r>
                                      <a:rPr lang="zh-CN" altLang="en-US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𝜁</m:t>
                                    </m:r>
                                    <m: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zh-CN" altLang="en-US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𝜁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90" y="4327339"/>
                <a:ext cx="6635992" cy="901337"/>
              </a:xfrm>
              <a:prstGeom prst="rect">
                <a:avLst/>
              </a:prstGeom>
              <a:blipFill rotWithShape="1">
                <a:blip r:embed="rId12"/>
                <a:stretch>
                  <a:fillRect l="-8" t="-50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1187624" y="5193606"/>
                <a:ext cx="6912768" cy="905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200" b="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dirty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r>
                          <a:rPr lang="en-US" altLang="zh-CN" sz="3200" b="0" i="1" dirty="0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zh-CN" altLang="en-US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  <m: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den>
                        </m:f>
                        <m:nary>
                          <m:naryPr>
                            <m:chr m:val="∮"/>
                            <m:ctrlP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𝑐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3200" b="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zh-CN" altLang="en-US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𝜁</m:t>
                                </m:r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(</m:t>
                                    </m:r>
                                    <m:r>
                                      <a:rPr lang="zh-CN" altLang="en-US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𝜁</m:t>
                                    </m:r>
                                    <m:r>
                                      <a:rPr lang="en-US" altLang="zh-CN" sz="32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200" b="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US" altLang="zh-CN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32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𝜁</m:t>
                        </m:r>
                        <m:r>
                          <a:rPr lang="en-US" altLang="zh-CN" sz="3200" b="0" i="1" dirty="0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]∙</m:t>
                        </m:r>
                        <m:sSup>
                          <m:sSupPr>
                            <m:ctrlP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193606"/>
                <a:ext cx="6912768" cy="905184"/>
              </a:xfrm>
              <a:prstGeom prst="rect">
                <a:avLst/>
              </a:prstGeom>
              <a:blipFill rotWithShape="1">
                <a:blip r:embed="rId13"/>
                <a:stretch>
                  <a:fillRect l="-3" t="-64" r="5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232958" y="5969000"/>
                <a:ext cx="6912768" cy="903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200" b="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200" b="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dirty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958" y="5969000"/>
                <a:ext cx="6912768" cy="903132"/>
              </a:xfrm>
              <a:prstGeom prst="rect">
                <a:avLst/>
              </a:prstGeom>
              <a:blipFill rotWithShape="1">
                <a:blip r:embed="rId14"/>
                <a:stretch>
                  <a:fillRect l="-6" r="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6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7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8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9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0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1" name="Text Box 13"/>
          <p:cNvSpPr txBox="1"/>
          <p:nvPr/>
        </p:nvSpPr>
        <p:spPr>
          <a:xfrm>
            <a:off x="1671638" y="19367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2" name="Text Box 15"/>
          <p:cNvSpPr txBox="1"/>
          <p:nvPr/>
        </p:nvSpPr>
        <p:spPr>
          <a:xfrm>
            <a:off x="900430" y="501300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4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23528" y="524510"/>
                <a:ext cx="8336915" cy="1287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1)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特别地，当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𝑀𝑎𝑐𝑙𝑎𝑢𝑟𝑖𝑛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级数；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24510"/>
                <a:ext cx="8336915" cy="1287145"/>
              </a:xfrm>
              <a:prstGeom prst="rect">
                <a:avLst/>
              </a:prstGeom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95604" y="1943259"/>
                <a:ext cx="8336915" cy="147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2)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有奇点，那么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在解析点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展开式的收敛半径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的最近的一个奇点距离；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4" y="1943259"/>
                <a:ext cx="8336915" cy="1476375"/>
              </a:xfrm>
              <a:prstGeom prst="rect">
                <a:avLst/>
              </a:prstGeom>
              <a:blipFill rotWithShape="1">
                <a:blip r:embed="rId2"/>
                <a:stretch>
                  <a:fillRect l="-8" t="-11" r="8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7544" y="3592194"/>
                <a:ext cx="8336915" cy="806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处展开式半径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592194"/>
                <a:ext cx="8336915" cy="806311"/>
              </a:xfrm>
              <a:prstGeom prst="rect">
                <a:avLst/>
              </a:prstGeom>
              <a:blipFill rotWithShape="1">
                <a:blip r:embed="rId4"/>
                <a:stretch>
                  <a:fillRect l="-2" t="-79" r="2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1769040" y="4383000"/>
              <a:ext cx="4617720" cy="236952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1769040" y="4383000"/>
                <a:ext cx="4617720" cy="23695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6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7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8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199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0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1" name="Text Box 13"/>
          <p:cNvSpPr txBox="1"/>
          <p:nvPr/>
        </p:nvSpPr>
        <p:spPr>
          <a:xfrm>
            <a:off x="1671638" y="19367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2" name="Text Box 15"/>
          <p:cNvSpPr txBox="1"/>
          <p:nvPr/>
        </p:nvSpPr>
        <p:spPr>
          <a:xfrm>
            <a:off x="900430" y="501300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8204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95536" y="815657"/>
                <a:ext cx="8336915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3)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为什么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只能在圆域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上展开为幂级数，而不是在整个解析区域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上展开？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15657"/>
                <a:ext cx="8336915" cy="1014730"/>
              </a:xfrm>
              <a:prstGeom prst="rect">
                <a:avLst/>
              </a:prstGeom>
              <a:blipFill rotWithShape="1">
                <a:blip r:embed="rId1"/>
                <a:stretch>
                  <a:fillRect l="-7" t="-31" r="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423181" y="1866264"/>
            <a:ext cx="83369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sz="3000" b="0" dirty="0">
                <a:latin typeface="Cambria Math" panose="02040503050406030204" charset="0"/>
                <a:ea typeface="楷体" panose="02010609060101010101" pitchFamily="49" charset="-122"/>
                <a:cs typeface="Cambria Math" panose="02040503050406030204" charset="0"/>
              </a:rPr>
              <a:t>这时由于受到幂级数本身的收敛性质的限制：幂级数的收敛域必是圆域；幂级数一旦收敛，其和函数一定解析。</a:t>
            </a:r>
            <a:endParaRPr lang="zh-CN" altLang="en-US" sz="3000" b="0" dirty="0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23250" y="3366799"/>
                <a:ext cx="8352155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4)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点的展开式唯一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50" y="3366799"/>
                <a:ext cx="8352155" cy="553085"/>
              </a:xfrm>
              <a:prstGeom prst="rect">
                <a:avLst/>
              </a:prstGeom>
              <a:blipFill rotWithShape="1">
                <a:blip r:embed="rId3"/>
                <a:stretch>
                  <a:fillRect l="-4" t="-5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07356" y="3935382"/>
                <a:ext cx="835215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56" y="3935382"/>
                <a:ext cx="8352155" cy="553998"/>
              </a:xfrm>
              <a:prstGeom prst="rect">
                <a:avLst/>
              </a:prstGeom>
              <a:blipFill rotWithShape="1">
                <a:blip r:embed="rId4"/>
                <a:stretch>
                  <a:fillRect l="-7" t="-52" r="7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12754" y="4481567"/>
                <a:ext cx="24297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⇒</m:t>
                          </m:r>
                          <m: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000" b="1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54" y="4481567"/>
                <a:ext cx="2429701" cy="553998"/>
              </a:xfrm>
              <a:prstGeom prst="rect">
                <a:avLst/>
              </a:prstGeom>
              <a:blipFill rotWithShape="1">
                <a:blip r:embed="rId5"/>
                <a:stretch>
                  <a:fillRect l="-12" t="-67" r="20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07356" y="5068112"/>
                <a:ext cx="41044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ea typeface="楷体" panose="02010609060101010101" pitchFamily="49" charset="-122"/>
                    <a:cs typeface="Cambria Math" panose="02040503050406030204" charset="0"/>
                  </a:rPr>
                  <a:t>求一次</a:t>
                </a:r>
                <a14:m>
                  <m:oMath xmlns:m="http://schemas.openxmlformats.org/officeDocument/2006/math">
                    <m:r>
                      <a:rPr lang="zh-CN" altLang="en-US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导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56" y="5068112"/>
                <a:ext cx="4104456" cy="553998"/>
              </a:xfrm>
              <a:prstGeom prst="rect">
                <a:avLst/>
              </a:prstGeom>
              <a:blipFill rotWithShape="1">
                <a:blip r:embed="rId6"/>
                <a:stretch>
                  <a:fillRect l="-15" t="-32" r="10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49413" y="5616462"/>
                <a:ext cx="4228804" cy="744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ea typeface="楷体" panose="02010609060101010101" pitchFamily="49" charset="-122"/>
                    <a:cs typeface="Cambria Math" panose="02040503050406030204" charset="0"/>
                  </a:rPr>
                  <a:t>求两次</a:t>
                </a:r>
                <a14:m>
                  <m:oMath xmlns:m="http://schemas.openxmlformats.org/officeDocument/2006/math">
                    <m:r>
                      <a:rPr lang="zh-CN" altLang="en-US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导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1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  <m:r>
                          <a:rPr lang="en-US" altLang="zh-CN" sz="3000" b="1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3" y="5616462"/>
                <a:ext cx="4228804" cy="744306"/>
              </a:xfrm>
              <a:prstGeom prst="rect">
                <a:avLst/>
              </a:prstGeom>
              <a:blipFill rotWithShape="1">
                <a:blip r:embed="rId7"/>
                <a:stretch>
                  <a:fillRect l="-10" t="-70" r="3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536364" y="4566588"/>
                <a:ext cx="4536504" cy="1795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2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不管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怎么得到，上式必为</a:t>
                </a:r>
                <a14:m>
                  <m:oMath xmlns:m="http://schemas.openxmlformats.org/officeDocument/2006/math">
                    <m:r>
                      <a:rPr lang="en-US" altLang="zh-CN" sz="3200" b="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 sz="32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处的泰勒级数</a:t>
                </a:r>
                <a:endParaRPr lang="zh-CN" altLang="en-US" sz="32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364" y="4566588"/>
                <a:ext cx="4536504" cy="1795107"/>
              </a:xfrm>
              <a:prstGeom prst="rect">
                <a:avLst/>
              </a:prstGeom>
              <a:blipFill rotWithShape="1">
                <a:blip r:embed="rId8"/>
                <a:stretch>
                  <a:fillRect l="-12" t="-17" r="14" b="-3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7" grpId="0"/>
      <p:bldP spid="8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0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1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2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3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4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5" name="Text Box 13"/>
          <p:cNvSpPr txBox="1"/>
          <p:nvPr/>
        </p:nvSpPr>
        <p:spPr>
          <a:xfrm>
            <a:off x="1671638" y="19367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6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7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9228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51520" y="663339"/>
                <a:ext cx="8568952" cy="193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5)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定理：只要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在圆盘内解析，则可以展开成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级数；反之，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级数在圆盘内收敛于解析函数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。所以有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解析的四种等价说法：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63339"/>
                <a:ext cx="8568952" cy="1938020"/>
              </a:xfrm>
              <a:prstGeom prst="rect">
                <a:avLst/>
              </a:prstGeom>
              <a:blipFill rotWithShape="1">
                <a:blip r:embed="rId1"/>
                <a:stretch>
                  <a:fillRect l="-1" t="-21" r="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60978" y="2626759"/>
                <a:ext cx="7482840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的某一邻域内可导；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78" y="2626759"/>
                <a:ext cx="7482840" cy="553085"/>
              </a:xfrm>
              <a:prstGeom prst="rect">
                <a:avLst/>
              </a:prstGeom>
              <a:blipFill rotWithShape="1">
                <a:blip r:embed="rId2"/>
                <a:stretch>
                  <a:fillRect l="-4" t="-72" r="4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77250" y="3267474"/>
                <a:ext cx="8499475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𝑢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𝑖𝑣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𝑢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𝑣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的某一邻域内可微且满足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𝐶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方程；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50" y="3267474"/>
                <a:ext cx="8499475" cy="1014730"/>
              </a:xfrm>
              <a:prstGeom prst="rect">
                <a:avLst/>
              </a:prstGeom>
              <a:blipFill rotWithShape="1">
                <a:blip r:embed="rId3"/>
                <a:stretch>
                  <a:fillRect l="-1" t="-39" r="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77250" y="4412379"/>
                <a:ext cx="8291195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的某一邻域内连续且沿邻域内任一条正向封闭曲线的积分为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0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；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50" y="4412379"/>
                <a:ext cx="8291195" cy="1014730"/>
              </a:xfrm>
              <a:prstGeom prst="rect">
                <a:avLst/>
              </a:prstGeom>
              <a:blipFill rotWithShape="1">
                <a:blip r:embed="rId4"/>
                <a:stretch>
                  <a:fillRect l="-1" t="-39" r="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77250" y="5630944"/>
                <a:ext cx="7482840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的某一邻域内可展开成幂级数。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50" y="5630944"/>
                <a:ext cx="7482840" cy="553085"/>
              </a:xfrm>
              <a:prstGeom prst="rect">
                <a:avLst/>
              </a:prstGeom>
              <a:blipFill rotWithShape="1">
                <a:blip r:embed="rId5"/>
                <a:stretch>
                  <a:fillRect l="-1" t="-72" r="1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0243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4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5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6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7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8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0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1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2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79512" y="658812"/>
                <a:ext cx="5280660" cy="553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二、初等函数的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𝑻𝒂𝒚𝒍𝒐𝒓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级数</m:t>
                    </m:r>
                  </m:oMath>
                </a14:m>
                <a:endParaRPr lang="zh-CN" altLang="en-US" sz="3000" i="1" dirty="0">
                  <a:latin typeface="楷体" panose="02010609060101010101" pitchFamily="49" charset="-122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658812"/>
                <a:ext cx="5280660" cy="553720"/>
              </a:xfrm>
              <a:prstGeom prst="rect">
                <a:avLst/>
              </a:prstGeom>
              <a:blipFill rotWithShape="1">
                <a:blip r:embed="rId1"/>
                <a:stretch>
                  <a:fillRect l="-8" t="-57" r="8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95536" y="1357792"/>
                <a:ext cx="7005955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、直接法：直接利用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定理求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357792"/>
                <a:ext cx="7005955" cy="553085"/>
              </a:xfrm>
              <a:prstGeom prst="rect">
                <a:avLst/>
              </a:prstGeom>
              <a:blipFill rotWithShape="1">
                <a:blip r:embed="rId2"/>
                <a:stretch>
                  <a:fillRect l="-8" t="-29" r="8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97498" y="1997393"/>
            <a:ext cx="14681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步骤：</a:t>
            </a:r>
            <a:endParaRPr lang="zh-CN" altLang="en-US" sz="3000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00430" y="2636203"/>
                <a:ext cx="7005955" cy="59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𝑠𝑡𝑒𝑝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：求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30" y="2636203"/>
                <a:ext cx="7005955" cy="594995"/>
              </a:xfrm>
              <a:prstGeom prst="rect">
                <a:avLst/>
              </a:prstGeom>
              <a:blipFill rotWithShape="1">
                <a:blip r:embed="rId3"/>
                <a:stretch>
                  <a:fillRect t="-5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00430" y="3333433"/>
                <a:ext cx="7005955" cy="59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𝑠𝑡𝑒𝑝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：求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30" y="3333433"/>
                <a:ext cx="7005955" cy="594995"/>
              </a:xfrm>
              <a:prstGeom prst="rect">
                <a:avLst/>
              </a:prstGeom>
              <a:blipFill rotWithShape="1">
                <a:blip r:embed="rId4"/>
                <a:stretch>
                  <a:fillRect t="-5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900430" y="4057968"/>
                <a:ext cx="7005955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𝑠𝑡𝑒𝑝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3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：代入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级数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30" y="4057968"/>
                <a:ext cx="7005955" cy="553085"/>
              </a:xfrm>
              <a:prstGeom prst="rect">
                <a:avLst/>
              </a:prstGeom>
              <a:blipFill rotWithShape="1">
                <a:blip r:embed="rId5"/>
                <a:stretch>
                  <a:fillRect t="-57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00430" y="4713923"/>
                <a:ext cx="7005955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𝑠𝑡𝑒𝑝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4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：求收敛半径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30" y="4713923"/>
                <a:ext cx="7005955" cy="553085"/>
              </a:xfrm>
              <a:prstGeom prst="rect">
                <a:avLst/>
              </a:prstGeom>
              <a:blipFill rotWithShape="1">
                <a:blip r:embed="rId6"/>
                <a:stretch>
                  <a:fillRect t="-57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0243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4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5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6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7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8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0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1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2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63830" y="747077"/>
                <a:ext cx="8294370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展开式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0" y="747077"/>
                <a:ext cx="8294370" cy="553085"/>
              </a:xfrm>
              <a:prstGeom prst="rect">
                <a:avLst/>
              </a:prstGeom>
              <a:blipFill rotWithShape="1">
                <a:blip r:embed="rId1"/>
                <a:stretch>
                  <a:fillRect t="-57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63830" y="1424939"/>
                <a:ext cx="3112026" cy="593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ea typeface="楷体" panose="02010609060101010101" pitchFamily="49" charset="-122"/>
                    <a:cs typeface="Cambria Math" panose="02040503050406030204" charset="0"/>
                  </a:rPr>
                  <a:t>解：</a:t>
                </a:r>
                <a:r>
                  <a:rPr lang="en-US" altLang="zh-CN" sz="3000" b="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0" y="1424939"/>
                <a:ext cx="3112026" cy="593496"/>
              </a:xfrm>
              <a:prstGeom prst="rect">
                <a:avLst/>
              </a:prstGeom>
              <a:blipFill rotWithShape="1">
                <a:blip r:embed="rId3"/>
                <a:stretch>
                  <a:fillRect t="-107" r="17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915816" y="1440650"/>
                <a:ext cx="3112026" cy="593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⇒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440650"/>
                <a:ext cx="3112026" cy="593496"/>
              </a:xfrm>
              <a:prstGeom prst="rect">
                <a:avLst/>
              </a:prstGeom>
              <a:blipFill rotWithShape="1">
                <a:blip r:embed="rId4"/>
                <a:stretch>
                  <a:fillRect l="-17" t="-79" r="14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00113" y="2168606"/>
                <a:ext cx="7732344" cy="859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⋯+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</m:t>
                      </m:r>
                    </m:oMath>
                  </m:oMathPara>
                </a14:m>
                <a:endParaRPr lang="zh-CN" altLang="en-US" sz="24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3" y="2168606"/>
                <a:ext cx="7732344" cy="859594"/>
              </a:xfrm>
              <a:prstGeom prst="rect">
                <a:avLst/>
              </a:prstGeom>
              <a:blipFill rotWithShape="1">
                <a:blip r:embed="rId5"/>
                <a:stretch>
                  <a:fillRect l="-4" t="-9" r="3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767326" y="3028200"/>
                <a:ext cx="5554057" cy="959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⋯+</m:t>
                      </m:r>
                      <m:f>
                        <m:f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326" y="3028200"/>
                <a:ext cx="5554057" cy="959622"/>
              </a:xfrm>
              <a:prstGeom prst="rect">
                <a:avLst/>
              </a:prstGeom>
              <a:blipFill rotWithShape="1">
                <a:blip r:embed="rId6"/>
                <a:stretch>
                  <a:fillRect l="-2" t="-54" r="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095375" y="4035942"/>
                <a:ext cx="32606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∵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在复平面解析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75" y="4035942"/>
                <a:ext cx="3260601" cy="553998"/>
              </a:xfrm>
              <a:prstGeom prst="rect">
                <a:avLst/>
              </a:prstGeom>
              <a:blipFill rotWithShape="1">
                <a:blip r:embed="rId7"/>
                <a:stretch>
                  <a:fillRect t="-93" r="16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460285" y="4035942"/>
                <a:ext cx="200668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𝑅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=+∞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285" y="4035942"/>
                <a:ext cx="2006680" cy="553998"/>
              </a:xfrm>
              <a:prstGeom prst="rect">
                <a:avLst/>
              </a:prstGeom>
              <a:blipFill rotWithShape="1">
                <a:blip r:embed="rId8"/>
                <a:stretch>
                  <a:fillRect l="-2" t="-93" r="6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87550" y="4808352"/>
                <a:ext cx="8301161" cy="746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Cambria Math" panose="02040503050406030204" charset="0"/>
                      </a:rPr>
                      <m:t>⋯+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Cambria Math" panose="02040503050406030204" charset="0"/>
                      </a:rPr>
                      <m:t>+∞</m:t>
                    </m:r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50" y="4808352"/>
                <a:ext cx="8301161" cy="746743"/>
              </a:xfrm>
              <a:prstGeom prst="rect">
                <a:avLst/>
              </a:prstGeom>
              <a:blipFill rotWithShape="1">
                <a:blip r:embed="rId9"/>
                <a:stretch>
                  <a:fillRect l="-2" t="-18" r="7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0243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4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5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6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7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8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0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1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2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63830" y="675941"/>
                <a:ext cx="8294370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展开式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0" y="675941"/>
                <a:ext cx="8294370" cy="617413"/>
              </a:xfrm>
              <a:prstGeom prst="rect">
                <a:avLst/>
              </a:prstGeom>
              <a:blipFill rotWithShape="1">
                <a:blip r:embed="rId1"/>
                <a:stretch>
                  <a:fillRect t="-4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79512" y="1437280"/>
                <a:ext cx="3384376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解</a:t>
                </a:r>
                <a:r>
                  <a:rPr lang="en-US" altLang="zh-CN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437280"/>
                <a:ext cx="3384376" cy="617413"/>
              </a:xfrm>
              <a:prstGeom prst="rect">
                <a:avLst/>
              </a:prstGeom>
              <a:blipFill rotWithShape="1">
                <a:blip r:embed="rId3"/>
                <a:stretch>
                  <a:fillRect l="-13" t="-45" r="8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83568" y="2230437"/>
                <a:ext cx="675736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230437"/>
                <a:ext cx="6757362" cy="553998"/>
              </a:xfrm>
              <a:prstGeom prst="rect">
                <a:avLst/>
              </a:prstGeom>
              <a:blipFill rotWithShape="1">
                <a:blip r:embed="rId4"/>
                <a:stretch>
                  <a:fillRect l="-5" t="-57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967211" y="1422054"/>
                <a:ext cx="5225806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3000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⋯</m:t>
                      </m:r>
                    </m:oMath>
                  </m:oMathPara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211" y="1422054"/>
                <a:ext cx="5225806" cy="617413"/>
              </a:xfrm>
              <a:prstGeom prst="rect">
                <a:avLst/>
              </a:prstGeom>
              <a:blipFill rotWithShape="1">
                <a:blip r:embed="rId5"/>
                <a:stretch>
                  <a:fillRect l="-9" t="-47" r="5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64672" y="2792813"/>
                <a:ext cx="7732344" cy="859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⋯+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400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</m:t>
                      </m:r>
                    </m:oMath>
                  </m:oMathPara>
                </a14:m>
                <a:endParaRPr lang="zh-CN" altLang="en-US" sz="24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72" y="2792813"/>
                <a:ext cx="7732344" cy="859594"/>
              </a:xfrm>
              <a:prstGeom prst="rect">
                <a:avLst/>
              </a:prstGeom>
              <a:blipFill rotWithShape="1">
                <a:blip r:embed="rId6"/>
                <a:stretch>
                  <a:fillRect l="-6" t="-10" r="5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639654" y="3731126"/>
                <a:ext cx="6757362" cy="773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en-US" altLang="zh-CN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54" y="3731126"/>
                <a:ext cx="6757362" cy="773481"/>
              </a:xfrm>
              <a:prstGeom prst="rect">
                <a:avLst/>
              </a:prstGeom>
              <a:blipFill rotWithShape="1">
                <a:blip r:embed="rId7"/>
                <a:stretch>
                  <a:fillRect l="-1" t="-65" r="6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0243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4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5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6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7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8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0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1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2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63830" y="669300"/>
                <a:ext cx="8294370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2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、间接法：利用已知函数的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级数来求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0" y="669300"/>
                <a:ext cx="8294370" cy="553085"/>
              </a:xfrm>
              <a:prstGeom prst="rect">
                <a:avLst/>
              </a:prstGeom>
              <a:blipFill rotWithShape="1">
                <a:blip r:embed="rId1"/>
                <a:stretch>
                  <a:fillRect t="-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90902" y="1185551"/>
                <a:ext cx="8294370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展开式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02" y="1185551"/>
                <a:ext cx="8294370" cy="617413"/>
              </a:xfrm>
              <a:prstGeom prst="rect">
                <a:avLst/>
              </a:prstGeom>
              <a:blipFill rotWithShape="1">
                <a:blip r:embed="rId2"/>
                <a:stretch>
                  <a:fillRect l="-5" t="-1" r="5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90902" y="1865951"/>
                <a:ext cx="3805034" cy="775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解：由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𝑡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02" y="1865951"/>
                <a:ext cx="3805034" cy="775918"/>
              </a:xfrm>
              <a:prstGeom prst="rect">
                <a:avLst/>
              </a:prstGeom>
              <a:blipFill rotWithShape="1">
                <a:blip r:embed="rId4"/>
                <a:stretch>
                  <a:fillRect l="-11" t="-41" r="14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71600" y="2805886"/>
                <a:ext cx="3805034" cy="746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𝑡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805886"/>
                <a:ext cx="3805034" cy="746743"/>
              </a:xfrm>
              <a:prstGeom prst="rect">
                <a:avLst/>
              </a:prstGeom>
              <a:blipFill rotWithShape="1">
                <a:blip r:embed="rId5"/>
                <a:stretch>
                  <a:fillRect l="-1" t="-61" r="4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572000" y="2842399"/>
                <a:ext cx="2448272" cy="746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842399"/>
                <a:ext cx="2448272" cy="746743"/>
              </a:xfrm>
              <a:prstGeom prst="rect">
                <a:avLst/>
              </a:prstGeom>
              <a:blipFill rotWithShape="1">
                <a:blip r:embed="rId6"/>
                <a:stretch>
                  <a:fillRect t="-19" r="1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069686" y="3722069"/>
                <a:ext cx="77507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因为表达式唯一，则上面这个一定是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展开式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686" y="3722069"/>
                <a:ext cx="7750786" cy="1015663"/>
              </a:xfrm>
              <a:prstGeom prst="rect">
                <a:avLst/>
              </a:prstGeom>
              <a:blipFill rotWithShape="1">
                <a:blip r:embed="rId7"/>
                <a:stretch>
                  <a:fillRect l="-4" t="-33" r="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034415" y="4902051"/>
                <a:ext cx="7750786" cy="746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15" y="4902051"/>
                <a:ext cx="7750786" cy="746743"/>
              </a:xfrm>
              <a:prstGeom prst="rect">
                <a:avLst/>
              </a:prstGeom>
              <a:blipFill rotWithShape="1">
                <a:blip r:embed="rId8"/>
                <a:stretch>
                  <a:fillRect t="-65" r="8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4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5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6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7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48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0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1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0252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51520" y="686410"/>
                <a:ext cx="8294370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𝑠𝑖𝑛𝑧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展开式</a:t>
                </a:r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86410"/>
                <a:ext cx="8294370" cy="553085"/>
              </a:xfrm>
              <a:prstGeom prst="rect">
                <a:avLst/>
              </a:prstGeom>
              <a:blipFill rotWithShape="1">
                <a:blip r:embed="rId1"/>
                <a:stretch>
                  <a:fillRect l="-1" t="-110" r="1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55576" y="5459958"/>
                <a:ext cx="7482447" cy="872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𝑐𝑜𝑠𝑧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!</m:t>
                        </m:r>
                      </m:den>
                    </m:f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4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!</m:t>
                        </m:r>
                      </m:den>
                    </m:f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−⋯+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(−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)!</m:t>
                        </m:r>
                      </m:den>
                    </m:f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+⋯</m:t>
                    </m:r>
                  </m:oMath>
                </a14:m>
                <a:r>
                  <a:rPr lang="zh-CN" altLang="en-US" sz="3000" b="0" i="1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i="1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459958"/>
                <a:ext cx="7482447" cy="872034"/>
              </a:xfrm>
              <a:prstGeom prst="rect">
                <a:avLst/>
              </a:prstGeom>
              <a:blipFill rotWithShape="1">
                <a:blip r:embed="rId2"/>
                <a:stretch>
                  <a:fillRect l="-7" t="-26" r="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34058" y="1314536"/>
                <a:ext cx="3473846" cy="85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解：</a:t>
                </a:r>
                <a:r>
                  <a:rPr lang="en-US" altLang="zh-CN" sz="3000" b="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𝑠𝑖𝑛𝑧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𝑖𝑧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58" y="1314536"/>
                <a:ext cx="3473846" cy="852541"/>
              </a:xfrm>
              <a:prstGeom prst="rect">
                <a:avLst/>
              </a:prstGeom>
              <a:blipFill rotWithShape="1">
                <a:blip r:embed="rId4"/>
                <a:stretch>
                  <a:fillRect l="-11" t="-10" r="4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995936" y="1352847"/>
                <a:ext cx="3805034" cy="746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𝑡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1352847"/>
                <a:ext cx="3805034" cy="746743"/>
              </a:xfrm>
              <a:prstGeom prst="rect">
                <a:avLst/>
              </a:prstGeom>
              <a:blipFill rotWithShape="1">
                <a:blip r:embed="rId5"/>
                <a:stretch>
                  <a:fillRect l="-14" t="-40" r="17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835696" y="2260899"/>
                <a:ext cx="4968552" cy="791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𝑖𝑧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𝑖𝑧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b="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dirty="0">
                  <a:solidFill>
                    <a:schemeClr val="tx1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260899"/>
                <a:ext cx="4968552" cy="791563"/>
              </a:xfrm>
              <a:prstGeom prst="rect">
                <a:avLst/>
              </a:prstGeom>
              <a:blipFill rotWithShape="1">
                <a:blip r:embed="rId6"/>
                <a:stretch>
                  <a:fillRect l="-11" t="-38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849304" y="3282303"/>
                <a:ext cx="3082736" cy="872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sz="3000" b="0" dirty="0">
                  <a:solidFill>
                    <a:schemeClr val="tx1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04" y="3282303"/>
                <a:ext cx="3082736" cy="872034"/>
              </a:xfrm>
              <a:prstGeom prst="rect">
                <a:avLst/>
              </a:prstGeom>
              <a:blipFill rotWithShape="1">
                <a:blip r:embed="rId7"/>
                <a:stretch>
                  <a:fillRect l="-6" t="-71" r="20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148064" y="3370937"/>
                <a:ext cx="198243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&lt;+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∞</m:t>
                      </m:r>
                    </m:oMath>
                  </m:oMathPara>
                </a14:m>
                <a:endParaRPr lang="zh-CN" altLang="en-US" sz="3000" b="0" dirty="0">
                  <a:solidFill>
                    <a:schemeClr val="tx1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3370937"/>
                <a:ext cx="1982437" cy="553998"/>
              </a:xfrm>
              <a:prstGeom prst="rect">
                <a:avLst/>
              </a:prstGeom>
              <a:blipFill rotWithShape="1">
                <a:blip r:embed="rId8"/>
                <a:stretch>
                  <a:fillRect l="-6" t="-6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55575" y="4428250"/>
                <a:ext cx="7482447" cy="912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𝑖𝑛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3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!</m:t>
                        </m:r>
                      </m:den>
                    </m:f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5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!</m:t>
                        </m:r>
                      </m:den>
                    </m:f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−⋯+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(−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)!</m:t>
                        </m:r>
                      </m:den>
                    </m:f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+⋯</m:t>
                    </m:r>
                  </m:oMath>
                </a14:m>
                <a:r>
                  <a:rPr lang="zh-CN" altLang="en-US" sz="3000" b="0" i="1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sz="3000" b="0" i="1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4428250"/>
                <a:ext cx="7482447" cy="912045"/>
              </a:xfrm>
              <a:prstGeom prst="rect">
                <a:avLst/>
              </a:prstGeom>
              <a:blipFill rotWithShape="1">
                <a:blip r:embed="rId9"/>
                <a:stretch>
                  <a:fillRect l="-7" t="-43" r="2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" grpId="1"/>
      <p:bldP spid="7" grpId="0"/>
      <p:bldP spid="8" grpId="0"/>
      <p:bldP spid="9" grpId="0"/>
      <p:bldP spid="10" grpId="0"/>
      <p:bldP spid="11" grpId="0"/>
      <p:bldP spid="12" grpId="1"/>
      <p:bldP spid="12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79512" y="629984"/>
                <a:ext cx="8397240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求多值函数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𝐿𝑛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</a:t>
                </a:r>
                <a:r>
                  <a:rPr lang="zh-CN" altLang="en-US" sz="3000" b="0" dirty="0">
                    <a:solidFill>
                      <a:srgbClr val="FF33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各个分支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处的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𝑇𝑎𝑦𝑙𝑜𝑟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展开式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629984"/>
                <a:ext cx="8397240" cy="1014730"/>
              </a:xfrm>
              <a:prstGeom prst="rect">
                <a:avLst/>
              </a:prstGeom>
              <a:blipFill rotWithShape="1">
                <a:blip r:embed="rId1"/>
                <a:stretch>
                  <a:fillRect l="-5" t="-6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79512" y="1636268"/>
                <a:ext cx="83972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解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: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将平面沿负实轴从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-1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到无穷远点割破，在割破后得到的区域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𝐷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:−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&lt;</m:t>
                    </m:r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楷体" panose="02010609060101010101" pitchFamily="49" charset="-122"/>
                          </a:rPr>
                          <m:t>𝑎𝑟𝑔</m:t>
                        </m:r>
                      </m:fName>
                      <m:e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</m:e>
                    </m:func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&lt;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𝜋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内解析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636268"/>
                <a:ext cx="8397240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5" t="-50" r="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79512" y="2701629"/>
                <a:ext cx="86409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𝐿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𝑘</m:t>
                    </m:r>
                    <m:r>
                      <a:rPr lang="zh-CN" altLang="en-US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离原点最近的奇点是</a:t>
                </a:r>
                <a:r>
                  <a:rPr lang="en-US" altLang="zh-CN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-1</a:t>
                </a:r>
                <a:endParaRPr lang="zh-CN" altLang="en-US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701629"/>
                <a:ext cx="864096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5" t="-65" r="4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23875" y="3310902"/>
                <a:ext cx="67963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>
                    <a:solidFill>
                      <a:srgbClr val="FF0000"/>
                    </a:solidFill>
                    <a:ea typeface="楷体" panose="02010609060101010101" pitchFamily="49" charset="-122"/>
                    <a:cs typeface="Cambria Math" panose="02040503050406030204" charset="0"/>
                  </a:rPr>
                  <a:t>定理：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的边界上各点的最短距离</a:t>
                </a:r>
                <a:endParaRPr lang="zh-CN" altLang="en-US" b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75" y="3310902"/>
                <a:ext cx="6796397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5" t="-2" r="5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04624" y="3879575"/>
                <a:ext cx="32152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∴</m:t>
                      </m:r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24" y="3879575"/>
                <a:ext cx="3215248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5" t="-69" r="12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23527" y="4468526"/>
                <a:ext cx="46361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对于主值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ln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⁡(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7" y="4468526"/>
                <a:ext cx="4636157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7" t="-6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23529" y="5212726"/>
                <a:ext cx="2304256" cy="908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5212726"/>
                <a:ext cx="2304256" cy="908967"/>
              </a:xfrm>
              <a:prstGeom prst="rect">
                <a:avLst/>
              </a:prstGeom>
              <a:blipFill rotWithShape="1">
                <a:blip r:embed="rId8"/>
                <a:stretch>
                  <a:fillRect l="-14" t="-1" r="7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452808" y="5413872"/>
                <a:ext cx="42383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(−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808" y="5413872"/>
                <a:ext cx="4238383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10" t="-95" r="5" b="-58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10473" y="600175"/>
                <a:ext cx="2304256" cy="702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73" y="600175"/>
                <a:ext cx="2304256" cy="702885"/>
              </a:xfrm>
              <a:prstGeom prst="rect">
                <a:avLst/>
              </a:prstGeom>
              <a:blipFill rotWithShape="1">
                <a:blip r:embed="rId2"/>
                <a:stretch>
                  <a:fillRect l="-12" t="-14" r="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051720" y="679049"/>
                <a:ext cx="42383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(−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679049"/>
                <a:ext cx="4238383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" t="-45" r="10" b="-5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216873" y="1373810"/>
                <a:ext cx="5688632" cy="703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unc>
                      <m:func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zh-CN" altLang="en-US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𝜔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𝑐</m:t>
                    </m:r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73" y="1373810"/>
                <a:ext cx="5688632" cy="703013"/>
              </a:xfrm>
              <a:prstGeom prst="rect">
                <a:avLst/>
              </a:prstGeom>
              <a:blipFill rotWithShape="1">
                <a:blip r:embed="rId4"/>
                <a:stretch>
                  <a:fillRect l="-6" t="-4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122666" y="2151052"/>
                <a:ext cx="4536504" cy="639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𝜔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𝑐</m:t>
                    </m:r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666" y="2151052"/>
                <a:ext cx="4536504" cy="639727"/>
              </a:xfrm>
              <a:prstGeom prst="rect">
                <a:avLst/>
              </a:prstGeom>
              <a:blipFill rotWithShape="1">
                <a:blip r:embed="rId5"/>
                <a:stretch>
                  <a:fillRect l="-14" t="-48" r="1" b="-56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156554" y="2912523"/>
                <a:ext cx="4536504" cy="639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(−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nary>
                          <m:nary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zh-CN" altLang="en-US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</m:nary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𝑐</m:t>
                    </m:r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554" y="2912523"/>
                <a:ext cx="4536504" cy="639727"/>
              </a:xfrm>
              <a:prstGeom prst="rect">
                <a:avLst/>
              </a:prstGeom>
              <a:blipFill rotWithShape="1">
                <a:blip r:embed="rId6"/>
                <a:stretch>
                  <a:fillRect l="-5" t="-65" r="6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220072" y="2807383"/>
                <a:ext cx="3636158" cy="789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𝑐</m:t>
                    </m:r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807383"/>
                <a:ext cx="3636158" cy="789768"/>
              </a:xfrm>
              <a:prstGeom prst="rect">
                <a:avLst/>
              </a:prstGeom>
              <a:blipFill rotWithShape="1">
                <a:blip r:embed="rId7"/>
                <a:stretch>
                  <a:fillRect l="-10" t="-6" r="14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233705" y="3666404"/>
                <a:ext cx="43924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∵</m:t>
                    </m:r>
                  </m:oMath>
                </a14:m>
                <a:r>
                  <a:rPr lang="en-US" altLang="zh-CN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unc>
                      <m:func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05" y="3666404"/>
                <a:ext cx="4392488" cy="523220"/>
              </a:xfrm>
              <a:prstGeom prst="rect">
                <a:avLst/>
              </a:prstGeom>
              <a:blipFill rotWithShape="1">
                <a:blip r:embed="rId8"/>
                <a:stretch>
                  <a:fillRect l="-1" t="-105" r="5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4194145" y="3663950"/>
                <a:ext cx="15841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145" y="3663950"/>
                <a:ext cx="1584176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38" r="29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323528" y="4268153"/>
                <a:ext cx="5688632" cy="773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</m:oMath>
                </a14:m>
                <a:r>
                  <a:rPr lang="en-US" altLang="zh-CN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268153"/>
                <a:ext cx="5688632" cy="773097"/>
              </a:xfrm>
              <a:prstGeom prst="rect">
                <a:avLst/>
              </a:prstGeom>
              <a:blipFill rotWithShape="1">
                <a:blip r:embed="rId10"/>
                <a:stretch>
                  <a:fillRect l="-6" t="-41" r="11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323528" y="5155001"/>
                <a:ext cx="48965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𝐿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𝑘</m:t>
                      </m:r>
                      <m:r>
                        <a:rPr lang="zh-CN" altLang="en-US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𝑖</m:t>
                      </m:r>
                    </m:oMath>
                  </m:oMathPara>
                </a14:m>
                <a:endParaRPr lang="zh-CN" altLang="en-US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155001"/>
                <a:ext cx="4896544" cy="523220"/>
              </a:xfrm>
              <a:prstGeom prst="rect">
                <a:avLst/>
              </a:prstGeom>
              <a:blipFill rotWithShape="1">
                <a:blip r:embed="rId11"/>
                <a:stretch>
                  <a:fillRect l="-6" t="-14" r="8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2131115" y="5776751"/>
                <a:ext cx="4079591" cy="773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</m:oMath>
                </a14:m>
                <a:r>
                  <a:rPr lang="en-US" altLang="zh-CN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zh-CN" altLang="en-US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𝑖</m:t>
                        </m:r>
                      </m:e>
                    </m:nary>
                  </m:oMath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115" y="5776751"/>
                <a:ext cx="4079591" cy="773097"/>
              </a:xfrm>
              <a:prstGeom prst="rect">
                <a:avLst/>
              </a:prstGeom>
              <a:blipFill rotWithShape="1">
                <a:blip r:embed="rId12"/>
                <a:stretch>
                  <a:fillRect l="-1" t="-20" r="10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6165156" y="5917341"/>
                <a:ext cx="16675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156" y="5917341"/>
                <a:ext cx="1667569" cy="523220"/>
              </a:xfrm>
              <a:prstGeom prst="rect">
                <a:avLst/>
              </a:prstGeom>
              <a:blipFill rotWithShape="1">
                <a:blip r:embed="rId13"/>
                <a:stretch>
                  <a:fillRect l="-35" t="-79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215" y="836295"/>
            <a:ext cx="25380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题外话：</a:t>
            </a:r>
            <a:endParaRPr lang="zh-CN" altLang="en-US" sz="3000" b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1700530"/>
            <a:ext cx="83972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3000" b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间接展开法是利用已知展开式来求未知展开式，这也是一种创新。</a:t>
            </a:r>
            <a:endParaRPr lang="zh-CN" altLang="en-US" sz="3000" b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605" y="3188970"/>
            <a:ext cx="83972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3000" b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生活中，这样的创新也很多，比如我们现在随处可见的二维码，它原先是用于工业生产的，我国率先将其推广到移动支付等应用中，极大地影响和改变了人们的日偿生活。</a:t>
            </a:r>
            <a:endParaRPr lang="zh-CN" altLang="en-US" sz="3000" b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8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p:sp>
        <p:nvSpPr>
          <p:cNvPr id="8208" name="Text Box 2"/>
          <p:cNvSpPr txBox="1"/>
          <p:nvPr/>
        </p:nvSpPr>
        <p:spPr>
          <a:xfrm>
            <a:off x="157884" y="748777"/>
            <a:ext cx="12985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练习：</a:t>
            </a:r>
            <a:endParaRPr lang="zh-CN" altLang="en-US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38117" y="1243050"/>
                <a:ext cx="7127875" cy="74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1.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3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000" b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展开成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sz="3000" b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的幂级数</a:t>
                </a:r>
                <a:endParaRPr lang="zh-CN" altLang="en-US" sz="3000" b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17" y="1243050"/>
                <a:ext cx="7127875" cy="747395"/>
              </a:xfrm>
              <a:prstGeom prst="rect">
                <a:avLst/>
              </a:prstGeom>
              <a:blipFill rotWithShape="1">
                <a:blip r:embed="rId1"/>
                <a:stretch>
                  <a:fillRect l="-8" t="-47" r="8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38117" y="2113635"/>
                <a:ext cx="7127875" cy="805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b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b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b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17" y="2113635"/>
                <a:ext cx="7127875" cy="805180"/>
              </a:xfrm>
              <a:prstGeom prst="rect">
                <a:avLst/>
              </a:prstGeom>
              <a:blipFill rotWithShape="1">
                <a:blip r:embed="rId2"/>
                <a:stretch>
                  <a:fillRect l="-8" t="-44" r="8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00017" y="3001365"/>
                <a:ext cx="712787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3.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𝑠𝑖𝑛𝑧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17" y="3001365"/>
                <a:ext cx="7127875" cy="553998"/>
              </a:xfrm>
              <a:prstGeom prst="rect">
                <a:avLst/>
              </a:prstGeom>
              <a:blipFill rotWithShape="1">
                <a:blip r:embed="rId3"/>
                <a:stretch>
                  <a:fillRect l="-8" t="-64" r="8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00017" y="3786225"/>
                <a:ext cx="7127875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4.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17" y="3786225"/>
                <a:ext cx="7127875" cy="553085"/>
              </a:xfrm>
              <a:prstGeom prst="rect">
                <a:avLst/>
              </a:prstGeom>
              <a:blipFill rotWithShape="1">
                <a:blip r:embed="rId4"/>
                <a:stretch>
                  <a:fillRect l="-8" t="-64" r="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8308" y="643654"/>
                <a:ext cx="7127875" cy="74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1.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3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展开成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的幂级数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8" y="643654"/>
                <a:ext cx="7127875" cy="747395"/>
              </a:xfrm>
              <a:prstGeom prst="rect">
                <a:avLst/>
              </a:prstGeom>
              <a:blipFill rotWithShape="1">
                <a:blip r:embed="rId1"/>
                <a:stretch>
                  <a:fillRect l="-7" t="-53" r="7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22037" y="1448517"/>
                <a:ext cx="4521972" cy="806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解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3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1448517"/>
                <a:ext cx="4521972" cy="806311"/>
              </a:xfrm>
              <a:prstGeom prst="rect">
                <a:avLst/>
              </a:prstGeom>
              <a:blipFill rotWithShape="1">
                <a:blip r:embed="rId3"/>
                <a:stretch>
                  <a:fillRect l="-3" t="-10" r="6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771801" y="2430001"/>
                <a:ext cx="2304256" cy="926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1" y="2430001"/>
                <a:ext cx="2304256" cy="926344"/>
              </a:xfrm>
              <a:prstGeom prst="rect">
                <a:avLst/>
              </a:prstGeom>
              <a:blipFill rotWithShape="1">
                <a:blip r:embed="rId4"/>
                <a:stretch>
                  <a:fillRect l="-1" t="-53" r="22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055907" y="2057848"/>
                <a:ext cx="3995464" cy="744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907" y="2057848"/>
                <a:ext cx="3995464" cy="744306"/>
              </a:xfrm>
              <a:prstGeom prst="rect">
                <a:avLst/>
              </a:prstGeom>
              <a:blipFill rotWithShape="1">
                <a:blip r:embed="rId5"/>
                <a:stretch>
                  <a:fillRect l="-1" t="-60" r="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751650" y="3429000"/>
                <a:ext cx="6428862" cy="833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∙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5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den>
                        </m:f>
                        <m:d>
                          <m:d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650" y="3429000"/>
                <a:ext cx="6428862" cy="833498"/>
              </a:xfrm>
              <a:prstGeom prst="rect">
                <a:avLst/>
              </a:prstGeom>
              <a:blipFill rotWithShape="1">
                <a:blip r:embed="rId6"/>
                <a:stretch>
                  <a:fillRect l="-3" r="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2751650" y="4413568"/>
                <a:ext cx="6428862" cy="801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650" y="4413568"/>
                <a:ext cx="6428862" cy="801245"/>
              </a:xfrm>
              <a:prstGeom prst="rect">
                <a:avLst/>
              </a:prstGeom>
              <a:blipFill rotWithShape="1">
                <a:blip r:embed="rId7"/>
                <a:stretch>
                  <a:fillRect l="-3" t="-40" r="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0972" y="616566"/>
                <a:ext cx="7127875" cy="805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2" y="616566"/>
                <a:ext cx="7127875" cy="805180"/>
              </a:xfrm>
              <a:prstGeom prst="rect">
                <a:avLst/>
              </a:prstGeom>
              <a:blipFill rotWithShape="1">
                <a:blip r:embed="rId1"/>
                <a:stretch>
                  <a:fillRect t="-77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38453" y="1445082"/>
                <a:ext cx="2921380" cy="806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解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53" y="1445082"/>
                <a:ext cx="2921380" cy="806311"/>
              </a:xfrm>
              <a:prstGeom prst="rect">
                <a:avLst/>
              </a:prstGeom>
              <a:blipFill rotWithShape="1">
                <a:blip r:embed="rId3"/>
                <a:stretch>
                  <a:fillRect l="-1" t="-57" r="1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139952" y="1439344"/>
                <a:ext cx="4464496" cy="746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1439344"/>
                <a:ext cx="4464496" cy="746615"/>
              </a:xfrm>
              <a:prstGeom prst="rect">
                <a:avLst/>
              </a:prstGeom>
              <a:blipFill rotWithShape="1">
                <a:blip r:embed="rId4"/>
                <a:stretch>
                  <a:fillRect l="-9" t="-58" r="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495207" y="2350096"/>
                <a:ext cx="1944216" cy="746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(−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207" y="2350096"/>
                <a:ext cx="1944216" cy="746615"/>
              </a:xfrm>
              <a:prstGeom prst="rect">
                <a:avLst/>
              </a:prstGeom>
              <a:blipFill rotWithShape="1">
                <a:blip r:embed="rId5"/>
                <a:stretch>
                  <a:fillRect l="-21" t="-80" r="14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167844" y="2446404"/>
                <a:ext cx="32043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[−</m:t>
                        </m:r>
                        <m:nary>
                          <m:naryPr>
                            <m:chr m:val="∑"/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30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(−</m:t>
                            </m:r>
                            <m:sSup>
                              <m:sSupPr>
                                <m:ctrlPr>
                                  <a:rPr lang="en-US" altLang="zh-CN" sz="3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844" y="2446404"/>
                <a:ext cx="3204356" cy="553998"/>
              </a:xfrm>
              <a:prstGeom prst="rect">
                <a:avLst/>
              </a:prstGeom>
              <a:blipFill rotWithShape="1">
                <a:blip r:embed="rId6"/>
                <a:stretch>
                  <a:fillRect l="-14" t="-69" r="19" b="-6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565666" y="3386182"/>
                <a:ext cx="32043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[(−</m:t>
                            </m:r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666" y="3386182"/>
                <a:ext cx="3204356" cy="553998"/>
              </a:xfrm>
              <a:prstGeom prst="rect">
                <a:avLst/>
              </a:prstGeom>
              <a:blipFill rotWithShape="1">
                <a:blip r:embed="rId7"/>
                <a:stretch>
                  <a:fillRect l="-12" t="-65" r="17" b="-6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555898" y="4147224"/>
                <a:ext cx="3448150" cy="55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(−</m:t>
                        </m:r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898" y="4147224"/>
                <a:ext cx="3448150" cy="554895"/>
              </a:xfrm>
              <a:prstGeom prst="rect">
                <a:avLst/>
              </a:prstGeom>
              <a:blipFill rotWithShape="1">
                <a:blip r:embed="rId8"/>
                <a:stretch>
                  <a:fillRect l="-4" t="-7" r="7" b="-6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851825" y="4146327"/>
                <a:ext cx="1215961" cy="55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∙(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825" y="4146327"/>
                <a:ext cx="1215961" cy="554895"/>
              </a:xfrm>
              <a:prstGeom prst="rect">
                <a:avLst/>
              </a:prstGeom>
              <a:blipFill rotWithShape="1">
                <a:blip r:embed="rId9"/>
                <a:stretch>
                  <a:fillRect l="-35" t="-74" r="30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555898" y="5005070"/>
                <a:ext cx="4565502" cy="55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(−</m:t>
                        </m:r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898" y="5005070"/>
                <a:ext cx="4565502" cy="554895"/>
              </a:xfrm>
              <a:prstGeom prst="rect">
                <a:avLst/>
              </a:prstGeom>
              <a:blipFill rotWithShape="1">
                <a:blip r:embed="rId10"/>
                <a:stretch>
                  <a:fillRect l="-3" b="-6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9512" y="662804"/>
                <a:ext cx="7127875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3.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sz="30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𝑠𝑖𝑛𝑧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662804"/>
                <a:ext cx="7127875" cy="553085"/>
              </a:xfrm>
              <a:prstGeom prst="rect">
                <a:avLst/>
              </a:prstGeom>
              <a:blipFill rotWithShape="1">
                <a:blip r:embed="rId1"/>
                <a:stretch>
                  <a:fillRect l="-6" t="-90" r="6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10627" y="1370522"/>
                <a:ext cx="7127875" cy="888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解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)(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)!</m:t>
                            </m:r>
                          </m:den>
                        </m:f>
                      </m:e>
                    </m:nary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27" y="1370522"/>
                <a:ext cx="7127875" cy="888192"/>
              </a:xfrm>
              <a:prstGeom prst="rect">
                <a:avLst/>
              </a:prstGeom>
              <a:blipFill rotWithShape="1">
                <a:blip r:embed="rId3"/>
                <a:stretch>
                  <a:fillRect l="-6" t="-22" r="6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6773133" y="1528618"/>
            <a:ext cx="2160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难得到通项</a:t>
            </a:r>
            <a:endParaRPr lang="zh-CN" altLang="en-US" sz="3000" b="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83568" y="2330151"/>
                <a:ext cx="7127875" cy="852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𝑖𝑧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𝑖𝑧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=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+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)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−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)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𝑖</m:t>
                        </m:r>
                      </m:den>
                    </m:f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330151"/>
                <a:ext cx="7127875" cy="852221"/>
              </a:xfrm>
              <a:prstGeom prst="rect">
                <a:avLst/>
              </a:prstGeom>
              <a:blipFill rotWithShape="1">
                <a:blip r:embed="rId4"/>
                <a:stretch>
                  <a:fillRect l="-4" t="-39" r="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960643" y="3219880"/>
                <a:ext cx="5832648" cy="791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3000" b="0" i="1" smtClean="0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3000" b="0" i="1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000" b="0" i="1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3000" b="0" i="1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]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643" y="3219880"/>
                <a:ext cx="5832648" cy="791499"/>
              </a:xfrm>
              <a:prstGeom prst="rect">
                <a:avLst/>
              </a:prstGeom>
              <a:blipFill rotWithShape="1">
                <a:blip r:embed="rId5"/>
                <a:stretch>
                  <a:fillRect l="-7" t="-54" r="1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960643" y="4099985"/>
                <a:ext cx="4267541" cy="791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𝑖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1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1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!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643" y="4099985"/>
                <a:ext cx="4267541" cy="791563"/>
              </a:xfrm>
              <a:prstGeom prst="rect">
                <a:avLst/>
              </a:prstGeom>
              <a:blipFill rotWithShape="1">
                <a:blip r:embed="rId6"/>
                <a:stretch>
                  <a:fillRect l="-9" t="-54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2036" y="5000434"/>
                <a:ext cx="8876053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1</m:t>
                            </m:r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+</m:t>
                            </m:r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US" altLang="zh-CN" sz="2400" b="0" i="1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</m:sup>
                    </m:sSup>
                    <m:r>
                      <a:rPr lang="en-US" altLang="zh-CN" sz="2400" b="0" i="1">
                        <a:solidFill>
                          <a:srgbClr val="0070C0"/>
                        </a:solidFill>
                        <a:latin typeface="Cambria Math" panose="02040503050406030204" charset="0"/>
                        <a:ea typeface="MS Mincho" panose="02020609040205080304" charset="-128"/>
                      </a:rPr>
                      <m:t>−</m:t>
                    </m:r>
                    <m:sSup>
                      <m:sSupPr>
                        <m:ctrlPr>
                          <a:rPr lang="en-US" altLang="zh-CN" sz="2400" b="0" i="1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1</m:t>
                            </m:r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−</m:t>
                            </m:r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US" altLang="zh-CN" sz="2400" b="0" i="1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charset="0"/>
                        <a:ea typeface="MS Mincho" panose="02020609040205080304" charset="-128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2</m:t>
                            </m:r>
                          </m:e>
                        </m:rad>
                      </m:e>
                      <m:sup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charset="0"/>
                        <a:ea typeface="MS Mincho" panose="02020609040205080304" charset="-128"/>
                      </a:rPr>
                      <m:t>[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𝑐𝑜𝑠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zh-CN" alt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𝑖𝑠𝑖𝑛</m:t>
                        </m:r>
                        <m:f>
                          <m:fPr>
                            <m:ctrlP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zh-CN" altLang="en-US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charset="0"/>
                        <a:ea typeface="MS Mincho" panose="02020609040205080304" charset="-128"/>
                      </a:rPr>
                      <m:t>−</m:t>
                    </m:r>
                    <m:d>
                      <m:dPr>
                        <m:ctrlPr>
                          <a:rPr lang="en-US" altLang="zh-CN" sz="2400" b="0" i="1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𝑐𝑜𝑠</m:t>
                        </m:r>
                        <m:f>
                          <m:fPr>
                            <m:ctrlP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zh-CN" altLang="en-US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−</m:t>
                        </m:r>
                        <m:r>
                          <a:rPr lang="en-US" altLang="zh-CN" sz="2400" b="0" i="1">
                            <a:solidFill>
                              <a:srgbClr val="0070C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𝑖𝑠𝑖𝑛</m:t>
                        </m:r>
                        <m:f>
                          <m:fPr>
                            <m:ctrlP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zh-CN" altLang="en-US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b="0" i="1">
                                <a:solidFill>
                                  <a:srgbClr val="0070C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charset="0"/>
                        <a:ea typeface="MS Mincho" panose="02020609040205080304" charset="-128"/>
                      </a:rPr>
                      <m:t>]</m:t>
                    </m:r>
                  </m:oMath>
                </a14:m>
                <a:r>
                  <a:rPr lang="zh-CN" altLang="en-US" sz="2400" b="0" dirty="0">
                    <a:solidFill>
                      <a:srgbClr val="0070C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2400" b="0" dirty="0">
                  <a:solidFill>
                    <a:srgbClr val="0070C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000434"/>
                <a:ext cx="8876053" cy="645048"/>
              </a:xfrm>
              <a:prstGeom prst="rect">
                <a:avLst/>
              </a:prstGeom>
              <a:blipFill rotWithShape="1">
                <a:blip r:embed="rId7"/>
                <a:stretch>
                  <a:fillRect l="-1" t="-69" r="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051720" y="5754368"/>
                <a:ext cx="5781005" cy="949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=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>
                                        <a:latin typeface="Cambria Math" panose="02040503050406030204" charset="0"/>
                                        <a:ea typeface="MS Mincho" panose="02020609040205080304" charset="-128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3000" b="0" i="1" smtClean="0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charset="0"/>
                                            <a:ea typeface="MS Mincho" panose="02020609040205080304" charset="-128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𝑠𝑖𝑛</m:t>
                            </m:r>
                            <m:f>
                              <m:fPr>
                                <m:ctrlP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  <m:r>
                                  <a:rPr lang="zh-CN" altLang="en-US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!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5754368"/>
                <a:ext cx="5781005" cy="949106"/>
              </a:xfrm>
              <a:prstGeom prst="rect">
                <a:avLst/>
              </a:prstGeom>
              <a:blipFill rotWithShape="1">
                <a:blip r:embed="rId8"/>
                <a:stretch>
                  <a:fillRect l="-1" t="-67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b="0" dirty="0">
                <a:ea typeface="宋体" panose="02010600030101010101" pitchFamily="2" charset="-122"/>
              </a:rPr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22036" y="650350"/>
                <a:ext cx="7127875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4.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650350"/>
                <a:ext cx="7127875" cy="553085"/>
              </a:xfrm>
              <a:prstGeom prst="rect">
                <a:avLst/>
              </a:prstGeom>
              <a:blipFill rotWithShape="1">
                <a:blip r:embed="rId1"/>
                <a:stretch>
                  <a:fillRect l="-2" t="-20" r="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79513" y="1392928"/>
                <a:ext cx="5040560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解</a:t>
                </a:r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𝑒</m:t>
                    </m:r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3" y="1392928"/>
                <a:ext cx="5040560" cy="585288"/>
              </a:xfrm>
              <a:prstGeom prst="rect">
                <a:avLst/>
              </a:prstGeom>
              <a:blipFill rotWithShape="1">
                <a:blip r:embed="rId3"/>
                <a:stretch>
                  <a:fillRect l="-9" t="-64" r="7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592486" y="2226815"/>
                <a:ext cx="7005141" cy="791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&lt;+∞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486" y="2226815"/>
                <a:ext cx="7005141" cy="791499"/>
              </a:xfrm>
              <a:prstGeom prst="rect">
                <a:avLst/>
              </a:prstGeom>
              <a:blipFill rotWithShape="1">
                <a:blip r:embed="rId4"/>
                <a:stretch>
                  <a:fillRect l="-8" t="-64" r="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0316" y="504590"/>
                <a:ext cx="8407400" cy="7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6" y="504590"/>
                <a:ext cx="8407400" cy="723340"/>
              </a:xfrm>
              <a:prstGeom prst="rect">
                <a:avLst/>
              </a:prstGeom>
              <a:blipFill rotWithShape="1">
                <a:blip r:embed="rId1"/>
                <a:stretch>
                  <a:fillRect l="-2" t="-55" r="2" b="-2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3655" y="1166975"/>
                <a:ext cx="4466337" cy="893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′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" y="1166975"/>
                <a:ext cx="4466337" cy="893386"/>
              </a:xfrm>
              <a:prstGeom prst="rect">
                <a:avLst/>
              </a:prstGeom>
              <a:blipFill rotWithShape="1">
                <a:blip r:embed="rId3"/>
                <a:stretch>
                  <a:fillRect t="-54" r="9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11560" y="2195989"/>
                <a:ext cx="519095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⇒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0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195989"/>
                <a:ext cx="5190959" cy="553998"/>
              </a:xfrm>
              <a:prstGeom prst="rect">
                <a:avLst/>
              </a:prstGeom>
              <a:blipFill rotWithShape="1">
                <a:blip r:embed="rId4"/>
                <a:stretch>
                  <a:fillRect l="-1" t="-29" r="10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275113" y="1227930"/>
                <a:ext cx="2637887" cy="806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3000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113" y="1227930"/>
                <a:ext cx="2637887" cy="806311"/>
              </a:xfrm>
              <a:prstGeom prst="rect">
                <a:avLst/>
              </a:prstGeom>
              <a:blipFill rotWithShape="1">
                <a:blip r:embed="rId5"/>
                <a:stretch>
                  <a:fillRect l="-11" t="-59" r="15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86200" y="2866708"/>
                <a:ext cx="6722104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⇒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</m:t>
                        </m:r>
                      </m:e>
                      <m:sup>
                        <m:d>
                          <m:d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</m:d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3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′(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0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00" y="2866708"/>
                <a:ext cx="6722104" cy="585288"/>
              </a:xfrm>
              <a:prstGeom prst="rect">
                <a:avLst/>
              </a:prstGeom>
              <a:blipFill rotWithShape="1">
                <a:blip r:embed="rId6"/>
                <a:stretch>
                  <a:fillRect l="-1" t="-54" r="1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11560" y="3560148"/>
                <a:ext cx="7920880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⇒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(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′′</m:t>
                        </m:r>
                      </m:e>
                      <m:sup>
                        <m:d>
                          <m:d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</m:d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4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5</m:t>
                        </m:r>
                      </m:e>
                    </m:d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′(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0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560148"/>
                <a:ext cx="7920880" cy="585288"/>
              </a:xfrm>
              <a:prstGeom prst="rect">
                <a:avLst/>
              </a:prstGeom>
              <a:blipFill rotWithShape="1">
                <a:blip r:embed="rId7"/>
                <a:stretch>
                  <a:fillRect l="-1" t="-58" r="7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22752" y="4240939"/>
                <a:ext cx="214904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∵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52" y="4240939"/>
                <a:ext cx="2149048" cy="553998"/>
              </a:xfrm>
              <a:prstGeom prst="rect">
                <a:avLst/>
              </a:prstGeom>
              <a:blipFill rotWithShape="1">
                <a:blip r:embed="rId8"/>
                <a:stretch>
                  <a:fillRect l="-21" t="-74" r="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679998" y="4228288"/>
                <a:ext cx="64640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∴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13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998" y="4228288"/>
                <a:ext cx="6464001" cy="553998"/>
              </a:xfrm>
              <a:prstGeom prst="rect">
                <a:avLst/>
              </a:prstGeom>
              <a:blipFill rotWithShape="1">
                <a:blip r:embed="rId9"/>
                <a:stretch>
                  <a:fillRect l="-5" t="-83" r="10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051720" y="4909079"/>
                <a:ext cx="115212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⋯⋯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4909079"/>
                <a:ext cx="1152128" cy="553998"/>
              </a:xfrm>
              <a:prstGeom prst="rect">
                <a:avLst/>
              </a:prstGeom>
              <a:blipFill rotWithShape="1">
                <a:blip r:embed="rId10"/>
                <a:stretch>
                  <a:fillRect l="-3" t="-95" r="2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97352" y="5432859"/>
                <a:ext cx="8149295" cy="959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∴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𝑒𝑧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3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𝑒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2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2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MS Mincho" panose="02020609040205080304" charset="-128"/>
                        </a:rPr>
                        <m:t>+</m:t>
                      </m:r>
                      <m:f>
                        <m:f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1</m:t>
                          </m:r>
                          <m: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3</m:t>
                          </m:r>
                          <m: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𝑒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3</m:t>
                          </m:r>
                          <m: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</a:rPr>
                          </m:ctrlPr>
                        </m:sSupPr>
                        <m:e>
                          <m: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MS Mincho" panose="02020609040205080304" charset="-128"/>
                            </a:rPr>
                            <m:t>3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MS Mincho" panose="02020609040205080304" charset="-128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52" y="5432859"/>
                <a:ext cx="8149295" cy="959686"/>
              </a:xfrm>
              <a:prstGeom prst="rect">
                <a:avLst/>
              </a:prstGeom>
              <a:blipFill rotWithShape="1">
                <a:blip r:embed="rId11"/>
                <a:stretch>
                  <a:fillRect l="-2" t="-45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2412365" y="82560"/>
            <a:ext cx="82943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、方程法</a:t>
            </a:r>
            <a:r>
              <a:rPr lang="en-US" altLang="zh-CN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*</a:t>
            </a:r>
            <a:r>
              <a:rPr lang="zh-CN" altLang="en-US" sz="3000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：利用方程</a:t>
            </a:r>
            <a:r>
              <a:rPr lang="zh-CN" altLang="en-US" sz="3000" b="0" dirty="0">
                <a:latin typeface="Cambria Math" panose="02040503050406030204" charset="0"/>
                <a:ea typeface="楷体" panose="02010609060101010101" pitchFamily="49" charset="-122"/>
                <a:cs typeface="Cambria Math" panose="02040503050406030204" charset="0"/>
                <a:sym typeface="+mn-ea"/>
              </a:rPr>
              <a:t>来求</a:t>
            </a:r>
            <a:r>
              <a:rPr lang="zh-CN" altLang="en-US" sz="3000" b="0" dirty="0">
                <a:latin typeface="Cambria Math" panose="02040503050406030204" charset="0"/>
                <a:ea typeface="楷体" panose="02010609060101010101" pitchFamily="49" charset="-122"/>
                <a:cs typeface="Cambria Math" panose="02040503050406030204" charset="0"/>
              </a:rPr>
              <a:t>级数</a:t>
            </a:r>
            <a:endParaRPr lang="zh-CN" altLang="en-US" sz="3000" b="0" dirty="0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0316" y="504590"/>
                <a:ext cx="8407400" cy="7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000" b="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处展开成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幂级数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6" y="504590"/>
                <a:ext cx="8407400" cy="723340"/>
              </a:xfrm>
              <a:prstGeom prst="rect">
                <a:avLst/>
              </a:prstGeom>
              <a:blipFill rotWithShape="1">
                <a:blip r:embed="rId1"/>
                <a:stretch>
                  <a:fillRect l="-2" t="-55" r="2" b="-2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6979" y="1383982"/>
                <a:ext cx="389027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利用复合函数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" y="1383982"/>
                <a:ext cx="3890273" cy="553998"/>
              </a:xfrm>
              <a:prstGeom prst="rect">
                <a:avLst/>
              </a:prstGeom>
              <a:blipFill rotWithShape="1">
                <a:blip r:embed="rId3"/>
                <a:stretch>
                  <a:fillRect l="-12" t="-57" r="2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62127" y="2019333"/>
                <a:ext cx="2238690" cy="761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3000" b="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3000" b="0" i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3000" b="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3000" b="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3000" b="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127" y="2019333"/>
                <a:ext cx="2238690" cy="761491"/>
              </a:xfrm>
              <a:prstGeom prst="rect">
                <a:avLst/>
              </a:prstGeom>
              <a:blipFill rotWithShape="1">
                <a:blip r:embed="rId4"/>
                <a:stretch>
                  <a:fillRect l="-18" t="-4" r="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 bwMode="auto">
          <a:xfrm>
            <a:off x="2555776" y="2094032"/>
            <a:ext cx="648072" cy="553998"/>
          </a:xfrm>
          <a:prstGeom prst="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03848" y="1802284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</a:rPr>
              <a:t>t</a:t>
            </a:r>
            <a:endParaRPr lang="zh-CN" altLang="en-US" b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1907704" y="2951715"/>
                <a:ext cx="5688632" cy="78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2951715"/>
                <a:ext cx="5688632" cy="783228"/>
              </a:xfrm>
              <a:prstGeom prst="rect">
                <a:avLst/>
              </a:prstGeom>
              <a:blipFill rotWithShape="1">
                <a:blip r:embed="rId5"/>
                <a:stretch>
                  <a:fillRect l="-3" t="-30" r="8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907704" y="3965450"/>
                <a:ext cx="6590012" cy="744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=</m:t>
                            </m:r>
                            <m: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  <m: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=</m:t>
                            </m:r>
                            <m: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200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2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MS Mincho" panose="02020609040205080304" charset="-128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MS Mincho" panose="02020609040205080304" charset="-128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965450"/>
                <a:ext cx="6590012" cy="744306"/>
              </a:xfrm>
              <a:prstGeom prst="rect">
                <a:avLst/>
              </a:prstGeom>
              <a:blipFill rotWithShape="1">
                <a:blip r:embed="rId6"/>
                <a:stretch>
                  <a:fillRect l="-2" t="-69" r="2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442538" y="2019333"/>
                <a:ext cx="2854942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𝑛</m:t>
                        </m:r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=</m:t>
                        </m:r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</a:rPr>
                  <a:t> </a:t>
                </a:r>
                <a:endParaRPr lang="zh-CN" altLang="en-US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538" y="2019333"/>
                <a:ext cx="2854942" cy="700705"/>
              </a:xfrm>
              <a:prstGeom prst="rect">
                <a:avLst/>
              </a:prstGeom>
              <a:blipFill rotWithShape="1">
                <a:blip r:embed="rId7"/>
                <a:stretch>
                  <a:fillRect l="-21" t="-5" r="20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5" grpId="0" animBg="1"/>
      <p:bldP spid="16" grpId="0"/>
      <p:bldP spid="18" grpId="0"/>
      <p:bldP spid="19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5289" y="566532"/>
                <a:ext cx="9145016" cy="1539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为整函数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(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全平面解析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),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且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  <m:box>
                              <m:boxPr>
                                <m:noBreak m:val="on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boxPr>
                              <m:e>
                                <m:groupChr>
                                  <m:groupChrPr>
                                    <m:chr m:val="→"/>
                                    <m:pos m:val="top"/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groupChrPr>
                                  <m:e/>
                                </m:groupCh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∞</m:t>
                                </m:r>
                              </m:e>
                            </m:box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𝑀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&lt;+</m:t>
                    </m:r>
                    <m:r>
                      <a:rPr lang="en-US" altLang="zh-CN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∞(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func>
                      <m:func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d>
                      </m:e>
                    </m:func>
                    <m:r>
                      <a:rPr lang="en-US" altLang="zh-CN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是不高于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N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次的多项式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566532"/>
                <a:ext cx="9145016" cy="1539240"/>
              </a:xfrm>
              <a:prstGeom prst="rect">
                <a:avLst/>
              </a:prstGeom>
              <a:blipFill rotWithShape="1">
                <a:blip r:embed="rId1"/>
                <a:stretch>
                  <a:fillRect t="-7" r="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19476" y="2025169"/>
                <a:ext cx="79898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𝑝𝑓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为整函数，则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且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76" y="2025169"/>
                <a:ext cx="7989814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" t="-29" r="4" b="-5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32890" y="2734781"/>
                <a:ext cx="2138910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90" y="2734781"/>
                <a:ext cx="2138910" cy="987193"/>
              </a:xfrm>
              <a:prstGeom prst="rect">
                <a:avLst/>
              </a:prstGeom>
              <a:blipFill rotWithShape="1">
                <a:blip r:embed="rId4"/>
                <a:stretch>
                  <a:fillRect l="-20" t="-48" r="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591780" y="2716137"/>
                <a:ext cx="6264696" cy="1099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𝜋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  <a:cs typeface="Cambria Math" panose="0204050305040603020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𝑑𝑧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𝑟</m:t>
                      </m:r>
                    </m:oMath>
                  </m:oMathPara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780" y="2716137"/>
                <a:ext cx="6264696" cy="1099404"/>
              </a:xfrm>
              <a:prstGeom prst="rect">
                <a:avLst/>
              </a:prstGeom>
              <a:blipFill rotWithShape="1">
                <a:blip r:embed="rId5"/>
                <a:stretch>
                  <a:fillRect l="-6" t="-22" r="2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001204" y="3905666"/>
                <a:ext cx="4104456" cy="1089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⇒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≤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𝜋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𝑀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𝑟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𝑑𝑠</m:t>
                      </m:r>
                    </m:oMath>
                  </m:oMathPara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204" y="3905666"/>
                <a:ext cx="4104456" cy="1089025"/>
              </a:xfrm>
              <a:prstGeom prst="rect">
                <a:avLst/>
              </a:prstGeom>
              <a:blipFill rotWithShape="1">
                <a:blip r:embed="rId6"/>
                <a:stretch>
                  <a:fillRect l="-11" t="-38" r="6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199831" y="4100702"/>
                <a:ext cx="2425022" cy="705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𝑑𝑠</m:t>
                        </m:r>
                      </m:e>
                    </m:nary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𝑟</m:t>
                    </m:r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b="0" dirty="0">
                  <a:solidFill>
                    <a:srgbClr val="FF0000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831" y="4100702"/>
                <a:ext cx="2425022" cy="705485"/>
              </a:xfrm>
              <a:prstGeom prst="rect">
                <a:avLst/>
              </a:prstGeom>
              <a:blipFill rotWithShape="1">
                <a:blip r:embed="rId7"/>
                <a:stretch>
                  <a:fillRect l="-19" t="-72" r="17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901309" y="5209259"/>
                <a:ext cx="2976908" cy="913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𝜋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𝑀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𝑟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∙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2</m:t>
                      </m:r>
                      <m:r>
                        <a:rPr lang="zh-CN" altLang="en-US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𝑟</m:t>
                      </m:r>
                    </m:oMath>
                  </m:oMathPara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309" y="5209259"/>
                <a:ext cx="2976908" cy="913007"/>
              </a:xfrm>
              <a:prstGeom prst="rect">
                <a:avLst/>
              </a:prstGeom>
              <a:blipFill rotWithShape="1">
                <a:blip r:embed="rId8"/>
                <a:stretch>
                  <a:fillRect l="-4" t="-39" r="5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587683" y="5230525"/>
                <a:ext cx="1447975" cy="910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𝑀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𝑟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683" y="5230525"/>
                <a:ext cx="1447975" cy="910186"/>
              </a:xfrm>
              <a:prstGeom prst="rect">
                <a:avLst/>
              </a:prstGeom>
              <a:blipFill rotWithShape="1">
                <a:blip r:embed="rId9"/>
                <a:stretch>
                  <a:fillRect l="-31" t="-3" r="4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5289" y="566532"/>
                <a:ext cx="9145016" cy="1336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为整函数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且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  <m:box>
                              <m:boxPr>
                                <m:noBreak m:val="on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boxPr>
                              <m:e>
                                <m:groupChr>
                                  <m:groupChrPr>
                                    <m:chr m:val="→"/>
                                    <m:pos m:val="top"/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groupChrPr>
                                  <m:e/>
                                </m:groupCh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∞</m:t>
                                </m:r>
                              </m:e>
                            </m:box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𝑀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𝑁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&lt;+</m:t>
                    </m:r>
                    <m:r>
                      <a:rPr lang="en-US" altLang="zh-CN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∞(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func>
                      <m:func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d>
                      </m:e>
                    </m:func>
                    <m:r>
                      <a:rPr lang="en-US" altLang="zh-CN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是不高于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N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次的多项式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566532"/>
                <a:ext cx="9145016" cy="1336675"/>
              </a:xfrm>
              <a:prstGeom prst="rect">
                <a:avLst/>
              </a:prstGeom>
              <a:blipFill rotWithShape="1">
                <a:blip r:embed="rId1"/>
                <a:stretch>
                  <a:fillRect t="-8" r="5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86977" y="1935260"/>
                <a:ext cx="2368799" cy="720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⇒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|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𝑀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77" y="1935260"/>
                <a:ext cx="2368799" cy="720775"/>
              </a:xfrm>
              <a:prstGeom prst="rect">
                <a:avLst/>
              </a:prstGeom>
              <a:blipFill rotWithShape="1">
                <a:blip r:embed="rId3"/>
                <a:stretch>
                  <a:fillRect l="-12" t="-58" r="23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86977" y="2683924"/>
                <a:ext cx="6552728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时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zh-CN" altLang="en-US" b="0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，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则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77" y="2683924"/>
                <a:ext cx="6552728" cy="521970"/>
              </a:xfrm>
              <a:prstGeom prst="rect">
                <a:avLst/>
              </a:prstGeom>
              <a:blipFill rotWithShape="1">
                <a:blip r:embed="rId4"/>
                <a:stretch>
                  <a:fillRect l="-4" t="-79" r="7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86977" y="3350019"/>
                <a:ext cx="6624736" cy="1039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  <m:box>
                                <m:boxPr>
                                  <m:noBreak m:val="on"/>
                                  <m:ctrlP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boxPr>
                                <m:e>
                                  <m:groupChr>
                                    <m:groupChrPr>
                                      <m:chr m:val="→"/>
                                      <m:pos m:val="top"/>
                                      <m:ctrlPr>
                                        <a:rPr lang="en-US" altLang="zh-CN" b="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groupChrPr>
                                    <m:e/>
                                  </m:groupChr>
                                  <m: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∞</m:t>
                                  </m:r>
                                </m:e>
                              </m:box>
                            </m:lim>
                          </m:limLow>
                        </m:fName>
                        <m:e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|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  <m:box>
                                <m:boxPr>
                                  <m:noBreak m:val="on"/>
                                  <m:ctrlP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boxPr>
                                <m:e>
                                  <m:groupChr>
                                    <m:groupChrPr>
                                      <m:chr m:val="→"/>
                                      <m:pos m:val="top"/>
                                      <m:ctrlPr>
                                        <a:rPr lang="en-US" altLang="zh-CN" b="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groupChrPr>
                                    <m:e/>
                                  </m:groupChr>
                                  <m: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∞</m:t>
                                  </m:r>
                                </m:e>
                              </m:box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  <m:box>
                                <m:boxPr>
                                  <m:noBreak m:val="on"/>
                                  <m:ctrlP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boxPr>
                                <m:e>
                                  <m:groupChr>
                                    <m:groupChrPr>
                                      <m:chr m:val="→"/>
                                      <m:pos m:val="top"/>
                                      <m:ctrlPr>
                                        <a:rPr lang="en-US" altLang="zh-CN" b="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groupChrPr>
                                    <m:e/>
                                  </m:groupChr>
                                  <m: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∞</m:t>
                                  </m:r>
                                </m:e>
                              </m:box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𝑀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𝑟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77" y="3350019"/>
                <a:ext cx="6624736" cy="1039495"/>
              </a:xfrm>
              <a:prstGeom prst="rect">
                <a:avLst/>
              </a:prstGeom>
              <a:blipFill rotWithShape="1">
                <a:blip r:embed="rId5"/>
                <a:stretch>
                  <a:fillRect l="-4" t="-38" r="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6444208" y="3573016"/>
                <a:ext cx="10081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3573016"/>
                <a:ext cx="1008112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3" t="-97" r="59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86977" y="4652200"/>
                <a:ext cx="3880967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时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77" y="4652200"/>
                <a:ext cx="3880967" cy="521970"/>
              </a:xfrm>
              <a:prstGeom prst="rect">
                <a:avLst/>
              </a:prstGeom>
              <a:blipFill rotWithShape="1">
                <a:blip r:embed="rId7"/>
                <a:stretch>
                  <a:fillRect l="-7" t="-36" r="3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3995936" y="4620778"/>
                <a:ext cx="4752528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</m:oMath>
                </a14:m>
                <a:r>
                  <a:rPr lang="en-US" altLang="zh-CN" b="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是不高于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N</a:t>
                </a:r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次的多项式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620778"/>
                <a:ext cx="4752528" cy="521970"/>
              </a:xfrm>
              <a:prstGeom prst="rect">
                <a:avLst/>
              </a:prstGeom>
              <a:blipFill rotWithShape="1">
                <a:blip r:embed="rId8"/>
                <a:stretch>
                  <a:fillRect l="-11" t="-99" r="1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251520" y="5381486"/>
                <a:ext cx="8568952" cy="95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注</a:t>
                </a:r>
                <a:r>
                  <a:rPr lang="en-US" altLang="zh-CN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:</a:t>
                </a:r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时</a:t>
                </a:r>
                <a:r>
                  <a:rPr lang="en-US" altLang="zh-CN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 </a:t>
                </a:r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这就是刘维尔定理</a:t>
                </a:r>
                <a:r>
                  <a:rPr lang="en-US" altLang="zh-CN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solidFill>
                      <a:srgbClr val="FF000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所以这个例题是刘维尔定理的推广</a:t>
                </a:r>
                <a:endParaRPr lang="zh-CN" altLang="en-US" b="0" dirty="0">
                  <a:solidFill>
                    <a:srgbClr val="FF0000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381486"/>
                <a:ext cx="8568952" cy="953135"/>
              </a:xfrm>
              <a:prstGeom prst="rect">
                <a:avLst/>
              </a:prstGeom>
              <a:blipFill rotWithShape="1">
                <a:blip r:embed="rId9"/>
                <a:stretch>
                  <a:fillRect l="-1" t="-52" r="4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22037" y="609192"/>
                <a:ext cx="8914459" cy="159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𝐸𝑔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𝐹𝑖𝑏𝑜𝑛𝑎𝑐𝑐𝑖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数列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{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定义为</a:t>
                </a:r>
                <a:r>
                  <a:rPr lang="en-US" altLang="zh-CN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1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b="0" i="1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2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3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,⋯)</m:t>
                    </m:r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，证明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是一有理函数的泰勒系数，并确定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的表达式。</a:t>
                </a:r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609192"/>
                <a:ext cx="8914459" cy="1592103"/>
              </a:xfrm>
              <a:prstGeom prst="rect">
                <a:avLst/>
              </a:prstGeom>
              <a:blipFill rotWithShape="1">
                <a:blip r:embed="rId1"/>
                <a:stretch>
                  <a:fillRect l="-1" t="-14" r="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22037" y="2201295"/>
                <a:ext cx="8914459" cy="55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思路</a:t>
                </a:r>
                <a:r>
                  <a:rPr lang="en-US" altLang="zh-CN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:</a:t>
                </a:r>
                <a:r>
                  <a:rPr lang="en-US" altLang="zh-CN" b="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为有理函数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的泰勒系数</a:t>
                </a:r>
                <a:r>
                  <a:rPr lang="en-US" altLang="zh-CN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b="0" dirty="0">
                  <a:solidFill>
                    <a:srgbClr val="00B0F0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2201295"/>
                <a:ext cx="8914459" cy="559897"/>
              </a:xfrm>
              <a:prstGeom prst="rect">
                <a:avLst/>
              </a:prstGeom>
              <a:blipFill rotWithShape="1">
                <a:blip r:embed="rId3"/>
                <a:stretch>
                  <a:fillRect l="-1" t="-69" r="5" b="-17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53508" y="2819245"/>
                <a:ext cx="8782204" cy="1078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可以确定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满足的关系式</a:t>
                </a:r>
                <a:r>
                  <a:rPr lang="en-US" altLang="zh-CN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进而求出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。那将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b="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展开为泰勒级数，即得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B0F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b="0" dirty="0">
                  <a:solidFill>
                    <a:srgbClr val="00B0F0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08" y="2819245"/>
                <a:ext cx="8782204" cy="1078821"/>
              </a:xfrm>
              <a:prstGeom prst="rect">
                <a:avLst/>
              </a:prstGeom>
              <a:blipFill rotWithShape="1">
                <a:blip r:embed="rId4"/>
                <a:stretch>
                  <a:fillRect l="-5" t="-44" r="7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44677" y="3924935"/>
                <a:ext cx="5407443" cy="558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𝑝𝑓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:</m:t>
                    </m:r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77" y="3924935"/>
                <a:ext cx="5407443" cy="558871"/>
              </a:xfrm>
              <a:prstGeom prst="rect">
                <a:avLst/>
              </a:prstGeom>
              <a:blipFill rotWithShape="1">
                <a:blip r:embed="rId5"/>
                <a:stretch>
                  <a:fillRect l="-4" r="11" b="-17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55577" y="4570237"/>
                <a:ext cx="3240360" cy="609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∵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7" y="4570237"/>
                <a:ext cx="3240360" cy="609398"/>
              </a:xfrm>
              <a:prstGeom prst="rect">
                <a:avLst/>
              </a:prstGeom>
              <a:blipFill rotWithShape="1">
                <a:blip r:embed="rId6"/>
                <a:stretch>
                  <a:fillRect l="-17" t="-23" r="16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83568" y="5308956"/>
                <a:ext cx="7488832" cy="563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5308956"/>
                <a:ext cx="7488832" cy="563744"/>
              </a:xfrm>
              <a:prstGeom prst="rect">
                <a:avLst/>
              </a:prstGeom>
              <a:blipFill rotWithShape="1">
                <a:blip r:embed="rId7"/>
                <a:stretch>
                  <a:fillRect l="-4" t="-63" r="8" b="-16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64384" y="6069616"/>
                <a:ext cx="5491792" cy="565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84" y="6069616"/>
                <a:ext cx="5491792" cy="565155"/>
              </a:xfrm>
              <a:prstGeom prst="rect">
                <a:avLst/>
              </a:prstGeom>
              <a:blipFill rotWithShape="1">
                <a:blip r:embed="rId8"/>
                <a:stretch>
                  <a:fillRect l="-3" t="-51" r="9" b="-1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 bwMode="auto">
          <a:xfrm>
            <a:off x="3131840" y="5350730"/>
            <a:ext cx="2088232" cy="55887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721438" y="4807295"/>
                <a:ext cx="26008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0" i="1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nary>
                      <m:naryPr>
                        <m:chr m:val="∑"/>
                        <m:ctrlP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438" y="4807295"/>
                <a:ext cx="2600809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13" t="-66" r="7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6274972" y="4807295"/>
                <a:ext cx="2761524" cy="524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72" y="4807295"/>
                <a:ext cx="2761524" cy="524567"/>
              </a:xfrm>
              <a:prstGeom prst="rect">
                <a:avLst/>
              </a:prstGeom>
              <a:blipFill rotWithShape="1">
                <a:blip r:embed="rId10"/>
                <a:stretch>
                  <a:fillRect l="-19" t="-66" r="16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 bwMode="auto">
          <a:xfrm>
            <a:off x="5529808" y="5380425"/>
            <a:ext cx="1994519" cy="56374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4" grpId="0"/>
      <p:bldP spid="16" grpId="0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/>
          <p:nvPr/>
        </p:nvSpPr>
        <p:spPr>
          <a:xfrm>
            <a:off x="1023938" y="366395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1095375" y="48879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1455738" y="4816475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0" name="Text Box 7"/>
          <p:cNvSpPr txBox="1"/>
          <p:nvPr/>
        </p:nvSpPr>
        <p:spPr>
          <a:xfrm>
            <a:off x="1311275" y="58245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1023938" y="35925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2" name="Text Box 11"/>
          <p:cNvSpPr txBox="1"/>
          <p:nvPr/>
        </p:nvSpPr>
        <p:spPr>
          <a:xfrm>
            <a:off x="1023938" y="495300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4" name="Text Box 15"/>
          <p:cNvSpPr txBox="1"/>
          <p:nvPr/>
        </p:nvSpPr>
        <p:spPr>
          <a:xfrm>
            <a:off x="879475" y="4672013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5" name="Text Box 16"/>
          <p:cNvSpPr txBox="1"/>
          <p:nvPr/>
        </p:nvSpPr>
        <p:spPr>
          <a:xfrm>
            <a:off x="1095375" y="4745038"/>
            <a:ext cx="309880" cy="521970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800" dirty="0">
              <a:ea typeface="黑体" panose="02010609060101010101" pitchFamily="2" charset="-122"/>
            </a:endParaRPr>
          </a:p>
        </p:txBody>
      </p:sp>
      <p:sp>
        <p:nvSpPr>
          <p:cNvPr id="11276" name="Rectangle 18"/>
          <p:cNvSpPr/>
          <p:nvPr/>
        </p:nvSpPr>
        <p:spPr>
          <a:xfrm>
            <a:off x="900113" y="4397375"/>
            <a:ext cx="542290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0033"/>
              </a:buClr>
              <a:buSzPct val="140000"/>
              <a:buFont typeface="MS Outlook" panose="05010100010000000000" pitchFamily="2" charset="2"/>
              <a:buChar char="A"/>
            </a:pPr>
            <a:endParaRPr lang="zh-CN" altLang="zh-CN" sz="2800" dirty="0">
              <a:solidFill>
                <a:srgbClr val="990033"/>
              </a:solidFill>
              <a:ea typeface="仿宋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标题 1"/>
                <p:cNvSpPr txBox="1"/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en-US" altLang="zh-CN" sz="18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3.2  </a:t>
                  </a:r>
                  <a14:m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𝑇𝑎𝑦𝑙𝑜𝑟</m:t>
                      </m:r>
                    </m:oMath>
                  </a14:m>
                  <a:r>
                    <a:rPr lang="zh-CN" altLang="en-US" sz="1800" dirty="0">
                      <a:latin typeface="楷体" panose="02010609060101010101" pitchFamily="49" charset="-122"/>
                      <a:ea typeface="楷体" panose="02010609060101010101" pitchFamily="49" charset="-122"/>
                      <a:cs typeface="Cambria Math" panose="02040503050406030204" charset="0"/>
                    </a:rPr>
                    <a:t>级数</a:t>
                  </a:r>
                  <a:endPara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标题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36" y="82323"/>
                  <a:ext cx="4756181" cy="449306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79512" y="681481"/>
                <a:ext cx="5491792" cy="565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  <m:r>
                      <a:rPr lang="en-US" altLang="zh-CN" b="0" i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681481"/>
                <a:ext cx="5491792" cy="565155"/>
              </a:xfrm>
              <a:prstGeom prst="rect">
                <a:avLst/>
              </a:prstGeom>
              <a:blipFill rotWithShape="1">
                <a:blip r:embed="rId2"/>
                <a:stretch>
                  <a:fillRect l="-8" t="-22" r="2" b="-1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51520" y="1185838"/>
                <a:ext cx="3384376" cy="1002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⇒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𝑧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185838"/>
                <a:ext cx="3384376" cy="1002326"/>
              </a:xfrm>
              <a:prstGeom prst="rect">
                <a:avLst/>
              </a:prstGeom>
              <a:blipFill rotWithShape="1">
                <a:blip r:embed="rId3"/>
                <a:stretch>
                  <a:fillRect l="-2" t="-29" r="15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3419872" y="1235835"/>
                <a:ext cx="3384376" cy="1124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</m:d>
                      </m:den>
                    </m:f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1235835"/>
                <a:ext cx="3384376" cy="1124988"/>
              </a:xfrm>
              <a:prstGeom prst="rect">
                <a:avLst/>
              </a:prstGeom>
              <a:blipFill rotWithShape="1">
                <a:blip r:embed="rId4"/>
                <a:stretch>
                  <a:fillRect l="-12" t="-11" r="7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333818" y="2180126"/>
                <a:ext cx="4000926" cy="1103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[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]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18" y="2180126"/>
                <a:ext cx="4000926" cy="1103892"/>
              </a:xfrm>
              <a:prstGeom prst="rect">
                <a:avLst/>
              </a:prstGeom>
              <a:blipFill rotWithShape="1">
                <a:blip r:embed="rId5"/>
                <a:stretch>
                  <a:fillRect l="-8" t="-15" r="3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405255" y="3059162"/>
                <a:ext cx="6479113" cy="1066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b="0" i="1">
                                            <a:latin typeface="Cambria Math" panose="02040503050406030204" charset="0"/>
                                            <a:ea typeface="Cambria Math" panose="02040503050406030204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b="0" i="1">
                                            <a:latin typeface="Cambria Math" panose="02040503050406030204" charset="0"/>
                                            <a:ea typeface="Cambria Math" panose="02040503050406030204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b="0" i="1">
                                            <a:latin typeface="Cambria Math" panose="02040503050406030204" charset="0"/>
                                            <a:ea typeface="Cambria Math" panose="02040503050406030204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b="0" i="1">
                                            <a:latin typeface="Cambria Math" panose="02040503050406030204" charset="0"/>
                                            <a:ea typeface="Cambria Math" panose="02040503050406030204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]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255" y="3059162"/>
                <a:ext cx="6479113" cy="1066702"/>
              </a:xfrm>
              <a:prstGeom prst="rect">
                <a:avLst/>
              </a:prstGeom>
              <a:blipFill rotWithShape="1">
                <a:blip r:embed="rId6"/>
                <a:stretch>
                  <a:fillRect t="-34" r="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79512" y="3937819"/>
                <a:ext cx="4967749" cy="1066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[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]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937819"/>
                <a:ext cx="4967749" cy="1066702"/>
              </a:xfrm>
              <a:prstGeom prst="rect">
                <a:avLst/>
              </a:prstGeom>
              <a:blipFill rotWithShape="1">
                <a:blip r:embed="rId7"/>
                <a:stretch>
                  <a:fillRect l="-9" t="-17" r="1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79512" y="4968043"/>
                <a:ext cx="4283673" cy="1012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∵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968043"/>
                <a:ext cx="4283673" cy="1012585"/>
              </a:xfrm>
              <a:prstGeom prst="rect">
                <a:avLst/>
              </a:prstGeom>
              <a:blipFill rotWithShape="1">
                <a:blip r:embed="rId8"/>
                <a:stretch>
                  <a:fillRect l="-10" t="-43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61896" y="5909113"/>
                <a:ext cx="4770144" cy="912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)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5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6" y="5909113"/>
                <a:ext cx="4770144" cy="912045"/>
              </a:xfrm>
              <a:prstGeom prst="rect">
                <a:avLst/>
              </a:prstGeom>
              <a:blipFill rotWithShape="1">
                <a:blip r:embed="rId9"/>
                <a:stretch>
                  <a:fillRect l="-13" t="-48" r="13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4283968" y="5056187"/>
                <a:ext cx="4283673" cy="852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0" dirty="0">
                    <a:ea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charset="0"/>
                        <a:ea typeface="Cambria Math" panose="02040503050406030204" charset="0"/>
                      </a:rPr>
                      <m:t>⇒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5</m:t>
                            </m:r>
                          </m:e>
                        </m:rad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den>
                    </m:f>
                  </m:oMath>
                </a14:m>
                <a:endParaRPr lang="zh-CN" altLang="en-US" b="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5056187"/>
                <a:ext cx="4283673" cy="852926"/>
              </a:xfrm>
              <a:prstGeom prst="rect">
                <a:avLst/>
              </a:prstGeom>
              <a:blipFill rotWithShape="1">
                <a:blip r:embed="rId10"/>
                <a:stretch>
                  <a:fillRect l="-6" t="-37" r="5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  <p:bldP spid="19" grpId="0"/>
      <p:bldP spid="20" grpId="0"/>
      <p:bldP spid="21" grpId="0"/>
      <p:bldP spid="22" grpId="0"/>
      <p:bldP spid="23" grpId="0"/>
    </p:bldLst>
  </p:timing>
</p:sld>
</file>

<file path=ppt/tags/tag1.xml><?xml version="1.0" encoding="utf-8"?>
<p:tagLst xmlns:p="http://schemas.openxmlformats.org/presentationml/2006/main">
  <p:tag name="KSO_WPP_MARK_KEY" val="5094cced-6a31-4ec2-bf09-a88066a65251"/>
  <p:tag name="COMMONDATA" val="eyJoZGlkIjoiMTAyMzJkOGNiMDEyZDQzM2FkNGM4ODJmZGE4NDczMDMifQ=="/>
</p:tagLst>
</file>

<file path=ppt/theme/theme1.xml><?xml version="1.0" encoding="utf-8"?>
<a:theme xmlns:a="http://schemas.openxmlformats.org/drawingml/2006/main" name="背景模版">
  <a:themeElements>
    <a:clrScheme name="背景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背景模版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背景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背景模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背景模版">
  <a:themeElements>
    <a:clrScheme name="背景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背景模版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背景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背景模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背景模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D:\背景模版.pot</Template>
  <TotalTime>0</TotalTime>
  <Words>7708</Words>
  <Application>WPS 演示</Application>
  <PresentationFormat>全屏显示(4:3)</PresentationFormat>
  <Paragraphs>457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黑体</vt:lpstr>
      <vt:lpstr>楷体</vt:lpstr>
      <vt:lpstr>Cambria Math</vt:lpstr>
      <vt:lpstr>楷体_GB2312</vt:lpstr>
      <vt:lpstr>新宋体</vt:lpstr>
      <vt:lpstr>MS Outlook</vt:lpstr>
      <vt:lpstr>仿宋_GB2312</vt:lpstr>
      <vt:lpstr>MS Mincho</vt:lpstr>
      <vt:lpstr>微软雅黑</vt:lpstr>
      <vt:lpstr>Arial Unicode MS</vt:lpstr>
      <vt:lpstr>仿宋</vt:lpstr>
      <vt:lpstr>背景模版</vt:lpstr>
      <vt:lpstr>1_背景模版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dym</dc:creator>
  <cp:lastModifiedBy>DhyWay</cp:lastModifiedBy>
  <cp:revision>108</cp:revision>
  <dcterms:created xsi:type="dcterms:W3CDTF">1996-07-15T15:40:00Z</dcterms:created>
  <dcterms:modified xsi:type="dcterms:W3CDTF">2025-10-28T09:58:27Z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E374121EC98C4F7BA54A87FC5A74AE63</vt:lpwstr>
  </property>
  <property fmtid="{D5CDD505-2E9C-101B-9397-08002B2CF9AE}" pid="3" name="KSOProductBuildVer">
    <vt:lpwstr>2052-12.1.0.23125</vt:lpwstr>
  </property>
</Properties>
</file>